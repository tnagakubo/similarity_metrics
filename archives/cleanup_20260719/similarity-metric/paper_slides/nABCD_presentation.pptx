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クリックしてタイトルテキストを編集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クリックしてアウトラインのテキストを編集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8975520" y="5095800"/>
            <a:ext cx="268956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15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Tak Nagakubo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571320" y="1202400"/>
            <a:ext cx="9434520" cy="1212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Effect Modifier </a:t>
            </a:r>
            <a:r>
              <a:rPr lang="ja-JP" sz="64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の分布類似</a:t>
            </a:r>
            <a:endParaRPr lang="en-US" sz="64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71320" y="2269080"/>
            <a:ext cx="10639800" cy="1212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64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性に基づく地域プーリングの</a:t>
            </a:r>
            <a:endParaRPr lang="en-US" sz="64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71320" y="3336120"/>
            <a:ext cx="2455920" cy="1212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64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定量化</a:t>
            </a:r>
            <a:endParaRPr lang="en-US" sz="64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3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918000" y="2581200"/>
            <a:ext cx="2826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1E3A5F"/>
                </a:solidFill>
                <a:effectLst/>
                <a:uFillTx/>
                <a:latin typeface="NotoSansJP"/>
                <a:ea typeface="NotoSansJP"/>
              </a:rPr>
              <a:t>1.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200240" y="2538720"/>
            <a:ext cx="143172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Background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2787120" y="2581200"/>
            <a:ext cx="39405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MRCT, ICH E17,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既存手法の限界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918000" y="3019320"/>
            <a:ext cx="2826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1E3A5F"/>
                </a:solidFill>
                <a:effectLst/>
                <a:uFillTx/>
                <a:latin typeface="NotoSansJP"/>
                <a:ea typeface="NotoSansJP"/>
              </a:rPr>
              <a:t>2.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200240" y="2976840"/>
            <a:ext cx="10216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Methods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2331720" y="3019320"/>
            <a:ext cx="65430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nABCD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の定義‧理論基盤‧推定‧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clinical calibration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918000" y="3457440"/>
            <a:ext cx="2826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1E3A5F"/>
                </a:solidFill>
                <a:effectLst/>
                <a:uFillTx/>
                <a:latin typeface="NotoSansJP"/>
                <a:ea typeface="NotoSansJP"/>
              </a:rPr>
              <a:t>3.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200240" y="3414960"/>
            <a:ext cx="12848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Simulation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2640960" y="3457440"/>
            <a:ext cx="37497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8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シナリオによる推定性能評価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918000" y="3905280"/>
            <a:ext cx="2826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1E3A5F"/>
                </a:solidFill>
                <a:effectLst/>
                <a:uFillTx/>
                <a:latin typeface="NotoSansJP"/>
                <a:ea typeface="NotoSansJP"/>
              </a:rPr>
              <a:t>4.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200240" y="3862440"/>
            <a:ext cx="13438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Application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2697840" y="3905280"/>
            <a:ext cx="49669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GUSTO-I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を用いた仮想血栓溶解薬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MRCT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918000" y="4343400"/>
            <a:ext cx="2826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1E3A5F"/>
                </a:solidFill>
                <a:effectLst/>
                <a:uFillTx/>
                <a:latin typeface="NotoSansJP"/>
                <a:ea typeface="NotoSansJP"/>
              </a:rPr>
              <a:t>5.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200240" y="4300560"/>
            <a:ext cx="12567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Discussion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2597040" y="4343400"/>
            <a:ext cx="33350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主要な知見と実務への示唆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571320" y="155520"/>
            <a:ext cx="152856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Agenda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1927520" y="6657840"/>
            <a:ext cx="13284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7" name=""/>
          <p:cNvSpPr/>
          <p:nvPr/>
        </p:nvSpPr>
        <p:spPr>
          <a:xfrm>
            <a:off x="571320" y="3962160"/>
            <a:ext cx="1371960" cy="38520"/>
          </a:xfrm>
          <a:custGeom>
            <a:avLst/>
            <a:gdLst/>
            <a:ahLst/>
            <a:rect l="0" t="0" r="r" b="b"/>
            <a:pathLst>
              <a:path w="3811" h="107">
                <a:moveTo>
                  <a:pt x="0" y="0"/>
                </a:moveTo>
                <a:lnTo>
                  <a:pt x="3811" y="0"/>
                </a:lnTo>
                <a:lnTo>
                  <a:pt x="381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571320" y="2833560"/>
            <a:ext cx="1372320" cy="1015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54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背景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2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3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4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5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6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7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8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9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" name=""/>
          <p:cNvSpPr/>
          <p:nvPr/>
        </p:nvSpPr>
        <p:spPr>
          <a:xfrm>
            <a:off x="571320" y="4867200"/>
            <a:ext cx="11049480" cy="914760"/>
          </a:xfrm>
          <a:custGeom>
            <a:avLst/>
            <a:gdLst/>
            <a:ahLst/>
            <a:rect l="0" t="0" r="r" b="b"/>
            <a:pathLst>
              <a:path w="30693" h="2541">
                <a:moveTo>
                  <a:pt x="0" y="0"/>
                </a:moveTo>
                <a:lnTo>
                  <a:pt x="30693" y="0"/>
                </a:lnTo>
                <a:lnTo>
                  <a:pt x="3069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1" name=""/>
          <p:cNvSpPr/>
          <p:nvPr/>
        </p:nvSpPr>
        <p:spPr>
          <a:xfrm>
            <a:off x="571320" y="4867200"/>
            <a:ext cx="38520" cy="914760"/>
          </a:xfrm>
          <a:custGeom>
            <a:avLst/>
            <a:gdLst/>
            <a:ahLst/>
            <a:rect l="0" t="0" r="r" b="b"/>
            <a:pathLst>
              <a:path w="107" h="2541">
                <a:moveTo>
                  <a:pt x="0" y="0"/>
                </a:moveTo>
                <a:lnTo>
                  <a:pt x="107" y="0"/>
                </a:lnTo>
                <a:lnTo>
                  <a:pt x="107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2" name=""/>
          <p:cNvSpPr/>
          <p:nvPr/>
        </p:nvSpPr>
        <p:spPr>
          <a:xfrm>
            <a:off x="933120" y="16380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0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0"/>
                  <a:pt x="11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200240" y="1481400"/>
            <a:ext cx="68112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MRCT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4" name=""/>
          <p:cNvSpPr/>
          <p:nvPr/>
        </p:nvSpPr>
        <p:spPr>
          <a:xfrm>
            <a:off x="933120" y="2076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4"/>
                  <a:pt x="285" y="193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2"/>
                  <a:pt x="155" y="292"/>
                  <a:pt x="146" y="292"/>
                </a:cubicBezTo>
                <a:cubicBezTo>
                  <a:pt x="136" y="292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3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945800" y="1523880"/>
            <a:ext cx="77119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(Multi-Regional Clinical Trial)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は国際共同治験の標準パラダイム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6" name=""/>
          <p:cNvSpPr/>
          <p:nvPr/>
        </p:nvSpPr>
        <p:spPr>
          <a:xfrm>
            <a:off x="933120" y="2514240"/>
            <a:ext cx="105120" cy="105480"/>
          </a:xfrm>
          <a:custGeom>
            <a:avLst/>
            <a:gdLst/>
            <a:ahLst/>
            <a:rect l="0" t="0" r="r" b="b"/>
            <a:pathLst>
              <a:path w="292" h="293">
                <a:moveTo>
                  <a:pt x="292" y="147"/>
                </a:moveTo>
                <a:cubicBezTo>
                  <a:pt x="292" y="157"/>
                  <a:pt x="292" y="166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2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2"/>
                  <a:pt x="155" y="293"/>
                  <a:pt x="146" y="293"/>
                </a:cubicBezTo>
                <a:cubicBezTo>
                  <a:pt x="136" y="293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2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7"/>
                  <a:pt x="0" y="147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2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2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2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6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200240" y="1962000"/>
            <a:ext cx="93153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ICH E17 (2017)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は治療効果の一般化可能性を前提とした計画‧設計原則を規定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200240" y="2400120"/>
            <a:ext cx="16606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各規制当局は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2860200" y="2357640"/>
            <a:ext cx="480132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地域部分集団における治療効果の一貫性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7660800" y="2400120"/>
            <a:ext cx="8604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を要求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1" name=""/>
          <p:cNvSpPr/>
          <p:nvPr/>
        </p:nvSpPr>
        <p:spPr>
          <a:xfrm>
            <a:off x="933120" y="36003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99"/>
                  <a:pt x="11" y="91"/>
                </a:cubicBezTo>
                <a:cubicBezTo>
                  <a:pt x="15" y="82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4"/>
                  <a:pt x="220" y="19"/>
                  <a:pt x="228" y="24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2"/>
                  <a:pt x="281" y="91"/>
                </a:cubicBezTo>
                <a:cubicBezTo>
                  <a:pt x="285" y="99"/>
                  <a:pt x="288" y="109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571320" y="2938680"/>
            <a:ext cx="29343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地域プーリングの必要性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" name=""/>
          <p:cNvSpPr/>
          <p:nvPr/>
        </p:nvSpPr>
        <p:spPr>
          <a:xfrm>
            <a:off x="933120" y="4038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5"/>
                  <a:pt x="236" y="261"/>
                  <a:pt x="228" y="266"/>
                </a:cubicBezTo>
                <a:cubicBezTo>
                  <a:pt x="220" y="272"/>
                  <a:pt x="211" y="276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6"/>
                  <a:pt x="73" y="272"/>
                  <a:pt x="65" y="266"/>
                </a:cubicBezTo>
                <a:cubicBezTo>
                  <a:pt x="57" y="261"/>
                  <a:pt x="50" y="255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5"/>
                  <a:pt x="220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200240" y="3486240"/>
            <a:ext cx="74682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個々の地域サンプルサイズは一貫性評価に不十分なことが多い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200240" y="3924360"/>
            <a:ext cx="13424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ICH E17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は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541600" y="3881520"/>
            <a:ext cx="33642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effect modifier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分布の類似性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" name=""/>
          <p:cNvSpPr/>
          <p:nvPr/>
        </p:nvSpPr>
        <p:spPr>
          <a:xfrm>
            <a:off x="933120" y="44766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7"/>
                  <a:pt x="203" y="11"/>
                </a:cubicBezTo>
                <a:cubicBezTo>
                  <a:pt x="211" y="15"/>
                  <a:pt x="220" y="19"/>
                  <a:pt x="228" y="24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6134400" y="3924360"/>
            <a:ext cx="32608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に基づくプーリングを記述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200240" y="4362480"/>
            <a:ext cx="50680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しかし、定量的方法論は提供されていない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866880" y="5000760"/>
            <a:ext cx="5555880" cy="329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"Similar enough" </a:t>
            </a:r>
            <a:r>
              <a:rPr lang="ja-JP" sz="217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の判断基準が欠如している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866880" y="5343480"/>
            <a:ext cx="3860640" cy="329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--- ICH E17 </a:t>
            </a:r>
            <a:r>
              <a:rPr lang="ja-JP" sz="217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の実装上のギャップ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571320" y="155520"/>
            <a:ext cx="337860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MRCT </a:t>
            </a:r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と 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ICH E17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1927520" y="6657840"/>
            <a:ext cx="13284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0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1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2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3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4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5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6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7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571320" y="1700280"/>
            <a:ext cx="17146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Effect modifier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515320" y="1743120"/>
            <a:ext cx="60019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治療効果がサブグループ間で異なる患者背景因子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" name=""/>
          <p:cNvSpPr/>
          <p:nvPr/>
        </p:nvSpPr>
        <p:spPr>
          <a:xfrm>
            <a:off x="933120" y="29239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571320" y="2262240"/>
            <a:ext cx="38098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例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: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年齢が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effect modifier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の場合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2" name=""/>
          <p:cNvSpPr/>
          <p:nvPr/>
        </p:nvSpPr>
        <p:spPr>
          <a:xfrm>
            <a:off x="933120" y="33620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200240" y="2809800"/>
            <a:ext cx="72165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若年患者の方が治療反応が良い場合、年齢は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effect modifier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1200240" y="3247920"/>
            <a:ext cx="101354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薬が個人レベルで同一に作用しても、患者構成が異なれば地域平均治療効果は異なる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5" name=""/>
          <p:cNvSpPr/>
          <p:nvPr/>
        </p:nvSpPr>
        <p:spPr>
          <a:xfrm>
            <a:off x="4753440" y="4609800"/>
            <a:ext cx="163800" cy="145800"/>
          </a:xfrm>
          <a:custGeom>
            <a:avLst/>
            <a:gdLst/>
            <a:ahLst/>
            <a:rect l="0" t="0" r="r" b="b"/>
            <a:pathLst>
              <a:path w="455" h="405">
                <a:moveTo>
                  <a:pt x="19" y="134"/>
                </a:moveTo>
                <a:cubicBezTo>
                  <a:pt x="6" y="134"/>
                  <a:pt x="0" y="131"/>
                  <a:pt x="0" y="125"/>
                </a:cubicBezTo>
                <a:cubicBezTo>
                  <a:pt x="0" y="120"/>
                  <a:pt x="8" y="107"/>
                  <a:pt x="24" y="85"/>
                </a:cubicBezTo>
                <a:cubicBezTo>
                  <a:pt x="41" y="62"/>
                  <a:pt x="57" y="44"/>
                  <a:pt x="73" y="30"/>
                </a:cubicBezTo>
                <a:cubicBezTo>
                  <a:pt x="95" y="14"/>
                  <a:pt x="114" y="4"/>
                  <a:pt x="133" y="2"/>
                </a:cubicBezTo>
                <a:cubicBezTo>
                  <a:pt x="136" y="1"/>
                  <a:pt x="187" y="0"/>
                  <a:pt x="286" y="0"/>
                </a:cubicBezTo>
                <a:cubicBezTo>
                  <a:pt x="384" y="0"/>
                  <a:pt x="434" y="1"/>
                  <a:pt x="437" y="2"/>
                </a:cubicBezTo>
                <a:cubicBezTo>
                  <a:pt x="449" y="5"/>
                  <a:pt x="455" y="13"/>
                  <a:pt x="455" y="26"/>
                </a:cubicBezTo>
                <a:cubicBezTo>
                  <a:pt x="455" y="35"/>
                  <a:pt x="452" y="43"/>
                  <a:pt x="447" y="50"/>
                </a:cubicBezTo>
                <a:cubicBezTo>
                  <a:pt x="441" y="57"/>
                  <a:pt x="434" y="62"/>
                  <a:pt x="426" y="65"/>
                </a:cubicBezTo>
                <a:cubicBezTo>
                  <a:pt x="422" y="66"/>
                  <a:pt x="393" y="66"/>
                  <a:pt x="338" y="66"/>
                </a:cubicBezTo>
                <a:cubicBezTo>
                  <a:pt x="284" y="66"/>
                  <a:pt x="256" y="67"/>
                  <a:pt x="256" y="68"/>
                </a:cubicBezTo>
                <a:cubicBezTo>
                  <a:pt x="256" y="69"/>
                  <a:pt x="251" y="94"/>
                  <a:pt x="242" y="143"/>
                </a:cubicBezTo>
                <a:cubicBezTo>
                  <a:pt x="233" y="192"/>
                  <a:pt x="223" y="242"/>
                  <a:pt x="213" y="293"/>
                </a:cubicBezTo>
                <a:cubicBezTo>
                  <a:pt x="202" y="345"/>
                  <a:pt x="197" y="372"/>
                  <a:pt x="196" y="375"/>
                </a:cubicBezTo>
                <a:cubicBezTo>
                  <a:pt x="193" y="384"/>
                  <a:pt x="187" y="391"/>
                  <a:pt x="179" y="397"/>
                </a:cubicBezTo>
                <a:cubicBezTo>
                  <a:pt x="171" y="402"/>
                  <a:pt x="162" y="405"/>
                  <a:pt x="153" y="405"/>
                </a:cubicBezTo>
                <a:cubicBezTo>
                  <a:pt x="133" y="405"/>
                  <a:pt x="123" y="395"/>
                  <a:pt x="123" y="375"/>
                </a:cubicBezTo>
                <a:lnTo>
                  <a:pt x="123" y="366"/>
                </a:lnTo>
                <a:lnTo>
                  <a:pt x="168" y="217"/>
                </a:lnTo>
                <a:cubicBezTo>
                  <a:pt x="175" y="196"/>
                  <a:pt x="182" y="171"/>
                  <a:pt x="191" y="145"/>
                </a:cubicBezTo>
                <a:cubicBezTo>
                  <a:pt x="199" y="118"/>
                  <a:pt x="205" y="99"/>
                  <a:pt x="210" y="86"/>
                </a:cubicBezTo>
                <a:lnTo>
                  <a:pt x="215" y="67"/>
                </a:lnTo>
                <a:cubicBezTo>
                  <a:pt x="215" y="67"/>
                  <a:pt x="202" y="66"/>
                  <a:pt x="173" y="66"/>
                </a:cubicBezTo>
                <a:cubicBezTo>
                  <a:pt x="171" y="66"/>
                  <a:pt x="168" y="66"/>
                  <a:pt x="163" y="66"/>
                </a:cubicBezTo>
                <a:cubicBezTo>
                  <a:pt x="157" y="66"/>
                  <a:pt x="153" y="66"/>
                  <a:pt x="150" y="65"/>
                </a:cubicBezTo>
                <a:cubicBezTo>
                  <a:pt x="103" y="65"/>
                  <a:pt x="66" y="85"/>
                  <a:pt x="39" y="124"/>
                </a:cubicBezTo>
                <a:cubicBezTo>
                  <a:pt x="36" y="129"/>
                  <a:pt x="33" y="131"/>
                  <a:pt x="32" y="132"/>
                </a:cubicBezTo>
                <a:cubicBezTo>
                  <a:pt x="30" y="133"/>
                  <a:pt x="25" y="133"/>
                  <a:pt x="19" y="13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" name=""/>
          <p:cNvSpPr/>
          <p:nvPr/>
        </p:nvSpPr>
        <p:spPr>
          <a:xfrm>
            <a:off x="4788360" y="4556880"/>
            <a:ext cx="118800" cy="15120"/>
          </a:xfrm>
          <a:custGeom>
            <a:avLst/>
            <a:gdLst/>
            <a:ahLst/>
            <a:rect l="0" t="0" r="r" b="b"/>
            <a:pathLst>
              <a:path w="330" h="42">
                <a:moveTo>
                  <a:pt x="0" y="0"/>
                </a:moveTo>
                <a:lnTo>
                  <a:pt x="330" y="0"/>
                </a:lnTo>
                <a:lnTo>
                  <a:pt x="330" y="42"/>
                </a:lnTo>
                <a:lnTo>
                  <a:pt x="0" y="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" name=""/>
          <p:cNvSpPr/>
          <p:nvPr/>
        </p:nvSpPr>
        <p:spPr>
          <a:xfrm>
            <a:off x="4906440" y="4697640"/>
            <a:ext cx="95040" cy="105480"/>
          </a:xfrm>
          <a:custGeom>
            <a:avLst/>
            <a:gdLst/>
            <a:ahLst/>
            <a:rect l="0" t="0" r="r" b="b"/>
            <a:pathLst>
              <a:path w="264" h="293">
                <a:moveTo>
                  <a:pt x="0" y="100"/>
                </a:moveTo>
                <a:cubicBezTo>
                  <a:pt x="0" y="99"/>
                  <a:pt x="0" y="97"/>
                  <a:pt x="1" y="95"/>
                </a:cubicBezTo>
                <a:cubicBezTo>
                  <a:pt x="1" y="93"/>
                  <a:pt x="2" y="88"/>
                  <a:pt x="4" y="81"/>
                </a:cubicBezTo>
                <a:cubicBezTo>
                  <a:pt x="6" y="73"/>
                  <a:pt x="8" y="67"/>
                  <a:pt x="10" y="61"/>
                </a:cubicBezTo>
                <a:cubicBezTo>
                  <a:pt x="13" y="55"/>
                  <a:pt x="16" y="48"/>
                  <a:pt x="20" y="40"/>
                </a:cubicBezTo>
                <a:cubicBezTo>
                  <a:pt x="24" y="31"/>
                  <a:pt x="28" y="25"/>
                  <a:pt x="33" y="20"/>
                </a:cubicBezTo>
                <a:cubicBezTo>
                  <a:pt x="38" y="16"/>
                  <a:pt x="43" y="11"/>
                  <a:pt x="50" y="6"/>
                </a:cubicBezTo>
                <a:cubicBezTo>
                  <a:pt x="56" y="1"/>
                  <a:pt x="63" y="-1"/>
                  <a:pt x="71" y="0"/>
                </a:cubicBezTo>
                <a:cubicBezTo>
                  <a:pt x="83" y="0"/>
                  <a:pt x="94" y="3"/>
                  <a:pt x="104" y="8"/>
                </a:cubicBezTo>
                <a:cubicBezTo>
                  <a:pt x="113" y="13"/>
                  <a:pt x="120" y="18"/>
                  <a:pt x="124" y="22"/>
                </a:cubicBezTo>
                <a:cubicBezTo>
                  <a:pt x="128" y="26"/>
                  <a:pt x="130" y="31"/>
                  <a:pt x="131" y="35"/>
                </a:cubicBezTo>
                <a:cubicBezTo>
                  <a:pt x="132" y="38"/>
                  <a:pt x="132" y="39"/>
                  <a:pt x="133" y="39"/>
                </a:cubicBezTo>
                <a:cubicBezTo>
                  <a:pt x="133" y="39"/>
                  <a:pt x="135" y="37"/>
                  <a:pt x="138" y="34"/>
                </a:cubicBezTo>
                <a:cubicBezTo>
                  <a:pt x="158" y="12"/>
                  <a:pt x="183" y="1"/>
                  <a:pt x="210" y="1"/>
                </a:cubicBezTo>
                <a:lnTo>
                  <a:pt x="212" y="1"/>
                </a:lnTo>
                <a:cubicBezTo>
                  <a:pt x="233" y="1"/>
                  <a:pt x="248" y="10"/>
                  <a:pt x="259" y="27"/>
                </a:cubicBezTo>
                <a:cubicBezTo>
                  <a:pt x="262" y="35"/>
                  <a:pt x="264" y="43"/>
                  <a:pt x="264" y="51"/>
                </a:cubicBezTo>
                <a:cubicBezTo>
                  <a:pt x="264" y="64"/>
                  <a:pt x="261" y="74"/>
                  <a:pt x="255" y="82"/>
                </a:cubicBezTo>
                <a:cubicBezTo>
                  <a:pt x="250" y="90"/>
                  <a:pt x="244" y="95"/>
                  <a:pt x="239" y="97"/>
                </a:cubicBezTo>
                <a:cubicBezTo>
                  <a:pt x="233" y="99"/>
                  <a:pt x="228" y="100"/>
                  <a:pt x="222" y="99"/>
                </a:cubicBezTo>
                <a:cubicBezTo>
                  <a:pt x="214" y="99"/>
                  <a:pt x="207" y="97"/>
                  <a:pt x="202" y="92"/>
                </a:cubicBezTo>
                <a:cubicBezTo>
                  <a:pt x="197" y="88"/>
                  <a:pt x="194" y="81"/>
                  <a:pt x="194" y="74"/>
                </a:cubicBezTo>
                <a:cubicBezTo>
                  <a:pt x="194" y="53"/>
                  <a:pt x="206" y="39"/>
                  <a:pt x="230" y="32"/>
                </a:cubicBezTo>
                <a:cubicBezTo>
                  <a:pt x="221" y="27"/>
                  <a:pt x="213" y="24"/>
                  <a:pt x="207" y="24"/>
                </a:cubicBezTo>
                <a:cubicBezTo>
                  <a:pt x="183" y="24"/>
                  <a:pt x="160" y="40"/>
                  <a:pt x="140" y="72"/>
                </a:cubicBezTo>
                <a:cubicBezTo>
                  <a:pt x="135" y="79"/>
                  <a:pt x="132" y="86"/>
                  <a:pt x="130" y="93"/>
                </a:cubicBezTo>
                <a:cubicBezTo>
                  <a:pt x="128" y="100"/>
                  <a:pt x="121" y="129"/>
                  <a:pt x="108" y="179"/>
                </a:cubicBezTo>
                <a:cubicBezTo>
                  <a:pt x="94" y="240"/>
                  <a:pt x="85" y="272"/>
                  <a:pt x="83" y="275"/>
                </a:cubicBezTo>
                <a:cubicBezTo>
                  <a:pt x="78" y="287"/>
                  <a:pt x="68" y="293"/>
                  <a:pt x="55" y="293"/>
                </a:cubicBezTo>
                <a:cubicBezTo>
                  <a:pt x="50" y="293"/>
                  <a:pt x="45" y="291"/>
                  <a:pt x="42" y="289"/>
                </a:cubicBezTo>
                <a:cubicBezTo>
                  <a:pt x="39" y="286"/>
                  <a:pt x="36" y="284"/>
                  <a:pt x="35" y="281"/>
                </a:cubicBezTo>
                <a:cubicBezTo>
                  <a:pt x="34" y="279"/>
                  <a:pt x="33" y="276"/>
                  <a:pt x="34" y="275"/>
                </a:cubicBezTo>
                <a:cubicBezTo>
                  <a:pt x="34" y="269"/>
                  <a:pt x="42" y="232"/>
                  <a:pt x="59" y="163"/>
                </a:cubicBezTo>
                <a:cubicBezTo>
                  <a:pt x="77" y="95"/>
                  <a:pt x="85" y="57"/>
                  <a:pt x="85" y="49"/>
                </a:cubicBezTo>
                <a:cubicBezTo>
                  <a:pt x="85" y="32"/>
                  <a:pt x="80" y="24"/>
                  <a:pt x="68" y="24"/>
                </a:cubicBezTo>
                <a:cubicBezTo>
                  <a:pt x="59" y="24"/>
                  <a:pt x="52" y="30"/>
                  <a:pt x="45" y="42"/>
                </a:cubicBezTo>
                <a:cubicBezTo>
                  <a:pt x="39" y="54"/>
                  <a:pt x="34" y="67"/>
                  <a:pt x="30" y="81"/>
                </a:cubicBezTo>
                <a:cubicBezTo>
                  <a:pt x="26" y="96"/>
                  <a:pt x="24" y="103"/>
                  <a:pt x="23" y="105"/>
                </a:cubicBezTo>
                <a:cubicBezTo>
                  <a:pt x="22" y="105"/>
                  <a:pt x="18" y="106"/>
                  <a:pt x="12" y="106"/>
                </a:cubicBezTo>
                <a:lnTo>
                  <a:pt x="3" y="106"/>
                </a:lnTo>
                <a:cubicBezTo>
                  <a:pt x="1" y="103"/>
                  <a:pt x="0" y="101"/>
                  <a:pt x="0" y="10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" name=""/>
          <p:cNvSpPr/>
          <p:nvPr/>
        </p:nvSpPr>
        <p:spPr>
          <a:xfrm>
            <a:off x="5131440" y="4630680"/>
            <a:ext cx="218880" cy="77040"/>
          </a:xfrm>
          <a:custGeom>
            <a:avLst/>
            <a:gdLst/>
            <a:ahLst/>
            <a:rect l="0" t="0" r="r" b="b"/>
            <a:pathLst>
              <a:path w="608" h="214">
                <a:moveTo>
                  <a:pt x="0" y="18"/>
                </a:moveTo>
                <a:cubicBezTo>
                  <a:pt x="0" y="11"/>
                  <a:pt x="5" y="4"/>
                  <a:pt x="13" y="0"/>
                </a:cubicBezTo>
                <a:lnTo>
                  <a:pt x="594" y="0"/>
                </a:lnTo>
                <a:cubicBezTo>
                  <a:pt x="603" y="5"/>
                  <a:pt x="608" y="11"/>
                  <a:pt x="608" y="18"/>
                </a:cubicBezTo>
                <a:cubicBezTo>
                  <a:pt x="608" y="25"/>
                  <a:pt x="603" y="31"/>
                  <a:pt x="595" y="36"/>
                </a:cubicBezTo>
                <a:lnTo>
                  <a:pt x="304" y="37"/>
                </a:lnTo>
                <a:lnTo>
                  <a:pt x="15" y="37"/>
                </a:lnTo>
                <a:cubicBezTo>
                  <a:pt x="5" y="34"/>
                  <a:pt x="0" y="27"/>
                  <a:pt x="0" y="18"/>
                </a:cubicBezTo>
                <a:moveTo>
                  <a:pt x="0" y="196"/>
                </a:moveTo>
                <a:cubicBezTo>
                  <a:pt x="0" y="187"/>
                  <a:pt x="5" y="181"/>
                  <a:pt x="15" y="178"/>
                </a:cubicBezTo>
                <a:lnTo>
                  <a:pt x="595" y="178"/>
                </a:lnTo>
                <a:cubicBezTo>
                  <a:pt x="603" y="184"/>
                  <a:pt x="608" y="190"/>
                  <a:pt x="608" y="196"/>
                </a:cubicBezTo>
                <a:cubicBezTo>
                  <a:pt x="608" y="204"/>
                  <a:pt x="603" y="210"/>
                  <a:pt x="594" y="214"/>
                </a:cubicBezTo>
                <a:lnTo>
                  <a:pt x="13" y="214"/>
                </a:lnTo>
                <a:cubicBezTo>
                  <a:pt x="5" y="210"/>
                  <a:pt x="0" y="204"/>
                  <a:pt x="0" y="19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" name=""/>
          <p:cNvSpPr/>
          <p:nvPr/>
        </p:nvSpPr>
        <p:spPr>
          <a:xfrm>
            <a:off x="5477040" y="4305240"/>
            <a:ext cx="291600" cy="728280"/>
          </a:xfrm>
          <a:custGeom>
            <a:avLst/>
            <a:gdLst/>
            <a:ahLst/>
            <a:rect l="0" t="0" r="r" b="b"/>
            <a:pathLst>
              <a:path w="810" h="2023">
                <a:moveTo>
                  <a:pt x="54" y="1964"/>
                </a:moveTo>
                <a:cubicBezTo>
                  <a:pt x="65" y="1980"/>
                  <a:pt x="80" y="1988"/>
                  <a:pt x="100" y="1988"/>
                </a:cubicBezTo>
                <a:lnTo>
                  <a:pt x="102" y="1988"/>
                </a:lnTo>
                <a:cubicBezTo>
                  <a:pt x="119" y="1988"/>
                  <a:pt x="136" y="1970"/>
                  <a:pt x="153" y="1933"/>
                </a:cubicBezTo>
                <a:cubicBezTo>
                  <a:pt x="170" y="1897"/>
                  <a:pt x="186" y="1847"/>
                  <a:pt x="201" y="1784"/>
                </a:cubicBezTo>
                <a:cubicBezTo>
                  <a:pt x="215" y="1721"/>
                  <a:pt x="229" y="1658"/>
                  <a:pt x="241" y="1594"/>
                </a:cubicBezTo>
                <a:cubicBezTo>
                  <a:pt x="254" y="1530"/>
                  <a:pt x="267" y="1462"/>
                  <a:pt x="280" y="1387"/>
                </a:cubicBezTo>
                <a:cubicBezTo>
                  <a:pt x="282" y="1375"/>
                  <a:pt x="283" y="1365"/>
                  <a:pt x="284" y="1359"/>
                </a:cubicBezTo>
                <a:cubicBezTo>
                  <a:pt x="328" y="1100"/>
                  <a:pt x="375" y="861"/>
                  <a:pt x="426" y="641"/>
                </a:cubicBezTo>
                <a:cubicBezTo>
                  <a:pt x="477" y="421"/>
                  <a:pt x="514" y="278"/>
                  <a:pt x="537" y="212"/>
                </a:cubicBezTo>
                <a:cubicBezTo>
                  <a:pt x="541" y="201"/>
                  <a:pt x="545" y="192"/>
                  <a:pt x="547" y="184"/>
                </a:cubicBezTo>
                <a:cubicBezTo>
                  <a:pt x="550" y="177"/>
                  <a:pt x="555" y="164"/>
                  <a:pt x="563" y="144"/>
                </a:cubicBezTo>
                <a:cubicBezTo>
                  <a:pt x="571" y="125"/>
                  <a:pt x="579" y="108"/>
                  <a:pt x="587" y="93"/>
                </a:cubicBezTo>
                <a:cubicBezTo>
                  <a:pt x="596" y="79"/>
                  <a:pt x="606" y="64"/>
                  <a:pt x="618" y="49"/>
                </a:cubicBezTo>
                <a:cubicBezTo>
                  <a:pt x="630" y="34"/>
                  <a:pt x="644" y="22"/>
                  <a:pt x="658" y="12"/>
                </a:cubicBezTo>
                <a:cubicBezTo>
                  <a:pt x="673" y="3"/>
                  <a:pt x="688" y="-1"/>
                  <a:pt x="705" y="0"/>
                </a:cubicBezTo>
                <a:cubicBezTo>
                  <a:pt x="739" y="0"/>
                  <a:pt x="764" y="10"/>
                  <a:pt x="781" y="32"/>
                </a:cubicBezTo>
                <a:cubicBezTo>
                  <a:pt x="798" y="53"/>
                  <a:pt x="808" y="77"/>
                  <a:pt x="810" y="104"/>
                </a:cubicBezTo>
                <a:cubicBezTo>
                  <a:pt x="810" y="119"/>
                  <a:pt x="807" y="132"/>
                  <a:pt x="799" y="141"/>
                </a:cubicBezTo>
                <a:cubicBezTo>
                  <a:pt x="792" y="150"/>
                  <a:pt x="785" y="156"/>
                  <a:pt x="778" y="158"/>
                </a:cubicBezTo>
                <a:cubicBezTo>
                  <a:pt x="772" y="160"/>
                  <a:pt x="765" y="161"/>
                  <a:pt x="758" y="161"/>
                </a:cubicBezTo>
                <a:cubicBezTo>
                  <a:pt x="746" y="161"/>
                  <a:pt x="734" y="156"/>
                  <a:pt x="724" y="147"/>
                </a:cubicBezTo>
                <a:cubicBezTo>
                  <a:pt x="714" y="138"/>
                  <a:pt x="708" y="126"/>
                  <a:pt x="708" y="110"/>
                </a:cubicBezTo>
                <a:cubicBezTo>
                  <a:pt x="708" y="81"/>
                  <a:pt x="724" y="63"/>
                  <a:pt x="757" y="58"/>
                </a:cubicBezTo>
                <a:lnTo>
                  <a:pt x="754" y="54"/>
                </a:lnTo>
                <a:cubicBezTo>
                  <a:pt x="752" y="52"/>
                  <a:pt x="750" y="50"/>
                  <a:pt x="747" y="48"/>
                </a:cubicBezTo>
                <a:cubicBezTo>
                  <a:pt x="744" y="45"/>
                  <a:pt x="741" y="44"/>
                  <a:pt x="739" y="42"/>
                </a:cubicBezTo>
                <a:cubicBezTo>
                  <a:pt x="730" y="36"/>
                  <a:pt x="720" y="33"/>
                  <a:pt x="709" y="33"/>
                </a:cubicBezTo>
                <a:cubicBezTo>
                  <a:pt x="701" y="33"/>
                  <a:pt x="693" y="37"/>
                  <a:pt x="686" y="44"/>
                </a:cubicBezTo>
                <a:cubicBezTo>
                  <a:pt x="678" y="52"/>
                  <a:pt x="669" y="69"/>
                  <a:pt x="657" y="95"/>
                </a:cubicBezTo>
                <a:cubicBezTo>
                  <a:pt x="644" y="122"/>
                  <a:pt x="633" y="157"/>
                  <a:pt x="621" y="201"/>
                </a:cubicBezTo>
                <a:cubicBezTo>
                  <a:pt x="609" y="244"/>
                  <a:pt x="595" y="306"/>
                  <a:pt x="578" y="386"/>
                </a:cubicBezTo>
                <a:cubicBezTo>
                  <a:pt x="561" y="465"/>
                  <a:pt x="544" y="558"/>
                  <a:pt x="526" y="666"/>
                </a:cubicBezTo>
                <a:cubicBezTo>
                  <a:pt x="490" y="869"/>
                  <a:pt x="453" y="1061"/>
                  <a:pt x="414" y="1243"/>
                </a:cubicBezTo>
                <a:cubicBezTo>
                  <a:pt x="376" y="1424"/>
                  <a:pt x="345" y="1555"/>
                  <a:pt x="323" y="1636"/>
                </a:cubicBezTo>
                <a:cubicBezTo>
                  <a:pt x="302" y="1717"/>
                  <a:pt x="285" y="1775"/>
                  <a:pt x="273" y="1811"/>
                </a:cubicBezTo>
                <a:cubicBezTo>
                  <a:pt x="227" y="1952"/>
                  <a:pt x="169" y="2023"/>
                  <a:pt x="100" y="2023"/>
                </a:cubicBezTo>
                <a:cubicBezTo>
                  <a:pt x="76" y="2023"/>
                  <a:pt x="54" y="2013"/>
                  <a:pt x="34" y="1994"/>
                </a:cubicBezTo>
                <a:cubicBezTo>
                  <a:pt x="14" y="1976"/>
                  <a:pt x="3" y="1950"/>
                  <a:pt x="0" y="1917"/>
                </a:cubicBezTo>
                <a:cubicBezTo>
                  <a:pt x="0" y="1896"/>
                  <a:pt x="6" y="1881"/>
                  <a:pt x="18" y="1873"/>
                </a:cubicBezTo>
                <a:cubicBezTo>
                  <a:pt x="29" y="1866"/>
                  <a:pt x="41" y="1862"/>
                  <a:pt x="52" y="1862"/>
                </a:cubicBezTo>
                <a:cubicBezTo>
                  <a:pt x="65" y="1862"/>
                  <a:pt x="76" y="1866"/>
                  <a:pt x="87" y="1875"/>
                </a:cubicBezTo>
                <a:cubicBezTo>
                  <a:pt x="97" y="1884"/>
                  <a:pt x="102" y="1897"/>
                  <a:pt x="102" y="1913"/>
                </a:cubicBezTo>
                <a:cubicBezTo>
                  <a:pt x="102" y="1942"/>
                  <a:pt x="86" y="1959"/>
                  <a:pt x="54" y="196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" name=""/>
          <p:cNvSpPr/>
          <p:nvPr/>
        </p:nvSpPr>
        <p:spPr>
          <a:xfrm>
            <a:off x="5828760" y="4609800"/>
            <a:ext cx="163800" cy="145800"/>
          </a:xfrm>
          <a:custGeom>
            <a:avLst/>
            <a:gdLst/>
            <a:ahLst/>
            <a:rect l="0" t="0" r="r" b="b"/>
            <a:pathLst>
              <a:path w="455" h="405">
                <a:moveTo>
                  <a:pt x="19" y="134"/>
                </a:moveTo>
                <a:cubicBezTo>
                  <a:pt x="7" y="134"/>
                  <a:pt x="0" y="131"/>
                  <a:pt x="0" y="125"/>
                </a:cubicBezTo>
                <a:cubicBezTo>
                  <a:pt x="0" y="120"/>
                  <a:pt x="8" y="107"/>
                  <a:pt x="25" y="85"/>
                </a:cubicBezTo>
                <a:cubicBezTo>
                  <a:pt x="41" y="62"/>
                  <a:pt x="58" y="44"/>
                  <a:pt x="74" y="30"/>
                </a:cubicBezTo>
                <a:cubicBezTo>
                  <a:pt x="95" y="14"/>
                  <a:pt x="115" y="4"/>
                  <a:pt x="133" y="2"/>
                </a:cubicBezTo>
                <a:cubicBezTo>
                  <a:pt x="137" y="1"/>
                  <a:pt x="188" y="0"/>
                  <a:pt x="286" y="0"/>
                </a:cubicBezTo>
                <a:cubicBezTo>
                  <a:pt x="384" y="0"/>
                  <a:pt x="434" y="1"/>
                  <a:pt x="437" y="2"/>
                </a:cubicBezTo>
                <a:cubicBezTo>
                  <a:pt x="449" y="5"/>
                  <a:pt x="455" y="13"/>
                  <a:pt x="455" y="26"/>
                </a:cubicBezTo>
                <a:cubicBezTo>
                  <a:pt x="455" y="35"/>
                  <a:pt x="453" y="43"/>
                  <a:pt x="447" y="50"/>
                </a:cubicBezTo>
                <a:cubicBezTo>
                  <a:pt x="442" y="57"/>
                  <a:pt x="435" y="62"/>
                  <a:pt x="426" y="65"/>
                </a:cubicBezTo>
                <a:cubicBezTo>
                  <a:pt x="423" y="66"/>
                  <a:pt x="393" y="66"/>
                  <a:pt x="338" y="66"/>
                </a:cubicBezTo>
                <a:cubicBezTo>
                  <a:pt x="283" y="66"/>
                  <a:pt x="256" y="67"/>
                  <a:pt x="256" y="68"/>
                </a:cubicBezTo>
                <a:cubicBezTo>
                  <a:pt x="255" y="69"/>
                  <a:pt x="251" y="94"/>
                  <a:pt x="241" y="143"/>
                </a:cubicBezTo>
                <a:cubicBezTo>
                  <a:pt x="232" y="192"/>
                  <a:pt x="223" y="242"/>
                  <a:pt x="212" y="293"/>
                </a:cubicBezTo>
                <a:cubicBezTo>
                  <a:pt x="202" y="345"/>
                  <a:pt x="197" y="372"/>
                  <a:pt x="196" y="375"/>
                </a:cubicBezTo>
                <a:cubicBezTo>
                  <a:pt x="193" y="384"/>
                  <a:pt x="187" y="391"/>
                  <a:pt x="180" y="397"/>
                </a:cubicBezTo>
                <a:cubicBezTo>
                  <a:pt x="172" y="402"/>
                  <a:pt x="163" y="405"/>
                  <a:pt x="153" y="405"/>
                </a:cubicBezTo>
                <a:cubicBezTo>
                  <a:pt x="133" y="405"/>
                  <a:pt x="123" y="395"/>
                  <a:pt x="123" y="375"/>
                </a:cubicBezTo>
                <a:lnTo>
                  <a:pt x="123" y="366"/>
                </a:lnTo>
                <a:lnTo>
                  <a:pt x="169" y="217"/>
                </a:lnTo>
                <a:cubicBezTo>
                  <a:pt x="175" y="196"/>
                  <a:pt x="183" y="171"/>
                  <a:pt x="190" y="145"/>
                </a:cubicBezTo>
                <a:cubicBezTo>
                  <a:pt x="198" y="118"/>
                  <a:pt x="205" y="99"/>
                  <a:pt x="210" y="86"/>
                </a:cubicBezTo>
                <a:lnTo>
                  <a:pt x="215" y="67"/>
                </a:lnTo>
                <a:cubicBezTo>
                  <a:pt x="215" y="67"/>
                  <a:pt x="201" y="66"/>
                  <a:pt x="173" y="66"/>
                </a:cubicBezTo>
                <a:cubicBezTo>
                  <a:pt x="172" y="66"/>
                  <a:pt x="169" y="66"/>
                  <a:pt x="163" y="66"/>
                </a:cubicBezTo>
                <a:cubicBezTo>
                  <a:pt x="158" y="66"/>
                  <a:pt x="153" y="66"/>
                  <a:pt x="150" y="65"/>
                </a:cubicBezTo>
                <a:cubicBezTo>
                  <a:pt x="103" y="65"/>
                  <a:pt x="66" y="85"/>
                  <a:pt x="39" y="124"/>
                </a:cubicBezTo>
                <a:cubicBezTo>
                  <a:pt x="36" y="129"/>
                  <a:pt x="34" y="131"/>
                  <a:pt x="32" y="132"/>
                </a:cubicBezTo>
                <a:cubicBezTo>
                  <a:pt x="30" y="133"/>
                  <a:pt x="26" y="133"/>
                  <a:pt x="19" y="13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" name=""/>
          <p:cNvSpPr/>
          <p:nvPr/>
        </p:nvSpPr>
        <p:spPr>
          <a:xfrm>
            <a:off x="6023160" y="450540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0" y="455"/>
                </a:moveTo>
                <a:cubicBezTo>
                  <a:pt x="0" y="413"/>
                  <a:pt x="3" y="373"/>
                  <a:pt x="9" y="335"/>
                </a:cubicBezTo>
                <a:cubicBezTo>
                  <a:pt x="15" y="298"/>
                  <a:pt x="22" y="265"/>
                  <a:pt x="30" y="238"/>
                </a:cubicBezTo>
                <a:cubicBezTo>
                  <a:pt x="38" y="211"/>
                  <a:pt x="49" y="184"/>
                  <a:pt x="64" y="158"/>
                </a:cubicBezTo>
                <a:cubicBezTo>
                  <a:pt x="78" y="132"/>
                  <a:pt x="91" y="112"/>
                  <a:pt x="99" y="97"/>
                </a:cubicBezTo>
                <a:cubicBezTo>
                  <a:pt x="108" y="82"/>
                  <a:pt x="120" y="67"/>
                  <a:pt x="137" y="50"/>
                </a:cubicBezTo>
                <a:cubicBezTo>
                  <a:pt x="154" y="33"/>
                  <a:pt x="164" y="22"/>
                  <a:pt x="167" y="19"/>
                </a:cubicBezTo>
                <a:cubicBezTo>
                  <a:pt x="170" y="15"/>
                  <a:pt x="178" y="9"/>
                  <a:pt x="190" y="0"/>
                </a:cubicBezTo>
                <a:lnTo>
                  <a:pt x="202" y="0"/>
                </a:lnTo>
                <a:lnTo>
                  <a:pt x="206" y="0"/>
                </a:lnTo>
                <a:cubicBezTo>
                  <a:pt x="214" y="0"/>
                  <a:pt x="218" y="2"/>
                  <a:pt x="218" y="8"/>
                </a:cubicBezTo>
                <a:cubicBezTo>
                  <a:pt x="218" y="10"/>
                  <a:pt x="213" y="16"/>
                  <a:pt x="203" y="27"/>
                </a:cubicBezTo>
                <a:cubicBezTo>
                  <a:pt x="193" y="38"/>
                  <a:pt x="180" y="54"/>
                  <a:pt x="166" y="75"/>
                </a:cubicBezTo>
                <a:cubicBezTo>
                  <a:pt x="151" y="96"/>
                  <a:pt x="136" y="123"/>
                  <a:pt x="121" y="153"/>
                </a:cubicBezTo>
                <a:cubicBezTo>
                  <a:pt x="106" y="184"/>
                  <a:pt x="93" y="226"/>
                  <a:pt x="82" y="279"/>
                </a:cubicBezTo>
                <a:cubicBezTo>
                  <a:pt x="71" y="332"/>
                  <a:pt x="66" y="390"/>
                  <a:pt x="66" y="455"/>
                </a:cubicBezTo>
                <a:cubicBezTo>
                  <a:pt x="66" y="519"/>
                  <a:pt x="71" y="577"/>
                  <a:pt x="82" y="629"/>
                </a:cubicBezTo>
                <a:cubicBezTo>
                  <a:pt x="93" y="683"/>
                  <a:pt x="106" y="725"/>
                  <a:pt x="120" y="757"/>
                </a:cubicBezTo>
                <a:cubicBezTo>
                  <a:pt x="135" y="789"/>
                  <a:pt x="150" y="815"/>
                  <a:pt x="165" y="835"/>
                </a:cubicBezTo>
                <a:cubicBezTo>
                  <a:pt x="180" y="855"/>
                  <a:pt x="193" y="871"/>
                  <a:pt x="203" y="883"/>
                </a:cubicBezTo>
                <a:cubicBezTo>
                  <a:pt x="213" y="895"/>
                  <a:pt x="218" y="902"/>
                  <a:pt x="218" y="902"/>
                </a:cubicBezTo>
                <a:cubicBezTo>
                  <a:pt x="218" y="908"/>
                  <a:pt x="214" y="911"/>
                  <a:pt x="205" y="911"/>
                </a:cubicBezTo>
                <a:lnTo>
                  <a:pt x="202" y="911"/>
                </a:lnTo>
                <a:lnTo>
                  <a:pt x="190" y="911"/>
                </a:lnTo>
                <a:lnTo>
                  <a:pt x="165" y="889"/>
                </a:lnTo>
                <a:cubicBezTo>
                  <a:pt x="108" y="837"/>
                  <a:pt x="65" y="773"/>
                  <a:pt x="39" y="696"/>
                </a:cubicBezTo>
                <a:cubicBezTo>
                  <a:pt x="13" y="618"/>
                  <a:pt x="0" y="538"/>
                  <a:pt x="0" y="4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" name=""/>
          <p:cNvSpPr/>
          <p:nvPr/>
        </p:nvSpPr>
        <p:spPr>
          <a:xfrm>
            <a:off x="6131160" y="4606200"/>
            <a:ext cx="159840" cy="148680"/>
          </a:xfrm>
          <a:custGeom>
            <a:avLst/>
            <a:gdLst/>
            <a:ahLst/>
            <a:rect l="0" t="0" r="r" b="b"/>
            <a:pathLst>
              <a:path w="444" h="413">
                <a:moveTo>
                  <a:pt x="16" y="139"/>
                </a:moveTo>
                <a:cubicBezTo>
                  <a:pt x="20" y="114"/>
                  <a:pt x="37" y="84"/>
                  <a:pt x="66" y="51"/>
                </a:cubicBezTo>
                <a:cubicBezTo>
                  <a:pt x="94" y="18"/>
                  <a:pt x="130" y="1"/>
                  <a:pt x="171" y="0"/>
                </a:cubicBezTo>
                <a:cubicBezTo>
                  <a:pt x="193" y="0"/>
                  <a:pt x="212" y="5"/>
                  <a:pt x="230" y="16"/>
                </a:cubicBezTo>
                <a:cubicBezTo>
                  <a:pt x="247" y="27"/>
                  <a:pt x="260" y="41"/>
                  <a:pt x="269" y="57"/>
                </a:cubicBezTo>
                <a:cubicBezTo>
                  <a:pt x="294" y="19"/>
                  <a:pt x="325" y="0"/>
                  <a:pt x="361" y="0"/>
                </a:cubicBezTo>
                <a:cubicBezTo>
                  <a:pt x="383" y="0"/>
                  <a:pt x="403" y="7"/>
                  <a:pt x="419" y="20"/>
                </a:cubicBezTo>
                <a:cubicBezTo>
                  <a:pt x="435" y="33"/>
                  <a:pt x="444" y="51"/>
                  <a:pt x="444" y="74"/>
                </a:cubicBezTo>
                <a:cubicBezTo>
                  <a:pt x="444" y="91"/>
                  <a:pt x="440" y="106"/>
                  <a:pt x="432" y="116"/>
                </a:cubicBezTo>
                <a:cubicBezTo>
                  <a:pt x="423" y="127"/>
                  <a:pt x="415" y="134"/>
                  <a:pt x="407" y="136"/>
                </a:cubicBezTo>
                <a:cubicBezTo>
                  <a:pt x="399" y="139"/>
                  <a:pt x="392" y="140"/>
                  <a:pt x="386" y="140"/>
                </a:cubicBezTo>
                <a:cubicBezTo>
                  <a:pt x="375" y="140"/>
                  <a:pt x="365" y="137"/>
                  <a:pt x="358" y="130"/>
                </a:cubicBezTo>
                <a:cubicBezTo>
                  <a:pt x="351" y="123"/>
                  <a:pt x="347" y="115"/>
                  <a:pt x="347" y="104"/>
                </a:cubicBezTo>
                <a:cubicBezTo>
                  <a:pt x="347" y="76"/>
                  <a:pt x="362" y="57"/>
                  <a:pt x="392" y="46"/>
                </a:cubicBezTo>
                <a:cubicBezTo>
                  <a:pt x="386" y="38"/>
                  <a:pt x="374" y="35"/>
                  <a:pt x="356" y="35"/>
                </a:cubicBezTo>
                <a:cubicBezTo>
                  <a:pt x="348" y="35"/>
                  <a:pt x="342" y="35"/>
                  <a:pt x="339" y="36"/>
                </a:cubicBezTo>
                <a:cubicBezTo>
                  <a:pt x="316" y="46"/>
                  <a:pt x="299" y="66"/>
                  <a:pt x="288" y="96"/>
                </a:cubicBezTo>
                <a:cubicBezTo>
                  <a:pt x="251" y="231"/>
                  <a:pt x="233" y="310"/>
                  <a:pt x="233" y="332"/>
                </a:cubicBezTo>
                <a:cubicBezTo>
                  <a:pt x="233" y="349"/>
                  <a:pt x="238" y="361"/>
                  <a:pt x="248" y="369"/>
                </a:cubicBezTo>
                <a:cubicBezTo>
                  <a:pt x="258" y="376"/>
                  <a:pt x="268" y="380"/>
                  <a:pt x="280" y="380"/>
                </a:cubicBezTo>
                <a:cubicBezTo>
                  <a:pt x="302" y="380"/>
                  <a:pt x="324" y="369"/>
                  <a:pt x="346" y="349"/>
                </a:cubicBezTo>
                <a:cubicBezTo>
                  <a:pt x="368" y="329"/>
                  <a:pt x="383" y="305"/>
                  <a:pt x="391" y="276"/>
                </a:cubicBezTo>
                <a:cubicBezTo>
                  <a:pt x="392" y="270"/>
                  <a:pt x="394" y="266"/>
                  <a:pt x="396" y="266"/>
                </a:cubicBezTo>
                <a:cubicBezTo>
                  <a:pt x="398" y="265"/>
                  <a:pt x="403" y="265"/>
                  <a:pt x="411" y="264"/>
                </a:cubicBezTo>
                <a:lnTo>
                  <a:pt x="414" y="264"/>
                </a:lnTo>
                <a:cubicBezTo>
                  <a:pt x="423" y="264"/>
                  <a:pt x="428" y="266"/>
                  <a:pt x="428" y="271"/>
                </a:cubicBezTo>
                <a:cubicBezTo>
                  <a:pt x="428" y="272"/>
                  <a:pt x="427" y="275"/>
                  <a:pt x="426" y="281"/>
                </a:cubicBezTo>
                <a:cubicBezTo>
                  <a:pt x="416" y="316"/>
                  <a:pt x="398" y="346"/>
                  <a:pt x="370" y="373"/>
                </a:cubicBezTo>
                <a:cubicBezTo>
                  <a:pt x="342" y="400"/>
                  <a:pt x="309" y="413"/>
                  <a:pt x="272" y="413"/>
                </a:cubicBezTo>
                <a:cubicBezTo>
                  <a:pt x="230" y="413"/>
                  <a:pt x="198" y="394"/>
                  <a:pt x="176" y="356"/>
                </a:cubicBezTo>
                <a:cubicBezTo>
                  <a:pt x="151" y="393"/>
                  <a:pt x="123" y="412"/>
                  <a:pt x="90" y="412"/>
                </a:cubicBezTo>
                <a:lnTo>
                  <a:pt x="85" y="412"/>
                </a:lnTo>
                <a:cubicBezTo>
                  <a:pt x="55" y="412"/>
                  <a:pt x="34" y="404"/>
                  <a:pt x="20" y="389"/>
                </a:cubicBezTo>
                <a:cubicBezTo>
                  <a:pt x="7" y="373"/>
                  <a:pt x="1" y="356"/>
                  <a:pt x="0" y="339"/>
                </a:cubicBezTo>
                <a:cubicBezTo>
                  <a:pt x="0" y="319"/>
                  <a:pt x="6" y="303"/>
                  <a:pt x="17" y="291"/>
                </a:cubicBezTo>
                <a:cubicBezTo>
                  <a:pt x="30" y="279"/>
                  <a:pt x="44" y="273"/>
                  <a:pt x="59" y="273"/>
                </a:cubicBezTo>
                <a:cubicBezTo>
                  <a:pt x="86" y="273"/>
                  <a:pt x="99" y="286"/>
                  <a:pt x="99" y="311"/>
                </a:cubicBezTo>
                <a:cubicBezTo>
                  <a:pt x="99" y="323"/>
                  <a:pt x="95" y="334"/>
                  <a:pt x="88" y="343"/>
                </a:cubicBezTo>
                <a:cubicBezTo>
                  <a:pt x="80" y="352"/>
                  <a:pt x="73" y="358"/>
                  <a:pt x="67" y="361"/>
                </a:cubicBezTo>
                <a:cubicBezTo>
                  <a:pt x="60" y="364"/>
                  <a:pt x="56" y="366"/>
                  <a:pt x="55" y="366"/>
                </a:cubicBezTo>
                <a:lnTo>
                  <a:pt x="52" y="367"/>
                </a:lnTo>
                <a:cubicBezTo>
                  <a:pt x="52" y="367"/>
                  <a:pt x="54" y="369"/>
                  <a:pt x="58" y="370"/>
                </a:cubicBezTo>
                <a:cubicBezTo>
                  <a:pt x="61" y="372"/>
                  <a:pt x="66" y="374"/>
                  <a:pt x="72" y="377"/>
                </a:cubicBezTo>
                <a:cubicBezTo>
                  <a:pt x="78" y="379"/>
                  <a:pt x="84" y="380"/>
                  <a:pt x="89" y="380"/>
                </a:cubicBezTo>
                <a:cubicBezTo>
                  <a:pt x="111" y="380"/>
                  <a:pt x="130" y="366"/>
                  <a:pt x="146" y="339"/>
                </a:cubicBezTo>
                <a:cubicBezTo>
                  <a:pt x="151" y="329"/>
                  <a:pt x="158" y="308"/>
                  <a:pt x="167" y="277"/>
                </a:cubicBezTo>
                <a:cubicBezTo>
                  <a:pt x="175" y="245"/>
                  <a:pt x="184" y="212"/>
                  <a:pt x="192" y="177"/>
                </a:cubicBezTo>
                <a:cubicBezTo>
                  <a:pt x="201" y="143"/>
                  <a:pt x="206" y="123"/>
                  <a:pt x="207" y="117"/>
                </a:cubicBezTo>
                <a:cubicBezTo>
                  <a:pt x="210" y="101"/>
                  <a:pt x="211" y="89"/>
                  <a:pt x="211" y="82"/>
                </a:cubicBezTo>
                <a:cubicBezTo>
                  <a:pt x="211" y="65"/>
                  <a:pt x="207" y="53"/>
                  <a:pt x="198" y="45"/>
                </a:cubicBezTo>
                <a:cubicBezTo>
                  <a:pt x="189" y="38"/>
                  <a:pt x="178" y="35"/>
                  <a:pt x="167" y="35"/>
                </a:cubicBezTo>
                <a:cubicBezTo>
                  <a:pt x="143" y="35"/>
                  <a:pt x="120" y="44"/>
                  <a:pt x="99" y="64"/>
                </a:cubicBezTo>
                <a:cubicBezTo>
                  <a:pt x="77" y="83"/>
                  <a:pt x="62" y="108"/>
                  <a:pt x="54" y="138"/>
                </a:cubicBezTo>
                <a:cubicBezTo>
                  <a:pt x="53" y="144"/>
                  <a:pt x="51" y="147"/>
                  <a:pt x="49" y="147"/>
                </a:cubicBezTo>
                <a:cubicBezTo>
                  <a:pt x="48" y="148"/>
                  <a:pt x="43" y="149"/>
                  <a:pt x="35" y="149"/>
                </a:cubicBezTo>
                <a:lnTo>
                  <a:pt x="21" y="149"/>
                </a:lnTo>
                <a:cubicBezTo>
                  <a:pt x="17" y="146"/>
                  <a:pt x="16" y="142"/>
                  <a:pt x="16" y="1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" name=""/>
          <p:cNvSpPr/>
          <p:nvPr/>
        </p:nvSpPr>
        <p:spPr>
          <a:xfrm>
            <a:off x="6325200" y="450540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4" y="22"/>
                </a:lnTo>
                <a:cubicBezTo>
                  <a:pt x="111" y="73"/>
                  <a:pt x="153" y="137"/>
                  <a:pt x="179" y="214"/>
                </a:cubicBezTo>
                <a:cubicBezTo>
                  <a:pt x="205" y="291"/>
                  <a:pt x="218" y="372"/>
                  <a:pt x="218" y="455"/>
                </a:cubicBezTo>
                <a:cubicBezTo>
                  <a:pt x="218" y="496"/>
                  <a:pt x="215" y="536"/>
                  <a:pt x="209" y="574"/>
                </a:cubicBezTo>
                <a:cubicBezTo>
                  <a:pt x="203" y="612"/>
                  <a:pt x="196" y="645"/>
                  <a:pt x="188" y="672"/>
                </a:cubicBezTo>
                <a:cubicBezTo>
                  <a:pt x="180" y="699"/>
                  <a:pt x="169" y="726"/>
                  <a:pt x="155" y="752"/>
                </a:cubicBezTo>
                <a:cubicBezTo>
                  <a:pt x="140" y="779"/>
                  <a:pt x="129" y="799"/>
                  <a:pt x="120" y="813"/>
                </a:cubicBezTo>
                <a:cubicBezTo>
                  <a:pt x="111" y="827"/>
                  <a:pt x="98" y="843"/>
                  <a:pt x="82" y="860"/>
                </a:cubicBezTo>
                <a:cubicBezTo>
                  <a:pt x="65" y="877"/>
                  <a:pt x="56" y="887"/>
                  <a:pt x="53" y="890"/>
                </a:cubicBezTo>
                <a:cubicBezTo>
                  <a:pt x="50" y="893"/>
                  <a:pt x="43" y="899"/>
                  <a:pt x="32" y="907"/>
                </a:cubicBezTo>
                <a:cubicBezTo>
                  <a:pt x="30" y="909"/>
                  <a:pt x="29" y="910"/>
                  <a:pt x="28" y="911"/>
                </a:cubicBezTo>
                <a:lnTo>
                  <a:pt x="17" y="911"/>
                </a:lnTo>
                <a:cubicBezTo>
                  <a:pt x="12" y="911"/>
                  <a:pt x="9" y="911"/>
                  <a:pt x="7" y="911"/>
                </a:cubicBezTo>
                <a:cubicBezTo>
                  <a:pt x="5" y="911"/>
                  <a:pt x="4" y="910"/>
                  <a:pt x="3" y="908"/>
                </a:cubicBezTo>
                <a:cubicBezTo>
                  <a:pt x="1" y="906"/>
                  <a:pt x="1" y="903"/>
                  <a:pt x="0" y="900"/>
                </a:cubicBezTo>
                <a:cubicBezTo>
                  <a:pt x="1" y="899"/>
                  <a:pt x="4" y="895"/>
                  <a:pt x="10" y="888"/>
                </a:cubicBezTo>
                <a:cubicBezTo>
                  <a:pt x="104" y="790"/>
                  <a:pt x="152" y="645"/>
                  <a:pt x="152" y="455"/>
                </a:cubicBezTo>
                <a:cubicBezTo>
                  <a:pt x="152" y="264"/>
                  <a:pt x="104" y="120"/>
                  <a:pt x="10" y="22"/>
                </a:cubicBezTo>
                <a:cubicBezTo>
                  <a:pt x="4" y="15"/>
                  <a:pt x="1" y="11"/>
                  <a:pt x="0" y="11"/>
                </a:cubicBezTo>
                <a:cubicBezTo>
                  <a:pt x="0" y="6"/>
                  <a:pt x="1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" name=""/>
          <p:cNvSpPr/>
          <p:nvPr/>
        </p:nvSpPr>
        <p:spPr>
          <a:xfrm>
            <a:off x="6500160" y="4523760"/>
            <a:ext cx="160920" cy="230760"/>
          </a:xfrm>
          <a:custGeom>
            <a:avLst/>
            <a:gdLst/>
            <a:ahLst/>
            <a:rect l="0" t="0" r="r" b="b"/>
            <a:pathLst>
              <a:path w="447" h="641">
                <a:moveTo>
                  <a:pt x="303" y="10"/>
                </a:moveTo>
                <a:cubicBezTo>
                  <a:pt x="303" y="10"/>
                  <a:pt x="325" y="8"/>
                  <a:pt x="368" y="5"/>
                </a:cubicBezTo>
                <a:cubicBezTo>
                  <a:pt x="411" y="2"/>
                  <a:pt x="435" y="0"/>
                  <a:pt x="436" y="0"/>
                </a:cubicBezTo>
                <a:cubicBezTo>
                  <a:pt x="443" y="0"/>
                  <a:pt x="447" y="2"/>
                  <a:pt x="447" y="7"/>
                </a:cubicBezTo>
                <a:cubicBezTo>
                  <a:pt x="447" y="11"/>
                  <a:pt x="425" y="103"/>
                  <a:pt x="379" y="282"/>
                </a:cubicBezTo>
                <a:cubicBezTo>
                  <a:pt x="335" y="461"/>
                  <a:pt x="312" y="552"/>
                  <a:pt x="311" y="557"/>
                </a:cubicBezTo>
                <a:cubicBezTo>
                  <a:pt x="310" y="560"/>
                  <a:pt x="310" y="565"/>
                  <a:pt x="310" y="570"/>
                </a:cubicBezTo>
                <a:cubicBezTo>
                  <a:pt x="310" y="596"/>
                  <a:pt x="319" y="609"/>
                  <a:pt x="336" y="609"/>
                </a:cubicBezTo>
                <a:cubicBezTo>
                  <a:pt x="341" y="608"/>
                  <a:pt x="347" y="605"/>
                  <a:pt x="354" y="600"/>
                </a:cubicBezTo>
                <a:cubicBezTo>
                  <a:pt x="367" y="588"/>
                  <a:pt x="379" y="559"/>
                  <a:pt x="391" y="512"/>
                </a:cubicBezTo>
                <a:cubicBezTo>
                  <a:pt x="395" y="500"/>
                  <a:pt x="398" y="493"/>
                  <a:pt x="400" y="493"/>
                </a:cubicBezTo>
                <a:cubicBezTo>
                  <a:pt x="401" y="492"/>
                  <a:pt x="404" y="492"/>
                  <a:pt x="409" y="492"/>
                </a:cubicBezTo>
                <a:lnTo>
                  <a:pt x="414" y="492"/>
                </a:lnTo>
                <a:lnTo>
                  <a:pt x="418" y="492"/>
                </a:lnTo>
                <a:cubicBezTo>
                  <a:pt x="427" y="492"/>
                  <a:pt x="431" y="494"/>
                  <a:pt x="431" y="499"/>
                </a:cubicBezTo>
                <a:cubicBezTo>
                  <a:pt x="431" y="502"/>
                  <a:pt x="430" y="507"/>
                  <a:pt x="429" y="514"/>
                </a:cubicBezTo>
                <a:cubicBezTo>
                  <a:pt x="421" y="544"/>
                  <a:pt x="411" y="570"/>
                  <a:pt x="400" y="588"/>
                </a:cubicBezTo>
                <a:cubicBezTo>
                  <a:pt x="390" y="607"/>
                  <a:pt x="381" y="619"/>
                  <a:pt x="375" y="625"/>
                </a:cubicBezTo>
                <a:cubicBezTo>
                  <a:pt x="368" y="630"/>
                  <a:pt x="360" y="635"/>
                  <a:pt x="349" y="639"/>
                </a:cubicBezTo>
                <a:cubicBezTo>
                  <a:pt x="344" y="641"/>
                  <a:pt x="337" y="641"/>
                  <a:pt x="327" y="641"/>
                </a:cubicBezTo>
                <a:cubicBezTo>
                  <a:pt x="307" y="641"/>
                  <a:pt x="290" y="637"/>
                  <a:pt x="276" y="628"/>
                </a:cubicBezTo>
                <a:cubicBezTo>
                  <a:pt x="262" y="619"/>
                  <a:pt x="253" y="609"/>
                  <a:pt x="248" y="599"/>
                </a:cubicBezTo>
                <a:lnTo>
                  <a:pt x="243" y="586"/>
                </a:lnTo>
                <a:cubicBezTo>
                  <a:pt x="242" y="585"/>
                  <a:pt x="241" y="585"/>
                  <a:pt x="239" y="587"/>
                </a:cubicBezTo>
                <a:cubicBezTo>
                  <a:pt x="238" y="588"/>
                  <a:pt x="237" y="589"/>
                  <a:pt x="236" y="590"/>
                </a:cubicBezTo>
                <a:cubicBezTo>
                  <a:pt x="200" y="624"/>
                  <a:pt x="163" y="641"/>
                  <a:pt x="126" y="641"/>
                </a:cubicBezTo>
                <a:cubicBezTo>
                  <a:pt x="93" y="641"/>
                  <a:pt x="64" y="629"/>
                  <a:pt x="38" y="605"/>
                </a:cubicBezTo>
                <a:cubicBezTo>
                  <a:pt x="13" y="581"/>
                  <a:pt x="0" y="541"/>
                  <a:pt x="0" y="488"/>
                </a:cubicBezTo>
                <a:cubicBezTo>
                  <a:pt x="0" y="459"/>
                  <a:pt x="6" y="429"/>
                  <a:pt x="18" y="399"/>
                </a:cubicBezTo>
                <a:cubicBezTo>
                  <a:pt x="30" y="369"/>
                  <a:pt x="45" y="343"/>
                  <a:pt x="62" y="321"/>
                </a:cubicBezTo>
                <a:cubicBezTo>
                  <a:pt x="90" y="286"/>
                  <a:pt x="119" y="262"/>
                  <a:pt x="147" y="249"/>
                </a:cubicBezTo>
                <a:cubicBezTo>
                  <a:pt x="176" y="236"/>
                  <a:pt x="202" y="229"/>
                  <a:pt x="225" y="229"/>
                </a:cubicBezTo>
                <a:cubicBezTo>
                  <a:pt x="259" y="229"/>
                  <a:pt x="284" y="242"/>
                  <a:pt x="301" y="267"/>
                </a:cubicBezTo>
                <a:cubicBezTo>
                  <a:pt x="304" y="271"/>
                  <a:pt x="306" y="272"/>
                  <a:pt x="306" y="271"/>
                </a:cubicBezTo>
                <a:cubicBezTo>
                  <a:pt x="306" y="268"/>
                  <a:pt x="314" y="235"/>
                  <a:pt x="330" y="172"/>
                </a:cubicBezTo>
                <a:cubicBezTo>
                  <a:pt x="346" y="108"/>
                  <a:pt x="354" y="74"/>
                  <a:pt x="356" y="71"/>
                </a:cubicBezTo>
                <a:cubicBezTo>
                  <a:pt x="356" y="63"/>
                  <a:pt x="354" y="58"/>
                  <a:pt x="349" y="56"/>
                </a:cubicBezTo>
                <a:cubicBezTo>
                  <a:pt x="345" y="54"/>
                  <a:pt x="333" y="53"/>
                  <a:pt x="314" y="51"/>
                </a:cubicBezTo>
                <a:lnTo>
                  <a:pt x="295" y="51"/>
                </a:lnTo>
                <a:cubicBezTo>
                  <a:pt x="291" y="48"/>
                  <a:pt x="289" y="45"/>
                  <a:pt x="289" y="44"/>
                </a:cubicBezTo>
                <a:cubicBezTo>
                  <a:pt x="289" y="43"/>
                  <a:pt x="290" y="37"/>
                  <a:pt x="291" y="27"/>
                </a:cubicBezTo>
                <a:cubicBezTo>
                  <a:pt x="294" y="15"/>
                  <a:pt x="298" y="10"/>
                  <a:pt x="303" y="10"/>
                </a:cubicBezTo>
                <a:moveTo>
                  <a:pt x="290" y="335"/>
                </a:moveTo>
                <a:cubicBezTo>
                  <a:pt x="276" y="287"/>
                  <a:pt x="253" y="263"/>
                  <a:pt x="222" y="263"/>
                </a:cubicBezTo>
                <a:cubicBezTo>
                  <a:pt x="201" y="263"/>
                  <a:pt x="180" y="272"/>
                  <a:pt x="161" y="291"/>
                </a:cubicBezTo>
                <a:cubicBezTo>
                  <a:pt x="142" y="310"/>
                  <a:pt x="126" y="334"/>
                  <a:pt x="115" y="365"/>
                </a:cubicBezTo>
                <a:cubicBezTo>
                  <a:pt x="98" y="412"/>
                  <a:pt x="85" y="462"/>
                  <a:pt x="78" y="514"/>
                </a:cubicBezTo>
                <a:cubicBezTo>
                  <a:pt x="78" y="516"/>
                  <a:pt x="78" y="519"/>
                  <a:pt x="78" y="524"/>
                </a:cubicBezTo>
                <a:cubicBezTo>
                  <a:pt x="78" y="529"/>
                  <a:pt x="78" y="532"/>
                  <a:pt x="77" y="535"/>
                </a:cubicBezTo>
                <a:cubicBezTo>
                  <a:pt x="77" y="563"/>
                  <a:pt x="83" y="582"/>
                  <a:pt x="94" y="592"/>
                </a:cubicBezTo>
                <a:cubicBezTo>
                  <a:pt x="104" y="602"/>
                  <a:pt x="118" y="608"/>
                  <a:pt x="133" y="609"/>
                </a:cubicBezTo>
                <a:cubicBezTo>
                  <a:pt x="165" y="609"/>
                  <a:pt x="199" y="587"/>
                  <a:pt x="234" y="542"/>
                </a:cubicBezTo>
                <a:lnTo>
                  <a:pt x="241" y="532"/>
                </a:lnTo>
                <a:lnTo>
                  <a:pt x="290" y="33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" name=""/>
          <p:cNvSpPr/>
          <p:nvPr/>
        </p:nvSpPr>
        <p:spPr>
          <a:xfrm>
            <a:off x="6669720" y="4528080"/>
            <a:ext cx="235800" cy="223200"/>
          </a:xfrm>
          <a:custGeom>
            <a:avLst/>
            <a:gdLst/>
            <a:ahLst/>
            <a:rect l="0" t="0" r="r" b="b"/>
            <a:pathLst>
              <a:path w="655" h="620">
                <a:moveTo>
                  <a:pt x="16" y="619"/>
                </a:moveTo>
                <a:cubicBezTo>
                  <a:pt x="5" y="619"/>
                  <a:pt x="0" y="616"/>
                  <a:pt x="0" y="610"/>
                </a:cubicBezTo>
                <a:cubicBezTo>
                  <a:pt x="0" y="609"/>
                  <a:pt x="1" y="605"/>
                  <a:pt x="3" y="597"/>
                </a:cubicBezTo>
                <a:cubicBezTo>
                  <a:pt x="5" y="588"/>
                  <a:pt x="8" y="582"/>
                  <a:pt x="10" y="581"/>
                </a:cubicBezTo>
                <a:cubicBezTo>
                  <a:pt x="13" y="580"/>
                  <a:pt x="20" y="579"/>
                  <a:pt x="31" y="578"/>
                </a:cubicBezTo>
                <a:cubicBezTo>
                  <a:pt x="48" y="578"/>
                  <a:pt x="66" y="577"/>
                  <a:pt x="87" y="576"/>
                </a:cubicBezTo>
                <a:cubicBezTo>
                  <a:pt x="95" y="574"/>
                  <a:pt x="101" y="570"/>
                  <a:pt x="104" y="565"/>
                </a:cubicBezTo>
                <a:cubicBezTo>
                  <a:pt x="105" y="562"/>
                  <a:pt x="127" y="476"/>
                  <a:pt x="169" y="309"/>
                </a:cubicBezTo>
                <a:cubicBezTo>
                  <a:pt x="211" y="142"/>
                  <a:pt x="232" y="56"/>
                  <a:pt x="232" y="53"/>
                </a:cubicBezTo>
                <a:cubicBezTo>
                  <a:pt x="232" y="49"/>
                  <a:pt x="231" y="47"/>
                  <a:pt x="229" y="47"/>
                </a:cubicBezTo>
                <a:cubicBezTo>
                  <a:pt x="224" y="45"/>
                  <a:pt x="208" y="43"/>
                  <a:pt x="180" y="42"/>
                </a:cubicBezTo>
                <a:lnTo>
                  <a:pt x="152" y="42"/>
                </a:lnTo>
                <a:cubicBezTo>
                  <a:pt x="149" y="39"/>
                  <a:pt x="147" y="36"/>
                  <a:pt x="147" y="35"/>
                </a:cubicBezTo>
                <a:cubicBezTo>
                  <a:pt x="147" y="34"/>
                  <a:pt x="147" y="29"/>
                  <a:pt x="149" y="19"/>
                </a:cubicBezTo>
                <a:cubicBezTo>
                  <a:pt x="151" y="9"/>
                  <a:pt x="154" y="3"/>
                  <a:pt x="158" y="0"/>
                </a:cubicBezTo>
                <a:lnTo>
                  <a:pt x="648" y="0"/>
                </a:lnTo>
                <a:cubicBezTo>
                  <a:pt x="652" y="3"/>
                  <a:pt x="655" y="6"/>
                  <a:pt x="655" y="10"/>
                </a:cubicBezTo>
                <a:cubicBezTo>
                  <a:pt x="655" y="13"/>
                  <a:pt x="651" y="47"/>
                  <a:pt x="643" y="113"/>
                </a:cubicBezTo>
                <a:cubicBezTo>
                  <a:pt x="635" y="178"/>
                  <a:pt x="631" y="212"/>
                  <a:pt x="630" y="213"/>
                </a:cubicBezTo>
                <a:cubicBezTo>
                  <a:pt x="629" y="218"/>
                  <a:pt x="623" y="220"/>
                  <a:pt x="612" y="220"/>
                </a:cubicBezTo>
                <a:lnTo>
                  <a:pt x="601" y="220"/>
                </a:lnTo>
                <a:cubicBezTo>
                  <a:pt x="597" y="217"/>
                  <a:pt x="595" y="213"/>
                  <a:pt x="595" y="208"/>
                </a:cubicBezTo>
                <a:cubicBezTo>
                  <a:pt x="595" y="207"/>
                  <a:pt x="595" y="200"/>
                  <a:pt x="597" y="186"/>
                </a:cubicBezTo>
                <a:cubicBezTo>
                  <a:pt x="599" y="172"/>
                  <a:pt x="600" y="156"/>
                  <a:pt x="600" y="138"/>
                </a:cubicBezTo>
                <a:cubicBezTo>
                  <a:pt x="600" y="120"/>
                  <a:pt x="598" y="105"/>
                  <a:pt x="594" y="93"/>
                </a:cubicBezTo>
                <a:cubicBezTo>
                  <a:pt x="589" y="81"/>
                  <a:pt x="584" y="71"/>
                  <a:pt x="576" y="64"/>
                </a:cubicBezTo>
                <a:cubicBezTo>
                  <a:pt x="569" y="57"/>
                  <a:pt x="558" y="52"/>
                  <a:pt x="543" y="50"/>
                </a:cubicBezTo>
                <a:cubicBezTo>
                  <a:pt x="528" y="47"/>
                  <a:pt x="512" y="45"/>
                  <a:pt x="496" y="43"/>
                </a:cubicBezTo>
                <a:cubicBezTo>
                  <a:pt x="480" y="41"/>
                  <a:pt x="459" y="41"/>
                  <a:pt x="431" y="42"/>
                </a:cubicBezTo>
                <a:lnTo>
                  <a:pt x="410" y="42"/>
                </a:lnTo>
                <a:cubicBezTo>
                  <a:pt x="360" y="43"/>
                  <a:pt x="334" y="44"/>
                  <a:pt x="331" y="45"/>
                </a:cubicBezTo>
                <a:cubicBezTo>
                  <a:pt x="328" y="46"/>
                  <a:pt x="325" y="49"/>
                  <a:pt x="324" y="52"/>
                </a:cubicBezTo>
                <a:cubicBezTo>
                  <a:pt x="324" y="53"/>
                  <a:pt x="313" y="94"/>
                  <a:pt x="293" y="172"/>
                </a:cubicBezTo>
                <a:lnTo>
                  <a:pt x="264" y="290"/>
                </a:lnTo>
                <a:lnTo>
                  <a:pt x="314" y="290"/>
                </a:lnTo>
                <a:cubicBezTo>
                  <a:pt x="316" y="290"/>
                  <a:pt x="323" y="290"/>
                  <a:pt x="335" y="290"/>
                </a:cubicBezTo>
                <a:cubicBezTo>
                  <a:pt x="347" y="290"/>
                  <a:pt x="356" y="290"/>
                  <a:pt x="361" y="289"/>
                </a:cubicBezTo>
                <a:cubicBezTo>
                  <a:pt x="366" y="288"/>
                  <a:pt x="372" y="287"/>
                  <a:pt x="381" y="286"/>
                </a:cubicBezTo>
                <a:cubicBezTo>
                  <a:pt x="389" y="285"/>
                  <a:pt x="396" y="283"/>
                  <a:pt x="403" y="280"/>
                </a:cubicBezTo>
                <a:cubicBezTo>
                  <a:pt x="409" y="277"/>
                  <a:pt x="414" y="273"/>
                  <a:pt x="418" y="269"/>
                </a:cubicBezTo>
                <a:cubicBezTo>
                  <a:pt x="426" y="262"/>
                  <a:pt x="433" y="252"/>
                  <a:pt x="438" y="239"/>
                </a:cubicBezTo>
                <a:cubicBezTo>
                  <a:pt x="443" y="226"/>
                  <a:pt x="447" y="215"/>
                  <a:pt x="450" y="204"/>
                </a:cubicBezTo>
                <a:cubicBezTo>
                  <a:pt x="452" y="194"/>
                  <a:pt x="454" y="189"/>
                  <a:pt x="454" y="188"/>
                </a:cubicBezTo>
                <a:cubicBezTo>
                  <a:pt x="456" y="185"/>
                  <a:pt x="462" y="183"/>
                  <a:pt x="472" y="183"/>
                </a:cubicBezTo>
                <a:lnTo>
                  <a:pt x="483" y="183"/>
                </a:lnTo>
                <a:cubicBezTo>
                  <a:pt x="487" y="186"/>
                  <a:pt x="489" y="189"/>
                  <a:pt x="489" y="192"/>
                </a:cubicBezTo>
                <a:cubicBezTo>
                  <a:pt x="489" y="194"/>
                  <a:pt x="480" y="234"/>
                  <a:pt x="461" y="312"/>
                </a:cubicBezTo>
                <a:cubicBezTo>
                  <a:pt x="442" y="389"/>
                  <a:pt x="432" y="429"/>
                  <a:pt x="430" y="432"/>
                </a:cubicBezTo>
                <a:cubicBezTo>
                  <a:pt x="429" y="436"/>
                  <a:pt x="423" y="438"/>
                  <a:pt x="412" y="438"/>
                </a:cubicBezTo>
                <a:lnTo>
                  <a:pt x="401" y="438"/>
                </a:lnTo>
                <a:cubicBezTo>
                  <a:pt x="396" y="435"/>
                  <a:pt x="394" y="431"/>
                  <a:pt x="394" y="427"/>
                </a:cubicBezTo>
                <a:cubicBezTo>
                  <a:pt x="394" y="425"/>
                  <a:pt x="396" y="419"/>
                  <a:pt x="399" y="407"/>
                </a:cubicBezTo>
                <a:cubicBezTo>
                  <a:pt x="402" y="396"/>
                  <a:pt x="403" y="384"/>
                  <a:pt x="403" y="371"/>
                </a:cubicBezTo>
                <a:cubicBezTo>
                  <a:pt x="403" y="353"/>
                  <a:pt x="397" y="342"/>
                  <a:pt x="385" y="338"/>
                </a:cubicBezTo>
                <a:cubicBezTo>
                  <a:pt x="373" y="334"/>
                  <a:pt x="346" y="332"/>
                  <a:pt x="304" y="332"/>
                </a:cubicBezTo>
                <a:lnTo>
                  <a:pt x="254" y="332"/>
                </a:lnTo>
                <a:lnTo>
                  <a:pt x="225" y="447"/>
                </a:lnTo>
                <a:cubicBezTo>
                  <a:pt x="206" y="522"/>
                  <a:pt x="196" y="562"/>
                  <a:pt x="196" y="566"/>
                </a:cubicBezTo>
                <a:cubicBezTo>
                  <a:pt x="196" y="574"/>
                  <a:pt x="223" y="578"/>
                  <a:pt x="277" y="578"/>
                </a:cubicBezTo>
                <a:lnTo>
                  <a:pt x="300" y="578"/>
                </a:lnTo>
                <a:cubicBezTo>
                  <a:pt x="303" y="582"/>
                  <a:pt x="305" y="584"/>
                  <a:pt x="305" y="585"/>
                </a:cubicBezTo>
                <a:cubicBezTo>
                  <a:pt x="305" y="585"/>
                  <a:pt x="305" y="591"/>
                  <a:pt x="303" y="603"/>
                </a:cubicBezTo>
                <a:cubicBezTo>
                  <a:pt x="301" y="611"/>
                  <a:pt x="298" y="617"/>
                  <a:pt x="294" y="620"/>
                </a:cubicBezTo>
                <a:lnTo>
                  <a:pt x="279" y="620"/>
                </a:lnTo>
                <a:cubicBezTo>
                  <a:pt x="254" y="619"/>
                  <a:pt x="208" y="618"/>
                  <a:pt x="141" y="618"/>
                </a:cubicBezTo>
                <a:cubicBezTo>
                  <a:pt x="102" y="618"/>
                  <a:pt x="71" y="618"/>
                  <a:pt x="50" y="618"/>
                </a:cubicBezTo>
                <a:cubicBezTo>
                  <a:pt x="30" y="618"/>
                  <a:pt x="18" y="619"/>
                  <a:pt x="16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" name=""/>
          <p:cNvSpPr/>
          <p:nvPr/>
        </p:nvSpPr>
        <p:spPr>
          <a:xfrm>
            <a:off x="6886080" y="4697640"/>
            <a:ext cx="95040" cy="105480"/>
          </a:xfrm>
          <a:custGeom>
            <a:avLst/>
            <a:gdLst/>
            <a:ahLst/>
            <a:rect l="0" t="0" r="r" b="b"/>
            <a:pathLst>
              <a:path w="264" h="293">
                <a:moveTo>
                  <a:pt x="0" y="100"/>
                </a:moveTo>
                <a:cubicBezTo>
                  <a:pt x="0" y="99"/>
                  <a:pt x="1" y="97"/>
                  <a:pt x="1" y="95"/>
                </a:cubicBezTo>
                <a:cubicBezTo>
                  <a:pt x="1" y="93"/>
                  <a:pt x="2" y="88"/>
                  <a:pt x="4" y="81"/>
                </a:cubicBezTo>
                <a:cubicBezTo>
                  <a:pt x="6" y="73"/>
                  <a:pt x="8" y="67"/>
                  <a:pt x="11" y="61"/>
                </a:cubicBezTo>
                <a:cubicBezTo>
                  <a:pt x="13" y="55"/>
                  <a:pt x="16" y="48"/>
                  <a:pt x="20" y="40"/>
                </a:cubicBezTo>
                <a:cubicBezTo>
                  <a:pt x="24" y="31"/>
                  <a:pt x="28" y="25"/>
                  <a:pt x="33" y="20"/>
                </a:cubicBezTo>
                <a:cubicBezTo>
                  <a:pt x="38" y="16"/>
                  <a:pt x="43" y="11"/>
                  <a:pt x="50" y="6"/>
                </a:cubicBezTo>
                <a:cubicBezTo>
                  <a:pt x="56" y="1"/>
                  <a:pt x="63" y="-1"/>
                  <a:pt x="71" y="0"/>
                </a:cubicBezTo>
                <a:cubicBezTo>
                  <a:pt x="84" y="0"/>
                  <a:pt x="94" y="3"/>
                  <a:pt x="104" y="8"/>
                </a:cubicBezTo>
                <a:cubicBezTo>
                  <a:pt x="113" y="13"/>
                  <a:pt x="120" y="18"/>
                  <a:pt x="124" y="22"/>
                </a:cubicBezTo>
                <a:cubicBezTo>
                  <a:pt x="128" y="26"/>
                  <a:pt x="130" y="31"/>
                  <a:pt x="131" y="35"/>
                </a:cubicBezTo>
                <a:cubicBezTo>
                  <a:pt x="132" y="38"/>
                  <a:pt x="132" y="39"/>
                  <a:pt x="133" y="39"/>
                </a:cubicBezTo>
                <a:cubicBezTo>
                  <a:pt x="133" y="39"/>
                  <a:pt x="135" y="37"/>
                  <a:pt x="138" y="34"/>
                </a:cubicBezTo>
                <a:cubicBezTo>
                  <a:pt x="159" y="12"/>
                  <a:pt x="182" y="1"/>
                  <a:pt x="210" y="1"/>
                </a:cubicBezTo>
                <a:lnTo>
                  <a:pt x="212" y="1"/>
                </a:lnTo>
                <a:cubicBezTo>
                  <a:pt x="233" y="1"/>
                  <a:pt x="248" y="10"/>
                  <a:pt x="259" y="27"/>
                </a:cubicBezTo>
                <a:cubicBezTo>
                  <a:pt x="262" y="35"/>
                  <a:pt x="264" y="43"/>
                  <a:pt x="264" y="51"/>
                </a:cubicBezTo>
                <a:cubicBezTo>
                  <a:pt x="264" y="64"/>
                  <a:pt x="261" y="74"/>
                  <a:pt x="255" y="82"/>
                </a:cubicBezTo>
                <a:cubicBezTo>
                  <a:pt x="250" y="90"/>
                  <a:pt x="244" y="95"/>
                  <a:pt x="239" y="97"/>
                </a:cubicBezTo>
                <a:cubicBezTo>
                  <a:pt x="233" y="99"/>
                  <a:pt x="228" y="100"/>
                  <a:pt x="223" y="99"/>
                </a:cubicBezTo>
                <a:cubicBezTo>
                  <a:pt x="214" y="99"/>
                  <a:pt x="207" y="97"/>
                  <a:pt x="201" y="92"/>
                </a:cubicBezTo>
                <a:cubicBezTo>
                  <a:pt x="196" y="88"/>
                  <a:pt x="193" y="81"/>
                  <a:pt x="193" y="74"/>
                </a:cubicBezTo>
                <a:cubicBezTo>
                  <a:pt x="193" y="53"/>
                  <a:pt x="206" y="39"/>
                  <a:pt x="230" y="32"/>
                </a:cubicBezTo>
                <a:cubicBezTo>
                  <a:pt x="221" y="27"/>
                  <a:pt x="213" y="24"/>
                  <a:pt x="207" y="24"/>
                </a:cubicBezTo>
                <a:cubicBezTo>
                  <a:pt x="182" y="24"/>
                  <a:pt x="160" y="40"/>
                  <a:pt x="140" y="72"/>
                </a:cubicBezTo>
                <a:cubicBezTo>
                  <a:pt x="136" y="79"/>
                  <a:pt x="132" y="86"/>
                  <a:pt x="130" y="93"/>
                </a:cubicBezTo>
                <a:cubicBezTo>
                  <a:pt x="128" y="100"/>
                  <a:pt x="121" y="129"/>
                  <a:pt x="108" y="179"/>
                </a:cubicBezTo>
                <a:cubicBezTo>
                  <a:pt x="94" y="240"/>
                  <a:pt x="85" y="272"/>
                  <a:pt x="83" y="275"/>
                </a:cubicBezTo>
                <a:cubicBezTo>
                  <a:pt x="78" y="287"/>
                  <a:pt x="69" y="293"/>
                  <a:pt x="56" y="293"/>
                </a:cubicBezTo>
                <a:cubicBezTo>
                  <a:pt x="50" y="293"/>
                  <a:pt x="46" y="291"/>
                  <a:pt x="42" y="289"/>
                </a:cubicBezTo>
                <a:cubicBezTo>
                  <a:pt x="39" y="286"/>
                  <a:pt x="36" y="284"/>
                  <a:pt x="35" y="281"/>
                </a:cubicBezTo>
                <a:cubicBezTo>
                  <a:pt x="34" y="279"/>
                  <a:pt x="33" y="276"/>
                  <a:pt x="34" y="275"/>
                </a:cubicBezTo>
                <a:cubicBezTo>
                  <a:pt x="34" y="269"/>
                  <a:pt x="42" y="232"/>
                  <a:pt x="60" y="163"/>
                </a:cubicBezTo>
                <a:cubicBezTo>
                  <a:pt x="77" y="95"/>
                  <a:pt x="85" y="57"/>
                  <a:pt x="85" y="49"/>
                </a:cubicBezTo>
                <a:cubicBezTo>
                  <a:pt x="85" y="32"/>
                  <a:pt x="80" y="24"/>
                  <a:pt x="69" y="24"/>
                </a:cubicBezTo>
                <a:cubicBezTo>
                  <a:pt x="60" y="24"/>
                  <a:pt x="52" y="30"/>
                  <a:pt x="45" y="42"/>
                </a:cubicBezTo>
                <a:cubicBezTo>
                  <a:pt x="39" y="54"/>
                  <a:pt x="34" y="67"/>
                  <a:pt x="30" y="81"/>
                </a:cubicBezTo>
                <a:cubicBezTo>
                  <a:pt x="26" y="96"/>
                  <a:pt x="24" y="103"/>
                  <a:pt x="23" y="105"/>
                </a:cubicBezTo>
                <a:cubicBezTo>
                  <a:pt x="22" y="105"/>
                  <a:pt x="19" y="106"/>
                  <a:pt x="13" y="106"/>
                </a:cubicBezTo>
                <a:lnTo>
                  <a:pt x="4" y="106"/>
                </a:lnTo>
                <a:cubicBezTo>
                  <a:pt x="1" y="103"/>
                  <a:pt x="0" y="101"/>
                  <a:pt x="0" y="10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" name=""/>
          <p:cNvSpPr/>
          <p:nvPr/>
        </p:nvSpPr>
        <p:spPr>
          <a:xfrm>
            <a:off x="7032600" y="450540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0" y="455"/>
                </a:moveTo>
                <a:cubicBezTo>
                  <a:pt x="0" y="413"/>
                  <a:pt x="3" y="373"/>
                  <a:pt x="10" y="335"/>
                </a:cubicBezTo>
                <a:cubicBezTo>
                  <a:pt x="16" y="298"/>
                  <a:pt x="23" y="265"/>
                  <a:pt x="30" y="238"/>
                </a:cubicBezTo>
                <a:cubicBezTo>
                  <a:pt x="38" y="211"/>
                  <a:pt x="50" y="184"/>
                  <a:pt x="64" y="158"/>
                </a:cubicBezTo>
                <a:cubicBezTo>
                  <a:pt x="79" y="132"/>
                  <a:pt x="90" y="112"/>
                  <a:pt x="99" y="97"/>
                </a:cubicBezTo>
                <a:cubicBezTo>
                  <a:pt x="108" y="82"/>
                  <a:pt x="121" y="67"/>
                  <a:pt x="138" y="50"/>
                </a:cubicBezTo>
                <a:cubicBezTo>
                  <a:pt x="155" y="33"/>
                  <a:pt x="165" y="22"/>
                  <a:pt x="168" y="19"/>
                </a:cubicBezTo>
                <a:cubicBezTo>
                  <a:pt x="171" y="15"/>
                  <a:pt x="179" y="9"/>
                  <a:pt x="191" y="0"/>
                </a:cubicBezTo>
                <a:lnTo>
                  <a:pt x="203" y="0"/>
                </a:lnTo>
                <a:lnTo>
                  <a:pt x="206" y="0"/>
                </a:lnTo>
                <a:cubicBezTo>
                  <a:pt x="215" y="0"/>
                  <a:pt x="219" y="2"/>
                  <a:pt x="219" y="8"/>
                </a:cubicBezTo>
                <a:cubicBezTo>
                  <a:pt x="219" y="10"/>
                  <a:pt x="214" y="16"/>
                  <a:pt x="203" y="27"/>
                </a:cubicBezTo>
                <a:cubicBezTo>
                  <a:pt x="193" y="38"/>
                  <a:pt x="181" y="54"/>
                  <a:pt x="166" y="75"/>
                </a:cubicBezTo>
                <a:cubicBezTo>
                  <a:pt x="152" y="96"/>
                  <a:pt x="137" y="123"/>
                  <a:pt x="122" y="153"/>
                </a:cubicBezTo>
                <a:cubicBezTo>
                  <a:pt x="106" y="184"/>
                  <a:pt x="93" y="226"/>
                  <a:pt x="82" y="279"/>
                </a:cubicBezTo>
                <a:cubicBezTo>
                  <a:pt x="72" y="332"/>
                  <a:pt x="67" y="390"/>
                  <a:pt x="67" y="455"/>
                </a:cubicBezTo>
                <a:cubicBezTo>
                  <a:pt x="67" y="519"/>
                  <a:pt x="72" y="577"/>
                  <a:pt x="82" y="629"/>
                </a:cubicBezTo>
                <a:cubicBezTo>
                  <a:pt x="93" y="683"/>
                  <a:pt x="106" y="725"/>
                  <a:pt x="121" y="757"/>
                </a:cubicBezTo>
                <a:cubicBezTo>
                  <a:pt x="135" y="789"/>
                  <a:pt x="150" y="815"/>
                  <a:pt x="165" y="835"/>
                </a:cubicBezTo>
                <a:cubicBezTo>
                  <a:pt x="180" y="855"/>
                  <a:pt x="193" y="871"/>
                  <a:pt x="203" y="883"/>
                </a:cubicBezTo>
                <a:cubicBezTo>
                  <a:pt x="214" y="895"/>
                  <a:pt x="219" y="902"/>
                  <a:pt x="219" y="902"/>
                </a:cubicBezTo>
                <a:cubicBezTo>
                  <a:pt x="219" y="908"/>
                  <a:pt x="214" y="911"/>
                  <a:pt x="205" y="911"/>
                </a:cubicBezTo>
                <a:lnTo>
                  <a:pt x="203" y="911"/>
                </a:lnTo>
                <a:lnTo>
                  <a:pt x="191" y="911"/>
                </a:lnTo>
                <a:lnTo>
                  <a:pt x="165" y="889"/>
                </a:lnTo>
                <a:cubicBezTo>
                  <a:pt x="108" y="837"/>
                  <a:pt x="66" y="773"/>
                  <a:pt x="40" y="696"/>
                </a:cubicBezTo>
                <a:cubicBezTo>
                  <a:pt x="13" y="618"/>
                  <a:pt x="0" y="538"/>
                  <a:pt x="0" y="4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" name=""/>
          <p:cNvSpPr/>
          <p:nvPr/>
        </p:nvSpPr>
        <p:spPr>
          <a:xfrm>
            <a:off x="7140960" y="4606200"/>
            <a:ext cx="159840" cy="148680"/>
          </a:xfrm>
          <a:custGeom>
            <a:avLst/>
            <a:gdLst/>
            <a:ahLst/>
            <a:rect l="0" t="0" r="r" b="b"/>
            <a:pathLst>
              <a:path w="444" h="413">
                <a:moveTo>
                  <a:pt x="15" y="139"/>
                </a:moveTo>
                <a:cubicBezTo>
                  <a:pt x="19" y="114"/>
                  <a:pt x="36" y="84"/>
                  <a:pt x="64" y="51"/>
                </a:cubicBezTo>
                <a:cubicBezTo>
                  <a:pt x="93" y="18"/>
                  <a:pt x="128" y="1"/>
                  <a:pt x="170" y="0"/>
                </a:cubicBezTo>
                <a:cubicBezTo>
                  <a:pt x="191" y="0"/>
                  <a:pt x="211" y="5"/>
                  <a:pt x="228" y="16"/>
                </a:cubicBezTo>
                <a:cubicBezTo>
                  <a:pt x="246" y="27"/>
                  <a:pt x="259" y="41"/>
                  <a:pt x="267" y="57"/>
                </a:cubicBezTo>
                <a:cubicBezTo>
                  <a:pt x="293" y="19"/>
                  <a:pt x="324" y="0"/>
                  <a:pt x="360" y="0"/>
                </a:cubicBezTo>
                <a:cubicBezTo>
                  <a:pt x="383" y="0"/>
                  <a:pt x="402" y="7"/>
                  <a:pt x="418" y="20"/>
                </a:cubicBezTo>
                <a:cubicBezTo>
                  <a:pt x="435" y="33"/>
                  <a:pt x="443" y="51"/>
                  <a:pt x="444" y="74"/>
                </a:cubicBezTo>
                <a:cubicBezTo>
                  <a:pt x="444" y="91"/>
                  <a:pt x="440" y="106"/>
                  <a:pt x="431" y="116"/>
                </a:cubicBezTo>
                <a:cubicBezTo>
                  <a:pt x="423" y="127"/>
                  <a:pt x="414" y="134"/>
                  <a:pt x="407" y="136"/>
                </a:cubicBezTo>
                <a:cubicBezTo>
                  <a:pt x="399" y="139"/>
                  <a:pt x="392" y="140"/>
                  <a:pt x="386" y="140"/>
                </a:cubicBezTo>
                <a:cubicBezTo>
                  <a:pt x="374" y="140"/>
                  <a:pt x="365" y="137"/>
                  <a:pt x="357" y="130"/>
                </a:cubicBezTo>
                <a:cubicBezTo>
                  <a:pt x="350" y="123"/>
                  <a:pt x="346" y="115"/>
                  <a:pt x="346" y="104"/>
                </a:cubicBezTo>
                <a:cubicBezTo>
                  <a:pt x="346" y="76"/>
                  <a:pt x="362" y="57"/>
                  <a:pt x="392" y="46"/>
                </a:cubicBezTo>
                <a:cubicBezTo>
                  <a:pt x="385" y="38"/>
                  <a:pt x="373" y="35"/>
                  <a:pt x="356" y="35"/>
                </a:cubicBezTo>
                <a:cubicBezTo>
                  <a:pt x="348" y="35"/>
                  <a:pt x="342" y="35"/>
                  <a:pt x="338" y="36"/>
                </a:cubicBezTo>
                <a:cubicBezTo>
                  <a:pt x="314" y="46"/>
                  <a:pt x="297" y="66"/>
                  <a:pt x="286" y="96"/>
                </a:cubicBezTo>
                <a:cubicBezTo>
                  <a:pt x="250" y="231"/>
                  <a:pt x="232" y="310"/>
                  <a:pt x="232" y="332"/>
                </a:cubicBezTo>
                <a:cubicBezTo>
                  <a:pt x="232" y="349"/>
                  <a:pt x="237" y="361"/>
                  <a:pt x="246" y="369"/>
                </a:cubicBezTo>
                <a:cubicBezTo>
                  <a:pt x="256" y="376"/>
                  <a:pt x="267" y="380"/>
                  <a:pt x="278" y="380"/>
                </a:cubicBezTo>
                <a:cubicBezTo>
                  <a:pt x="301" y="380"/>
                  <a:pt x="324" y="369"/>
                  <a:pt x="346" y="349"/>
                </a:cubicBezTo>
                <a:cubicBezTo>
                  <a:pt x="367" y="329"/>
                  <a:pt x="382" y="305"/>
                  <a:pt x="390" y="276"/>
                </a:cubicBezTo>
                <a:cubicBezTo>
                  <a:pt x="392" y="270"/>
                  <a:pt x="394" y="266"/>
                  <a:pt x="396" y="266"/>
                </a:cubicBezTo>
                <a:cubicBezTo>
                  <a:pt x="397" y="265"/>
                  <a:pt x="402" y="265"/>
                  <a:pt x="410" y="264"/>
                </a:cubicBezTo>
                <a:lnTo>
                  <a:pt x="414" y="264"/>
                </a:lnTo>
                <a:cubicBezTo>
                  <a:pt x="423" y="264"/>
                  <a:pt x="427" y="266"/>
                  <a:pt x="427" y="271"/>
                </a:cubicBezTo>
                <a:cubicBezTo>
                  <a:pt x="427" y="272"/>
                  <a:pt x="427" y="275"/>
                  <a:pt x="426" y="281"/>
                </a:cubicBezTo>
                <a:cubicBezTo>
                  <a:pt x="416" y="316"/>
                  <a:pt x="397" y="346"/>
                  <a:pt x="369" y="373"/>
                </a:cubicBezTo>
                <a:cubicBezTo>
                  <a:pt x="341" y="400"/>
                  <a:pt x="308" y="413"/>
                  <a:pt x="271" y="413"/>
                </a:cubicBezTo>
                <a:cubicBezTo>
                  <a:pt x="228" y="413"/>
                  <a:pt x="196" y="394"/>
                  <a:pt x="174" y="356"/>
                </a:cubicBezTo>
                <a:cubicBezTo>
                  <a:pt x="150" y="393"/>
                  <a:pt x="121" y="412"/>
                  <a:pt x="89" y="412"/>
                </a:cubicBezTo>
                <a:lnTo>
                  <a:pt x="83" y="412"/>
                </a:lnTo>
                <a:cubicBezTo>
                  <a:pt x="54" y="412"/>
                  <a:pt x="32" y="404"/>
                  <a:pt x="20" y="389"/>
                </a:cubicBezTo>
                <a:cubicBezTo>
                  <a:pt x="7" y="373"/>
                  <a:pt x="0" y="356"/>
                  <a:pt x="0" y="339"/>
                </a:cubicBezTo>
                <a:cubicBezTo>
                  <a:pt x="0" y="319"/>
                  <a:pt x="5" y="303"/>
                  <a:pt x="17" y="291"/>
                </a:cubicBezTo>
                <a:cubicBezTo>
                  <a:pt x="29" y="279"/>
                  <a:pt x="42" y="273"/>
                  <a:pt x="58" y="273"/>
                </a:cubicBezTo>
                <a:cubicBezTo>
                  <a:pt x="84" y="273"/>
                  <a:pt x="97" y="286"/>
                  <a:pt x="97" y="311"/>
                </a:cubicBezTo>
                <a:cubicBezTo>
                  <a:pt x="97" y="323"/>
                  <a:pt x="93" y="334"/>
                  <a:pt x="86" y="343"/>
                </a:cubicBezTo>
                <a:cubicBezTo>
                  <a:pt x="79" y="352"/>
                  <a:pt x="72" y="358"/>
                  <a:pt x="65" y="361"/>
                </a:cubicBezTo>
                <a:cubicBezTo>
                  <a:pt x="59" y="364"/>
                  <a:pt x="55" y="366"/>
                  <a:pt x="53" y="366"/>
                </a:cubicBezTo>
                <a:lnTo>
                  <a:pt x="51" y="367"/>
                </a:lnTo>
                <a:cubicBezTo>
                  <a:pt x="51" y="367"/>
                  <a:pt x="52" y="369"/>
                  <a:pt x="56" y="370"/>
                </a:cubicBezTo>
                <a:cubicBezTo>
                  <a:pt x="60" y="372"/>
                  <a:pt x="65" y="374"/>
                  <a:pt x="71" y="377"/>
                </a:cubicBezTo>
                <a:cubicBezTo>
                  <a:pt x="77" y="379"/>
                  <a:pt x="83" y="380"/>
                  <a:pt x="88" y="380"/>
                </a:cubicBezTo>
                <a:cubicBezTo>
                  <a:pt x="110" y="380"/>
                  <a:pt x="129" y="366"/>
                  <a:pt x="144" y="339"/>
                </a:cubicBezTo>
                <a:cubicBezTo>
                  <a:pt x="150" y="329"/>
                  <a:pt x="157" y="308"/>
                  <a:pt x="165" y="277"/>
                </a:cubicBezTo>
                <a:cubicBezTo>
                  <a:pt x="174" y="245"/>
                  <a:pt x="182" y="212"/>
                  <a:pt x="191" y="177"/>
                </a:cubicBezTo>
                <a:cubicBezTo>
                  <a:pt x="199" y="143"/>
                  <a:pt x="204" y="123"/>
                  <a:pt x="205" y="117"/>
                </a:cubicBezTo>
                <a:cubicBezTo>
                  <a:pt x="208" y="101"/>
                  <a:pt x="210" y="89"/>
                  <a:pt x="210" y="82"/>
                </a:cubicBezTo>
                <a:cubicBezTo>
                  <a:pt x="210" y="65"/>
                  <a:pt x="205" y="53"/>
                  <a:pt x="196" y="45"/>
                </a:cubicBezTo>
                <a:cubicBezTo>
                  <a:pt x="187" y="38"/>
                  <a:pt x="177" y="35"/>
                  <a:pt x="165" y="35"/>
                </a:cubicBezTo>
                <a:cubicBezTo>
                  <a:pt x="141" y="35"/>
                  <a:pt x="118" y="44"/>
                  <a:pt x="97" y="64"/>
                </a:cubicBezTo>
                <a:cubicBezTo>
                  <a:pt x="76" y="83"/>
                  <a:pt x="61" y="108"/>
                  <a:pt x="52" y="138"/>
                </a:cubicBezTo>
                <a:cubicBezTo>
                  <a:pt x="51" y="144"/>
                  <a:pt x="50" y="147"/>
                  <a:pt x="48" y="147"/>
                </a:cubicBezTo>
                <a:cubicBezTo>
                  <a:pt x="46" y="148"/>
                  <a:pt x="41" y="149"/>
                  <a:pt x="33" y="149"/>
                </a:cubicBezTo>
                <a:lnTo>
                  <a:pt x="21" y="149"/>
                </a:lnTo>
                <a:cubicBezTo>
                  <a:pt x="17" y="146"/>
                  <a:pt x="15" y="142"/>
                  <a:pt x="15" y="1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9" name=""/>
          <p:cNvSpPr/>
          <p:nvPr/>
        </p:nvSpPr>
        <p:spPr>
          <a:xfrm>
            <a:off x="7334640" y="450540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5" y="1"/>
                </a:moveTo>
                <a:lnTo>
                  <a:pt x="9" y="0"/>
                </a:lnTo>
                <a:cubicBezTo>
                  <a:pt x="12" y="0"/>
                  <a:pt x="15" y="0"/>
                  <a:pt x="18" y="0"/>
                </a:cubicBezTo>
                <a:lnTo>
                  <a:pt x="29" y="0"/>
                </a:lnTo>
                <a:lnTo>
                  <a:pt x="54" y="22"/>
                </a:lnTo>
                <a:cubicBezTo>
                  <a:pt x="111" y="73"/>
                  <a:pt x="154" y="137"/>
                  <a:pt x="180" y="214"/>
                </a:cubicBezTo>
                <a:cubicBezTo>
                  <a:pt x="206" y="291"/>
                  <a:pt x="219" y="372"/>
                  <a:pt x="219" y="455"/>
                </a:cubicBezTo>
                <a:cubicBezTo>
                  <a:pt x="219" y="496"/>
                  <a:pt x="216" y="536"/>
                  <a:pt x="210" y="574"/>
                </a:cubicBezTo>
                <a:cubicBezTo>
                  <a:pt x="204" y="612"/>
                  <a:pt x="197" y="645"/>
                  <a:pt x="189" y="672"/>
                </a:cubicBezTo>
                <a:cubicBezTo>
                  <a:pt x="181" y="699"/>
                  <a:pt x="170" y="726"/>
                  <a:pt x="155" y="752"/>
                </a:cubicBezTo>
                <a:cubicBezTo>
                  <a:pt x="141" y="779"/>
                  <a:pt x="128" y="799"/>
                  <a:pt x="120" y="813"/>
                </a:cubicBezTo>
                <a:cubicBezTo>
                  <a:pt x="111" y="827"/>
                  <a:pt x="99" y="843"/>
                  <a:pt x="82" y="860"/>
                </a:cubicBezTo>
                <a:cubicBezTo>
                  <a:pt x="66" y="877"/>
                  <a:pt x="56" y="887"/>
                  <a:pt x="53" y="890"/>
                </a:cubicBezTo>
                <a:cubicBezTo>
                  <a:pt x="50" y="893"/>
                  <a:pt x="43" y="899"/>
                  <a:pt x="32" y="907"/>
                </a:cubicBezTo>
                <a:cubicBezTo>
                  <a:pt x="30" y="909"/>
                  <a:pt x="29" y="910"/>
                  <a:pt x="29" y="911"/>
                </a:cubicBezTo>
                <a:lnTo>
                  <a:pt x="18" y="911"/>
                </a:lnTo>
                <a:cubicBezTo>
                  <a:pt x="13" y="911"/>
                  <a:pt x="10" y="911"/>
                  <a:pt x="8" y="911"/>
                </a:cubicBezTo>
                <a:cubicBezTo>
                  <a:pt x="6" y="911"/>
                  <a:pt x="4" y="910"/>
                  <a:pt x="3" y="908"/>
                </a:cubicBezTo>
                <a:cubicBezTo>
                  <a:pt x="2" y="906"/>
                  <a:pt x="1" y="903"/>
                  <a:pt x="0" y="900"/>
                </a:cubicBezTo>
                <a:cubicBezTo>
                  <a:pt x="1" y="899"/>
                  <a:pt x="4" y="895"/>
                  <a:pt x="10" y="888"/>
                </a:cubicBezTo>
                <a:cubicBezTo>
                  <a:pt x="104" y="790"/>
                  <a:pt x="152" y="645"/>
                  <a:pt x="152" y="455"/>
                </a:cubicBezTo>
                <a:cubicBezTo>
                  <a:pt x="152" y="264"/>
                  <a:pt x="104" y="120"/>
                  <a:pt x="10" y="22"/>
                </a:cubicBezTo>
                <a:cubicBezTo>
                  <a:pt x="4" y="15"/>
                  <a:pt x="1" y="11"/>
                  <a:pt x="0" y="11"/>
                </a:cubicBezTo>
                <a:cubicBezTo>
                  <a:pt x="0" y="6"/>
                  <a:pt x="2" y="2"/>
                  <a:pt x="5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" name=""/>
          <p:cNvSpPr/>
          <p:nvPr/>
        </p:nvSpPr>
        <p:spPr>
          <a:xfrm>
            <a:off x="577440" y="5333400"/>
            <a:ext cx="163800" cy="145800"/>
          </a:xfrm>
          <a:custGeom>
            <a:avLst/>
            <a:gdLst/>
            <a:ahLst/>
            <a:rect l="0" t="0" r="r" b="b"/>
            <a:pathLst>
              <a:path w="455" h="405">
                <a:moveTo>
                  <a:pt x="19" y="134"/>
                </a:moveTo>
                <a:cubicBezTo>
                  <a:pt x="6" y="134"/>
                  <a:pt x="0" y="131"/>
                  <a:pt x="0" y="125"/>
                </a:cubicBezTo>
                <a:cubicBezTo>
                  <a:pt x="0" y="121"/>
                  <a:pt x="8" y="107"/>
                  <a:pt x="24" y="85"/>
                </a:cubicBezTo>
                <a:cubicBezTo>
                  <a:pt x="40" y="63"/>
                  <a:pt x="57" y="44"/>
                  <a:pt x="73" y="30"/>
                </a:cubicBezTo>
                <a:cubicBezTo>
                  <a:pt x="94" y="14"/>
                  <a:pt x="114" y="5"/>
                  <a:pt x="132" y="2"/>
                </a:cubicBezTo>
                <a:cubicBezTo>
                  <a:pt x="136" y="1"/>
                  <a:pt x="187" y="0"/>
                  <a:pt x="285" y="0"/>
                </a:cubicBezTo>
                <a:cubicBezTo>
                  <a:pt x="382" y="0"/>
                  <a:pt x="432" y="1"/>
                  <a:pt x="435" y="2"/>
                </a:cubicBezTo>
                <a:cubicBezTo>
                  <a:pt x="449" y="5"/>
                  <a:pt x="455" y="13"/>
                  <a:pt x="455" y="27"/>
                </a:cubicBezTo>
                <a:cubicBezTo>
                  <a:pt x="455" y="35"/>
                  <a:pt x="452" y="43"/>
                  <a:pt x="446" y="50"/>
                </a:cubicBezTo>
                <a:cubicBezTo>
                  <a:pt x="441" y="58"/>
                  <a:pt x="433" y="63"/>
                  <a:pt x="424" y="65"/>
                </a:cubicBezTo>
                <a:cubicBezTo>
                  <a:pt x="421" y="66"/>
                  <a:pt x="392" y="67"/>
                  <a:pt x="337" y="67"/>
                </a:cubicBezTo>
                <a:cubicBezTo>
                  <a:pt x="283" y="67"/>
                  <a:pt x="255" y="67"/>
                  <a:pt x="255" y="69"/>
                </a:cubicBezTo>
                <a:cubicBezTo>
                  <a:pt x="255" y="69"/>
                  <a:pt x="250" y="94"/>
                  <a:pt x="241" y="143"/>
                </a:cubicBezTo>
                <a:cubicBezTo>
                  <a:pt x="232" y="192"/>
                  <a:pt x="222" y="242"/>
                  <a:pt x="212" y="293"/>
                </a:cubicBezTo>
                <a:cubicBezTo>
                  <a:pt x="201" y="345"/>
                  <a:pt x="196" y="372"/>
                  <a:pt x="195" y="375"/>
                </a:cubicBezTo>
                <a:cubicBezTo>
                  <a:pt x="192" y="384"/>
                  <a:pt x="187" y="392"/>
                  <a:pt x="179" y="397"/>
                </a:cubicBezTo>
                <a:cubicBezTo>
                  <a:pt x="171" y="403"/>
                  <a:pt x="162" y="405"/>
                  <a:pt x="152" y="405"/>
                </a:cubicBezTo>
                <a:cubicBezTo>
                  <a:pt x="132" y="405"/>
                  <a:pt x="122" y="395"/>
                  <a:pt x="122" y="375"/>
                </a:cubicBezTo>
                <a:lnTo>
                  <a:pt x="122" y="366"/>
                </a:lnTo>
                <a:lnTo>
                  <a:pt x="168" y="218"/>
                </a:lnTo>
                <a:cubicBezTo>
                  <a:pt x="175" y="196"/>
                  <a:pt x="182" y="172"/>
                  <a:pt x="190" y="145"/>
                </a:cubicBezTo>
                <a:cubicBezTo>
                  <a:pt x="198" y="118"/>
                  <a:pt x="204" y="99"/>
                  <a:pt x="209" y="87"/>
                </a:cubicBezTo>
                <a:lnTo>
                  <a:pt x="214" y="68"/>
                </a:lnTo>
                <a:cubicBezTo>
                  <a:pt x="214" y="67"/>
                  <a:pt x="200" y="67"/>
                  <a:pt x="172" y="67"/>
                </a:cubicBezTo>
                <a:cubicBezTo>
                  <a:pt x="171" y="67"/>
                  <a:pt x="168" y="67"/>
                  <a:pt x="162" y="67"/>
                </a:cubicBezTo>
                <a:cubicBezTo>
                  <a:pt x="157" y="67"/>
                  <a:pt x="153" y="67"/>
                  <a:pt x="150" y="66"/>
                </a:cubicBezTo>
                <a:cubicBezTo>
                  <a:pt x="102" y="66"/>
                  <a:pt x="65" y="85"/>
                  <a:pt x="39" y="124"/>
                </a:cubicBezTo>
                <a:cubicBezTo>
                  <a:pt x="36" y="129"/>
                  <a:pt x="33" y="132"/>
                  <a:pt x="31" y="132"/>
                </a:cubicBezTo>
                <a:cubicBezTo>
                  <a:pt x="30" y="133"/>
                  <a:pt x="25" y="134"/>
                  <a:pt x="19" y="13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1" name=""/>
          <p:cNvSpPr/>
          <p:nvPr/>
        </p:nvSpPr>
        <p:spPr>
          <a:xfrm>
            <a:off x="771480" y="522900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0" y="455"/>
                </a:moveTo>
                <a:cubicBezTo>
                  <a:pt x="0" y="413"/>
                  <a:pt x="3" y="373"/>
                  <a:pt x="9" y="336"/>
                </a:cubicBezTo>
                <a:cubicBezTo>
                  <a:pt x="15" y="298"/>
                  <a:pt x="22" y="266"/>
                  <a:pt x="30" y="239"/>
                </a:cubicBezTo>
                <a:cubicBezTo>
                  <a:pt x="38" y="211"/>
                  <a:pt x="49" y="185"/>
                  <a:pt x="64" y="158"/>
                </a:cubicBezTo>
                <a:cubicBezTo>
                  <a:pt x="78" y="132"/>
                  <a:pt x="90" y="112"/>
                  <a:pt x="98" y="97"/>
                </a:cubicBezTo>
                <a:cubicBezTo>
                  <a:pt x="107" y="83"/>
                  <a:pt x="120" y="67"/>
                  <a:pt x="138" y="50"/>
                </a:cubicBezTo>
                <a:cubicBezTo>
                  <a:pt x="155" y="33"/>
                  <a:pt x="165" y="23"/>
                  <a:pt x="168" y="19"/>
                </a:cubicBezTo>
                <a:cubicBezTo>
                  <a:pt x="171" y="16"/>
                  <a:pt x="178" y="9"/>
                  <a:pt x="190" y="0"/>
                </a:cubicBezTo>
                <a:lnTo>
                  <a:pt x="202" y="0"/>
                </a:lnTo>
                <a:lnTo>
                  <a:pt x="206" y="0"/>
                </a:lnTo>
                <a:cubicBezTo>
                  <a:pt x="214" y="0"/>
                  <a:pt x="219" y="3"/>
                  <a:pt x="219" y="8"/>
                </a:cubicBezTo>
                <a:cubicBezTo>
                  <a:pt x="219" y="10"/>
                  <a:pt x="213" y="17"/>
                  <a:pt x="203" y="27"/>
                </a:cubicBezTo>
                <a:cubicBezTo>
                  <a:pt x="193" y="38"/>
                  <a:pt x="180" y="54"/>
                  <a:pt x="166" y="76"/>
                </a:cubicBezTo>
                <a:cubicBezTo>
                  <a:pt x="151" y="97"/>
                  <a:pt x="135" y="123"/>
                  <a:pt x="120" y="154"/>
                </a:cubicBezTo>
                <a:cubicBezTo>
                  <a:pt x="105" y="185"/>
                  <a:pt x="92" y="227"/>
                  <a:pt x="82" y="279"/>
                </a:cubicBezTo>
                <a:cubicBezTo>
                  <a:pt x="72" y="332"/>
                  <a:pt x="67" y="391"/>
                  <a:pt x="67" y="455"/>
                </a:cubicBezTo>
                <a:cubicBezTo>
                  <a:pt x="67" y="520"/>
                  <a:pt x="72" y="579"/>
                  <a:pt x="82" y="631"/>
                </a:cubicBezTo>
                <a:cubicBezTo>
                  <a:pt x="92" y="683"/>
                  <a:pt x="105" y="725"/>
                  <a:pt x="119" y="757"/>
                </a:cubicBezTo>
                <a:cubicBezTo>
                  <a:pt x="134" y="789"/>
                  <a:pt x="150" y="816"/>
                  <a:pt x="165" y="836"/>
                </a:cubicBezTo>
                <a:cubicBezTo>
                  <a:pt x="180" y="856"/>
                  <a:pt x="193" y="872"/>
                  <a:pt x="203" y="884"/>
                </a:cubicBezTo>
                <a:cubicBezTo>
                  <a:pt x="213" y="896"/>
                  <a:pt x="219" y="902"/>
                  <a:pt x="219" y="903"/>
                </a:cubicBezTo>
                <a:cubicBezTo>
                  <a:pt x="219" y="908"/>
                  <a:pt x="214" y="911"/>
                  <a:pt x="205" y="911"/>
                </a:cubicBezTo>
                <a:lnTo>
                  <a:pt x="202" y="911"/>
                </a:lnTo>
                <a:lnTo>
                  <a:pt x="190" y="911"/>
                </a:lnTo>
                <a:lnTo>
                  <a:pt x="165" y="889"/>
                </a:lnTo>
                <a:cubicBezTo>
                  <a:pt x="107" y="838"/>
                  <a:pt x="65" y="773"/>
                  <a:pt x="39" y="696"/>
                </a:cubicBezTo>
                <a:cubicBezTo>
                  <a:pt x="13" y="619"/>
                  <a:pt x="0" y="539"/>
                  <a:pt x="0" y="4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2" name=""/>
          <p:cNvSpPr/>
          <p:nvPr/>
        </p:nvSpPr>
        <p:spPr>
          <a:xfrm>
            <a:off x="879480" y="5329800"/>
            <a:ext cx="160200" cy="149040"/>
          </a:xfrm>
          <a:custGeom>
            <a:avLst/>
            <a:gdLst/>
            <a:ahLst/>
            <a:rect l="0" t="0" r="r" b="b"/>
            <a:pathLst>
              <a:path w="445" h="414">
                <a:moveTo>
                  <a:pt x="16" y="140"/>
                </a:moveTo>
                <a:cubicBezTo>
                  <a:pt x="20" y="114"/>
                  <a:pt x="36" y="85"/>
                  <a:pt x="65" y="51"/>
                </a:cubicBezTo>
                <a:cubicBezTo>
                  <a:pt x="93" y="18"/>
                  <a:pt x="129" y="1"/>
                  <a:pt x="171" y="0"/>
                </a:cubicBezTo>
                <a:cubicBezTo>
                  <a:pt x="192" y="0"/>
                  <a:pt x="211" y="6"/>
                  <a:pt x="229" y="17"/>
                </a:cubicBezTo>
                <a:cubicBezTo>
                  <a:pt x="246" y="28"/>
                  <a:pt x="259" y="41"/>
                  <a:pt x="268" y="58"/>
                </a:cubicBezTo>
                <a:cubicBezTo>
                  <a:pt x="293" y="19"/>
                  <a:pt x="324" y="0"/>
                  <a:pt x="360" y="0"/>
                </a:cubicBezTo>
                <a:cubicBezTo>
                  <a:pt x="382" y="0"/>
                  <a:pt x="402" y="7"/>
                  <a:pt x="418" y="20"/>
                </a:cubicBezTo>
                <a:cubicBezTo>
                  <a:pt x="434" y="34"/>
                  <a:pt x="444" y="52"/>
                  <a:pt x="445" y="74"/>
                </a:cubicBezTo>
                <a:cubicBezTo>
                  <a:pt x="445" y="92"/>
                  <a:pt x="440" y="106"/>
                  <a:pt x="431" y="117"/>
                </a:cubicBezTo>
                <a:cubicBezTo>
                  <a:pt x="422" y="128"/>
                  <a:pt x="414" y="134"/>
                  <a:pt x="406" y="137"/>
                </a:cubicBezTo>
                <a:cubicBezTo>
                  <a:pt x="398" y="139"/>
                  <a:pt x="391" y="141"/>
                  <a:pt x="385" y="141"/>
                </a:cubicBezTo>
                <a:cubicBezTo>
                  <a:pt x="374" y="141"/>
                  <a:pt x="364" y="137"/>
                  <a:pt x="357" y="130"/>
                </a:cubicBezTo>
                <a:cubicBezTo>
                  <a:pt x="350" y="124"/>
                  <a:pt x="346" y="115"/>
                  <a:pt x="346" y="104"/>
                </a:cubicBezTo>
                <a:cubicBezTo>
                  <a:pt x="346" y="76"/>
                  <a:pt x="361" y="57"/>
                  <a:pt x="392" y="47"/>
                </a:cubicBezTo>
                <a:cubicBezTo>
                  <a:pt x="385" y="39"/>
                  <a:pt x="373" y="35"/>
                  <a:pt x="355" y="35"/>
                </a:cubicBezTo>
                <a:cubicBezTo>
                  <a:pt x="347" y="35"/>
                  <a:pt x="342" y="36"/>
                  <a:pt x="338" y="37"/>
                </a:cubicBezTo>
                <a:cubicBezTo>
                  <a:pt x="315" y="46"/>
                  <a:pt x="298" y="66"/>
                  <a:pt x="287" y="97"/>
                </a:cubicBezTo>
                <a:cubicBezTo>
                  <a:pt x="251" y="231"/>
                  <a:pt x="232" y="310"/>
                  <a:pt x="232" y="333"/>
                </a:cubicBezTo>
                <a:cubicBezTo>
                  <a:pt x="232" y="350"/>
                  <a:pt x="237" y="362"/>
                  <a:pt x="247" y="369"/>
                </a:cubicBezTo>
                <a:cubicBezTo>
                  <a:pt x="257" y="376"/>
                  <a:pt x="267" y="380"/>
                  <a:pt x="279" y="380"/>
                </a:cubicBezTo>
                <a:cubicBezTo>
                  <a:pt x="301" y="380"/>
                  <a:pt x="323" y="370"/>
                  <a:pt x="345" y="350"/>
                </a:cubicBezTo>
                <a:cubicBezTo>
                  <a:pt x="367" y="330"/>
                  <a:pt x="382" y="305"/>
                  <a:pt x="390" y="276"/>
                </a:cubicBezTo>
                <a:cubicBezTo>
                  <a:pt x="392" y="270"/>
                  <a:pt x="393" y="267"/>
                  <a:pt x="395" y="266"/>
                </a:cubicBezTo>
                <a:cubicBezTo>
                  <a:pt x="397" y="266"/>
                  <a:pt x="402" y="265"/>
                  <a:pt x="410" y="264"/>
                </a:cubicBezTo>
                <a:lnTo>
                  <a:pt x="413" y="264"/>
                </a:lnTo>
                <a:cubicBezTo>
                  <a:pt x="423" y="264"/>
                  <a:pt x="427" y="267"/>
                  <a:pt x="427" y="272"/>
                </a:cubicBezTo>
                <a:cubicBezTo>
                  <a:pt x="427" y="272"/>
                  <a:pt x="427" y="276"/>
                  <a:pt x="425" y="282"/>
                </a:cubicBezTo>
                <a:cubicBezTo>
                  <a:pt x="416" y="316"/>
                  <a:pt x="397" y="347"/>
                  <a:pt x="369" y="374"/>
                </a:cubicBezTo>
                <a:cubicBezTo>
                  <a:pt x="341" y="400"/>
                  <a:pt x="309" y="414"/>
                  <a:pt x="272" y="414"/>
                </a:cubicBezTo>
                <a:cubicBezTo>
                  <a:pt x="229" y="414"/>
                  <a:pt x="197" y="394"/>
                  <a:pt x="175" y="356"/>
                </a:cubicBezTo>
                <a:cubicBezTo>
                  <a:pt x="150" y="394"/>
                  <a:pt x="122" y="413"/>
                  <a:pt x="90" y="413"/>
                </a:cubicBezTo>
                <a:lnTo>
                  <a:pt x="84" y="413"/>
                </a:lnTo>
                <a:cubicBezTo>
                  <a:pt x="54" y="413"/>
                  <a:pt x="33" y="405"/>
                  <a:pt x="20" y="389"/>
                </a:cubicBezTo>
                <a:cubicBezTo>
                  <a:pt x="8" y="373"/>
                  <a:pt x="1" y="357"/>
                  <a:pt x="0" y="339"/>
                </a:cubicBezTo>
                <a:cubicBezTo>
                  <a:pt x="0" y="320"/>
                  <a:pt x="6" y="304"/>
                  <a:pt x="18" y="292"/>
                </a:cubicBezTo>
                <a:cubicBezTo>
                  <a:pt x="29" y="280"/>
                  <a:pt x="43" y="273"/>
                  <a:pt x="59" y="273"/>
                </a:cubicBezTo>
                <a:cubicBezTo>
                  <a:pt x="85" y="273"/>
                  <a:pt x="98" y="286"/>
                  <a:pt x="98" y="312"/>
                </a:cubicBezTo>
                <a:cubicBezTo>
                  <a:pt x="98" y="324"/>
                  <a:pt x="94" y="334"/>
                  <a:pt x="87" y="344"/>
                </a:cubicBezTo>
                <a:cubicBezTo>
                  <a:pt x="80" y="353"/>
                  <a:pt x="73" y="359"/>
                  <a:pt x="66" y="362"/>
                </a:cubicBezTo>
                <a:cubicBezTo>
                  <a:pt x="59" y="365"/>
                  <a:pt x="55" y="366"/>
                  <a:pt x="54" y="366"/>
                </a:cubicBezTo>
                <a:lnTo>
                  <a:pt x="51" y="367"/>
                </a:lnTo>
                <a:cubicBezTo>
                  <a:pt x="51" y="368"/>
                  <a:pt x="53" y="369"/>
                  <a:pt x="57" y="371"/>
                </a:cubicBezTo>
                <a:cubicBezTo>
                  <a:pt x="60" y="373"/>
                  <a:pt x="65" y="375"/>
                  <a:pt x="71" y="377"/>
                </a:cubicBezTo>
                <a:cubicBezTo>
                  <a:pt x="77" y="380"/>
                  <a:pt x="83" y="381"/>
                  <a:pt x="89" y="380"/>
                </a:cubicBezTo>
                <a:cubicBezTo>
                  <a:pt x="110" y="380"/>
                  <a:pt x="129" y="366"/>
                  <a:pt x="145" y="339"/>
                </a:cubicBezTo>
                <a:cubicBezTo>
                  <a:pt x="151" y="329"/>
                  <a:pt x="157" y="309"/>
                  <a:pt x="166" y="277"/>
                </a:cubicBezTo>
                <a:cubicBezTo>
                  <a:pt x="174" y="246"/>
                  <a:pt x="183" y="212"/>
                  <a:pt x="191" y="178"/>
                </a:cubicBezTo>
                <a:cubicBezTo>
                  <a:pt x="200" y="144"/>
                  <a:pt x="205" y="124"/>
                  <a:pt x="206" y="118"/>
                </a:cubicBezTo>
                <a:cubicBezTo>
                  <a:pt x="209" y="101"/>
                  <a:pt x="211" y="90"/>
                  <a:pt x="211" y="82"/>
                </a:cubicBezTo>
                <a:cubicBezTo>
                  <a:pt x="211" y="65"/>
                  <a:pt x="206" y="53"/>
                  <a:pt x="197" y="46"/>
                </a:cubicBezTo>
                <a:cubicBezTo>
                  <a:pt x="188" y="39"/>
                  <a:pt x="178" y="35"/>
                  <a:pt x="166" y="35"/>
                </a:cubicBezTo>
                <a:cubicBezTo>
                  <a:pt x="142" y="35"/>
                  <a:pt x="119" y="45"/>
                  <a:pt x="98" y="64"/>
                </a:cubicBezTo>
                <a:cubicBezTo>
                  <a:pt x="77" y="83"/>
                  <a:pt x="62" y="108"/>
                  <a:pt x="53" y="139"/>
                </a:cubicBezTo>
                <a:cubicBezTo>
                  <a:pt x="52" y="144"/>
                  <a:pt x="50" y="147"/>
                  <a:pt x="49" y="148"/>
                </a:cubicBezTo>
                <a:cubicBezTo>
                  <a:pt x="47" y="148"/>
                  <a:pt x="42" y="149"/>
                  <a:pt x="34" y="150"/>
                </a:cubicBezTo>
                <a:lnTo>
                  <a:pt x="21" y="150"/>
                </a:lnTo>
                <a:cubicBezTo>
                  <a:pt x="18" y="146"/>
                  <a:pt x="16" y="143"/>
                  <a:pt x="16" y="14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" name=""/>
          <p:cNvSpPr/>
          <p:nvPr/>
        </p:nvSpPr>
        <p:spPr>
          <a:xfrm>
            <a:off x="1073520" y="522900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4" y="22"/>
                </a:lnTo>
                <a:cubicBezTo>
                  <a:pt x="111" y="74"/>
                  <a:pt x="152" y="138"/>
                  <a:pt x="179" y="215"/>
                </a:cubicBezTo>
                <a:cubicBezTo>
                  <a:pt x="205" y="292"/>
                  <a:pt x="219" y="372"/>
                  <a:pt x="219" y="455"/>
                </a:cubicBezTo>
                <a:cubicBezTo>
                  <a:pt x="219" y="497"/>
                  <a:pt x="215" y="537"/>
                  <a:pt x="209" y="575"/>
                </a:cubicBezTo>
                <a:cubicBezTo>
                  <a:pt x="203" y="613"/>
                  <a:pt x="196" y="646"/>
                  <a:pt x="188" y="673"/>
                </a:cubicBezTo>
                <a:cubicBezTo>
                  <a:pt x="181" y="699"/>
                  <a:pt x="169" y="726"/>
                  <a:pt x="154" y="753"/>
                </a:cubicBezTo>
                <a:cubicBezTo>
                  <a:pt x="139" y="779"/>
                  <a:pt x="128" y="800"/>
                  <a:pt x="119" y="814"/>
                </a:cubicBezTo>
                <a:cubicBezTo>
                  <a:pt x="111" y="828"/>
                  <a:pt x="98" y="843"/>
                  <a:pt x="82" y="860"/>
                </a:cubicBezTo>
                <a:cubicBezTo>
                  <a:pt x="66" y="877"/>
                  <a:pt x="56" y="887"/>
                  <a:pt x="53" y="890"/>
                </a:cubicBezTo>
                <a:cubicBezTo>
                  <a:pt x="50" y="893"/>
                  <a:pt x="43" y="899"/>
                  <a:pt x="32" y="907"/>
                </a:cubicBezTo>
                <a:cubicBezTo>
                  <a:pt x="30" y="909"/>
                  <a:pt x="29" y="910"/>
                  <a:pt x="28" y="911"/>
                </a:cubicBezTo>
                <a:lnTo>
                  <a:pt x="17" y="911"/>
                </a:lnTo>
                <a:cubicBezTo>
                  <a:pt x="12" y="911"/>
                  <a:pt x="9" y="911"/>
                  <a:pt x="7" y="911"/>
                </a:cubicBezTo>
                <a:cubicBezTo>
                  <a:pt x="6" y="911"/>
                  <a:pt x="4" y="910"/>
                  <a:pt x="3" y="908"/>
                </a:cubicBezTo>
                <a:cubicBezTo>
                  <a:pt x="2" y="906"/>
                  <a:pt x="1" y="904"/>
                  <a:pt x="0" y="900"/>
                </a:cubicBezTo>
                <a:cubicBezTo>
                  <a:pt x="1" y="900"/>
                  <a:pt x="4" y="896"/>
                  <a:pt x="10" y="888"/>
                </a:cubicBezTo>
                <a:cubicBezTo>
                  <a:pt x="104" y="791"/>
                  <a:pt x="151" y="647"/>
                  <a:pt x="151" y="455"/>
                </a:cubicBezTo>
                <a:cubicBezTo>
                  <a:pt x="151" y="265"/>
                  <a:pt x="104" y="121"/>
                  <a:pt x="10" y="23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571320" y="3786480"/>
            <a:ext cx="21344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地域平均治療効果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" name=""/>
          <p:cNvSpPr/>
          <p:nvPr/>
        </p:nvSpPr>
        <p:spPr>
          <a:xfrm>
            <a:off x="5134680" y="5248080"/>
            <a:ext cx="235440" cy="222840"/>
          </a:xfrm>
          <a:custGeom>
            <a:avLst/>
            <a:gdLst/>
            <a:ahLst/>
            <a:rect l="0" t="0" r="r" b="b"/>
            <a:pathLst>
              <a:path w="654" h="619">
                <a:moveTo>
                  <a:pt x="15" y="619"/>
                </a:moveTo>
                <a:cubicBezTo>
                  <a:pt x="5" y="619"/>
                  <a:pt x="0" y="616"/>
                  <a:pt x="0" y="609"/>
                </a:cubicBezTo>
                <a:cubicBezTo>
                  <a:pt x="0" y="608"/>
                  <a:pt x="0" y="604"/>
                  <a:pt x="2" y="597"/>
                </a:cubicBezTo>
                <a:cubicBezTo>
                  <a:pt x="5" y="587"/>
                  <a:pt x="7" y="582"/>
                  <a:pt x="10" y="580"/>
                </a:cubicBezTo>
                <a:cubicBezTo>
                  <a:pt x="12" y="579"/>
                  <a:pt x="19" y="578"/>
                  <a:pt x="30" y="578"/>
                </a:cubicBezTo>
                <a:cubicBezTo>
                  <a:pt x="47" y="578"/>
                  <a:pt x="65" y="577"/>
                  <a:pt x="85" y="575"/>
                </a:cubicBezTo>
                <a:cubicBezTo>
                  <a:pt x="94" y="573"/>
                  <a:pt x="99" y="569"/>
                  <a:pt x="102" y="563"/>
                </a:cubicBezTo>
                <a:cubicBezTo>
                  <a:pt x="104" y="560"/>
                  <a:pt x="125" y="475"/>
                  <a:pt x="167" y="307"/>
                </a:cubicBezTo>
                <a:cubicBezTo>
                  <a:pt x="209" y="140"/>
                  <a:pt x="230" y="55"/>
                  <a:pt x="231" y="53"/>
                </a:cubicBezTo>
                <a:cubicBezTo>
                  <a:pt x="231" y="49"/>
                  <a:pt x="229" y="46"/>
                  <a:pt x="227" y="46"/>
                </a:cubicBezTo>
                <a:cubicBezTo>
                  <a:pt x="222" y="45"/>
                  <a:pt x="206" y="43"/>
                  <a:pt x="179" y="42"/>
                </a:cubicBezTo>
                <a:lnTo>
                  <a:pt x="151" y="42"/>
                </a:lnTo>
                <a:cubicBezTo>
                  <a:pt x="147" y="38"/>
                  <a:pt x="145" y="36"/>
                  <a:pt x="145" y="35"/>
                </a:cubicBezTo>
                <a:cubicBezTo>
                  <a:pt x="145" y="33"/>
                  <a:pt x="146" y="28"/>
                  <a:pt x="147" y="19"/>
                </a:cubicBezTo>
                <a:cubicBezTo>
                  <a:pt x="149" y="9"/>
                  <a:pt x="152" y="2"/>
                  <a:pt x="156" y="0"/>
                </a:cubicBezTo>
                <a:lnTo>
                  <a:pt x="647" y="0"/>
                </a:lnTo>
                <a:cubicBezTo>
                  <a:pt x="651" y="2"/>
                  <a:pt x="654" y="6"/>
                  <a:pt x="654" y="10"/>
                </a:cubicBezTo>
                <a:cubicBezTo>
                  <a:pt x="654" y="13"/>
                  <a:pt x="650" y="47"/>
                  <a:pt x="642" y="112"/>
                </a:cubicBezTo>
                <a:cubicBezTo>
                  <a:pt x="634" y="177"/>
                  <a:pt x="630" y="210"/>
                  <a:pt x="629" y="212"/>
                </a:cubicBezTo>
                <a:cubicBezTo>
                  <a:pt x="628" y="216"/>
                  <a:pt x="622" y="218"/>
                  <a:pt x="611" y="218"/>
                </a:cubicBezTo>
                <a:lnTo>
                  <a:pt x="600" y="218"/>
                </a:lnTo>
                <a:cubicBezTo>
                  <a:pt x="596" y="215"/>
                  <a:pt x="594" y="211"/>
                  <a:pt x="594" y="206"/>
                </a:cubicBezTo>
                <a:cubicBezTo>
                  <a:pt x="594" y="206"/>
                  <a:pt x="594" y="199"/>
                  <a:pt x="596" y="185"/>
                </a:cubicBezTo>
                <a:cubicBezTo>
                  <a:pt x="598" y="171"/>
                  <a:pt x="599" y="155"/>
                  <a:pt x="599" y="136"/>
                </a:cubicBezTo>
                <a:cubicBezTo>
                  <a:pt x="599" y="118"/>
                  <a:pt x="597" y="103"/>
                  <a:pt x="593" y="92"/>
                </a:cubicBezTo>
                <a:cubicBezTo>
                  <a:pt x="588" y="80"/>
                  <a:pt x="583" y="71"/>
                  <a:pt x="575" y="64"/>
                </a:cubicBezTo>
                <a:cubicBezTo>
                  <a:pt x="568" y="56"/>
                  <a:pt x="557" y="52"/>
                  <a:pt x="542" y="49"/>
                </a:cubicBezTo>
                <a:cubicBezTo>
                  <a:pt x="527" y="47"/>
                  <a:pt x="511" y="45"/>
                  <a:pt x="495" y="43"/>
                </a:cubicBezTo>
                <a:cubicBezTo>
                  <a:pt x="480" y="41"/>
                  <a:pt x="458" y="41"/>
                  <a:pt x="430" y="42"/>
                </a:cubicBezTo>
                <a:lnTo>
                  <a:pt x="409" y="42"/>
                </a:lnTo>
                <a:cubicBezTo>
                  <a:pt x="358" y="42"/>
                  <a:pt x="332" y="43"/>
                  <a:pt x="329" y="45"/>
                </a:cubicBezTo>
                <a:cubicBezTo>
                  <a:pt x="326" y="46"/>
                  <a:pt x="324" y="48"/>
                  <a:pt x="322" y="52"/>
                </a:cubicBezTo>
                <a:cubicBezTo>
                  <a:pt x="322" y="52"/>
                  <a:pt x="312" y="92"/>
                  <a:pt x="291" y="171"/>
                </a:cubicBezTo>
                <a:lnTo>
                  <a:pt x="262" y="288"/>
                </a:lnTo>
                <a:lnTo>
                  <a:pt x="312" y="288"/>
                </a:lnTo>
                <a:cubicBezTo>
                  <a:pt x="314" y="288"/>
                  <a:pt x="321" y="288"/>
                  <a:pt x="333" y="288"/>
                </a:cubicBezTo>
                <a:cubicBezTo>
                  <a:pt x="345" y="288"/>
                  <a:pt x="354" y="288"/>
                  <a:pt x="359" y="287"/>
                </a:cubicBezTo>
                <a:cubicBezTo>
                  <a:pt x="364" y="287"/>
                  <a:pt x="370" y="286"/>
                  <a:pt x="379" y="285"/>
                </a:cubicBezTo>
                <a:cubicBezTo>
                  <a:pt x="387" y="283"/>
                  <a:pt x="395" y="281"/>
                  <a:pt x="401" y="278"/>
                </a:cubicBezTo>
                <a:cubicBezTo>
                  <a:pt x="408" y="275"/>
                  <a:pt x="413" y="272"/>
                  <a:pt x="417" y="267"/>
                </a:cubicBezTo>
                <a:cubicBezTo>
                  <a:pt x="425" y="260"/>
                  <a:pt x="432" y="250"/>
                  <a:pt x="437" y="237"/>
                </a:cubicBezTo>
                <a:cubicBezTo>
                  <a:pt x="443" y="225"/>
                  <a:pt x="446" y="213"/>
                  <a:pt x="449" y="203"/>
                </a:cubicBezTo>
                <a:cubicBezTo>
                  <a:pt x="451" y="193"/>
                  <a:pt x="453" y="187"/>
                  <a:pt x="453" y="186"/>
                </a:cubicBezTo>
                <a:cubicBezTo>
                  <a:pt x="455" y="183"/>
                  <a:pt x="461" y="182"/>
                  <a:pt x="471" y="182"/>
                </a:cubicBezTo>
                <a:lnTo>
                  <a:pt x="482" y="182"/>
                </a:lnTo>
                <a:cubicBezTo>
                  <a:pt x="486" y="185"/>
                  <a:pt x="488" y="188"/>
                  <a:pt x="488" y="191"/>
                </a:cubicBezTo>
                <a:cubicBezTo>
                  <a:pt x="488" y="193"/>
                  <a:pt x="479" y="233"/>
                  <a:pt x="460" y="310"/>
                </a:cubicBezTo>
                <a:cubicBezTo>
                  <a:pt x="441" y="388"/>
                  <a:pt x="431" y="428"/>
                  <a:pt x="429" y="430"/>
                </a:cubicBezTo>
                <a:cubicBezTo>
                  <a:pt x="428" y="434"/>
                  <a:pt x="422" y="437"/>
                  <a:pt x="411" y="437"/>
                </a:cubicBezTo>
                <a:lnTo>
                  <a:pt x="399" y="437"/>
                </a:lnTo>
                <a:cubicBezTo>
                  <a:pt x="395" y="433"/>
                  <a:pt x="392" y="429"/>
                  <a:pt x="392" y="426"/>
                </a:cubicBezTo>
                <a:cubicBezTo>
                  <a:pt x="392" y="424"/>
                  <a:pt x="394" y="417"/>
                  <a:pt x="397" y="406"/>
                </a:cubicBezTo>
                <a:cubicBezTo>
                  <a:pt x="400" y="394"/>
                  <a:pt x="402" y="382"/>
                  <a:pt x="402" y="369"/>
                </a:cubicBezTo>
                <a:cubicBezTo>
                  <a:pt x="402" y="352"/>
                  <a:pt x="395" y="341"/>
                  <a:pt x="383" y="337"/>
                </a:cubicBezTo>
                <a:cubicBezTo>
                  <a:pt x="371" y="332"/>
                  <a:pt x="344" y="330"/>
                  <a:pt x="302" y="330"/>
                </a:cubicBezTo>
                <a:lnTo>
                  <a:pt x="252" y="330"/>
                </a:lnTo>
                <a:lnTo>
                  <a:pt x="223" y="446"/>
                </a:lnTo>
                <a:cubicBezTo>
                  <a:pt x="204" y="521"/>
                  <a:pt x="194" y="560"/>
                  <a:pt x="194" y="565"/>
                </a:cubicBezTo>
                <a:cubicBezTo>
                  <a:pt x="194" y="573"/>
                  <a:pt x="221" y="578"/>
                  <a:pt x="275" y="578"/>
                </a:cubicBezTo>
                <a:lnTo>
                  <a:pt x="298" y="578"/>
                </a:lnTo>
                <a:cubicBezTo>
                  <a:pt x="301" y="581"/>
                  <a:pt x="303" y="583"/>
                  <a:pt x="303" y="584"/>
                </a:cubicBezTo>
                <a:cubicBezTo>
                  <a:pt x="303" y="585"/>
                  <a:pt x="303" y="591"/>
                  <a:pt x="301" y="602"/>
                </a:cubicBezTo>
                <a:cubicBezTo>
                  <a:pt x="299" y="610"/>
                  <a:pt x="296" y="616"/>
                  <a:pt x="292" y="619"/>
                </a:cubicBezTo>
                <a:lnTo>
                  <a:pt x="277" y="619"/>
                </a:lnTo>
                <a:cubicBezTo>
                  <a:pt x="252" y="618"/>
                  <a:pt x="206" y="618"/>
                  <a:pt x="140" y="618"/>
                </a:cubicBezTo>
                <a:cubicBezTo>
                  <a:pt x="100" y="618"/>
                  <a:pt x="70" y="618"/>
                  <a:pt x="50" y="618"/>
                </a:cubicBezTo>
                <a:cubicBezTo>
                  <a:pt x="29" y="618"/>
                  <a:pt x="17" y="618"/>
                  <a:pt x="15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6" name=""/>
          <p:cNvSpPr/>
          <p:nvPr/>
        </p:nvSpPr>
        <p:spPr>
          <a:xfrm>
            <a:off x="5350680" y="5417280"/>
            <a:ext cx="95040" cy="105120"/>
          </a:xfrm>
          <a:custGeom>
            <a:avLst/>
            <a:gdLst/>
            <a:ahLst/>
            <a:rect l="0" t="0" r="r" b="b"/>
            <a:pathLst>
              <a:path w="264" h="292">
                <a:moveTo>
                  <a:pt x="0" y="99"/>
                </a:moveTo>
                <a:cubicBezTo>
                  <a:pt x="0" y="98"/>
                  <a:pt x="1" y="96"/>
                  <a:pt x="1" y="94"/>
                </a:cubicBezTo>
                <a:cubicBezTo>
                  <a:pt x="1" y="92"/>
                  <a:pt x="2" y="87"/>
                  <a:pt x="4" y="80"/>
                </a:cubicBezTo>
                <a:cubicBezTo>
                  <a:pt x="6" y="73"/>
                  <a:pt x="8" y="66"/>
                  <a:pt x="11" y="60"/>
                </a:cubicBezTo>
                <a:cubicBezTo>
                  <a:pt x="13" y="54"/>
                  <a:pt x="16" y="47"/>
                  <a:pt x="20" y="39"/>
                </a:cubicBezTo>
                <a:cubicBezTo>
                  <a:pt x="24" y="31"/>
                  <a:pt x="28" y="24"/>
                  <a:pt x="33" y="20"/>
                </a:cubicBezTo>
                <a:cubicBezTo>
                  <a:pt x="38" y="15"/>
                  <a:pt x="43" y="10"/>
                  <a:pt x="50" y="5"/>
                </a:cubicBezTo>
                <a:cubicBezTo>
                  <a:pt x="56" y="1"/>
                  <a:pt x="63" y="-1"/>
                  <a:pt x="71" y="0"/>
                </a:cubicBezTo>
                <a:cubicBezTo>
                  <a:pt x="83" y="0"/>
                  <a:pt x="94" y="2"/>
                  <a:pt x="104" y="7"/>
                </a:cubicBezTo>
                <a:cubicBezTo>
                  <a:pt x="113" y="13"/>
                  <a:pt x="120" y="17"/>
                  <a:pt x="124" y="22"/>
                </a:cubicBezTo>
                <a:cubicBezTo>
                  <a:pt x="128" y="26"/>
                  <a:pt x="130" y="30"/>
                  <a:pt x="131" y="34"/>
                </a:cubicBezTo>
                <a:cubicBezTo>
                  <a:pt x="132" y="37"/>
                  <a:pt x="132" y="38"/>
                  <a:pt x="133" y="38"/>
                </a:cubicBezTo>
                <a:cubicBezTo>
                  <a:pt x="133" y="38"/>
                  <a:pt x="135" y="37"/>
                  <a:pt x="138" y="34"/>
                </a:cubicBezTo>
                <a:cubicBezTo>
                  <a:pt x="158" y="11"/>
                  <a:pt x="182" y="0"/>
                  <a:pt x="210" y="0"/>
                </a:cubicBezTo>
                <a:lnTo>
                  <a:pt x="212" y="0"/>
                </a:lnTo>
                <a:cubicBezTo>
                  <a:pt x="233" y="0"/>
                  <a:pt x="248" y="9"/>
                  <a:pt x="258" y="27"/>
                </a:cubicBezTo>
                <a:cubicBezTo>
                  <a:pt x="262" y="35"/>
                  <a:pt x="264" y="43"/>
                  <a:pt x="264" y="50"/>
                </a:cubicBezTo>
                <a:cubicBezTo>
                  <a:pt x="264" y="63"/>
                  <a:pt x="261" y="74"/>
                  <a:pt x="255" y="81"/>
                </a:cubicBezTo>
                <a:cubicBezTo>
                  <a:pt x="250" y="89"/>
                  <a:pt x="244" y="94"/>
                  <a:pt x="239" y="96"/>
                </a:cubicBezTo>
                <a:cubicBezTo>
                  <a:pt x="233" y="98"/>
                  <a:pt x="228" y="99"/>
                  <a:pt x="222" y="99"/>
                </a:cubicBezTo>
                <a:cubicBezTo>
                  <a:pt x="214" y="99"/>
                  <a:pt x="207" y="96"/>
                  <a:pt x="201" y="92"/>
                </a:cubicBezTo>
                <a:cubicBezTo>
                  <a:pt x="196" y="87"/>
                  <a:pt x="193" y="81"/>
                  <a:pt x="193" y="73"/>
                </a:cubicBezTo>
                <a:cubicBezTo>
                  <a:pt x="193" y="52"/>
                  <a:pt x="206" y="39"/>
                  <a:pt x="230" y="32"/>
                </a:cubicBezTo>
                <a:cubicBezTo>
                  <a:pt x="221" y="26"/>
                  <a:pt x="213" y="23"/>
                  <a:pt x="207" y="23"/>
                </a:cubicBezTo>
                <a:cubicBezTo>
                  <a:pt x="182" y="23"/>
                  <a:pt x="160" y="39"/>
                  <a:pt x="140" y="71"/>
                </a:cubicBezTo>
                <a:cubicBezTo>
                  <a:pt x="136" y="78"/>
                  <a:pt x="132" y="85"/>
                  <a:pt x="130" y="92"/>
                </a:cubicBezTo>
                <a:cubicBezTo>
                  <a:pt x="128" y="100"/>
                  <a:pt x="121" y="128"/>
                  <a:pt x="108" y="178"/>
                </a:cubicBezTo>
                <a:cubicBezTo>
                  <a:pt x="94" y="239"/>
                  <a:pt x="85" y="271"/>
                  <a:pt x="83" y="275"/>
                </a:cubicBezTo>
                <a:cubicBezTo>
                  <a:pt x="78" y="286"/>
                  <a:pt x="68" y="292"/>
                  <a:pt x="56" y="292"/>
                </a:cubicBezTo>
                <a:cubicBezTo>
                  <a:pt x="50" y="292"/>
                  <a:pt x="46" y="291"/>
                  <a:pt x="42" y="288"/>
                </a:cubicBezTo>
                <a:cubicBezTo>
                  <a:pt x="39" y="286"/>
                  <a:pt x="36" y="283"/>
                  <a:pt x="35" y="280"/>
                </a:cubicBezTo>
                <a:cubicBezTo>
                  <a:pt x="34" y="278"/>
                  <a:pt x="33" y="276"/>
                  <a:pt x="34" y="274"/>
                </a:cubicBezTo>
                <a:cubicBezTo>
                  <a:pt x="34" y="268"/>
                  <a:pt x="42" y="231"/>
                  <a:pt x="59" y="162"/>
                </a:cubicBezTo>
                <a:cubicBezTo>
                  <a:pt x="77" y="94"/>
                  <a:pt x="85" y="56"/>
                  <a:pt x="85" y="49"/>
                </a:cubicBezTo>
                <a:cubicBezTo>
                  <a:pt x="85" y="32"/>
                  <a:pt x="80" y="23"/>
                  <a:pt x="68" y="23"/>
                </a:cubicBezTo>
                <a:cubicBezTo>
                  <a:pt x="59" y="23"/>
                  <a:pt x="52" y="29"/>
                  <a:pt x="45" y="41"/>
                </a:cubicBezTo>
                <a:cubicBezTo>
                  <a:pt x="39" y="53"/>
                  <a:pt x="34" y="67"/>
                  <a:pt x="30" y="81"/>
                </a:cubicBezTo>
                <a:cubicBezTo>
                  <a:pt x="26" y="95"/>
                  <a:pt x="24" y="103"/>
                  <a:pt x="23" y="104"/>
                </a:cubicBezTo>
                <a:cubicBezTo>
                  <a:pt x="22" y="105"/>
                  <a:pt x="19" y="105"/>
                  <a:pt x="13" y="105"/>
                </a:cubicBezTo>
                <a:lnTo>
                  <a:pt x="4" y="105"/>
                </a:lnTo>
                <a:cubicBezTo>
                  <a:pt x="1" y="103"/>
                  <a:pt x="0" y="101"/>
                  <a:pt x="0" y="9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" name=""/>
          <p:cNvSpPr/>
          <p:nvPr/>
        </p:nvSpPr>
        <p:spPr>
          <a:xfrm>
            <a:off x="6198120" y="5333760"/>
            <a:ext cx="133920" cy="148680"/>
          </a:xfrm>
          <a:custGeom>
            <a:avLst/>
            <a:gdLst/>
            <a:ahLst/>
            <a:rect l="0" t="0" r="r" b="b"/>
            <a:pathLst>
              <a:path w="372" h="413">
                <a:moveTo>
                  <a:pt x="0" y="141"/>
                </a:moveTo>
                <a:cubicBezTo>
                  <a:pt x="0" y="139"/>
                  <a:pt x="1" y="137"/>
                  <a:pt x="1" y="134"/>
                </a:cubicBezTo>
                <a:cubicBezTo>
                  <a:pt x="2" y="131"/>
                  <a:pt x="3" y="124"/>
                  <a:pt x="6" y="114"/>
                </a:cubicBezTo>
                <a:cubicBezTo>
                  <a:pt x="8" y="104"/>
                  <a:pt x="11" y="94"/>
                  <a:pt x="15" y="86"/>
                </a:cubicBezTo>
                <a:cubicBezTo>
                  <a:pt x="19" y="77"/>
                  <a:pt x="23" y="67"/>
                  <a:pt x="29" y="56"/>
                </a:cubicBezTo>
                <a:cubicBezTo>
                  <a:pt x="34" y="44"/>
                  <a:pt x="41" y="35"/>
                  <a:pt x="48" y="28"/>
                </a:cubicBezTo>
                <a:cubicBezTo>
                  <a:pt x="54" y="22"/>
                  <a:pt x="62" y="15"/>
                  <a:pt x="71" y="8"/>
                </a:cubicBezTo>
                <a:cubicBezTo>
                  <a:pt x="81" y="2"/>
                  <a:pt x="91" y="-1"/>
                  <a:pt x="101" y="0"/>
                </a:cubicBezTo>
                <a:cubicBezTo>
                  <a:pt x="119" y="0"/>
                  <a:pt x="134" y="4"/>
                  <a:pt x="148" y="11"/>
                </a:cubicBezTo>
                <a:cubicBezTo>
                  <a:pt x="161" y="18"/>
                  <a:pt x="171" y="25"/>
                  <a:pt x="176" y="31"/>
                </a:cubicBezTo>
                <a:cubicBezTo>
                  <a:pt x="181" y="37"/>
                  <a:pt x="185" y="43"/>
                  <a:pt x="186" y="49"/>
                </a:cubicBezTo>
                <a:cubicBezTo>
                  <a:pt x="187" y="53"/>
                  <a:pt x="188" y="55"/>
                  <a:pt x="189" y="55"/>
                </a:cubicBezTo>
                <a:cubicBezTo>
                  <a:pt x="189" y="55"/>
                  <a:pt x="192" y="53"/>
                  <a:pt x="196" y="48"/>
                </a:cubicBezTo>
                <a:cubicBezTo>
                  <a:pt x="225" y="17"/>
                  <a:pt x="259" y="1"/>
                  <a:pt x="297" y="1"/>
                </a:cubicBezTo>
                <a:lnTo>
                  <a:pt x="300" y="1"/>
                </a:lnTo>
                <a:cubicBezTo>
                  <a:pt x="329" y="1"/>
                  <a:pt x="351" y="14"/>
                  <a:pt x="365" y="38"/>
                </a:cubicBezTo>
                <a:cubicBezTo>
                  <a:pt x="370" y="50"/>
                  <a:pt x="372" y="61"/>
                  <a:pt x="372" y="72"/>
                </a:cubicBezTo>
                <a:cubicBezTo>
                  <a:pt x="372" y="90"/>
                  <a:pt x="368" y="105"/>
                  <a:pt x="361" y="116"/>
                </a:cubicBezTo>
                <a:cubicBezTo>
                  <a:pt x="353" y="127"/>
                  <a:pt x="345" y="134"/>
                  <a:pt x="337" y="137"/>
                </a:cubicBezTo>
                <a:cubicBezTo>
                  <a:pt x="329" y="140"/>
                  <a:pt x="322" y="141"/>
                  <a:pt x="314" y="140"/>
                </a:cubicBezTo>
                <a:cubicBezTo>
                  <a:pt x="302" y="140"/>
                  <a:pt x="292" y="137"/>
                  <a:pt x="285" y="130"/>
                </a:cubicBezTo>
                <a:cubicBezTo>
                  <a:pt x="278" y="124"/>
                  <a:pt x="274" y="115"/>
                  <a:pt x="274" y="104"/>
                </a:cubicBezTo>
                <a:cubicBezTo>
                  <a:pt x="274" y="75"/>
                  <a:pt x="291" y="55"/>
                  <a:pt x="325" y="46"/>
                </a:cubicBezTo>
                <a:cubicBezTo>
                  <a:pt x="312" y="38"/>
                  <a:pt x="301" y="34"/>
                  <a:pt x="292" y="34"/>
                </a:cubicBezTo>
                <a:cubicBezTo>
                  <a:pt x="258" y="34"/>
                  <a:pt x="227" y="56"/>
                  <a:pt x="199" y="101"/>
                </a:cubicBezTo>
                <a:cubicBezTo>
                  <a:pt x="193" y="111"/>
                  <a:pt x="188" y="121"/>
                  <a:pt x="185" y="131"/>
                </a:cubicBezTo>
                <a:cubicBezTo>
                  <a:pt x="182" y="142"/>
                  <a:pt x="172" y="182"/>
                  <a:pt x="154" y="253"/>
                </a:cubicBezTo>
                <a:cubicBezTo>
                  <a:pt x="134" y="338"/>
                  <a:pt x="122" y="383"/>
                  <a:pt x="119" y="389"/>
                </a:cubicBezTo>
                <a:cubicBezTo>
                  <a:pt x="111" y="405"/>
                  <a:pt x="98" y="413"/>
                  <a:pt x="80" y="413"/>
                </a:cubicBezTo>
                <a:cubicBezTo>
                  <a:pt x="72" y="413"/>
                  <a:pt x="65" y="411"/>
                  <a:pt x="61" y="408"/>
                </a:cubicBezTo>
                <a:cubicBezTo>
                  <a:pt x="56" y="404"/>
                  <a:pt x="52" y="400"/>
                  <a:pt x="51" y="397"/>
                </a:cubicBezTo>
                <a:cubicBezTo>
                  <a:pt x="49" y="393"/>
                  <a:pt x="48" y="390"/>
                  <a:pt x="49" y="388"/>
                </a:cubicBezTo>
                <a:cubicBezTo>
                  <a:pt x="49" y="380"/>
                  <a:pt x="61" y="328"/>
                  <a:pt x="85" y="231"/>
                </a:cubicBezTo>
                <a:cubicBezTo>
                  <a:pt x="109" y="134"/>
                  <a:pt x="121" y="80"/>
                  <a:pt x="121" y="69"/>
                </a:cubicBezTo>
                <a:cubicBezTo>
                  <a:pt x="121" y="46"/>
                  <a:pt x="114" y="34"/>
                  <a:pt x="98" y="34"/>
                </a:cubicBezTo>
                <a:cubicBezTo>
                  <a:pt x="85" y="34"/>
                  <a:pt x="74" y="42"/>
                  <a:pt x="65" y="59"/>
                </a:cubicBezTo>
                <a:cubicBezTo>
                  <a:pt x="56" y="76"/>
                  <a:pt x="49" y="95"/>
                  <a:pt x="43" y="115"/>
                </a:cubicBezTo>
                <a:cubicBezTo>
                  <a:pt x="38" y="135"/>
                  <a:pt x="33" y="146"/>
                  <a:pt x="32" y="148"/>
                </a:cubicBezTo>
                <a:cubicBezTo>
                  <a:pt x="31" y="149"/>
                  <a:pt x="26" y="149"/>
                  <a:pt x="18" y="149"/>
                </a:cubicBezTo>
                <a:lnTo>
                  <a:pt x="5" y="149"/>
                </a:lnTo>
                <a:cubicBezTo>
                  <a:pt x="1" y="146"/>
                  <a:pt x="0" y="143"/>
                  <a:pt x="0" y="1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1183320" y="5210280"/>
            <a:ext cx="47440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CATE (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条件付き平均治療効果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、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地域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6339960" y="5210280"/>
            <a:ext cx="28022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の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effect modifier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分布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571320" y="155520"/>
            <a:ext cx="389916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Effect Modifier </a:t>
            </a:r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とは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1927520" y="6657840"/>
            <a:ext cx="13284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" name=""/>
          <p:cNvSpPr/>
          <p:nvPr/>
        </p:nvSpPr>
        <p:spPr>
          <a:xfrm>
            <a:off x="571320" y="3962160"/>
            <a:ext cx="2905560" cy="38520"/>
          </a:xfrm>
          <a:custGeom>
            <a:avLst/>
            <a:gdLst/>
            <a:ahLst/>
            <a:rect l="0" t="0" r="r" b="b"/>
            <a:pathLst>
              <a:path w="8071" h="107">
                <a:moveTo>
                  <a:pt x="0" y="0"/>
                </a:moveTo>
                <a:lnTo>
                  <a:pt x="8071" y="0"/>
                </a:lnTo>
                <a:lnTo>
                  <a:pt x="807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571320" y="2833560"/>
            <a:ext cx="2625840" cy="1015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Methods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3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8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571320" y="1419120"/>
            <a:ext cx="33181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SMD —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分散‧形状差に盲目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2" name=""/>
          <p:cNvSpPr/>
          <p:nvPr/>
        </p:nvSpPr>
        <p:spPr>
          <a:xfrm>
            <a:off x="3077280" y="1811520"/>
            <a:ext cx="281160" cy="223920"/>
          </a:xfrm>
          <a:custGeom>
            <a:avLst/>
            <a:gdLst/>
            <a:ahLst/>
            <a:rect l="0" t="0" r="r" b="b"/>
            <a:pathLst>
              <a:path w="781" h="622">
                <a:moveTo>
                  <a:pt x="185" y="41"/>
                </a:moveTo>
                <a:cubicBezTo>
                  <a:pt x="183" y="41"/>
                  <a:pt x="181" y="41"/>
                  <a:pt x="178" y="41"/>
                </a:cubicBezTo>
                <a:cubicBezTo>
                  <a:pt x="162" y="41"/>
                  <a:pt x="153" y="41"/>
                  <a:pt x="150" y="40"/>
                </a:cubicBezTo>
                <a:cubicBezTo>
                  <a:pt x="147" y="40"/>
                  <a:pt x="146" y="37"/>
                  <a:pt x="146" y="30"/>
                </a:cubicBezTo>
                <a:cubicBezTo>
                  <a:pt x="146" y="14"/>
                  <a:pt x="149" y="4"/>
                  <a:pt x="156" y="0"/>
                </a:cubicBezTo>
                <a:cubicBezTo>
                  <a:pt x="157" y="0"/>
                  <a:pt x="186" y="0"/>
                  <a:pt x="244" y="0"/>
                </a:cubicBezTo>
                <a:cubicBezTo>
                  <a:pt x="291" y="0"/>
                  <a:pt x="317" y="0"/>
                  <a:pt x="324" y="0"/>
                </a:cubicBezTo>
                <a:cubicBezTo>
                  <a:pt x="331" y="0"/>
                  <a:pt x="335" y="1"/>
                  <a:pt x="337" y="5"/>
                </a:cubicBezTo>
                <a:cubicBezTo>
                  <a:pt x="466" y="307"/>
                  <a:pt x="531" y="461"/>
                  <a:pt x="533" y="469"/>
                </a:cubicBezTo>
                <a:lnTo>
                  <a:pt x="583" y="275"/>
                </a:lnTo>
                <a:cubicBezTo>
                  <a:pt x="615" y="146"/>
                  <a:pt x="631" y="78"/>
                  <a:pt x="631" y="70"/>
                </a:cubicBezTo>
                <a:cubicBezTo>
                  <a:pt x="631" y="53"/>
                  <a:pt x="611" y="44"/>
                  <a:pt x="573" y="41"/>
                </a:cubicBezTo>
                <a:cubicBezTo>
                  <a:pt x="558" y="41"/>
                  <a:pt x="551" y="38"/>
                  <a:pt x="551" y="31"/>
                </a:cubicBezTo>
                <a:cubicBezTo>
                  <a:pt x="551" y="30"/>
                  <a:pt x="551" y="27"/>
                  <a:pt x="552" y="20"/>
                </a:cubicBezTo>
                <a:cubicBezTo>
                  <a:pt x="555" y="11"/>
                  <a:pt x="557" y="5"/>
                  <a:pt x="558" y="3"/>
                </a:cubicBezTo>
                <a:cubicBezTo>
                  <a:pt x="559" y="1"/>
                  <a:pt x="562" y="0"/>
                  <a:pt x="567" y="0"/>
                </a:cubicBezTo>
                <a:cubicBezTo>
                  <a:pt x="569" y="0"/>
                  <a:pt x="578" y="0"/>
                  <a:pt x="595" y="0"/>
                </a:cubicBezTo>
                <a:cubicBezTo>
                  <a:pt x="612" y="1"/>
                  <a:pt x="637" y="2"/>
                  <a:pt x="671" y="2"/>
                </a:cubicBezTo>
                <a:cubicBezTo>
                  <a:pt x="701" y="2"/>
                  <a:pt x="724" y="2"/>
                  <a:pt x="740" y="1"/>
                </a:cubicBezTo>
                <a:cubicBezTo>
                  <a:pt x="756" y="1"/>
                  <a:pt x="765" y="0"/>
                  <a:pt x="767" y="0"/>
                </a:cubicBezTo>
                <a:cubicBezTo>
                  <a:pt x="776" y="0"/>
                  <a:pt x="781" y="4"/>
                  <a:pt x="781" y="10"/>
                </a:cubicBezTo>
                <a:cubicBezTo>
                  <a:pt x="781" y="23"/>
                  <a:pt x="778" y="32"/>
                  <a:pt x="774" y="37"/>
                </a:cubicBezTo>
                <a:cubicBezTo>
                  <a:pt x="772" y="40"/>
                  <a:pt x="766" y="41"/>
                  <a:pt x="754" y="41"/>
                </a:cubicBezTo>
                <a:cubicBezTo>
                  <a:pt x="710" y="44"/>
                  <a:pt x="683" y="56"/>
                  <a:pt x="673" y="78"/>
                </a:cubicBezTo>
                <a:lnTo>
                  <a:pt x="537" y="615"/>
                </a:lnTo>
                <a:cubicBezTo>
                  <a:pt x="536" y="620"/>
                  <a:pt x="529" y="622"/>
                  <a:pt x="518" y="622"/>
                </a:cubicBezTo>
                <a:cubicBezTo>
                  <a:pt x="509" y="622"/>
                  <a:pt x="504" y="621"/>
                  <a:pt x="502" y="620"/>
                </a:cubicBezTo>
                <a:cubicBezTo>
                  <a:pt x="501" y="618"/>
                  <a:pt x="462" y="526"/>
                  <a:pt x="384" y="344"/>
                </a:cubicBezTo>
                <a:lnTo>
                  <a:pt x="269" y="71"/>
                </a:lnTo>
                <a:lnTo>
                  <a:pt x="209" y="309"/>
                </a:lnTo>
                <a:cubicBezTo>
                  <a:pt x="170" y="464"/>
                  <a:pt x="150" y="545"/>
                  <a:pt x="150" y="550"/>
                </a:cubicBezTo>
                <a:cubicBezTo>
                  <a:pt x="153" y="570"/>
                  <a:pt x="175" y="580"/>
                  <a:pt x="216" y="580"/>
                </a:cubicBezTo>
                <a:lnTo>
                  <a:pt x="225" y="580"/>
                </a:lnTo>
                <a:cubicBezTo>
                  <a:pt x="229" y="583"/>
                  <a:pt x="230" y="585"/>
                  <a:pt x="230" y="587"/>
                </a:cubicBezTo>
                <a:cubicBezTo>
                  <a:pt x="230" y="589"/>
                  <a:pt x="230" y="595"/>
                  <a:pt x="229" y="605"/>
                </a:cubicBezTo>
                <a:cubicBezTo>
                  <a:pt x="226" y="612"/>
                  <a:pt x="223" y="618"/>
                  <a:pt x="219" y="622"/>
                </a:cubicBezTo>
                <a:lnTo>
                  <a:pt x="208" y="622"/>
                </a:lnTo>
                <a:cubicBezTo>
                  <a:pt x="189" y="621"/>
                  <a:pt x="156" y="620"/>
                  <a:pt x="109" y="620"/>
                </a:cubicBezTo>
                <a:cubicBezTo>
                  <a:pt x="92" y="620"/>
                  <a:pt x="77" y="620"/>
                  <a:pt x="63" y="620"/>
                </a:cubicBezTo>
                <a:cubicBezTo>
                  <a:pt x="49" y="620"/>
                  <a:pt x="38" y="620"/>
                  <a:pt x="29" y="620"/>
                </a:cubicBezTo>
                <a:cubicBezTo>
                  <a:pt x="21" y="620"/>
                  <a:pt x="16" y="620"/>
                  <a:pt x="14" y="621"/>
                </a:cubicBezTo>
                <a:cubicBezTo>
                  <a:pt x="5" y="621"/>
                  <a:pt x="0" y="618"/>
                  <a:pt x="0" y="613"/>
                </a:cubicBezTo>
                <a:cubicBezTo>
                  <a:pt x="0" y="610"/>
                  <a:pt x="1" y="605"/>
                  <a:pt x="3" y="598"/>
                </a:cubicBezTo>
                <a:cubicBezTo>
                  <a:pt x="5" y="591"/>
                  <a:pt x="6" y="587"/>
                  <a:pt x="8" y="585"/>
                </a:cubicBezTo>
                <a:cubicBezTo>
                  <a:pt x="9" y="582"/>
                  <a:pt x="16" y="580"/>
                  <a:pt x="28" y="580"/>
                </a:cubicBezTo>
                <a:cubicBezTo>
                  <a:pt x="70" y="578"/>
                  <a:pt x="96" y="566"/>
                  <a:pt x="108" y="545"/>
                </a:cubicBezTo>
                <a:cubicBezTo>
                  <a:pt x="111" y="541"/>
                  <a:pt x="132" y="457"/>
                  <a:pt x="173" y="293"/>
                </a:cubicBezTo>
                <a:lnTo>
                  <a:pt x="235" y="44"/>
                </a:lnTo>
                <a:cubicBezTo>
                  <a:pt x="234" y="44"/>
                  <a:pt x="217" y="43"/>
                  <a:pt x="185" y="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3" name=""/>
          <p:cNvSpPr/>
          <p:nvPr/>
        </p:nvSpPr>
        <p:spPr>
          <a:xfrm>
            <a:off x="3388680" y="1789560"/>
            <a:ext cx="78840" cy="327600"/>
          </a:xfrm>
          <a:custGeom>
            <a:avLst/>
            <a:gdLst/>
            <a:ahLst/>
            <a:rect l="0" t="0" r="r" b="b"/>
            <a:pathLst>
              <a:path w="219" h="910">
                <a:moveTo>
                  <a:pt x="0" y="455"/>
                </a:moveTo>
                <a:cubicBezTo>
                  <a:pt x="0" y="414"/>
                  <a:pt x="3" y="374"/>
                  <a:pt x="9" y="336"/>
                </a:cubicBezTo>
                <a:cubicBezTo>
                  <a:pt x="15" y="299"/>
                  <a:pt x="22" y="266"/>
                  <a:pt x="31" y="239"/>
                </a:cubicBezTo>
                <a:cubicBezTo>
                  <a:pt x="39" y="212"/>
                  <a:pt x="50" y="185"/>
                  <a:pt x="65" y="159"/>
                </a:cubicBezTo>
                <a:cubicBezTo>
                  <a:pt x="80" y="133"/>
                  <a:pt x="91" y="113"/>
                  <a:pt x="100" y="98"/>
                </a:cubicBezTo>
                <a:cubicBezTo>
                  <a:pt x="108" y="83"/>
                  <a:pt x="121" y="68"/>
                  <a:pt x="138" y="51"/>
                </a:cubicBezTo>
                <a:cubicBezTo>
                  <a:pt x="155" y="34"/>
                  <a:pt x="165" y="22"/>
                  <a:pt x="168" y="19"/>
                </a:cubicBezTo>
                <a:cubicBezTo>
                  <a:pt x="171" y="15"/>
                  <a:pt x="178" y="9"/>
                  <a:pt x="191" y="0"/>
                </a:cubicBezTo>
                <a:lnTo>
                  <a:pt x="202" y="0"/>
                </a:lnTo>
                <a:lnTo>
                  <a:pt x="206" y="0"/>
                </a:lnTo>
                <a:cubicBezTo>
                  <a:pt x="214" y="0"/>
                  <a:pt x="219" y="2"/>
                  <a:pt x="219" y="8"/>
                </a:cubicBezTo>
                <a:cubicBezTo>
                  <a:pt x="219" y="10"/>
                  <a:pt x="214" y="16"/>
                  <a:pt x="203" y="27"/>
                </a:cubicBezTo>
                <a:cubicBezTo>
                  <a:pt x="193" y="39"/>
                  <a:pt x="181" y="55"/>
                  <a:pt x="166" y="76"/>
                </a:cubicBezTo>
                <a:cubicBezTo>
                  <a:pt x="151" y="97"/>
                  <a:pt x="137" y="123"/>
                  <a:pt x="121" y="154"/>
                </a:cubicBezTo>
                <a:cubicBezTo>
                  <a:pt x="106" y="185"/>
                  <a:pt x="94" y="227"/>
                  <a:pt x="83" y="280"/>
                </a:cubicBezTo>
                <a:cubicBezTo>
                  <a:pt x="73" y="333"/>
                  <a:pt x="68" y="391"/>
                  <a:pt x="68" y="455"/>
                </a:cubicBezTo>
                <a:cubicBezTo>
                  <a:pt x="68" y="520"/>
                  <a:pt x="73" y="578"/>
                  <a:pt x="83" y="630"/>
                </a:cubicBezTo>
                <a:cubicBezTo>
                  <a:pt x="94" y="682"/>
                  <a:pt x="106" y="724"/>
                  <a:pt x="120" y="757"/>
                </a:cubicBezTo>
                <a:cubicBezTo>
                  <a:pt x="135" y="789"/>
                  <a:pt x="150" y="815"/>
                  <a:pt x="165" y="835"/>
                </a:cubicBezTo>
                <a:cubicBezTo>
                  <a:pt x="180" y="855"/>
                  <a:pt x="193" y="871"/>
                  <a:pt x="203" y="883"/>
                </a:cubicBezTo>
                <a:cubicBezTo>
                  <a:pt x="214" y="895"/>
                  <a:pt x="219" y="901"/>
                  <a:pt x="219" y="902"/>
                </a:cubicBezTo>
                <a:cubicBezTo>
                  <a:pt x="219" y="908"/>
                  <a:pt x="214" y="910"/>
                  <a:pt x="205" y="910"/>
                </a:cubicBezTo>
                <a:lnTo>
                  <a:pt x="202" y="910"/>
                </a:lnTo>
                <a:lnTo>
                  <a:pt x="191" y="910"/>
                </a:lnTo>
                <a:lnTo>
                  <a:pt x="165" y="888"/>
                </a:lnTo>
                <a:cubicBezTo>
                  <a:pt x="108" y="837"/>
                  <a:pt x="67" y="773"/>
                  <a:pt x="40" y="696"/>
                </a:cubicBezTo>
                <a:cubicBezTo>
                  <a:pt x="13" y="619"/>
                  <a:pt x="0" y="539"/>
                  <a:pt x="0" y="4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" name=""/>
          <p:cNvSpPr/>
          <p:nvPr/>
        </p:nvSpPr>
        <p:spPr>
          <a:xfrm>
            <a:off x="3501720" y="1816920"/>
            <a:ext cx="131040" cy="225720"/>
          </a:xfrm>
          <a:custGeom>
            <a:avLst/>
            <a:gdLst/>
            <a:ahLst/>
            <a:rect l="0" t="0" r="r" b="b"/>
            <a:pathLst>
              <a:path w="364" h="627">
                <a:moveTo>
                  <a:pt x="104" y="464"/>
                </a:moveTo>
                <a:cubicBezTo>
                  <a:pt x="104" y="479"/>
                  <a:pt x="99" y="491"/>
                  <a:pt x="89" y="500"/>
                </a:cubicBezTo>
                <a:cubicBezTo>
                  <a:pt x="80" y="510"/>
                  <a:pt x="68" y="515"/>
                  <a:pt x="54" y="515"/>
                </a:cubicBezTo>
                <a:lnTo>
                  <a:pt x="47" y="515"/>
                </a:lnTo>
                <a:cubicBezTo>
                  <a:pt x="75" y="563"/>
                  <a:pt x="112" y="587"/>
                  <a:pt x="158" y="587"/>
                </a:cubicBezTo>
                <a:cubicBezTo>
                  <a:pt x="201" y="587"/>
                  <a:pt x="233" y="569"/>
                  <a:pt x="252" y="532"/>
                </a:cubicBezTo>
                <a:cubicBezTo>
                  <a:pt x="264" y="512"/>
                  <a:pt x="270" y="473"/>
                  <a:pt x="270" y="416"/>
                </a:cubicBezTo>
                <a:cubicBezTo>
                  <a:pt x="270" y="353"/>
                  <a:pt x="261" y="311"/>
                  <a:pt x="245" y="289"/>
                </a:cubicBezTo>
                <a:cubicBezTo>
                  <a:pt x="229" y="269"/>
                  <a:pt x="211" y="258"/>
                  <a:pt x="191" y="258"/>
                </a:cubicBezTo>
                <a:lnTo>
                  <a:pt x="186" y="258"/>
                </a:lnTo>
                <a:cubicBezTo>
                  <a:pt x="138" y="258"/>
                  <a:pt x="103" y="280"/>
                  <a:pt x="78" y="321"/>
                </a:cubicBezTo>
                <a:cubicBezTo>
                  <a:pt x="76" y="325"/>
                  <a:pt x="74" y="328"/>
                  <a:pt x="72" y="329"/>
                </a:cubicBezTo>
                <a:cubicBezTo>
                  <a:pt x="70" y="329"/>
                  <a:pt x="66" y="330"/>
                  <a:pt x="58" y="330"/>
                </a:cubicBezTo>
                <a:cubicBezTo>
                  <a:pt x="48" y="330"/>
                  <a:pt x="42" y="329"/>
                  <a:pt x="41" y="325"/>
                </a:cubicBezTo>
                <a:cubicBezTo>
                  <a:pt x="40" y="322"/>
                  <a:pt x="39" y="269"/>
                  <a:pt x="39" y="165"/>
                </a:cubicBezTo>
                <a:lnTo>
                  <a:pt x="39" y="47"/>
                </a:lnTo>
                <a:cubicBezTo>
                  <a:pt x="39" y="17"/>
                  <a:pt x="41" y="2"/>
                  <a:pt x="44" y="2"/>
                </a:cubicBezTo>
                <a:cubicBezTo>
                  <a:pt x="45" y="1"/>
                  <a:pt x="46" y="0"/>
                  <a:pt x="47" y="0"/>
                </a:cubicBezTo>
                <a:cubicBezTo>
                  <a:pt x="48" y="0"/>
                  <a:pt x="54" y="2"/>
                  <a:pt x="67" y="7"/>
                </a:cubicBezTo>
                <a:cubicBezTo>
                  <a:pt x="79" y="12"/>
                  <a:pt x="95" y="17"/>
                  <a:pt x="117" y="22"/>
                </a:cubicBezTo>
                <a:cubicBezTo>
                  <a:pt x="138" y="27"/>
                  <a:pt x="161" y="29"/>
                  <a:pt x="185" y="29"/>
                </a:cubicBezTo>
                <a:cubicBezTo>
                  <a:pt x="229" y="29"/>
                  <a:pt x="270" y="21"/>
                  <a:pt x="310" y="4"/>
                </a:cubicBezTo>
                <a:cubicBezTo>
                  <a:pt x="314" y="1"/>
                  <a:pt x="318" y="0"/>
                  <a:pt x="321" y="0"/>
                </a:cubicBezTo>
                <a:cubicBezTo>
                  <a:pt x="326" y="0"/>
                  <a:pt x="329" y="5"/>
                  <a:pt x="329" y="16"/>
                </a:cubicBezTo>
                <a:lnTo>
                  <a:pt x="329" y="28"/>
                </a:lnTo>
                <a:cubicBezTo>
                  <a:pt x="279" y="87"/>
                  <a:pt x="216" y="116"/>
                  <a:pt x="141" y="116"/>
                </a:cubicBezTo>
                <a:cubicBezTo>
                  <a:pt x="122" y="116"/>
                  <a:pt x="105" y="115"/>
                  <a:pt x="90" y="111"/>
                </a:cubicBezTo>
                <a:lnTo>
                  <a:pt x="81" y="109"/>
                </a:lnTo>
                <a:lnTo>
                  <a:pt x="81" y="267"/>
                </a:lnTo>
                <a:cubicBezTo>
                  <a:pt x="93" y="257"/>
                  <a:pt x="102" y="250"/>
                  <a:pt x="108" y="246"/>
                </a:cubicBezTo>
                <a:cubicBezTo>
                  <a:pt x="115" y="241"/>
                  <a:pt x="126" y="236"/>
                  <a:pt x="141" y="231"/>
                </a:cubicBezTo>
                <a:cubicBezTo>
                  <a:pt x="156" y="226"/>
                  <a:pt x="172" y="224"/>
                  <a:pt x="188" y="224"/>
                </a:cubicBezTo>
                <a:cubicBezTo>
                  <a:pt x="238" y="224"/>
                  <a:pt x="279" y="244"/>
                  <a:pt x="313" y="284"/>
                </a:cubicBezTo>
                <a:cubicBezTo>
                  <a:pt x="347" y="323"/>
                  <a:pt x="364" y="370"/>
                  <a:pt x="364" y="424"/>
                </a:cubicBezTo>
                <a:cubicBezTo>
                  <a:pt x="364" y="480"/>
                  <a:pt x="345" y="527"/>
                  <a:pt x="306" y="567"/>
                </a:cubicBezTo>
                <a:cubicBezTo>
                  <a:pt x="267" y="606"/>
                  <a:pt x="219" y="626"/>
                  <a:pt x="163" y="627"/>
                </a:cubicBezTo>
                <a:cubicBezTo>
                  <a:pt x="114" y="627"/>
                  <a:pt x="74" y="611"/>
                  <a:pt x="45" y="578"/>
                </a:cubicBezTo>
                <a:cubicBezTo>
                  <a:pt x="15" y="545"/>
                  <a:pt x="0" y="508"/>
                  <a:pt x="0" y="467"/>
                </a:cubicBezTo>
                <a:cubicBezTo>
                  <a:pt x="0" y="452"/>
                  <a:pt x="3" y="441"/>
                  <a:pt x="10" y="432"/>
                </a:cubicBezTo>
                <a:cubicBezTo>
                  <a:pt x="17" y="424"/>
                  <a:pt x="24" y="418"/>
                  <a:pt x="31" y="416"/>
                </a:cubicBezTo>
                <a:cubicBezTo>
                  <a:pt x="38" y="413"/>
                  <a:pt x="45" y="412"/>
                  <a:pt x="52" y="412"/>
                </a:cubicBezTo>
                <a:cubicBezTo>
                  <a:pt x="67" y="412"/>
                  <a:pt x="80" y="417"/>
                  <a:pt x="89" y="428"/>
                </a:cubicBezTo>
                <a:cubicBezTo>
                  <a:pt x="99" y="438"/>
                  <a:pt x="104" y="450"/>
                  <a:pt x="104" y="46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5" name=""/>
          <p:cNvSpPr/>
          <p:nvPr/>
        </p:nvSpPr>
        <p:spPr>
          <a:xfrm>
            <a:off x="3661920" y="181692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2" y="74"/>
                </a:moveTo>
                <a:cubicBezTo>
                  <a:pt x="86" y="25"/>
                  <a:pt x="132" y="0"/>
                  <a:pt x="191" y="0"/>
                </a:cubicBezTo>
                <a:cubicBezTo>
                  <a:pt x="220" y="0"/>
                  <a:pt x="249" y="8"/>
                  <a:pt x="278" y="24"/>
                </a:cubicBezTo>
                <a:cubicBezTo>
                  <a:pt x="307" y="39"/>
                  <a:pt x="331" y="67"/>
                  <a:pt x="350" y="107"/>
                </a:cubicBezTo>
                <a:cubicBezTo>
                  <a:pt x="373" y="158"/>
                  <a:pt x="384" y="227"/>
                  <a:pt x="384" y="316"/>
                </a:cubicBezTo>
                <a:cubicBezTo>
                  <a:pt x="384" y="410"/>
                  <a:pt x="371" y="482"/>
                  <a:pt x="345" y="531"/>
                </a:cubicBezTo>
                <a:cubicBezTo>
                  <a:pt x="332" y="557"/>
                  <a:pt x="315" y="577"/>
                  <a:pt x="294" y="592"/>
                </a:cubicBezTo>
                <a:cubicBezTo>
                  <a:pt x="273" y="607"/>
                  <a:pt x="254" y="617"/>
                  <a:pt x="238" y="621"/>
                </a:cubicBezTo>
                <a:cubicBezTo>
                  <a:pt x="223" y="624"/>
                  <a:pt x="207" y="626"/>
                  <a:pt x="192" y="627"/>
                </a:cubicBezTo>
                <a:cubicBezTo>
                  <a:pt x="176" y="627"/>
                  <a:pt x="160" y="625"/>
                  <a:pt x="145" y="621"/>
                </a:cubicBezTo>
                <a:cubicBezTo>
                  <a:pt x="129" y="618"/>
                  <a:pt x="110" y="608"/>
                  <a:pt x="89" y="592"/>
                </a:cubicBezTo>
                <a:cubicBezTo>
                  <a:pt x="68" y="577"/>
                  <a:pt x="51" y="556"/>
                  <a:pt x="39" y="531"/>
                </a:cubicBezTo>
                <a:cubicBezTo>
                  <a:pt x="13" y="482"/>
                  <a:pt x="0" y="410"/>
                  <a:pt x="0" y="316"/>
                </a:cubicBezTo>
                <a:cubicBezTo>
                  <a:pt x="0" y="209"/>
                  <a:pt x="17" y="129"/>
                  <a:pt x="52" y="74"/>
                </a:cubicBezTo>
                <a:moveTo>
                  <a:pt x="257" y="63"/>
                </a:moveTo>
                <a:cubicBezTo>
                  <a:pt x="238" y="43"/>
                  <a:pt x="217" y="34"/>
                  <a:pt x="192" y="34"/>
                </a:cubicBezTo>
                <a:cubicBezTo>
                  <a:pt x="166" y="34"/>
                  <a:pt x="145" y="43"/>
                  <a:pt x="126" y="63"/>
                </a:cubicBezTo>
                <a:cubicBezTo>
                  <a:pt x="111" y="79"/>
                  <a:pt x="101" y="100"/>
                  <a:pt x="96" y="128"/>
                </a:cubicBezTo>
                <a:cubicBezTo>
                  <a:pt x="92" y="156"/>
                  <a:pt x="89" y="214"/>
                  <a:pt x="89" y="304"/>
                </a:cubicBezTo>
                <a:cubicBezTo>
                  <a:pt x="89" y="400"/>
                  <a:pt x="92" y="463"/>
                  <a:pt x="96" y="493"/>
                </a:cubicBezTo>
                <a:cubicBezTo>
                  <a:pt x="101" y="523"/>
                  <a:pt x="112" y="547"/>
                  <a:pt x="129" y="565"/>
                </a:cubicBezTo>
                <a:cubicBezTo>
                  <a:pt x="146" y="583"/>
                  <a:pt x="167" y="592"/>
                  <a:pt x="192" y="592"/>
                </a:cubicBezTo>
                <a:cubicBezTo>
                  <a:pt x="216" y="592"/>
                  <a:pt x="237" y="583"/>
                  <a:pt x="254" y="565"/>
                </a:cubicBezTo>
                <a:cubicBezTo>
                  <a:pt x="271" y="547"/>
                  <a:pt x="282" y="521"/>
                  <a:pt x="287" y="489"/>
                </a:cubicBezTo>
                <a:cubicBezTo>
                  <a:pt x="291" y="456"/>
                  <a:pt x="293" y="394"/>
                  <a:pt x="294" y="304"/>
                </a:cubicBezTo>
                <a:cubicBezTo>
                  <a:pt x="294" y="215"/>
                  <a:pt x="291" y="157"/>
                  <a:pt x="287" y="129"/>
                </a:cubicBezTo>
                <a:cubicBezTo>
                  <a:pt x="282" y="101"/>
                  <a:pt x="272" y="79"/>
                  <a:pt x="257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" name=""/>
          <p:cNvSpPr/>
          <p:nvPr/>
        </p:nvSpPr>
        <p:spPr>
          <a:xfrm>
            <a:off x="3838320" y="1995480"/>
            <a:ext cx="43560" cy="103320"/>
          </a:xfrm>
          <a:custGeom>
            <a:avLst/>
            <a:gdLst/>
            <a:ahLst/>
            <a:rect l="0" t="0" r="r" b="b"/>
            <a:pathLst>
              <a:path w="121" h="287">
                <a:moveTo>
                  <a:pt x="0" y="79"/>
                </a:moveTo>
                <a:cubicBezTo>
                  <a:pt x="0" y="79"/>
                  <a:pt x="0" y="71"/>
                  <a:pt x="0" y="56"/>
                </a:cubicBezTo>
                <a:cubicBezTo>
                  <a:pt x="0" y="41"/>
                  <a:pt x="5" y="27"/>
                  <a:pt x="15" y="16"/>
                </a:cubicBezTo>
                <a:cubicBezTo>
                  <a:pt x="25" y="5"/>
                  <a:pt x="38" y="0"/>
                  <a:pt x="54" y="0"/>
                </a:cubicBezTo>
                <a:cubicBezTo>
                  <a:pt x="71" y="0"/>
                  <a:pt x="87" y="7"/>
                  <a:pt x="100" y="23"/>
                </a:cubicBezTo>
                <a:cubicBezTo>
                  <a:pt x="114" y="39"/>
                  <a:pt x="121" y="65"/>
                  <a:pt x="121" y="104"/>
                </a:cubicBezTo>
                <a:cubicBezTo>
                  <a:pt x="121" y="125"/>
                  <a:pt x="119" y="145"/>
                  <a:pt x="113" y="165"/>
                </a:cubicBezTo>
                <a:cubicBezTo>
                  <a:pt x="108" y="185"/>
                  <a:pt x="101" y="203"/>
                  <a:pt x="94" y="217"/>
                </a:cubicBezTo>
                <a:cubicBezTo>
                  <a:pt x="87" y="232"/>
                  <a:pt x="79" y="244"/>
                  <a:pt x="69" y="255"/>
                </a:cubicBezTo>
                <a:cubicBezTo>
                  <a:pt x="61" y="265"/>
                  <a:pt x="54" y="273"/>
                  <a:pt x="48" y="279"/>
                </a:cubicBezTo>
                <a:cubicBezTo>
                  <a:pt x="42" y="285"/>
                  <a:pt x="38" y="288"/>
                  <a:pt x="36" y="287"/>
                </a:cubicBezTo>
                <a:cubicBezTo>
                  <a:pt x="33" y="287"/>
                  <a:pt x="29" y="285"/>
                  <a:pt x="24" y="279"/>
                </a:cubicBezTo>
                <a:cubicBezTo>
                  <a:pt x="18" y="274"/>
                  <a:pt x="16" y="270"/>
                  <a:pt x="16" y="267"/>
                </a:cubicBezTo>
                <a:cubicBezTo>
                  <a:pt x="16" y="265"/>
                  <a:pt x="19" y="260"/>
                  <a:pt x="26" y="253"/>
                </a:cubicBezTo>
                <a:cubicBezTo>
                  <a:pt x="32" y="245"/>
                  <a:pt x="40" y="236"/>
                  <a:pt x="49" y="225"/>
                </a:cubicBezTo>
                <a:cubicBezTo>
                  <a:pt x="57" y="215"/>
                  <a:pt x="65" y="199"/>
                  <a:pt x="72" y="180"/>
                </a:cubicBezTo>
                <a:cubicBezTo>
                  <a:pt x="80" y="161"/>
                  <a:pt x="85" y="138"/>
                  <a:pt x="88" y="114"/>
                </a:cubicBezTo>
                <a:lnTo>
                  <a:pt x="88" y="103"/>
                </a:lnTo>
                <a:lnTo>
                  <a:pt x="87" y="104"/>
                </a:lnTo>
                <a:cubicBezTo>
                  <a:pt x="86" y="104"/>
                  <a:pt x="84" y="105"/>
                  <a:pt x="82" y="105"/>
                </a:cubicBezTo>
                <a:cubicBezTo>
                  <a:pt x="80" y="106"/>
                  <a:pt x="79" y="107"/>
                  <a:pt x="76" y="108"/>
                </a:cubicBezTo>
                <a:cubicBezTo>
                  <a:pt x="74" y="109"/>
                  <a:pt x="71" y="110"/>
                  <a:pt x="68" y="110"/>
                </a:cubicBezTo>
                <a:cubicBezTo>
                  <a:pt x="64" y="110"/>
                  <a:pt x="60" y="110"/>
                  <a:pt x="57" y="111"/>
                </a:cubicBezTo>
                <a:cubicBezTo>
                  <a:pt x="40" y="111"/>
                  <a:pt x="27" y="106"/>
                  <a:pt x="17" y="95"/>
                </a:cubicBezTo>
                <a:lnTo>
                  <a:pt x="0" y="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" name=""/>
          <p:cNvSpPr/>
          <p:nvPr/>
        </p:nvSpPr>
        <p:spPr>
          <a:xfrm>
            <a:off x="3974760" y="1816920"/>
            <a:ext cx="131040" cy="225720"/>
          </a:xfrm>
          <a:custGeom>
            <a:avLst/>
            <a:gdLst/>
            <a:ahLst/>
            <a:rect l="0" t="0" r="r" b="b"/>
            <a:pathLst>
              <a:path w="364" h="627">
                <a:moveTo>
                  <a:pt x="104" y="464"/>
                </a:moveTo>
                <a:cubicBezTo>
                  <a:pt x="104" y="479"/>
                  <a:pt x="99" y="491"/>
                  <a:pt x="89" y="500"/>
                </a:cubicBezTo>
                <a:cubicBezTo>
                  <a:pt x="80" y="510"/>
                  <a:pt x="68" y="515"/>
                  <a:pt x="54" y="515"/>
                </a:cubicBezTo>
                <a:lnTo>
                  <a:pt x="48" y="515"/>
                </a:lnTo>
                <a:cubicBezTo>
                  <a:pt x="76" y="563"/>
                  <a:pt x="113" y="587"/>
                  <a:pt x="159" y="587"/>
                </a:cubicBezTo>
                <a:cubicBezTo>
                  <a:pt x="201" y="587"/>
                  <a:pt x="232" y="569"/>
                  <a:pt x="251" y="532"/>
                </a:cubicBezTo>
                <a:cubicBezTo>
                  <a:pt x="263" y="512"/>
                  <a:pt x="269" y="473"/>
                  <a:pt x="269" y="416"/>
                </a:cubicBezTo>
                <a:cubicBezTo>
                  <a:pt x="269" y="353"/>
                  <a:pt x="261" y="311"/>
                  <a:pt x="244" y="289"/>
                </a:cubicBezTo>
                <a:cubicBezTo>
                  <a:pt x="228" y="269"/>
                  <a:pt x="211" y="258"/>
                  <a:pt x="191" y="258"/>
                </a:cubicBezTo>
                <a:lnTo>
                  <a:pt x="186" y="258"/>
                </a:lnTo>
                <a:cubicBezTo>
                  <a:pt x="139" y="258"/>
                  <a:pt x="103" y="280"/>
                  <a:pt x="79" y="321"/>
                </a:cubicBezTo>
                <a:cubicBezTo>
                  <a:pt x="76" y="325"/>
                  <a:pt x="74" y="328"/>
                  <a:pt x="72" y="329"/>
                </a:cubicBezTo>
                <a:cubicBezTo>
                  <a:pt x="70" y="329"/>
                  <a:pt x="66" y="330"/>
                  <a:pt x="59" y="330"/>
                </a:cubicBezTo>
                <a:cubicBezTo>
                  <a:pt x="48" y="330"/>
                  <a:pt x="42" y="329"/>
                  <a:pt x="41" y="325"/>
                </a:cubicBezTo>
                <a:cubicBezTo>
                  <a:pt x="40" y="322"/>
                  <a:pt x="39" y="269"/>
                  <a:pt x="39" y="165"/>
                </a:cubicBezTo>
                <a:lnTo>
                  <a:pt x="39" y="47"/>
                </a:lnTo>
                <a:cubicBezTo>
                  <a:pt x="39" y="17"/>
                  <a:pt x="41" y="2"/>
                  <a:pt x="44" y="2"/>
                </a:cubicBezTo>
                <a:cubicBezTo>
                  <a:pt x="45" y="1"/>
                  <a:pt x="46" y="0"/>
                  <a:pt x="48" y="0"/>
                </a:cubicBezTo>
                <a:cubicBezTo>
                  <a:pt x="48" y="0"/>
                  <a:pt x="55" y="2"/>
                  <a:pt x="67" y="7"/>
                </a:cubicBezTo>
                <a:cubicBezTo>
                  <a:pt x="79" y="12"/>
                  <a:pt x="96" y="17"/>
                  <a:pt x="117" y="22"/>
                </a:cubicBezTo>
                <a:cubicBezTo>
                  <a:pt x="138" y="27"/>
                  <a:pt x="161" y="29"/>
                  <a:pt x="185" y="29"/>
                </a:cubicBezTo>
                <a:cubicBezTo>
                  <a:pt x="228" y="29"/>
                  <a:pt x="269" y="21"/>
                  <a:pt x="309" y="4"/>
                </a:cubicBezTo>
                <a:cubicBezTo>
                  <a:pt x="314" y="1"/>
                  <a:pt x="318" y="0"/>
                  <a:pt x="321" y="0"/>
                </a:cubicBezTo>
                <a:cubicBezTo>
                  <a:pt x="325" y="0"/>
                  <a:pt x="328" y="5"/>
                  <a:pt x="328" y="16"/>
                </a:cubicBezTo>
                <a:lnTo>
                  <a:pt x="328" y="28"/>
                </a:lnTo>
                <a:cubicBezTo>
                  <a:pt x="278" y="87"/>
                  <a:pt x="216" y="116"/>
                  <a:pt x="141" y="116"/>
                </a:cubicBezTo>
                <a:cubicBezTo>
                  <a:pt x="123" y="116"/>
                  <a:pt x="106" y="115"/>
                  <a:pt x="90" y="111"/>
                </a:cubicBezTo>
                <a:lnTo>
                  <a:pt x="81" y="109"/>
                </a:lnTo>
                <a:lnTo>
                  <a:pt x="81" y="267"/>
                </a:lnTo>
                <a:cubicBezTo>
                  <a:pt x="93" y="257"/>
                  <a:pt x="102" y="250"/>
                  <a:pt x="109" y="246"/>
                </a:cubicBezTo>
                <a:cubicBezTo>
                  <a:pt x="115" y="241"/>
                  <a:pt x="126" y="236"/>
                  <a:pt x="141" y="231"/>
                </a:cubicBezTo>
                <a:cubicBezTo>
                  <a:pt x="157" y="226"/>
                  <a:pt x="172" y="224"/>
                  <a:pt x="188" y="224"/>
                </a:cubicBezTo>
                <a:cubicBezTo>
                  <a:pt x="237" y="224"/>
                  <a:pt x="278" y="244"/>
                  <a:pt x="312" y="284"/>
                </a:cubicBezTo>
                <a:cubicBezTo>
                  <a:pt x="346" y="323"/>
                  <a:pt x="364" y="370"/>
                  <a:pt x="364" y="424"/>
                </a:cubicBezTo>
                <a:cubicBezTo>
                  <a:pt x="364" y="480"/>
                  <a:pt x="344" y="527"/>
                  <a:pt x="305" y="567"/>
                </a:cubicBezTo>
                <a:cubicBezTo>
                  <a:pt x="266" y="606"/>
                  <a:pt x="219" y="626"/>
                  <a:pt x="163" y="627"/>
                </a:cubicBezTo>
                <a:cubicBezTo>
                  <a:pt x="114" y="627"/>
                  <a:pt x="75" y="611"/>
                  <a:pt x="45" y="578"/>
                </a:cubicBezTo>
                <a:cubicBezTo>
                  <a:pt x="15" y="545"/>
                  <a:pt x="0" y="508"/>
                  <a:pt x="0" y="467"/>
                </a:cubicBezTo>
                <a:cubicBezTo>
                  <a:pt x="0" y="452"/>
                  <a:pt x="4" y="441"/>
                  <a:pt x="10" y="432"/>
                </a:cubicBezTo>
                <a:cubicBezTo>
                  <a:pt x="17" y="424"/>
                  <a:pt x="24" y="418"/>
                  <a:pt x="31" y="416"/>
                </a:cubicBezTo>
                <a:cubicBezTo>
                  <a:pt x="39" y="413"/>
                  <a:pt x="46" y="412"/>
                  <a:pt x="52" y="412"/>
                </a:cubicBezTo>
                <a:cubicBezTo>
                  <a:pt x="67" y="412"/>
                  <a:pt x="80" y="417"/>
                  <a:pt x="89" y="428"/>
                </a:cubicBezTo>
                <a:cubicBezTo>
                  <a:pt x="99" y="438"/>
                  <a:pt x="104" y="450"/>
                  <a:pt x="104" y="46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" name=""/>
          <p:cNvSpPr/>
          <p:nvPr/>
        </p:nvSpPr>
        <p:spPr>
          <a:xfrm>
            <a:off x="4144680" y="1761840"/>
            <a:ext cx="92520" cy="154800"/>
          </a:xfrm>
          <a:custGeom>
            <a:avLst/>
            <a:gdLst/>
            <a:ahLst/>
            <a:rect l="0" t="0" r="r" b="b"/>
            <a:pathLst>
              <a:path w="257" h="430">
                <a:moveTo>
                  <a:pt x="38" y="154"/>
                </a:moveTo>
                <a:cubicBezTo>
                  <a:pt x="26" y="154"/>
                  <a:pt x="17" y="150"/>
                  <a:pt x="10" y="142"/>
                </a:cubicBezTo>
                <a:cubicBezTo>
                  <a:pt x="3" y="134"/>
                  <a:pt x="0" y="125"/>
                  <a:pt x="0" y="114"/>
                </a:cubicBezTo>
                <a:cubicBezTo>
                  <a:pt x="0" y="83"/>
                  <a:pt x="11" y="57"/>
                  <a:pt x="34" y="35"/>
                </a:cubicBezTo>
                <a:cubicBezTo>
                  <a:pt x="57" y="11"/>
                  <a:pt x="85" y="0"/>
                  <a:pt x="119" y="0"/>
                </a:cubicBezTo>
                <a:cubicBezTo>
                  <a:pt x="159" y="0"/>
                  <a:pt x="191" y="12"/>
                  <a:pt x="218" y="37"/>
                </a:cubicBezTo>
                <a:cubicBezTo>
                  <a:pt x="244" y="61"/>
                  <a:pt x="257" y="92"/>
                  <a:pt x="257" y="131"/>
                </a:cubicBezTo>
                <a:cubicBezTo>
                  <a:pt x="257" y="149"/>
                  <a:pt x="253" y="167"/>
                  <a:pt x="245" y="183"/>
                </a:cubicBezTo>
                <a:cubicBezTo>
                  <a:pt x="236" y="200"/>
                  <a:pt x="226" y="215"/>
                  <a:pt x="214" y="227"/>
                </a:cubicBezTo>
                <a:cubicBezTo>
                  <a:pt x="202" y="239"/>
                  <a:pt x="185" y="255"/>
                  <a:pt x="162" y="275"/>
                </a:cubicBezTo>
                <a:cubicBezTo>
                  <a:pt x="147" y="288"/>
                  <a:pt x="124" y="308"/>
                  <a:pt x="97" y="334"/>
                </a:cubicBezTo>
                <a:lnTo>
                  <a:pt x="59" y="370"/>
                </a:lnTo>
                <a:lnTo>
                  <a:pt x="108" y="370"/>
                </a:lnTo>
                <a:cubicBezTo>
                  <a:pt x="176" y="370"/>
                  <a:pt x="212" y="369"/>
                  <a:pt x="216" y="367"/>
                </a:cubicBezTo>
                <a:cubicBezTo>
                  <a:pt x="219" y="366"/>
                  <a:pt x="224" y="347"/>
                  <a:pt x="232" y="310"/>
                </a:cubicBezTo>
                <a:lnTo>
                  <a:pt x="232" y="308"/>
                </a:lnTo>
                <a:lnTo>
                  <a:pt x="257" y="308"/>
                </a:lnTo>
                <a:lnTo>
                  <a:pt x="257" y="310"/>
                </a:lnTo>
                <a:cubicBezTo>
                  <a:pt x="257" y="311"/>
                  <a:pt x="254" y="331"/>
                  <a:pt x="249" y="369"/>
                </a:cubicBezTo>
                <a:cubicBezTo>
                  <a:pt x="244" y="406"/>
                  <a:pt x="241" y="426"/>
                  <a:pt x="239" y="428"/>
                </a:cubicBezTo>
                <a:lnTo>
                  <a:pt x="239" y="430"/>
                </a:lnTo>
                <a:lnTo>
                  <a:pt x="0" y="430"/>
                </a:lnTo>
                <a:lnTo>
                  <a:pt x="0" y="417"/>
                </a:lnTo>
                <a:lnTo>
                  <a:pt x="0" y="410"/>
                </a:lnTo>
                <a:cubicBezTo>
                  <a:pt x="0" y="407"/>
                  <a:pt x="1" y="403"/>
                  <a:pt x="4" y="400"/>
                </a:cubicBezTo>
                <a:cubicBezTo>
                  <a:pt x="6" y="397"/>
                  <a:pt x="13" y="389"/>
                  <a:pt x="23" y="378"/>
                </a:cubicBezTo>
                <a:cubicBezTo>
                  <a:pt x="35" y="364"/>
                  <a:pt x="46" y="352"/>
                  <a:pt x="55" y="342"/>
                </a:cubicBezTo>
                <a:cubicBezTo>
                  <a:pt x="59" y="337"/>
                  <a:pt x="66" y="329"/>
                  <a:pt x="77" y="318"/>
                </a:cubicBezTo>
                <a:cubicBezTo>
                  <a:pt x="88" y="306"/>
                  <a:pt x="95" y="298"/>
                  <a:pt x="99" y="294"/>
                </a:cubicBezTo>
                <a:cubicBezTo>
                  <a:pt x="103" y="290"/>
                  <a:pt x="109" y="283"/>
                  <a:pt x="118" y="273"/>
                </a:cubicBezTo>
                <a:cubicBezTo>
                  <a:pt x="126" y="263"/>
                  <a:pt x="132" y="256"/>
                  <a:pt x="137" y="251"/>
                </a:cubicBezTo>
                <a:cubicBezTo>
                  <a:pt x="140" y="246"/>
                  <a:pt x="145" y="240"/>
                  <a:pt x="151" y="232"/>
                </a:cubicBezTo>
                <a:cubicBezTo>
                  <a:pt x="158" y="223"/>
                  <a:pt x="162" y="217"/>
                  <a:pt x="165" y="211"/>
                </a:cubicBezTo>
                <a:cubicBezTo>
                  <a:pt x="167" y="205"/>
                  <a:pt x="171" y="199"/>
                  <a:pt x="175" y="192"/>
                </a:cubicBezTo>
                <a:cubicBezTo>
                  <a:pt x="178" y="185"/>
                  <a:pt x="181" y="179"/>
                  <a:pt x="183" y="172"/>
                </a:cubicBezTo>
                <a:cubicBezTo>
                  <a:pt x="185" y="165"/>
                  <a:pt x="186" y="158"/>
                  <a:pt x="187" y="152"/>
                </a:cubicBezTo>
                <a:cubicBezTo>
                  <a:pt x="189" y="146"/>
                  <a:pt x="189" y="139"/>
                  <a:pt x="189" y="131"/>
                </a:cubicBezTo>
                <a:cubicBezTo>
                  <a:pt x="189" y="104"/>
                  <a:pt x="182" y="81"/>
                  <a:pt x="167" y="61"/>
                </a:cubicBezTo>
                <a:cubicBezTo>
                  <a:pt x="153" y="41"/>
                  <a:pt x="131" y="32"/>
                  <a:pt x="104" y="32"/>
                </a:cubicBezTo>
                <a:cubicBezTo>
                  <a:pt x="90" y="32"/>
                  <a:pt x="77" y="35"/>
                  <a:pt x="67" y="42"/>
                </a:cubicBezTo>
                <a:cubicBezTo>
                  <a:pt x="56" y="50"/>
                  <a:pt x="49" y="57"/>
                  <a:pt x="44" y="64"/>
                </a:cubicBezTo>
                <a:cubicBezTo>
                  <a:pt x="40" y="71"/>
                  <a:pt x="38" y="75"/>
                  <a:pt x="38" y="76"/>
                </a:cubicBezTo>
                <a:cubicBezTo>
                  <a:pt x="38" y="76"/>
                  <a:pt x="39" y="77"/>
                  <a:pt x="41" y="77"/>
                </a:cubicBezTo>
                <a:cubicBezTo>
                  <a:pt x="49" y="77"/>
                  <a:pt x="57" y="80"/>
                  <a:pt x="65" y="86"/>
                </a:cubicBezTo>
                <a:cubicBezTo>
                  <a:pt x="73" y="92"/>
                  <a:pt x="77" y="101"/>
                  <a:pt x="77" y="115"/>
                </a:cubicBezTo>
                <a:cubicBezTo>
                  <a:pt x="77" y="126"/>
                  <a:pt x="74" y="135"/>
                  <a:pt x="67" y="142"/>
                </a:cubicBezTo>
                <a:cubicBezTo>
                  <a:pt x="60" y="149"/>
                  <a:pt x="50" y="153"/>
                  <a:pt x="38" y="1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" name=""/>
          <p:cNvSpPr/>
          <p:nvPr/>
        </p:nvSpPr>
        <p:spPr>
          <a:xfrm>
            <a:off x="4283280" y="1789560"/>
            <a:ext cx="78480" cy="327600"/>
          </a:xfrm>
          <a:custGeom>
            <a:avLst/>
            <a:gdLst/>
            <a:ahLst/>
            <a:rect l="0" t="0" r="r" b="b"/>
            <a:pathLst>
              <a:path w="218" h="910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1"/>
                </a:lnTo>
                <a:cubicBezTo>
                  <a:pt x="110" y="74"/>
                  <a:pt x="153" y="138"/>
                  <a:pt x="179" y="215"/>
                </a:cubicBezTo>
                <a:cubicBezTo>
                  <a:pt x="205" y="292"/>
                  <a:pt x="218" y="372"/>
                  <a:pt x="218" y="455"/>
                </a:cubicBezTo>
                <a:cubicBezTo>
                  <a:pt x="218" y="497"/>
                  <a:pt x="215" y="536"/>
                  <a:pt x="209" y="575"/>
                </a:cubicBezTo>
                <a:cubicBezTo>
                  <a:pt x="203" y="613"/>
                  <a:pt x="196" y="645"/>
                  <a:pt x="188" y="672"/>
                </a:cubicBezTo>
                <a:cubicBezTo>
                  <a:pt x="180" y="699"/>
                  <a:pt x="169" y="725"/>
                  <a:pt x="155" y="752"/>
                </a:cubicBezTo>
                <a:cubicBezTo>
                  <a:pt x="139" y="779"/>
                  <a:pt x="127" y="799"/>
                  <a:pt x="119" y="813"/>
                </a:cubicBezTo>
                <a:cubicBezTo>
                  <a:pt x="110" y="827"/>
                  <a:pt x="98" y="842"/>
                  <a:pt x="82" y="859"/>
                </a:cubicBezTo>
                <a:cubicBezTo>
                  <a:pt x="65" y="876"/>
                  <a:pt x="56" y="886"/>
                  <a:pt x="53" y="889"/>
                </a:cubicBezTo>
                <a:cubicBezTo>
                  <a:pt x="50" y="892"/>
                  <a:pt x="43" y="898"/>
                  <a:pt x="32" y="907"/>
                </a:cubicBezTo>
                <a:cubicBezTo>
                  <a:pt x="30" y="908"/>
                  <a:pt x="29" y="910"/>
                  <a:pt x="28" y="910"/>
                </a:cubicBezTo>
                <a:lnTo>
                  <a:pt x="17" y="910"/>
                </a:lnTo>
                <a:cubicBezTo>
                  <a:pt x="12" y="910"/>
                  <a:pt x="9" y="910"/>
                  <a:pt x="7" y="910"/>
                </a:cubicBezTo>
                <a:cubicBezTo>
                  <a:pt x="5" y="910"/>
                  <a:pt x="4" y="909"/>
                  <a:pt x="3" y="908"/>
                </a:cubicBezTo>
                <a:cubicBezTo>
                  <a:pt x="1" y="906"/>
                  <a:pt x="0" y="903"/>
                  <a:pt x="0" y="899"/>
                </a:cubicBezTo>
                <a:cubicBezTo>
                  <a:pt x="0" y="899"/>
                  <a:pt x="4" y="895"/>
                  <a:pt x="10" y="888"/>
                </a:cubicBezTo>
                <a:cubicBezTo>
                  <a:pt x="104" y="790"/>
                  <a:pt x="152" y="646"/>
                  <a:pt x="152" y="455"/>
                </a:cubicBezTo>
                <a:cubicBezTo>
                  <a:pt x="152" y="265"/>
                  <a:pt x="104" y="121"/>
                  <a:pt x="10" y="22"/>
                </a:cubicBezTo>
                <a:cubicBezTo>
                  <a:pt x="4" y="15"/>
                  <a:pt x="0" y="11"/>
                  <a:pt x="0" y="11"/>
                </a:cubicBezTo>
                <a:cubicBezTo>
                  <a:pt x="0" y="6"/>
                  <a:pt x="1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571320" y="1771560"/>
            <a:ext cx="24933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平均差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/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プール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SD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1" name=""/>
          <p:cNvSpPr/>
          <p:nvPr/>
        </p:nvSpPr>
        <p:spPr>
          <a:xfrm>
            <a:off x="4782240" y="1811880"/>
            <a:ext cx="280800" cy="223920"/>
          </a:xfrm>
          <a:custGeom>
            <a:avLst/>
            <a:gdLst/>
            <a:ahLst/>
            <a:rect l="0" t="0" r="r" b="b"/>
            <a:pathLst>
              <a:path w="780" h="622">
                <a:moveTo>
                  <a:pt x="184" y="41"/>
                </a:moveTo>
                <a:cubicBezTo>
                  <a:pt x="182" y="41"/>
                  <a:pt x="180" y="41"/>
                  <a:pt x="177" y="41"/>
                </a:cubicBezTo>
                <a:cubicBezTo>
                  <a:pt x="162" y="41"/>
                  <a:pt x="153" y="41"/>
                  <a:pt x="150" y="40"/>
                </a:cubicBezTo>
                <a:cubicBezTo>
                  <a:pt x="147" y="40"/>
                  <a:pt x="145" y="37"/>
                  <a:pt x="145" y="30"/>
                </a:cubicBezTo>
                <a:cubicBezTo>
                  <a:pt x="145" y="14"/>
                  <a:pt x="149" y="4"/>
                  <a:pt x="155" y="0"/>
                </a:cubicBezTo>
                <a:cubicBezTo>
                  <a:pt x="156" y="0"/>
                  <a:pt x="186" y="0"/>
                  <a:pt x="243" y="0"/>
                </a:cubicBezTo>
                <a:cubicBezTo>
                  <a:pt x="290" y="0"/>
                  <a:pt x="317" y="0"/>
                  <a:pt x="324" y="0"/>
                </a:cubicBezTo>
                <a:cubicBezTo>
                  <a:pt x="330" y="0"/>
                  <a:pt x="334" y="1"/>
                  <a:pt x="336" y="5"/>
                </a:cubicBezTo>
                <a:cubicBezTo>
                  <a:pt x="465" y="307"/>
                  <a:pt x="530" y="461"/>
                  <a:pt x="533" y="469"/>
                </a:cubicBezTo>
                <a:lnTo>
                  <a:pt x="582" y="275"/>
                </a:lnTo>
                <a:cubicBezTo>
                  <a:pt x="614" y="146"/>
                  <a:pt x="630" y="78"/>
                  <a:pt x="630" y="70"/>
                </a:cubicBezTo>
                <a:cubicBezTo>
                  <a:pt x="630" y="53"/>
                  <a:pt x="611" y="44"/>
                  <a:pt x="572" y="41"/>
                </a:cubicBezTo>
                <a:cubicBezTo>
                  <a:pt x="557" y="41"/>
                  <a:pt x="550" y="38"/>
                  <a:pt x="550" y="31"/>
                </a:cubicBezTo>
                <a:cubicBezTo>
                  <a:pt x="550" y="30"/>
                  <a:pt x="551" y="27"/>
                  <a:pt x="552" y="20"/>
                </a:cubicBezTo>
                <a:cubicBezTo>
                  <a:pt x="554" y="11"/>
                  <a:pt x="556" y="5"/>
                  <a:pt x="557" y="3"/>
                </a:cubicBezTo>
                <a:cubicBezTo>
                  <a:pt x="559" y="1"/>
                  <a:pt x="562" y="0"/>
                  <a:pt x="567" y="0"/>
                </a:cubicBezTo>
                <a:cubicBezTo>
                  <a:pt x="568" y="0"/>
                  <a:pt x="578" y="0"/>
                  <a:pt x="595" y="0"/>
                </a:cubicBezTo>
                <a:cubicBezTo>
                  <a:pt x="612" y="1"/>
                  <a:pt x="637" y="2"/>
                  <a:pt x="670" y="2"/>
                </a:cubicBezTo>
                <a:cubicBezTo>
                  <a:pt x="701" y="2"/>
                  <a:pt x="724" y="2"/>
                  <a:pt x="739" y="1"/>
                </a:cubicBezTo>
                <a:cubicBezTo>
                  <a:pt x="755" y="1"/>
                  <a:pt x="764" y="0"/>
                  <a:pt x="767" y="0"/>
                </a:cubicBezTo>
                <a:cubicBezTo>
                  <a:pt x="776" y="0"/>
                  <a:pt x="780" y="3"/>
                  <a:pt x="780" y="10"/>
                </a:cubicBezTo>
                <a:cubicBezTo>
                  <a:pt x="780" y="23"/>
                  <a:pt x="778" y="32"/>
                  <a:pt x="773" y="37"/>
                </a:cubicBezTo>
                <a:cubicBezTo>
                  <a:pt x="772" y="40"/>
                  <a:pt x="765" y="41"/>
                  <a:pt x="753" y="41"/>
                </a:cubicBezTo>
                <a:cubicBezTo>
                  <a:pt x="710" y="44"/>
                  <a:pt x="683" y="56"/>
                  <a:pt x="672" y="78"/>
                </a:cubicBezTo>
                <a:lnTo>
                  <a:pt x="537" y="616"/>
                </a:lnTo>
                <a:cubicBezTo>
                  <a:pt x="535" y="620"/>
                  <a:pt x="529" y="622"/>
                  <a:pt x="517" y="622"/>
                </a:cubicBezTo>
                <a:cubicBezTo>
                  <a:pt x="509" y="622"/>
                  <a:pt x="504" y="621"/>
                  <a:pt x="502" y="620"/>
                </a:cubicBezTo>
                <a:cubicBezTo>
                  <a:pt x="500" y="618"/>
                  <a:pt x="461" y="526"/>
                  <a:pt x="385" y="344"/>
                </a:cubicBezTo>
                <a:lnTo>
                  <a:pt x="268" y="71"/>
                </a:lnTo>
                <a:lnTo>
                  <a:pt x="209" y="309"/>
                </a:lnTo>
                <a:cubicBezTo>
                  <a:pt x="169" y="464"/>
                  <a:pt x="150" y="545"/>
                  <a:pt x="150" y="550"/>
                </a:cubicBezTo>
                <a:cubicBezTo>
                  <a:pt x="153" y="570"/>
                  <a:pt x="175" y="580"/>
                  <a:pt x="215" y="580"/>
                </a:cubicBezTo>
                <a:lnTo>
                  <a:pt x="224" y="580"/>
                </a:lnTo>
                <a:cubicBezTo>
                  <a:pt x="228" y="583"/>
                  <a:pt x="230" y="586"/>
                  <a:pt x="230" y="587"/>
                </a:cubicBezTo>
                <a:cubicBezTo>
                  <a:pt x="230" y="589"/>
                  <a:pt x="229" y="595"/>
                  <a:pt x="228" y="605"/>
                </a:cubicBezTo>
                <a:cubicBezTo>
                  <a:pt x="226" y="613"/>
                  <a:pt x="223" y="618"/>
                  <a:pt x="219" y="622"/>
                </a:cubicBezTo>
                <a:lnTo>
                  <a:pt x="207" y="622"/>
                </a:lnTo>
                <a:cubicBezTo>
                  <a:pt x="188" y="621"/>
                  <a:pt x="155" y="620"/>
                  <a:pt x="109" y="620"/>
                </a:cubicBezTo>
                <a:cubicBezTo>
                  <a:pt x="92" y="620"/>
                  <a:pt x="76" y="620"/>
                  <a:pt x="62" y="620"/>
                </a:cubicBezTo>
                <a:cubicBezTo>
                  <a:pt x="48" y="620"/>
                  <a:pt x="37" y="620"/>
                  <a:pt x="29" y="620"/>
                </a:cubicBezTo>
                <a:cubicBezTo>
                  <a:pt x="20" y="620"/>
                  <a:pt x="15" y="621"/>
                  <a:pt x="13" y="621"/>
                </a:cubicBezTo>
                <a:cubicBezTo>
                  <a:pt x="4" y="621"/>
                  <a:pt x="0" y="618"/>
                  <a:pt x="0" y="613"/>
                </a:cubicBezTo>
                <a:cubicBezTo>
                  <a:pt x="0" y="611"/>
                  <a:pt x="1" y="606"/>
                  <a:pt x="2" y="598"/>
                </a:cubicBezTo>
                <a:cubicBezTo>
                  <a:pt x="4" y="591"/>
                  <a:pt x="6" y="587"/>
                  <a:pt x="7" y="586"/>
                </a:cubicBezTo>
                <a:cubicBezTo>
                  <a:pt x="8" y="582"/>
                  <a:pt x="15" y="580"/>
                  <a:pt x="28" y="580"/>
                </a:cubicBezTo>
                <a:cubicBezTo>
                  <a:pt x="69" y="578"/>
                  <a:pt x="96" y="567"/>
                  <a:pt x="108" y="545"/>
                </a:cubicBezTo>
                <a:cubicBezTo>
                  <a:pt x="110" y="541"/>
                  <a:pt x="132" y="457"/>
                  <a:pt x="172" y="293"/>
                </a:cubicBezTo>
                <a:lnTo>
                  <a:pt x="234" y="44"/>
                </a:lnTo>
                <a:cubicBezTo>
                  <a:pt x="233" y="44"/>
                  <a:pt x="216" y="43"/>
                  <a:pt x="184" y="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" name=""/>
          <p:cNvSpPr/>
          <p:nvPr/>
        </p:nvSpPr>
        <p:spPr>
          <a:xfrm>
            <a:off x="5093640" y="178992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0" y="456"/>
                </a:moveTo>
                <a:cubicBezTo>
                  <a:pt x="0" y="414"/>
                  <a:pt x="3" y="374"/>
                  <a:pt x="9" y="336"/>
                </a:cubicBezTo>
                <a:cubicBezTo>
                  <a:pt x="15" y="299"/>
                  <a:pt x="22" y="266"/>
                  <a:pt x="30" y="239"/>
                </a:cubicBezTo>
                <a:cubicBezTo>
                  <a:pt x="38" y="212"/>
                  <a:pt x="49" y="185"/>
                  <a:pt x="64" y="159"/>
                </a:cubicBezTo>
                <a:cubicBezTo>
                  <a:pt x="79" y="133"/>
                  <a:pt x="91" y="112"/>
                  <a:pt x="99" y="98"/>
                </a:cubicBezTo>
                <a:cubicBezTo>
                  <a:pt x="108" y="83"/>
                  <a:pt x="120" y="68"/>
                  <a:pt x="137" y="51"/>
                </a:cubicBezTo>
                <a:cubicBezTo>
                  <a:pt x="154" y="34"/>
                  <a:pt x="164" y="22"/>
                  <a:pt x="167" y="19"/>
                </a:cubicBezTo>
                <a:cubicBezTo>
                  <a:pt x="171" y="15"/>
                  <a:pt x="178" y="9"/>
                  <a:pt x="190" y="0"/>
                </a:cubicBezTo>
                <a:lnTo>
                  <a:pt x="202" y="0"/>
                </a:lnTo>
                <a:lnTo>
                  <a:pt x="206" y="0"/>
                </a:lnTo>
                <a:cubicBezTo>
                  <a:pt x="214" y="0"/>
                  <a:pt x="218" y="2"/>
                  <a:pt x="218" y="8"/>
                </a:cubicBezTo>
                <a:cubicBezTo>
                  <a:pt x="218" y="10"/>
                  <a:pt x="213" y="16"/>
                  <a:pt x="203" y="27"/>
                </a:cubicBezTo>
                <a:cubicBezTo>
                  <a:pt x="193" y="39"/>
                  <a:pt x="180" y="55"/>
                  <a:pt x="166" y="76"/>
                </a:cubicBezTo>
                <a:cubicBezTo>
                  <a:pt x="151" y="97"/>
                  <a:pt x="136" y="123"/>
                  <a:pt x="121" y="154"/>
                </a:cubicBezTo>
                <a:cubicBezTo>
                  <a:pt x="106" y="185"/>
                  <a:pt x="93" y="227"/>
                  <a:pt x="83" y="280"/>
                </a:cubicBezTo>
                <a:cubicBezTo>
                  <a:pt x="73" y="333"/>
                  <a:pt x="67" y="391"/>
                  <a:pt x="67" y="456"/>
                </a:cubicBezTo>
                <a:cubicBezTo>
                  <a:pt x="67" y="520"/>
                  <a:pt x="73" y="578"/>
                  <a:pt x="83" y="630"/>
                </a:cubicBezTo>
                <a:cubicBezTo>
                  <a:pt x="93" y="682"/>
                  <a:pt x="106" y="725"/>
                  <a:pt x="120" y="757"/>
                </a:cubicBezTo>
                <a:cubicBezTo>
                  <a:pt x="135" y="789"/>
                  <a:pt x="150" y="815"/>
                  <a:pt x="165" y="835"/>
                </a:cubicBezTo>
                <a:cubicBezTo>
                  <a:pt x="180" y="855"/>
                  <a:pt x="193" y="871"/>
                  <a:pt x="203" y="883"/>
                </a:cubicBezTo>
                <a:cubicBezTo>
                  <a:pt x="213" y="895"/>
                  <a:pt x="218" y="902"/>
                  <a:pt x="218" y="902"/>
                </a:cubicBezTo>
                <a:cubicBezTo>
                  <a:pt x="218" y="908"/>
                  <a:pt x="214" y="911"/>
                  <a:pt x="205" y="911"/>
                </a:cubicBezTo>
                <a:lnTo>
                  <a:pt x="202" y="911"/>
                </a:lnTo>
                <a:lnTo>
                  <a:pt x="190" y="911"/>
                </a:lnTo>
                <a:lnTo>
                  <a:pt x="165" y="889"/>
                </a:lnTo>
                <a:cubicBezTo>
                  <a:pt x="108" y="837"/>
                  <a:pt x="66" y="773"/>
                  <a:pt x="39" y="696"/>
                </a:cubicBezTo>
                <a:cubicBezTo>
                  <a:pt x="13" y="619"/>
                  <a:pt x="0" y="539"/>
                  <a:pt x="0" y="45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" name=""/>
          <p:cNvSpPr/>
          <p:nvPr/>
        </p:nvSpPr>
        <p:spPr>
          <a:xfrm>
            <a:off x="5206680" y="1817280"/>
            <a:ext cx="131040" cy="225720"/>
          </a:xfrm>
          <a:custGeom>
            <a:avLst/>
            <a:gdLst/>
            <a:ahLst/>
            <a:rect l="0" t="0" r="r" b="b"/>
            <a:pathLst>
              <a:path w="364" h="627">
                <a:moveTo>
                  <a:pt x="104" y="464"/>
                </a:moveTo>
                <a:cubicBezTo>
                  <a:pt x="104" y="479"/>
                  <a:pt x="99" y="491"/>
                  <a:pt x="89" y="501"/>
                </a:cubicBezTo>
                <a:cubicBezTo>
                  <a:pt x="79" y="510"/>
                  <a:pt x="68" y="515"/>
                  <a:pt x="54" y="515"/>
                </a:cubicBezTo>
                <a:lnTo>
                  <a:pt x="47" y="515"/>
                </a:lnTo>
                <a:cubicBezTo>
                  <a:pt x="75" y="563"/>
                  <a:pt x="112" y="587"/>
                  <a:pt x="158" y="587"/>
                </a:cubicBezTo>
                <a:cubicBezTo>
                  <a:pt x="201" y="587"/>
                  <a:pt x="232" y="569"/>
                  <a:pt x="252" y="532"/>
                </a:cubicBezTo>
                <a:cubicBezTo>
                  <a:pt x="264" y="512"/>
                  <a:pt x="269" y="474"/>
                  <a:pt x="269" y="416"/>
                </a:cubicBezTo>
                <a:cubicBezTo>
                  <a:pt x="269" y="353"/>
                  <a:pt x="261" y="311"/>
                  <a:pt x="245" y="289"/>
                </a:cubicBezTo>
                <a:cubicBezTo>
                  <a:pt x="228" y="268"/>
                  <a:pt x="210" y="258"/>
                  <a:pt x="191" y="258"/>
                </a:cubicBezTo>
                <a:lnTo>
                  <a:pt x="186" y="258"/>
                </a:lnTo>
                <a:cubicBezTo>
                  <a:pt x="138" y="258"/>
                  <a:pt x="102" y="280"/>
                  <a:pt x="78" y="321"/>
                </a:cubicBezTo>
                <a:cubicBezTo>
                  <a:pt x="76" y="326"/>
                  <a:pt x="74" y="328"/>
                  <a:pt x="72" y="329"/>
                </a:cubicBezTo>
                <a:cubicBezTo>
                  <a:pt x="70" y="329"/>
                  <a:pt x="65" y="330"/>
                  <a:pt x="58" y="330"/>
                </a:cubicBezTo>
                <a:cubicBezTo>
                  <a:pt x="48" y="330"/>
                  <a:pt x="42" y="329"/>
                  <a:pt x="41" y="325"/>
                </a:cubicBezTo>
                <a:cubicBezTo>
                  <a:pt x="40" y="323"/>
                  <a:pt x="39" y="268"/>
                  <a:pt x="39" y="165"/>
                </a:cubicBezTo>
                <a:lnTo>
                  <a:pt x="39" y="47"/>
                </a:lnTo>
                <a:cubicBezTo>
                  <a:pt x="39" y="17"/>
                  <a:pt x="41" y="2"/>
                  <a:pt x="44" y="2"/>
                </a:cubicBezTo>
                <a:cubicBezTo>
                  <a:pt x="45" y="1"/>
                  <a:pt x="46" y="0"/>
                  <a:pt x="47" y="0"/>
                </a:cubicBezTo>
                <a:cubicBezTo>
                  <a:pt x="48" y="0"/>
                  <a:pt x="54" y="2"/>
                  <a:pt x="66" y="7"/>
                </a:cubicBezTo>
                <a:cubicBezTo>
                  <a:pt x="78" y="12"/>
                  <a:pt x="95" y="17"/>
                  <a:pt x="116" y="22"/>
                </a:cubicBezTo>
                <a:cubicBezTo>
                  <a:pt x="138" y="27"/>
                  <a:pt x="160" y="29"/>
                  <a:pt x="185" y="29"/>
                </a:cubicBezTo>
                <a:cubicBezTo>
                  <a:pt x="228" y="29"/>
                  <a:pt x="270" y="21"/>
                  <a:pt x="309" y="4"/>
                </a:cubicBezTo>
                <a:cubicBezTo>
                  <a:pt x="314" y="1"/>
                  <a:pt x="318" y="0"/>
                  <a:pt x="321" y="0"/>
                </a:cubicBezTo>
                <a:cubicBezTo>
                  <a:pt x="326" y="0"/>
                  <a:pt x="328" y="5"/>
                  <a:pt x="328" y="16"/>
                </a:cubicBezTo>
                <a:lnTo>
                  <a:pt x="328" y="28"/>
                </a:lnTo>
                <a:cubicBezTo>
                  <a:pt x="279" y="87"/>
                  <a:pt x="216" y="116"/>
                  <a:pt x="141" y="116"/>
                </a:cubicBezTo>
                <a:cubicBezTo>
                  <a:pt x="122" y="116"/>
                  <a:pt x="105" y="115"/>
                  <a:pt x="90" y="111"/>
                </a:cubicBezTo>
                <a:lnTo>
                  <a:pt x="81" y="109"/>
                </a:lnTo>
                <a:lnTo>
                  <a:pt x="81" y="266"/>
                </a:lnTo>
                <a:cubicBezTo>
                  <a:pt x="92" y="257"/>
                  <a:pt x="101" y="251"/>
                  <a:pt x="108" y="246"/>
                </a:cubicBezTo>
                <a:cubicBezTo>
                  <a:pt x="115" y="241"/>
                  <a:pt x="126" y="236"/>
                  <a:pt x="141" y="231"/>
                </a:cubicBezTo>
                <a:cubicBezTo>
                  <a:pt x="156" y="226"/>
                  <a:pt x="172" y="224"/>
                  <a:pt x="187" y="224"/>
                </a:cubicBezTo>
                <a:cubicBezTo>
                  <a:pt x="236" y="224"/>
                  <a:pt x="279" y="244"/>
                  <a:pt x="313" y="284"/>
                </a:cubicBezTo>
                <a:cubicBezTo>
                  <a:pt x="347" y="323"/>
                  <a:pt x="364" y="370"/>
                  <a:pt x="364" y="424"/>
                </a:cubicBezTo>
                <a:cubicBezTo>
                  <a:pt x="364" y="480"/>
                  <a:pt x="345" y="528"/>
                  <a:pt x="306" y="567"/>
                </a:cubicBezTo>
                <a:cubicBezTo>
                  <a:pt x="267" y="606"/>
                  <a:pt x="219" y="626"/>
                  <a:pt x="163" y="627"/>
                </a:cubicBezTo>
                <a:cubicBezTo>
                  <a:pt x="114" y="627"/>
                  <a:pt x="74" y="611"/>
                  <a:pt x="44" y="578"/>
                </a:cubicBezTo>
                <a:cubicBezTo>
                  <a:pt x="15" y="545"/>
                  <a:pt x="0" y="508"/>
                  <a:pt x="0" y="467"/>
                </a:cubicBezTo>
                <a:cubicBezTo>
                  <a:pt x="0" y="452"/>
                  <a:pt x="3" y="441"/>
                  <a:pt x="10" y="432"/>
                </a:cubicBezTo>
                <a:cubicBezTo>
                  <a:pt x="17" y="424"/>
                  <a:pt x="24" y="418"/>
                  <a:pt x="31" y="416"/>
                </a:cubicBezTo>
                <a:cubicBezTo>
                  <a:pt x="38" y="414"/>
                  <a:pt x="45" y="412"/>
                  <a:pt x="52" y="412"/>
                </a:cubicBezTo>
                <a:cubicBezTo>
                  <a:pt x="67" y="412"/>
                  <a:pt x="79" y="417"/>
                  <a:pt x="89" y="428"/>
                </a:cubicBezTo>
                <a:cubicBezTo>
                  <a:pt x="99" y="438"/>
                  <a:pt x="104" y="450"/>
                  <a:pt x="104" y="46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" name=""/>
          <p:cNvSpPr/>
          <p:nvPr/>
        </p:nvSpPr>
        <p:spPr>
          <a:xfrm>
            <a:off x="5366880" y="181728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2" y="74"/>
                </a:moveTo>
                <a:cubicBezTo>
                  <a:pt x="86" y="25"/>
                  <a:pt x="132" y="0"/>
                  <a:pt x="191" y="0"/>
                </a:cubicBezTo>
                <a:cubicBezTo>
                  <a:pt x="220" y="0"/>
                  <a:pt x="250" y="8"/>
                  <a:pt x="279" y="24"/>
                </a:cubicBezTo>
                <a:cubicBezTo>
                  <a:pt x="308" y="39"/>
                  <a:pt x="332" y="67"/>
                  <a:pt x="350" y="107"/>
                </a:cubicBezTo>
                <a:cubicBezTo>
                  <a:pt x="373" y="158"/>
                  <a:pt x="384" y="227"/>
                  <a:pt x="384" y="316"/>
                </a:cubicBezTo>
                <a:cubicBezTo>
                  <a:pt x="384" y="410"/>
                  <a:pt x="371" y="482"/>
                  <a:pt x="345" y="532"/>
                </a:cubicBezTo>
                <a:cubicBezTo>
                  <a:pt x="333" y="557"/>
                  <a:pt x="316" y="577"/>
                  <a:pt x="295" y="592"/>
                </a:cubicBezTo>
                <a:cubicBezTo>
                  <a:pt x="274" y="608"/>
                  <a:pt x="255" y="617"/>
                  <a:pt x="239" y="621"/>
                </a:cubicBezTo>
                <a:cubicBezTo>
                  <a:pt x="223" y="624"/>
                  <a:pt x="207" y="626"/>
                  <a:pt x="192" y="627"/>
                </a:cubicBezTo>
                <a:cubicBezTo>
                  <a:pt x="176" y="627"/>
                  <a:pt x="160" y="625"/>
                  <a:pt x="145" y="622"/>
                </a:cubicBezTo>
                <a:cubicBezTo>
                  <a:pt x="129" y="618"/>
                  <a:pt x="110" y="608"/>
                  <a:pt x="89" y="592"/>
                </a:cubicBezTo>
                <a:cubicBezTo>
                  <a:pt x="68" y="577"/>
                  <a:pt x="51" y="556"/>
                  <a:pt x="39" y="532"/>
                </a:cubicBezTo>
                <a:cubicBezTo>
                  <a:pt x="13" y="482"/>
                  <a:pt x="0" y="410"/>
                  <a:pt x="0" y="316"/>
                </a:cubicBezTo>
                <a:cubicBezTo>
                  <a:pt x="0" y="209"/>
                  <a:pt x="17" y="129"/>
                  <a:pt x="52" y="74"/>
                </a:cubicBezTo>
                <a:moveTo>
                  <a:pt x="257" y="63"/>
                </a:moveTo>
                <a:cubicBezTo>
                  <a:pt x="239" y="43"/>
                  <a:pt x="217" y="34"/>
                  <a:pt x="192" y="34"/>
                </a:cubicBezTo>
                <a:cubicBezTo>
                  <a:pt x="166" y="34"/>
                  <a:pt x="145" y="43"/>
                  <a:pt x="126" y="63"/>
                </a:cubicBezTo>
                <a:cubicBezTo>
                  <a:pt x="111" y="79"/>
                  <a:pt x="101" y="100"/>
                  <a:pt x="96" y="128"/>
                </a:cubicBezTo>
                <a:cubicBezTo>
                  <a:pt x="91" y="156"/>
                  <a:pt x="89" y="214"/>
                  <a:pt x="89" y="304"/>
                </a:cubicBezTo>
                <a:cubicBezTo>
                  <a:pt x="89" y="400"/>
                  <a:pt x="91" y="463"/>
                  <a:pt x="96" y="493"/>
                </a:cubicBezTo>
                <a:cubicBezTo>
                  <a:pt x="101" y="524"/>
                  <a:pt x="112" y="548"/>
                  <a:pt x="129" y="565"/>
                </a:cubicBezTo>
                <a:cubicBezTo>
                  <a:pt x="146" y="583"/>
                  <a:pt x="167" y="592"/>
                  <a:pt x="192" y="592"/>
                </a:cubicBezTo>
                <a:cubicBezTo>
                  <a:pt x="216" y="592"/>
                  <a:pt x="238" y="583"/>
                  <a:pt x="255" y="565"/>
                </a:cubicBezTo>
                <a:cubicBezTo>
                  <a:pt x="272" y="547"/>
                  <a:pt x="283" y="521"/>
                  <a:pt x="287" y="489"/>
                </a:cubicBezTo>
                <a:cubicBezTo>
                  <a:pt x="292" y="456"/>
                  <a:pt x="294" y="394"/>
                  <a:pt x="295" y="304"/>
                </a:cubicBezTo>
                <a:cubicBezTo>
                  <a:pt x="295" y="215"/>
                  <a:pt x="292" y="157"/>
                  <a:pt x="287" y="129"/>
                </a:cubicBezTo>
                <a:cubicBezTo>
                  <a:pt x="283" y="101"/>
                  <a:pt x="273" y="79"/>
                  <a:pt x="257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" name=""/>
          <p:cNvSpPr/>
          <p:nvPr/>
        </p:nvSpPr>
        <p:spPr>
          <a:xfrm>
            <a:off x="5543280" y="1995840"/>
            <a:ext cx="43560" cy="103680"/>
          </a:xfrm>
          <a:custGeom>
            <a:avLst/>
            <a:gdLst/>
            <a:ahLst/>
            <a:rect l="0" t="0" r="r" b="b"/>
            <a:pathLst>
              <a:path w="121" h="288">
                <a:moveTo>
                  <a:pt x="0" y="79"/>
                </a:moveTo>
                <a:cubicBezTo>
                  <a:pt x="0" y="79"/>
                  <a:pt x="0" y="72"/>
                  <a:pt x="0" y="56"/>
                </a:cubicBezTo>
                <a:cubicBezTo>
                  <a:pt x="0" y="41"/>
                  <a:pt x="5" y="27"/>
                  <a:pt x="15" y="16"/>
                </a:cubicBezTo>
                <a:cubicBezTo>
                  <a:pt x="26" y="5"/>
                  <a:pt x="39" y="0"/>
                  <a:pt x="55" y="0"/>
                </a:cubicBezTo>
                <a:cubicBezTo>
                  <a:pt x="72" y="0"/>
                  <a:pt x="87" y="8"/>
                  <a:pt x="101" y="23"/>
                </a:cubicBezTo>
                <a:cubicBezTo>
                  <a:pt x="114" y="39"/>
                  <a:pt x="121" y="66"/>
                  <a:pt x="121" y="104"/>
                </a:cubicBezTo>
                <a:cubicBezTo>
                  <a:pt x="121" y="125"/>
                  <a:pt x="119" y="146"/>
                  <a:pt x="113" y="166"/>
                </a:cubicBezTo>
                <a:cubicBezTo>
                  <a:pt x="108" y="186"/>
                  <a:pt x="101" y="203"/>
                  <a:pt x="94" y="217"/>
                </a:cubicBezTo>
                <a:cubicBezTo>
                  <a:pt x="87" y="232"/>
                  <a:pt x="79" y="244"/>
                  <a:pt x="70" y="255"/>
                </a:cubicBezTo>
                <a:cubicBezTo>
                  <a:pt x="62" y="265"/>
                  <a:pt x="55" y="273"/>
                  <a:pt x="49" y="279"/>
                </a:cubicBezTo>
                <a:cubicBezTo>
                  <a:pt x="43" y="285"/>
                  <a:pt x="39" y="288"/>
                  <a:pt x="37" y="288"/>
                </a:cubicBezTo>
                <a:cubicBezTo>
                  <a:pt x="34" y="288"/>
                  <a:pt x="30" y="285"/>
                  <a:pt x="25" y="279"/>
                </a:cubicBezTo>
                <a:cubicBezTo>
                  <a:pt x="19" y="274"/>
                  <a:pt x="16" y="270"/>
                  <a:pt x="16" y="268"/>
                </a:cubicBezTo>
                <a:cubicBezTo>
                  <a:pt x="16" y="265"/>
                  <a:pt x="19" y="260"/>
                  <a:pt x="27" y="253"/>
                </a:cubicBezTo>
                <a:cubicBezTo>
                  <a:pt x="33" y="246"/>
                  <a:pt x="41" y="237"/>
                  <a:pt x="50" y="226"/>
                </a:cubicBezTo>
                <a:cubicBezTo>
                  <a:pt x="58" y="215"/>
                  <a:pt x="66" y="200"/>
                  <a:pt x="73" y="180"/>
                </a:cubicBezTo>
                <a:cubicBezTo>
                  <a:pt x="80" y="161"/>
                  <a:pt x="85" y="139"/>
                  <a:pt x="88" y="114"/>
                </a:cubicBezTo>
                <a:lnTo>
                  <a:pt x="88" y="103"/>
                </a:lnTo>
                <a:lnTo>
                  <a:pt x="87" y="104"/>
                </a:lnTo>
                <a:cubicBezTo>
                  <a:pt x="86" y="104"/>
                  <a:pt x="84" y="105"/>
                  <a:pt x="82" y="106"/>
                </a:cubicBezTo>
                <a:cubicBezTo>
                  <a:pt x="80" y="106"/>
                  <a:pt x="79" y="107"/>
                  <a:pt x="77" y="108"/>
                </a:cubicBezTo>
                <a:cubicBezTo>
                  <a:pt x="75" y="110"/>
                  <a:pt x="72" y="110"/>
                  <a:pt x="69" y="110"/>
                </a:cubicBezTo>
                <a:cubicBezTo>
                  <a:pt x="65" y="110"/>
                  <a:pt x="61" y="110"/>
                  <a:pt x="58" y="111"/>
                </a:cubicBezTo>
                <a:cubicBezTo>
                  <a:pt x="41" y="111"/>
                  <a:pt x="28" y="106"/>
                  <a:pt x="17" y="96"/>
                </a:cubicBezTo>
                <a:lnTo>
                  <a:pt x="0" y="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" name=""/>
          <p:cNvSpPr/>
          <p:nvPr/>
        </p:nvSpPr>
        <p:spPr>
          <a:xfrm>
            <a:off x="5690880" y="1817280"/>
            <a:ext cx="113040" cy="218520"/>
          </a:xfrm>
          <a:custGeom>
            <a:avLst/>
            <a:gdLst/>
            <a:ahLst/>
            <a:rect l="0" t="0" r="r" b="b"/>
            <a:pathLst>
              <a:path w="314" h="607">
                <a:moveTo>
                  <a:pt x="118" y="80"/>
                </a:moveTo>
                <a:lnTo>
                  <a:pt x="106" y="85"/>
                </a:lnTo>
                <a:cubicBezTo>
                  <a:pt x="97" y="88"/>
                  <a:pt x="85" y="91"/>
                  <a:pt x="70" y="94"/>
                </a:cubicBezTo>
                <a:cubicBezTo>
                  <a:pt x="54" y="97"/>
                  <a:pt x="36" y="99"/>
                  <a:pt x="17" y="100"/>
                </a:cubicBezTo>
                <a:lnTo>
                  <a:pt x="0" y="100"/>
                </a:lnTo>
                <a:lnTo>
                  <a:pt x="0" y="58"/>
                </a:lnTo>
                <a:lnTo>
                  <a:pt x="17" y="58"/>
                </a:lnTo>
                <a:cubicBezTo>
                  <a:pt x="45" y="57"/>
                  <a:pt x="72" y="52"/>
                  <a:pt x="96" y="45"/>
                </a:cubicBezTo>
                <a:cubicBezTo>
                  <a:pt x="120" y="37"/>
                  <a:pt x="137" y="29"/>
                  <a:pt x="147" y="23"/>
                </a:cubicBezTo>
                <a:cubicBezTo>
                  <a:pt x="157" y="16"/>
                  <a:pt x="165" y="9"/>
                  <a:pt x="172" y="3"/>
                </a:cubicBezTo>
                <a:cubicBezTo>
                  <a:pt x="174" y="1"/>
                  <a:pt x="177" y="0"/>
                  <a:pt x="183" y="0"/>
                </a:cubicBezTo>
                <a:cubicBezTo>
                  <a:pt x="189" y="0"/>
                  <a:pt x="194" y="2"/>
                  <a:pt x="199" y="5"/>
                </a:cubicBezTo>
                <a:lnTo>
                  <a:pt x="199" y="279"/>
                </a:lnTo>
                <a:lnTo>
                  <a:pt x="200" y="552"/>
                </a:lnTo>
                <a:cubicBezTo>
                  <a:pt x="204" y="556"/>
                  <a:pt x="208" y="558"/>
                  <a:pt x="211" y="560"/>
                </a:cubicBezTo>
                <a:cubicBezTo>
                  <a:pt x="214" y="561"/>
                  <a:pt x="221" y="562"/>
                  <a:pt x="232" y="563"/>
                </a:cubicBezTo>
                <a:cubicBezTo>
                  <a:pt x="244" y="565"/>
                  <a:pt x="263" y="565"/>
                  <a:pt x="289" y="565"/>
                </a:cubicBezTo>
                <a:lnTo>
                  <a:pt x="314" y="565"/>
                </a:lnTo>
                <a:lnTo>
                  <a:pt x="314" y="607"/>
                </a:lnTo>
                <a:lnTo>
                  <a:pt x="303" y="607"/>
                </a:lnTo>
                <a:cubicBezTo>
                  <a:pt x="290" y="605"/>
                  <a:pt x="242" y="604"/>
                  <a:pt x="158" y="604"/>
                </a:cubicBezTo>
                <a:cubicBezTo>
                  <a:pt x="75" y="604"/>
                  <a:pt x="28" y="605"/>
                  <a:pt x="15" y="607"/>
                </a:cubicBezTo>
                <a:lnTo>
                  <a:pt x="4" y="607"/>
                </a:lnTo>
                <a:lnTo>
                  <a:pt x="4" y="565"/>
                </a:lnTo>
                <a:lnTo>
                  <a:pt x="28" y="565"/>
                </a:lnTo>
                <a:cubicBezTo>
                  <a:pt x="41" y="565"/>
                  <a:pt x="53" y="565"/>
                  <a:pt x="62" y="565"/>
                </a:cubicBezTo>
                <a:cubicBezTo>
                  <a:pt x="72" y="565"/>
                  <a:pt x="80" y="565"/>
                  <a:pt x="85" y="564"/>
                </a:cubicBezTo>
                <a:cubicBezTo>
                  <a:pt x="91" y="564"/>
                  <a:pt x="95" y="563"/>
                  <a:pt x="100" y="562"/>
                </a:cubicBezTo>
                <a:cubicBezTo>
                  <a:pt x="104" y="560"/>
                  <a:pt x="106" y="560"/>
                  <a:pt x="107" y="560"/>
                </a:cubicBezTo>
                <a:cubicBezTo>
                  <a:pt x="108" y="560"/>
                  <a:pt x="109" y="558"/>
                  <a:pt x="112" y="555"/>
                </a:cubicBezTo>
                <a:cubicBezTo>
                  <a:pt x="115" y="552"/>
                  <a:pt x="117" y="551"/>
                  <a:pt x="118" y="552"/>
                </a:cubicBezTo>
                <a:lnTo>
                  <a:pt x="118" y="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" name=""/>
          <p:cNvSpPr/>
          <p:nvPr/>
        </p:nvSpPr>
        <p:spPr>
          <a:xfrm>
            <a:off x="5843520" y="1817280"/>
            <a:ext cx="131400" cy="225720"/>
          </a:xfrm>
          <a:custGeom>
            <a:avLst/>
            <a:gdLst/>
            <a:ahLst/>
            <a:rect l="0" t="0" r="r" b="b"/>
            <a:pathLst>
              <a:path w="365" h="627">
                <a:moveTo>
                  <a:pt x="104" y="464"/>
                </a:moveTo>
                <a:cubicBezTo>
                  <a:pt x="104" y="479"/>
                  <a:pt x="99" y="491"/>
                  <a:pt x="90" y="501"/>
                </a:cubicBezTo>
                <a:cubicBezTo>
                  <a:pt x="80" y="510"/>
                  <a:pt x="68" y="515"/>
                  <a:pt x="54" y="515"/>
                </a:cubicBezTo>
                <a:lnTo>
                  <a:pt x="48" y="515"/>
                </a:lnTo>
                <a:cubicBezTo>
                  <a:pt x="76" y="563"/>
                  <a:pt x="113" y="587"/>
                  <a:pt x="159" y="587"/>
                </a:cubicBezTo>
                <a:cubicBezTo>
                  <a:pt x="201" y="587"/>
                  <a:pt x="232" y="569"/>
                  <a:pt x="252" y="532"/>
                </a:cubicBezTo>
                <a:cubicBezTo>
                  <a:pt x="263" y="512"/>
                  <a:pt x="269" y="474"/>
                  <a:pt x="269" y="416"/>
                </a:cubicBezTo>
                <a:cubicBezTo>
                  <a:pt x="269" y="353"/>
                  <a:pt x="261" y="311"/>
                  <a:pt x="244" y="289"/>
                </a:cubicBezTo>
                <a:cubicBezTo>
                  <a:pt x="229" y="268"/>
                  <a:pt x="211" y="258"/>
                  <a:pt x="192" y="258"/>
                </a:cubicBezTo>
                <a:lnTo>
                  <a:pt x="186" y="258"/>
                </a:lnTo>
                <a:cubicBezTo>
                  <a:pt x="139" y="258"/>
                  <a:pt x="103" y="280"/>
                  <a:pt x="79" y="321"/>
                </a:cubicBezTo>
                <a:cubicBezTo>
                  <a:pt x="76" y="326"/>
                  <a:pt x="74" y="328"/>
                  <a:pt x="72" y="329"/>
                </a:cubicBezTo>
                <a:cubicBezTo>
                  <a:pt x="71" y="329"/>
                  <a:pt x="66" y="330"/>
                  <a:pt x="59" y="330"/>
                </a:cubicBezTo>
                <a:cubicBezTo>
                  <a:pt x="48" y="330"/>
                  <a:pt x="43" y="329"/>
                  <a:pt x="41" y="325"/>
                </a:cubicBezTo>
                <a:cubicBezTo>
                  <a:pt x="40" y="323"/>
                  <a:pt x="40" y="268"/>
                  <a:pt x="40" y="165"/>
                </a:cubicBezTo>
                <a:lnTo>
                  <a:pt x="40" y="47"/>
                </a:lnTo>
                <a:cubicBezTo>
                  <a:pt x="40" y="17"/>
                  <a:pt x="41" y="2"/>
                  <a:pt x="44" y="2"/>
                </a:cubicBezTo>
                <a:cubicBezTo>
                  <a:pt x="45" y="1"/>
                  <a:pt x="47" y="0"/>
                  <a:pt x="48" y="0"/>
                </a:cubicBezTo>
                <a:cubicBezTo>
                  <a:pt x="48" y="0"/>
                  <a:pt x="55" y="2"/>
                  <a:pt x="67" y="7"/>
                </a:cubicBezTo>
                <a:cubicBezTo>
                  <a:pt x="79" y="12"/>
                  <a:pt x="96" y="17"/>
                  <a:pt x="117" y="22"/>
                </a:cubicBezTo>
                <a:cubicBezTo>
                  <a:pt x="138" y="27"/>
                  <a:pt x="161" y="29"/>
                  <a:pt x="185" y="29"/>
                </a:cubicBezTo>
                <a:cubicBezTo>
                  <a:pt x="228" y="29"/>
                  <a:pt x="270" y="21"/>
                  <a:pt x="310" y="4"/>
                </a:cubicBezTo>
                <a:cubicBezTo>
                  <a:pt x="315" y="1"/>
                  <a:pt x="319" y="0"/>
                  <a:pt x="322" y="0"/>
                </a:cubicBezTo>
                <a:cubicBezTo>
                  <a:pt x="327" y="0"/>
                  <a:pt x="329" y="5"/>
                  <a:pt x="329" y="16"/>
                </a:cubicBezTo>
                <a:lnTo>
                  <a:pt x="329" y="28"/>
                </a:lnTo>
                <a:cubicBezTo>
                  <a:pt x="278" y="87"/>
                  <a:pt x="216" y="116"/>
                  <a:pt x="142" y="116"/>
                </a:cubicBezTo>
                <a:cubicBezTo>
                  <a:pt x="123" y="116"/>
                  <a:pt x="106" y="115"/>
                  <a:pt x="91" y="111"/>
                </a:cubicBezTo>
                <a:lnTo>
                  <a:pt x="81" y="109"/>
                </a:lnTo>
                <a:lnTo>
                  <a:pt x="81" y="266"/>
                </a:lnTo>
                <a:cubicBezTo>
                  <a:pt x="93" y="257"/>
                  <a:pt x="102" y="251"/>
                  <a:pt x="109" y="246"/>
                </a:cubicBezTo>
                <a:cubicBezTo>
                  <a:pt x="115" y="241"/>
                  <a:pt x="126" y="236"/>
                  <a:pt x="142" y="231"/>
                </a:cubicBezTo>
                <a:cubicBezTo>
                  <a:pt x="157" y="226"/>
                  <a:pt x="172" y="224"/>
                  <a:pt x="188" y="224"/>
                </a:cubicBezTo>
                <a:cubicBezTo>
                  <a:pt x="237" y="224"/>
                  <a:pt x="279" y="244"/>
                  <a:pt x="314" y="284"/>
                </a:cubicBezTo>
                <a:cubicBezTo>
                  <a:pt x="348" y="323"/>
                  <a:pt x="365" y="370"/>
                  <a:pt x="365" y="424"/>
                </a:cubicBezTo>
                <a:cubicBezTo>
                  <a:pt x="365" y="480"/>
                  <a:pt x="345" y="528"/>
                  <a:pt x="306" y="567"/>
                </a:cubicBezTo>
                <a:cubicBezTo>
                  <a:pt x="266" y="606"/>
                  <a:pt x="219" y="626"/>
                  <a:pt x="163" y="627"/>
                </a:cubicBezTo>
                <a:cubicBezTo>
                  <a:pt x="114" y="627"/>
                  <a:pt x="75" y="611"/>
                  <a:pt x="45" y="578"/>
                </a:cubicBezTo>
                <a:cubicBezTo>
                  <a:pt x="15" y="545"/>
                  <a:pt x="0" y="508"/>
                  <a:pt x="0" y="467"/>
                </a:cubicBezTo>
                <a:cubicBezTo>
                  <a:pt x="0" y="452"/>
                  <a:pt x="4" y="441"/>
                  <a:pt x="10" y="432"/>
                </a:cubicBezTo>
                <a:cubicBezTo>
                  <a:pt x="17" y="424"/>
                  <a:pt x="24" y="418"/>
                  <a:pt x="31" y="416"/>
                </a:cubicBezTo>
                <a:cubicBezTo>
                  <a:pt x="39" y="414"/>
                  <a:pt x="46" y="412"/>
                  <a:pt x="52" y="412"/>
                </a:cubicBezTo>
                <a:cubicBezTo>
                  <a:pt x="68" y="412"/>
                  <a:pt x="80" y="417"/>
                  <a:pt x="90" y="428"/>
                </a:cubicBezTo>
                <a:cubicBezTo>
                  <a:pt x="99" y="438"/>
                  <a:pt x="104" y="450"/>
                  <a:pt x="104" y="46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" name=""/>
          <p:cNvSpPr/>
          <p:nvPr/>
        </p:nvSpPr>
        <p:spPr>
          <a:xfrm>
            <a:off x="6013440" y="1752480"/>
            <a:ext cx="92880" cy="154440"/>
          </a:xfrm>
          <a:custGeom>
            <a:avLst/>
            <a:gdLst/>
            <a:ahLst/>
            <a:rect l="0" t="0" r="r" b="b"/>
            <a:pathLst>
              <a:path w="258" h="429">
                <a:moveTo>
                  <a:pt x="38" y="153"/>
                </a:moveTo>
                <a:cubicBezTo>
                  <a:pt x="27" y="153"/>
                  <a:pt x="17" y="149"/>
                  <a:pt x="10" y="142"/>
                </a:cubicBezTo>
                <a:cubicBezTo>
                  <a:pt x="4" y="134"/>
                  <a:pt x="0" y="125"/>
                  <a:pt x="0" y="113"/>
                </a:cubicBezTo>
                <a:cubicBezTo>
                  <a:pt x="0" y="83"/>
                  <a:pt x="12" y="57"/>
                  <a:pt x="34" y="33"/>
                </a:cubicBezTo>
                <a:cubicBezTo>
                  <a:pt x="57" y="11"/>
                  <a:pt x="86" y="0"/>
                  <a:pt x="120" y="0"/>
                </a:cubicBezTo>
                <a:cubicBezTo>
                  <a:pt x="159" y="0"/>
                  <a:pt x="192" y="12"/>
                  <a:pt x="218" y="36"/>
                </a:cubicBezTo>
                <a:cubicBezTo>
                  <a:pt x="244" y="61"/>
                  <a:pt x="257" y="92"/>
                  <a:pt x="258" y="130"/>
                </a:cubicBezTo>
                <a:cubicBezTo>
                  <a:pt x="258" y="149"/>
                  <a:pt x="254" y="166"/>
                  <a:pt x="245" y="183"/>
                </a:cubicBezTo>
                <a:cubicBezTo>
                  <a:pt x="236" y="200"/>
                  <a:pt x="226" y="214"/>
                  <a:pt x="214" y="227"/>
                </a:cubicBezTo>
                <a:cubicBezTo>
                  <a:pt x="202" y="239"/>
                  <a:pt x="185" y="255"/>
                  <a:pt x="163" y="274"/>
                </a:cubicBezTo>
                <a:cubicBezTo>
                  <a:pt x="147" y="288"/>
                  <a:pt x="126" y="307"/>
                  <a:pt x="98" y="333"/>
                </a:cubicBezTo>
                <a:lnTo>
                  <a:pt x="59" y="369"/>
                </a:lnTo>
                <a:lnTo>
                  <a:pt x="109" y="370"/>
                </a:lnTo>
                <a:cubicBezTo>
                  <a:pt x="177" y="370"/>
                  <a:pt x="212" y="369"/>
                  <a:pt x="217" y="367"/>
                </a:cubicBezTo>
                <a:cubicBezTo>
                  <a:pt x="220" y="366"/>
                  <a:pt x="225" y="347"/>
                  <a:pt x="232" y="310"/>
                </a:cubicBezTo>
                <a:lnTo>
                  <a:pt x="232" y="308"/>
                </a:lnTo>
                <a:lnTo>
                  <a:pt x="258" y="308"/>
                </a:lnTo>
                <a:lnTo>
                  <a:pt x="258" y="310"/>
                </a:lnTo>
                <a:cubicBezTo>
                  <a:pt x="257" y="311"/>
                  <a:pt x="255" y="330"/>
                  <a:pt x="249" y="368"/>
                </a:cubicBezTo>
                <a:cubicBezTo>
                  <a:pt x="244" y="406"/>
                  <a:pt x="241" y="426"/>
                  <a:pt x="240" y="427"/>
                </a:cubicBezTo>
                <a:lnTo>
                  <a:pt x="240" y="429"/>
                </a:lnTo>
                <a:lnTo>
                  <a:pt x="0" y="429"/>
                </a:lnTo>
                <a:lnTo>
                  <a:pt x="0" y="417"/>
                </a:lnTo>
                <a:lnTo>
                  <a:pt x="0" y="409"/>
                </a:lnTo>
                <a:cubicBezTo>
                  <a:pt x="0" y="406"/>
                  <a:pt x="1" y="403"/>
                  <a:pt x="4" y="400"/>
                </a:cubicBezTo>
                <a:cubicBezTo>
                  <a:pt x="7" y="396"/>
                  <a:pt x="13" y="389"/>
                  <a:pt x="23" y="377"/>
                </a:cubicBezTo>
                <a:cubicBezTo>
                  <a:pt x="36" y="363"/>
                  <a:pt x="46" y="351"/>
                  <a:pt x="55" y="341"/>
                </a:cubicBezTo>
                <a:cubicBezTo>
                  <a:pt x="59" y="337"/>
                  <a:pt x="68" y="329"/>
                  <a:pt x="78" y="317"/>
                </a:cubicBezTo>
                <a:cubicBezTo>
                  <a:pt x="89" y="306"/>
                  <a:pt x="96" y="298"/>
                  <a:pt x="100" y="294"/>
                </a:cubicBezTo>
                <a:cubicBezTo>
                  <a:pt x="104" y="289"/>
                  <a:pt x="110" y="282"/>
                  <a:pt x="119" y="272"/>
                </a:cubicBezTo>
                <a:cubicBezTo>
                  <a:pt x="127" y="262"/>
                  <a:pt x="133" y="255"/>
                  <a:pt x="137" y="250"/>
                </a:cubicBezTo>
                <a:cubicBezTo>
                  <a:pt x="140" y="246"/>
                  <a:pt x="145" y="239"/>
                  <a:pt x="152" y="231"/>
                </a:cubicBezTo>
                <a:cubicBezTo>
                  <a:pt x="158" y="223"/>
                  <a:pt x="163" y="216"/>
                  <a:pt x="165" y="211"/>
                </a:cubicBezTo>
                <a:cubicBezTo>
                  <a:pt x="168" y="205"/>
                  <a:pt x="171" y="199"/>
                  <a:pt x="175" y="192"/>
                </a:cubicBezTo>
                <a:cubicBezTo>
                  <a:pt x="179" y="185"/>
                  <a:pt x="181" y="178"/>
                  <a:pt x="183" y="171"/>
                </a:cubicBezTo>
                <a:cubicBezTo>
                  <a:pt x="185" y="164"/>
                  <a:pt x="186" y="158"/>
                  <a:pt x="188" y="152"/>
                </a:cubicBezTo>
                <a:cubicBezTo>
                  <a:pt x="189" y="146"/>
                  <a:pt x="190" y="139"/>
                  <a:pt x="190" y="131"/>
                </a:cubicBezTo>
                <a:cubicBezTo>
                  <a:pt x="190" y="104"/>
                  <a:pt x="182" y="80"/>
                  <a:pt x="168" y="61"/>
                </a:cubicBezTo>
                <a:cubicBezTo>
                  <a:pt x="153" y="40"/>
                  <a:pt x="132" y="30"/>
                  <a:pt x="105" y="30"/>
                </a:cubicBezTo>
                <a:cubicBezTo>
                  <a:pt x="91" y="30"/>
                  <a:pt x="79" y="34"/>
                  <a:pt x="68" y="41"/>
                </a:cubicBezTo>
                <a:cubicBezTo>
                  <a:pt x="56" y="48"/>
                  <a:pt x="49" y="56"/>
                  <a:pt x="45" y="63"/>
                </a:cubicBezTo>
                <a:cubicBezTo>
                  <a:pt x="40" y="70"/>
                  <a:pt x="38" y="74"/>
                  <a:pt x="38" y="75"/>
                </a:cubicBezTo>
                <a:cubicBezTo>
                  <a:pt x="38" y="76"/>
                  <a:pt x="39" y="76"/>
                  <a:pt x="41" y="76"/>
                </a:cubicBezTo>
                <a:cubicBezTo>
                  <a:pt x="49" y="76"/>
                  <a:pt x="57" y="79"/>
                  <a:pt x="66" y="85"/>
                </a:cubicBezTo>
                <a:cubicBezTo>
                  <a:pt x="74" y="91"/>
                  <a:pt x="78" y="101"/>
                  <a:pt x="78" y="115"/>
                </a:cubicBezTo>
                <a:cubicBezTo>
                  <a:pt x="78" y="125"/>
                  <a:pt x="75" y="134"/>
                  <a:pt x="68" y="142"/>
                </a:cubicBezTo>
                <a:cubicBezTo>
                  <a:pt x="60" y="149"/>
                  <a:pt x="51" y="153"/>
                  <a:pt x="38" y="15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9" name=""/>
          <p:cNvSpPr/>
          <p:nvPr/>
        </p:nvSpPr>
        <p:spPr>
          <a:xfrm>
            <a:off x="6152040" y="178992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5" y="0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4" y="21"/>
                </a:lnTo>
                <a:cubicBezTo>
                  <a:pt x="111" y="74"/>
                  <a:pt x="152" y="138"/>
                  <a:pt x="180" y="215"/>
                </a:cubicBezTo>
                <a:cubicBezTo>
                  <a:pt x="206" y="292"/>
                  <a:pt x="219" y="372"/>
                  <a:pt x="219" y="456"/>
                </a:cubicBezTo>
                <a:cubicBezTo>
                  <a:pt x="219" y="497"/>
                  <a:pt x="216" y="537"/>
                  <a:pt x="210" y="575"/>
                </a:cubicBezTo>
                <a:cubicBezTo>
                  <a:pt x="203" y="613"/>
                  <a:pt x="197" y="645"/>
                  <a:pt x="189" y="672"/>
                </a:cubicBezTo>
                <a:cubicBezTo>
                  <a:pt x="181" y="699"/>
                  <a:pt x="170" y="725"/>
                  <a:pt x="154" y="752"/>
                </a:cubicBezTo>
                <a:cubicBezTo>
                  <a:pt x="139" y="779"/>
                  <a:pt x="128" y="799"/>
                  <a:pt x="119" y="813"/>
                </a:cubicBezTo>
                <a:cubicBezTo>
                  <a:pt x="111" y="827"/>
                  <a:pt x="98" y="843"/>
                  <a:pt x="82" y="860"/>
                </a:cubicBezTo>
                <a:cubicBezTo>
                  <a:pt x="66" y="877"/>
                  <a:pt x="56" y="887"/>
                  <a:pt x="53" y="890"/>
                </a:cubicBezTo>
                <a:cubicBezTo>
                  <a:pt x="50" y="893"/>
                  <a:pt x="43" y="898"/>
                  <a:pt x="32" y="907"/>
                </a:cubicBezTo>
                <a:cubicBezTo>
                  <a:pt x="30" y="909"/>
                  <a:pt x="29" y="910"/>
                  <a:pt x="28" y="911"/>
                </a:cubicBezTo>
                <a:lnTo>
                  <a:pt x="17" y="911"/>
                </a:lnTo>
                <a:cubicBezTo>
                  <a:pt x="13" y="911"/>
                  <a:pt x="9" y="911"/>
                  <a:pt x="7" y="911"/>
                </a:cubicBezTo>
                <a:cubicBezTo>
                  <a:pt x="6" y="911"/>
                  <a:pt x="4" y="910"/>
                  <a:pt x="3" y="908"/>
                </a:cubicBezTo>
                <a:cubicBezTo>
                  <a:pt x="2" y="906"/>
                  <a:pt x="1" y="903"/>
                  <a:pt x="0" y="900"/>
                </a:cubicBezTo>
                <a:cubicBezTo>
                  <a:pt x="1" y="899"/>
                  <a:pt x="4" y="895"/>
                  <a:pt x="10" y="888"/>
                </a:cubicBezTo>
                <a:cubicBezTo>
                  <a:pt x="104" y="790"/>
                  <a:pt x="151" y="646"/>
                  <a:pt x="151" y="456"/>
                </a:cubicBezTo>
                <a:cubicBezTo>
                  <a:pt x="151" y="265"/>
                  <a:pt x="104" y="121"/>
                  <a:pt x="10" y="22"/>
                </a:cubicBezTo>
                <a:cubicBezTo>
                  <a:pt x="4" y="15"/>
                  <a:pt x="1" y="11"/>
                  <a:pt x="0" y="10"/>
                </a:cubicBezTo>
                <a:cubicBezTo>
                  <a:pt x="0" y="6"/>
                  <a:pt x="2" y="2"/>
                  <a:pt x="5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4390560" y="1771560"/>
            <a:ext cx="3841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vs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6264000" y="1771560"/>
            <a:ext cx="48294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→ 3×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の分散差にも関わらず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SMD = 0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" name=""/>
          <p:cNvSpPr/>
          <p:nvPr/>
        </p:nvSpPr>
        <p:spPr>
          <a:xfrm>
            <a:off x="582480" y="2756160"/>
            <a:ext cx="106920" cy="150840"/>
          </a:xfrm>
          <a:custGeom>
            <a:avLst/>
            <a:gdLst/>
            <a:ahLst/>
            <a:rect l="0" t="0" r="r" b="b"/>
            <a:pathLst>
              <a:path w="297" h="419">
                <a:moveTo>
                  <a:pt x="239" y="121"/>
                </a:moveTo>
                <a:cubicBezTo>
                  <a:pt x="239" y="97"/>
                  <a:pt x="231" y="76"/>
                  <a:pt x="215" y="57"/>
                </a:cubicBezTo>
                <a:cubicBezTo>
                  <a:pt x="198" y="40"/>
                  <a:pt x="174" y="31"/>
                  <a:pt x="144" y="31"/>
                </a:cubicBezTo>
                <a:cubicBezTo>
                  <a:pt x="122" y="31"/>
                  <a:pt x="103" y="35"/>
                  <a:pt x="87" y="43"/>
                </a:cubicBezTo>
                <a:cubicBezTo>
                  <a:pt x="69" y="54"/>
                  <a:pt x="60" y="71"/>
                  <a:pt x="60" y="91"/>
                </a:cubicBezTo>
                <a:cubicBezTo>
                  <a:pt x="59" y="94"/>
                  <a:pt x="59" y="98"/>
                  <a:pt x="60" y="103"/>
                </a:cubicBezTo>
                <a:cubicBezTo>
                  <a:pt x="60" y="108"/>
                  <a:pt x="65" y="115"/>
                  <a:pt x="74" y="125"/>
                </a:cubicBezTo>
                <a:cubicBezTo>
                  <a:pt x="84" y="135"/>
                  <a:pt x="97" y="142"/>
                  <a:pt x="114" y="148"/>
                </a:cubicBezTo>
                <a:cubicBezTo>
                  <a:pt x="124" y="151"/>
                  <a:pt x="138" y="153"/>
                  <a:pt x="154" y="156"/>
                </a:cubicBezTo>
                <a:cubicBezTo>
                  <a:pt x="169" y="158"/>
                  <a:pt x="183" y="161"/>
                  <a:pt x="194" y="164"/>
                </a:cubicBezTo>
                <a:cubicBezTo>
                  <a:pt x="205" y="167"/>
                  <a:pt x="214" y="171"/>
                  <a:pt x="223" y="176"/>
                </a:cubicBezTo>
                <a:cubicBezTo>
                  <a:pt x="233" y="181"/>
                  <a:pt x="243" y="187"/>
                  <a:pt x="253" y="194"/>
                </a:cubicBezTo>
                <a:cubicBezTo>
                  <a:pt x="262" y="201"/>
                  <a:pt x="272" y="214"/>
                  <a:pt x="282" y="231"/>
                </a:cubicBezTo>
                <a:cubicBezTo>
                  <a:pt x="292" y="249"/>
                  <a:pt x="297" y="268"/>
                  <a:pt x="297" y="288"/>
                </a:cubicBezTo>
                <a:cubicBezTo>
                  <a:pt x="297" y="325"/>
                  <a:pt x="286" y="356"/>
                  <a:pt x="263" y="381"/>
                </a:cubicBezTo>
                <a:cubicBezTo>
                  <a:pt x="240" y="405"/>
                  <a:pt x="202" y="417"/>
                  <a:pt x="151" y="418"/>
                </a:cubicBezTo>
                <a:lnTo>
                  <a:pt x="144" y="418"/>
                </a:lnTo>
                <a:cubicBezTo>
                  <a:pt x="112" y="418"/>
                  <a:pt x="83" y="407"/>
                  <a:pt x="56" y="385"/>
                </a:cubicBezTo>
                <a:lnTo>
                  <a:pt x="49" y="392"/>
                </a:lnTo>
                <a:lnTo>
                  <a:pt x="41" y="400"/>
                </a:lnTo>
                <a:cubicBezTo>
                  <a:pt x="37" y="403"/>
                  <a:pt x="33" y="407"/>
                  <a:pt x="30" y="410"/>
                </a:cubicBezTo>
                <a:lnTo>
                  <a:pt x="20" y="419"/>
                </a:lnTo>
                <a:lnTo>
                  <a:pt x="13" y="419"/>
                </a:lnTo>
                <a:lnTo>
                  <a:pt x="8" y="419"/>
                </a:lnTo>
                <a:cubicBezTo>
                  <a:pt x="6" y="419"/>
                  <a:pt x="3" y="417"/>
                  <a:pt x="0" y="413"/>
                </a:cubicBezTo>
                <a:lnTo>
                  <a:pt x="0" y="341"/>
                </a:lnTo>
                <a:lnTo>
                  <a:pt x="0" y="289"/>
                </a:lnTo>
                <a:cubicBezTo>
                  <a:pt x="0" y="276"/>
                  <a:pt x="0" y="268"/>
                  <a:pt x="2" y="266"/>
                </a:cubicBezTo>
                <a:cubicBezTo>
                  <a:pt x="3" y="264"/>
                  <a:pt x="6" y="262"/>
                  <a:pt x="12" y="261"/>
                </a:cubicBezTo>
                <a:lnTo>
                  <a:pt x="20" y="261"/>
                </a:lnTo>
                <a:cubicBezTo>
                  <a:pt x="27" y="261"/>
                  <a:pt x="32" y="263"/>
                  <a:pt x="34" y="265"/>
                </a:cubicBezTo>
                <a:cubicBezTo>
                  <a:pt x="37" y="267"/>
                  <a:pt x="38" y="271"/>
                  <a:pt x="39" y="276"/>
                </a:cubicBezTo>
                <a:cubicBezTo>
                  <a:pt x="40" y="281"/>
                  <a:pt x="42" y="289"/>
                  <a:pt x="45" y="301"/>
                </a:cubicBezTo>
                <a:cubicBezTo>
                  <a:pt x="49" y="312"/>
                  <a:pt x="55" y="325"/>
                  <a:pt x="63" y="339"/>
                </a:cubicBezTo>
                <a:cubicBezTo>
                  <a:pt x="84" y="370"/>
                  <a:pt x="113" y="385"/>
                  <a:pt x="151" y="385"/>
                </a:cubicBezTo>
                <a:cubicBezTo>
                  <a:pt x="210" y="385"/>
                  <a:pt x="239" y="361"/>
                  <a:pt x="239" y="314"/>
                </a:cubicBezTo>
                <a:cubicBezTo>
                  <a:pt x="239" y="297"/>
                  <a:pt x="234" y="282"/>
                  <a:pt x="223" y="271"/>
                </a:cubicBezTo>
                <a:cubicBezTo>
                  <a:pt x="211" y="257"/>
                  <a:pt x="185" y="246"/>
                  <a:pt x="147" y="239"/>
                </a:cubicBezTo>
                <a:cubicBezTo>
                  <a:pt x="109" y="231"/>
                  <a:pt x="84" y="224"/>
                  <a:pt x="72" y="218"/>
                </a:cubicBezTo>
                <a:cubicBezTo>
                  <a:pt x="50" y="207"/>
                  <a:pt x="33" y="193"/>
                  <a:pt x="20" y="176"/>
                </a:cubicBezTo>
                <a:cubicBezTo>
                  <a:pt x="6" y="158"/>
                  <a:pt x="0" y="139"/>
                  <a:pt x="0" y="119"/>
                </a:cubicBezTo>
                <a:cubicBezTo>
                  <a:pt x="0" y="96"/>
                  <a:pt x="5" y="76"/>
                  <a:pt x="16" y="58"/>
                </a:cubicBezTo>
                <a:cubicBezTo>
                  <a:pt x="26" y="42"/>
                  <a:pt x="40" y="30"/>
                  <a:pt x="55" y="22"/>
                </a:cubicBezTo>
                <a:cubicBezTo>
                  <a:pt x="71" y="14"/>
                  <a:pt x="86" y="9"/>
                  <a:pt x="101" y="6"/>
                </a:cubicBezTo>
                <a:cubicBezTo>
                  <a:pt x="115" y="3"/>
                  <a:pt x="129" y="1"/>
                  <a:pt x="141" y="1"/>
                </a:cubicBezTo>
                <a:lnTo>
                  <a:pt x="151" y="1"/>
                </a:lnTo>
                <a:cubicBezTo>
                  <a:pt x="175" y="1"/>
                  <a:pt x="196" y="6"/>
                  <a:pt x="215" y="15"/>
                </a:cubicBezTo>
                <a:lnTo>
                  <a:pt x="228" y="22"/>
                </a:lnTo>
                <a:lnTo>
                  <a:pt x="236" y="16"/>
                </a:lnTo>
                <a:cubicBezTo>
                  <a:pt x="242" y="10"/>
                  <a:pt x="249" y="5"/>
                  <a:pt x="256" y="0"/>
                </a:cubicBezTo>
                <a:lnTo>
                  <a:pt x="264" y="0"/>
                </a:lnTo>
                <a:lnTo>
                  <a:pt x="267" y="0"/>
                </a:lnTo>
                <a:cubicBezTo>
                  <a:pt x="269" y="0"/>
                  <a:pt x="272" y="2"/>
                  <a:pt x="275" y="6"/>
                </a:cubicBezTo>
                <a:lnTo>
                  <a:pt x="275" y="127"/>
                </a:lnTo>
                <a:lnTo>
                  <a:pt x="270" y="132"/>
                </a:lnTo>
                <a:lnTo>
                  <a:pt x="245" y="132"/>
                </a:lnTo>
                <a:cubicBezTo>
                  <a:pt x="241" y="129"/>
                  <a:pt x="239" y="125"/>
                  <a:pt x="239" y="12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3" name=""/>
          <p:cNvSpPr/>
          <p:nvPr/>
        </p:nvSpPr>
        <p:spPr>
          <a:xfrm>
            <a:off x="708840" y="2757960"/>
            <a:ext cx="169560" cy="149040"/>
          </a:xfrm>
          <a:custGeom>
            <a:avLst/>
            <a:gdLst/>
            <a:ahLst/>
            <a:rect l="0" t="0" r="r" b="b"/>
            <a:pathLst>
              <a:path w="471" h="414">
                <a:moveTo>
                  <a:pt x="327" y="350"/>
                </a:moveTo>
                <a:cubicBezTo>
                  <a:pt x="293" y="392"/>
                  <a:pt x="254" y="413"/>
                  <a:pt x="211" y="413"/>
                </a:cubicBezTo>
                <a:lnTo>
                  <a:pt x="205" y="413"/>
                </a:lnTo>
                <a:cubicBezTo>
                  <a:pt x="128" y="413"/>
                  <a:pt x="84" y="383"/>
                  <a:pt x="73" y="322"/>
                </a:cubicBezTo>
                <a:cubicBezTo>
                  <a:pt x="72" y="318"/>
                  <a:pt x="72" y="276"/>
                  <a:pt x="71" y="197"/>
                </a:cubicBezTo>
                <a:cubicBezTo>
                  <a:pt x="70" y="131"/>
                  <a:pt x="70" y="94"/>
                  <a:pt x="70" y="86"/>
                </a:cubicBezTo>
                <a:cubicBezTo>
                  <a:pt x="70" y="78"/>
                  <a:pt x="68" y="72"/>
                  <a:pt x="65" y="67"/>
                </a:cubicBezTo>
                <a:cubicBezTo>
                  <a:pt x="58" y="57"/>
                  <a:pt x="40" y="52"/>
                  <a:pt x="10" y="52"/>
                </a:cubicBezTo>
                <a:lnTo>
                  <a:pt x="0" y="52"/>
                </a:lnTo>
                <a:lnTo>
                  <a:pt x="0" y="32"/>
                </a:lnTo>
                <a:cubicBezTo>
                  <a:pt x="0" y="18"/>
                  <a:pt x="1" y="11"/>
                  <a:pt x="2" y="11"/>
                </a:cubicBezTo>
                <a:lnTo>
                  <a:pt x="12" y="10"/>
                </a:lnTo>
                <a:cubicBezTo>
                  <a:pt x="18" y="9"/>
                  <a:pt x="27" y="9"/>
                  <a:pt x="38" y="8"/>
                </a:cubicBezTo>
                <a:cubicBezTo>
                  <a:pt x="50" y="7"/>
                  <a:pt x="61" y="7"/>
                  <a:pt x="73" y="6"/>
                </a:cubicBezTo>
                <a:cubicBezTo>
                  <a:pt x="83" y="5"/>
                  <a:pt x="94" y="5"/>
                  <a:pt x="106" y="4"/>
                </a:cubicBezTo>
                <a:cubicBezTo>
                  <a:pt x="119" y="4"/>
                  <a:pt x="128" y="3"/>
                  <a:pt x="134" y="2"/>
                </a:cubicBezTo>
                <a:cubicBezTo>
                  <a:pt x="140" y="0"/>
                  <a:pt x="143" y="0"/>
                  <a:pt x="145" y="1"/>
                </a:cubicBezTo>
                <a:lnTo>
                  <a:pt x="148" y="1"/>
                </a:lnTo>
                <a:lnTo>
                  <a:pt x="148" y="165"/>
                </a:lnTo>
                <a:cubicBezTo>
                  <a:pt x="149" y="277"/>
                  <a:pt x="150" y="337"/>
                  <a:pt x="151" y="345"/>
                </a:cubicBezTo>
                <a:cubicBezTo>
                  <a:pt x="153" y="354"/>
                  <a:pt x="157" y="361"/>
                  <a:pt x="164" y="366"/>
                </a:cubicBezTo>
                <a:cubicBezTo>
                  <a:pt x="176" y="376"/>
                  <a:pt x="194" y="380"/>
                  <a:pt x="218" y="380"/>
                </a:cubicBezTo>
                <a:cubicBezTo>
                  <a:pt x="234" y="380"/>
                  <a:pt x="248" y="377"/>
                  <a:pt x="261" y="371"/>
                </a:cubicBezTo>
                <a:cubicBezTo>
                  <a:pt x="274" y="366"/>
                  <a:pt x="284" y="359"/>
                  <a:pt x="290" y="350"/>
                </a:cubicBezTo>
                <a:cubicBezTo>
                  <a:pt x="297" y="342"/>
                  <a:pt x="303" y="332"/>
                  <a:pt x="308" y="321"/>
                </a:cubicBezTo>
                <a:cubicBezTo>
                  <a:pt x="314" y="310"/>
                  <a:pt x="318" y="301"/>
                  <a:pt x="319" y="294"/>
                </a:cubicBezTo>
                <a:cubicBezTo>
                  <a:pt x="321" y="286"/>
                  <a:pt x="322" y="279"/>
                  <a:pt x="323" y="272"/>
                </a:cubicBezTo>
                <a:cubicBezTo>
                  <a:pt x="323" y="271"/>
                  <a:pt x="323" y="266"/>
                  <a:pt x="323" y="256"/>
                </a:cubicBezTo>
                <a:cubicBezTo>
                  <a:pt x="323" y="247"/>
                  <a:pt x="323" y="234"/>
                  <a:pt x="324" y="220"/>
                </a:cubicBezTo>
                <a:cubicBezTo>
                  <a:pt x="325" y="205"/>
                  <a:pt x="325" y="191"/>
                  <a:pt x="324" y="177"/>
                </a:cubicBezTo>
                <a:lnTo>
                  <a:pt x="324" y="116"/>
                </a:lnTo>
                <a:cubicBezTo>
                  <a:pt x="324" y="88"/>
                  <a:pt x="321" y="71"/>
                  <a:pt x="315" y="64"/>
                </a:cubicBezTo>
                <a:cubicBezTo>
                  <a:pt x="309" y="58"/>
                  <a:pt x="294" y="54"/>
                  <a:pt x="269" y="52"/>
                </a:cubicBezTo>
                <a:lnTo>
                  <a:pt x="253" y="52"/>
                </a:lnTo>
                <a:lnTo>
                  <a:pt x="253" y="11"/>
                </a:lnTo>
                <a:cubicBezTo>
                  <a:pt x="254" y="11"/>
                  <a:pt x="277" y="9"/>
                  <a:pt x="322" y="6"/>
                </a:cubicBezTo>
                <a:cubicBezTo>
                  <a:pt x="367" y="3"/>
                  <a:pt x="391" y="1"/>
                  <a:pt x="394" y="1"/>
                </a:cubicBezTo>
                <a:lnTo>
                  <a:pt x="400" y="1"/>
                </a:lnTo>
                <a:lnTo>
                  <a:pt x="400" y="163"/>
                </a:lnTo>
                <a:cubicBezTo>
                  <a:pt x="400" y="272"/>
                  <a:pt x="401" y="327"/>
                  <a:pt x="401" y="329"/>
                </a:cubicBezTo>
                <a:cubicBezTo>
                  <a:pt x="403" y="341"/>
                  <a:pt x="407" y="349"/>
                  <a:pt x="414" y="353"/>
                </a:cubicBezTo>
                <a:cubicBezTo>
                  <a:pt x="421" y="356"/>
                  <a:pt x="434" y="359"/>
                  <a:pt x="455" y="361"/>
                </a:cubicBezTo>
                <a:lnTo>
                  <a:pt x="471" y="361"/>
                </a:lnTo>
                <a:lnTo>
                  <a:pt x="471" y="404"/>
                </a:lnTo>
                <a:cubicBezTo>
                  <a:pt x="470" y="404"/>
                  <a:pt x="447" y="405"/>
                  <a:pt x="403" y="408"/>
                </a:cubicBezTo>
                <a:cubicBezTo>
                  <a:pt x="359" y="411"/>
                  <a:pt x="335" y="413"/>
                  <a:pt x="333" y="414"/>
                </a:cubicBezTo>
                <a:lnTo>
                  <a:pt x="327" y="414"/>
                </a:lnTo>
                <a:lnTo>
                  <a:pt x="327" y="35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" name=""/>
          <p:cNvSpPr/>
          <p:nvPr/>
        </p:nvSpPr>
        <p:spPr>
          <a:xfrm>
            <a:off x="889200" y="2757960"/>
            <a:ext cx="164880" cy="208800"/>
          </a:xfrm>
          <a:custGeom>
            <a:avLst/>
            <a:gdLst/>
            <a:ahLst/>
            <a:rect l="0" t="0" r="r" b="b"/>
            <a:pathLst>
              <a:path w="458" h="580">
                <a:moveTo>
                  <a:pt x="15" y="538"/>
                </a:moveTo>
                <a:lnTo>
                  <a:pt x="28" y="538"/>
                </a:lnTo>
                <a:cubicBezTo>
                  <a:pt x="52" y="538"/>
                  <a:pt x="67" y="534"/>
                  <a:pt x="71" y="526"/>
                </a:cubicBezTo>
                <a:lnTo>
                  <a:pt x="71" y="518"/>
                </a:lnTo>
                <a:cubicBezTo>
                  <a:pt x="71" y="514"/>
                  <a:pt x="71" y="508"/>
                  <a:pt x="71" y="501"/>
                </a:cubicBezTo>
                <a:cubicBezTo>
                  <a:pt x="71" y="494"/>
                  <a:pt x="71" y="485"/>
                  <a:pt x="71" y="474"/>
                </a:cubicBezTo>
                <a:cubicBezTo>
                  <a:pt x="71" y="463"/>
                  <a:pt x="72" y="451"/>
                  <a:pt x="72" y="438"/>
                </a:cubicBezTo>
                <a:cubicBezTo>
                  <a:pt x="73" y="426"/>
                  <a:pt x="73" y="412"/>
                  <a:pt x="72" y="398"/>
                </a:cubicBezTo>
                <a:cubicBezTo>
                  <a:pt x="72" y="384"/>
                  <a:pt x="72" y="370"/>
                  <a:pt x="72" y="354"/>
                </a:cubicBezTo>
                <a:cubicBezTo>
                  <a:pt x="73" y="338"/>
                  <a:pt x="73" y="323"/>
                  <a:pt x="72" y="307"/>
                </a:cubicBezTo>
                <a:cubicBezTo>
                  <a:pt x="72" y="287"/>
                  <a:pt x="72" y="265"/>
                  <a:pt x="72" y="243"/>
                </a:cubicBezTo>
                <a:cubicBezTo>
                  <a:pt x="72" y="220"/>
                  <a:pt x="72" y="200"/>
                  <a:pt x="72" y="183"/>
                </a:cubicBezTo>
                <a:cubicBezTo>
                  <a:pt x="72" y="165"/>
                  <a:pt x="72" y="148"/>
                  <a:pt x="72" y="133"/>
                </a:cubicBezTo>
                <a:cubicBezTo>
                  <a:pt x="72" y="119"/>
                  <a:pt x="72" y="107"/>
                  <a:pt x="71" y="98"/>
                </a:cubicBezTo>
                <a:cubicBezTo>
                  <a:pt x="71" y="89"/>
                  <a:pt x="71" y="84"/>
                  <a:pt x="71" y="83"/>
                </a:cubicBezTo>
                <a:cubicBezTo>
                  <a:pt x="70" y="72"/>
                  <a:pt x="65" y="64"/>
                  <a:pt x="59" y="61"/>
                </a:cubicBezTo>
                <a:cubicBezTo>
                  <a:pt x="52" y="57"/>
                  <a:pt x="37" y="54"/>
                  <a:pt x="17" y="52"/>
                </a:cubicBezTo>
                <a:lnTo>
                  <a:pt x="0" y="52"/>
                </a:lnTo>
                <a:lnTo>
                  <a:pt x="0" y="32"/>
                </a:lnTo>
                <a:cubicBezTo>
                  <a:pt x="0" y="18"/>
                  <a:pt x="1" y="11"/>
                  <a:pt x="2" y="11"/>
                </a:cubicBezTo>
                <a:lnTo>
                  <a:pt x="11" y="10"/>
                </a:lnTo>
                <a:cubicBezTo>
                  <a:pt x="17" y="9"/>
                  <a:pt x="26" y="9"/>
                  <a:pt x="39" y="8"/>
                </a:cubicBezTo>
                <a:cubicBezTo>
                  <a:pt x="50" y="7"/>
                  <a:pt x="61" y="7"/>
                  <a:pt x="72" y="6"/>
                </a:cubicBezTo>
                <a:cubicBezTo>
                  <a:pt x="83" y="5"/>
                  <a:pt x="94" y="5"/>
                  <a:pt x="106" y="4"/>
                </a:cubicBezTo>
                <a:cubicBezTo>
                  <a:pt x="118" y="4"/>
                  <a:pt x="127" y="3"/>
                  <a:pt x="133" y="2"/>
                </a:cubicBezTo>
                <a:cubicBezTo>
                  <a:pt x="139" y="0"/>
                  <a:pt x="143" y="0"/>
                  <a:pt x="143" y="1"/>
                </a:cubicBezTo>
                <a:lnTo>
                  <a:pt x="146" y="1"/>
                </a:lnTo>
                <a:lnTo>
                  <a:pt x="146" y="24"/>
                </a:lnTo>
                <a:lnTo>
                  <a:pt x="147" y="48"/>
                </a:lnTo>
                <a:lnTo>
                  <a:pt x="154" y="42"/>
                </a:lnTo>
                <a:cubicBezTo>
                  <a:pt x="190" y="15"/>
                  <a:pt x="232" y="2"/>
                  <a:pt x="280" y="2"/>
                </a:cubicBezTo>
                <a:cubicBezTo>
                  <a:pt x="329" y="2"/>
                  <a:pt x="371" y="21"/>
                  <a:pt x="405" y="60"/>
                </a:cubicBezTo>
                <a:cubicBezTo>
                  <a:pt x="440" y="99"/>
                  <a:pt x="457" y="147"/>
                  <a:pt x="458" y="207"/>
                </a:cubicBezTo>
                <a:cubicBezTo>
                  <a:pt x="458" y="269"/>
                  <a:pt x="438" y="318"/>
                  <a:pt x="399" y="356"/>
                </a:cubicBezTo>
                <a:cubicBezTo>
                  <a:pt x="359" y="395"/>
                  <a:pt x="315" y="414"/>
                  <a:pt x="265" y="414"/>
                </a:cubicBezTo>
                <a:cubicBezTo>
                  <a:pt x="224" y="414"/>
                  <a:pt x="188" y="400"/>
                  <a:pt x="156" y="374"/>
                </a:cubicBezTo>
                <a:lnTo>
                  <a:pt x="149" y="367"/>
                </a:lnTo>
                <a:lnTo>
                  <a:pt x="149" y="445"/>
                </a:lnTo>
                <a:lnTo>
                  <a:pt x="149" y="496"/>
                </a:lnTo>
                <a:cubicBezTo>
                  <a:pt x="149" y="512"/>
                  <a:pt x="149" y="522"/>
                  <a:pt x="151" y="526"/>
                </a:cubicBezTo>
                <a:cubicBezTo>
                  <a:pt x="152" y="529"/>
                  <a:pt x="155" y="533"/>
                  <a:pt x="161" y="536"/>
                </a:cubicBezTo>
                <a:cubicBezTo>
                  <a:pt x="173" y="538"/>
                  <a:pt x="188" y="538"/>
                  <a:pt x="205" y="538"/>
                </a:cubicBezTo>
                <a:lnTo>
                  <a:pt x="220" y="538"/>
                </a:lnTo>
                <a:lnTo>
                  <a:pt x="220" y="580"/>
                </a:lnTo>
                <a:lnTo>
                  <a:pt x="212" y="580"/>
                </a:lnTo>
                <a:lnTo>
                  <a:pt x="191" y="579"/>
                </a:lnTo>
                <a:cubicBezTo>
                  <a:pt x="177" y="579"/>
                  <a:pt x="161" y="579"/>
                  <a:pt x="145" y="579"/>
                </a:cubicBezTo>
                <a:cubicBezTo>
                  <a:pt x="129" y="579"/>
                  <a:pt x="117" y="578"/>
                  <a:pt x="110" y="578"/>
                </a:cubicBezTo>
                <a:cubicBezTo>
                  <a:pt x="48" y="578"/>
                  <a:pt x="13" y="579"/>
                  <a:pt x="8" y="580"/>
                </a:cubicBezTo>
                <a:lnTo>
                  <a:pt x="0" y="580"/>
                </a:lnTo>
                <a:lnTo>
                  <a:pt x="0" y="538"/>
                </a:lnTo>
                <a:lnTo>
                  <a:pt x="15" y="538"/>
                </a:lnTo>
                <a:moveTo>
                  <a:pt x="369" y="205"/>
                </a:moveTo>
                <a:cubicBezTo>
                  <a:pt x="369" y="161"/>
                  <a:pt x="359" y="120"/>
                  <a:pt x="338" y="87"/>
                </a:cubicBezTo>
                <a:cubicBezTo>
                  <a:pt x="317" y="54"/>
                  <a:pt x="292" y="37"/>
                  <a:pt x="261" y="37"/>
                </a:cubicBezTo>
                <a:cubicBezTo>
                  <a:pt x="218" y="37"/>
                  <a:pt x="180" y="57"/>
                  <a:pt x="149" y="96"/>
                </a:cubicBezTo>
                <a:lnTo>
                  <a:pt x="149" y="315"/>
                </a:lnTo>
                <a:cubicBezTo>
                  <a:pt x="173" y="358"/>
                  <a:pt x="207" y="380"/>
                  <a:pt x="251" y="380"/>
                </a:cubicBezTo>
                <a:cubicBezTo>
                  <a:pt x="282" y="380"/>
                  <a:pt x="309" y="364"/>
                  <a:pt x="333" y="331"/>
                </a:cubicBezTo>
                <a:cubicBezTo>
                  <a:pt x="356" y="298"/>
                  <a:pt x="368" y="256"/>
                  <a:pt x="369" y="20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5" name=""/>
          <p:cNvSpPr/>
          <p:nvPr/>
        </p:nvSpPr>
        <p:spPr>
          <a:xfrm>
            <a:off x="1083960" y="2875680"/>
            <a:ext cx="113040" cy="105480"/>
          </a:xfrm>
          <a:custGeom>
            <a:avLst/>
            <a:gdLst/>
            <a:ahLst/>
            <a:rect l="0" t="0" r="r" b="b"/>
            <a:pathLst>
              <a:path w="314" h="293">
                <a:moveTo>
                  <a:pt x="10" y="100"/>
                </a:moveTo>
                <a:cubicBezTo>
                  <a:pt x="13" y="82"/>
                  <a:pt x="25" y="61"/>
                  <a:pt x="45" y="37"/>
                </a:cubicBezTo>
                <a:cubicBezTo>
                  <a:pt x="65" y="13"/>
                  <a:pt x="90" y="1"/>
                  <a:pt x="120" y="0"/>
                </a:cubicBezTo>
                <a:cubicBezTo>
                  <a:pt x="135" y="0"/>
                  <a:pt x="149" y="4"/>
                  <a:pt x="161" y="12"/>
                </a:cubicBezTo>
                <a:cubicBezTo>
                  <a:pt x="173" y="21"/>
                  <a:pt x="183" y="30"/>
                  <a:pt x="189" y="42"/>
                </a:cubicBezTo>
                <a:cubicBezTo>
                  <a:pt x="207" y="14"/>
                  <a:pt x="228" y="0"/>
                  <a:pt x="254" y="0"/>
                </a:cubicBezTo>
                <a:cubicBezTo>
                  <a:pt x="270" y="0"/>
                  <a:pt x="284" y="5"/>
                  <a:pt x="296" y="14"/>
                </a:cubicBezTo>
                <a:cubicBezTo>
                  <a:pt x="307" y="25"/>
                  <a:pt x="313" y="37"/>
                  <a:pt x="314" y="53"/>
                </a:cubicBezTo>
                <a:cubicBezTo>
                  <a:pt x="314" y="66"/>
                  <a:pt x="311" y="76"/>
                  <a:pt x="305" y="84"/>
                </a:cubicBezTo>
                <a:cubicBezTo>
                  <a:pt x="299" y="91"/>
                  <a:pt x="293" y="96"/>
                  <a:pt x="287" y="98"/>
                </a:cubicBezTo>
                <a:cubicBezTo>
                  <a:pt x="282" y="99"/>
                  <a:pt x="277" y="100"/>
                  <a:pt x="272" y="100"/>
                </a:cubicBezTo>
                <a:cubicBezTo>
                  <a:pt x="264" y="100"/>
                  <a:pt x="257" y="98"/>
                  <a:pt x="252" y="93"/>
                </a:cubicBezTo>
                <a:cubicBezTo>
                  <a:pt x="247" y="88"/>
                  <a:pt x="244" y="82"/>
                  <a:pt x="244" y="75"/>
                </a:cubicBezTo>
                <a:cubicBezTo>
                  <a:pt x="244" y="55"/>
                  <a:pt x="255" y="41"/>
                  <a:pt x="277" y="34"/>
                </a:cubicBezTo>
                <a:cubicBezTo>
                  <a:pt x="271" y="28"/>
                  <a:pt x="263" y="26"/>
                  <a:pt x="250" y="26"/>
                </a:cubicBezTo>
                <a:cubicBezTo>
                  <a:pt x="245" y="26"/>
                  <a:pt x="241" y="26"/>
                  <a:pt x="238" y="27"/>
                </a:cubicBezTo>
                <a:cubicBezTo>
                  <a:pt x="222" y="34"/>
                  <a:pt x="210" y="48"/>
                  <a:pt x="202" y="69"/>
                </a:cubicBezTo>
                <a:cubicBezTo>
                  <a:pt x="176" y="164"/>
                  <a:pt x="164" y="220"/>
                  <a:pt x="164" y="235"/>
                </a:cubicBezTo>
                <a:cubicBezTo>
                  <a:pt x="164" y="247"/>
                  <a:pt x="167" y="256"/>
                  <a:pt x="174" y="261"/>
                </a:cubicBezTo>
                <a:cubicBezTo>
                  <a:pt x="181" y="266"/>
                  <a:pt x="188" y="269"/>
                  <a:pt x="196" y="269"/>
                </a:cubicBezTo>
                <a:cubicBezTo>
                  <a:pt x="212" y="269"/>
                  <a:pt x="228" y="262"/>
                  <a:pt x="243" y="248"/>
                </a:cubicBezTo>
                <a:cubicBezTo>
                  <a:pt x="259" y="233"/>
                  <a:pt x="269" y="216"/>
                  <a:pt x="275" y="195"/>
                </a:cubicBezTo>
                <a:cubicBezTo>
                  <a:pt x="277" y="191"/>
                  <a:pt x="278" y="189"/>
                  <a:pt x="280" y="188"/>
                </a:cubicBezTo>
                <a:cubicBezTo>
                  <a:pt x="281" y="188"/>
                  <a:pt x="284" y="188"/>
                  <a:pt x="290" y="187"/>
                </a:cubicBezTo>
                <a:lnTo>
                  <a:pt x="293" y="187"/>
                </a:lnTo>
                <a:cubicBezTo>
                  <a:pt x="299" y="187"/>
                  <a:pt x="302" y="189"/>
                  <a:pt x="302" y="192"/>
                </a:cubicBezTo>
                <a:cubicBezTo>
                  <a:pt x="302" y="193"/>
                  <a:pt x="302" y="195"/>
                  <a:pt x="301" y="199"/>
                </a:cubicBezTo>
                <a:cubicBezTo>
                  <a:pt x="294" y="224"/>
                  <a:pt x="281" y="245"/>
                  <a:pt x="260" y="264"/>
                </a:cubicBezTo>
                <a:cubicBezTo>
                  <a:pt x="240" y="283"/>
                  <a:pt x="217" y="293"/>
                  <a:pt x="191" y="293"/>
                </a:cubicBezTo>
                <a:cubicBezTo>
                  <a:pt x="161" y="293"/>
                  <a:pt x="139" y="279"/>
                  <a:pt x="123" y="252"/>
                </a:cubicBezTo>
                <a:cubicBezTo>
                  <a:pt x="105" y="279"/>
                  <a:pt x="85" y="292"/>
                  <a:pt x="63" y="292"/>
                </a:cubicBezTo>
                <a:lnTo>
                  <a:pt x="59" y="292"/>
                </a:lnTo>
                <a:cubicBezTo>
                  <a:pt x="38" y="292"/>
                  <a:pt x="23" y="286"/>
                  <a:pt x="14" y="275"/>
                </a:cubicBezTo>
                <a:cubicBezTo>
                  <a:pt x="5" y="264"/>
                  <a:pt x="0" y="252"/>
                  <a:pt x="0" y="240"/>
                </a:cubicBezTo>
                <a:cubicBezTo>
                  <a:pt x="0" y="226"/>
                  <a:pt x="4" y="215"/>
                  <a:pt x="12" y="206"/>
                </a:cubicBezTo>
                <a:cubicBezTo>
                  <a:pt x="20" y="198"/>
                  <a:pt x="30" y="194"/>
                  <a:pt x="41" y="194"/>
                </a:cubicBezTo>
                <a:cubicBezTo>
                  <a:pt x="59" y="194"/>
                  <a:pt x="68" y="203"/>
                  <a:pt x="68" y="221"/>
                </a:cubicBezTo>
                <a:cubicBezTo>
                  <a:pt x="68" y="229"/>
                  <a:pt x="66" y="237"/>
                  <a:pt x="61" y="243"/>
                </a:cubicBezTo>
                <a:cubicBezTo>
                  <a:pt x="56" y="250"/>
                  <a:pt x="51" y="254"/>
                  <a:pt x="46" y="256"/>
                </a:cubicBezTo>
                <a:cubicBezTo>
                  <a:pt x="41" y="258"/>
                  <a:pt x="38" y="259"/>
                  <a:pt x="38" y="259"/>
                </a:cubicBezTo>
                <a:lnTo>
                  <a:pt x="36" y="260"/>
                </a:lnTo>
                <a:cubicBezTo>
                  <a:pt x="36" y="260"/>
                  <a:pt x="37" y="261"/>
                  <a:pt x="39" y="262"/>
                </a:cubicBezTo>
                <a:cubicBezTo>
                  <a:pt x="42" y="264"/>
                  <a:pt x="45" y="265"/>
                  <a:pt x="50" y="267"/>
                </a:cubicBezTo>
                <a:cubicBezTo>
                  <a:pt x="54" y="269"/>
                  <a:pt x="58" y="269"/>
                  <a:pt x="62" y="269"/>
                </a:cubicBezTo>
                <a:cubicBezTo>
                  <a:pt x="77" y="269"/>
                  <a:pt x="91" y="259"/>
                  <a:pt x="102" y="240"/>
                </a:cubicBezTo>
                <a:cubicBezTo>
                  <a:pt x="106" y="233"/>
                  <a:pt x="111" y="218"/>
                  <a:pt x="117" y="196"/>
                </a:cubicBezTo>
                <a:cubicBezTo>
                  <a:pt x="123" y="174"/>
                  <a:pt x="129" y="151"/>
                  <a:pt x="135" y="127"/>
                </a:cubicBezTo>
                <a:cubicBezTo>
                  <a:pt x="141" y="103"/>
                  <a:pt x="144" y="88"/>
                  <a:pt x="145" y="84"/>
                </a:cubicBezTo>
                <a:cubicBezTo>
                  <a:pt x="147" y="73"/>
                  <a:pt x="148" y="64"/>
                  <a:pt x="148" y="59"/>
                </a:cubicBezTo>
                <a:cubicBezTo>
                  <a:pt x="148" y="47"/>
                  <a:pt x="145" y="39"/>
                  <a:pt x="139" y="33"/>
                </a:cubicBezTo>
                <a:cubicBezTo>
                  <a:pt x="132" y="28"/>
                  <a:pt x="125" y="26"/>
                  <a:pt x="117" y="26"/>
                </a:cubicBezTo>
                <a:cubicBezTo>
                  <a:pt x="99" y="26"/>
                  <a:pt x="83" y="33"/>
                  <a:pt x="68" y="46"/>
                </a:cubicBezTo>
                <a:cubicBezTo>
                  <a:pt x="53" y="60"/>
                  <a:pt x="43" y="78"/>
                  <a:pt x="37" y="99"/>
                </a:cubicBezTo>
                <a:cubicBezTo>
                  <a:pt x="36" y="103"/>
                  <a:pt x="35" y="105"/>
                  <a:pt x="34" y="105"/>
                </a:cubicBezTo>
                <a:cubicBezTo>
                  <a:pt x="32" y="106"/>
                  <a:pt x="29" y="106"/>
                  <a:pt x="23" y="107"/>
                </a:cubicBezTo>
                <a:lnTo>
                  <a:pt x="14" y="107"/>
                </a:lnTo>
                <a:cubicBezTo>
                  <a:pt x="12" y="104"/>
                  <a:pt x="10" y="102"/>
                  <a:pt x="10" y="10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" name=""/>
          <p:cNvSpPr/>
          <p:nvPr/>
        </p:nvSpPr>
        <p:spPr>
          <a:xfrm>
            <a:off x="1317960" y="2657520"/>
            <a:ext cx="13680" cy="327600"/>
          </a:xfrm>
          <a:custGeom>
            <a:avLst/>
            <a:gdLst/>
            <a:ahLst/>
            <a:rect l="0" t="0" r="r" b="b"/>
            <a:pathLst>
              <a:path w="38" h="910">
                <a:moveTo>
                  <a:pt x="19" y="910"/>
                </a:moveTo>
                <a:lnTo>
                  <a:pt x="17" y="910"/>
                </a:lnTo>
                <a:cubicBezTo>
                  <a:pt x="10" y="910"/>
                  <a:pt x="4" y="906"/>
                  <a:pt x="0" y="897"/>
                </a:cubicBezTo>
                <a:lnTo>
                  <a:pt x="0" y="455"/>
                </a:lnTo>
                <a:lnTo>
                  <a:pt x="1" y="12"/>
                </a:lnTo>
                <a:cubicBezTo>
                  <a:pt x="7" y="4"/>
                  <a:pt x="13" y="0"/>
                  <a:pt x="19" y="0"/>
                </a:cubicBezTo>
                <a:cubicBezTo>
                  <a:pt x="27" y="0"/>
                  <a:pt x="34" y="4"/>
                  <a:pt x="38" y="13"/>
                </a:cubicBezTo>
                <a:lnTo>
                  <a:pt x="38" y="897"/>
                </a:lnTo>
                <a:cubicBezTo>
                  <a:pt x="33" y="906"/>
                  <a:pt x="27" y="910"/>
                  <a:pt x="20" y="910"/>
                </a:cubicBezTo>
                <a:lnTo>
                  <a:pt x="19" y="9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7" name=""/>
          <p:cNvSpPr/>
          <p:nvPr/>
        </p:nvSpPr>
        <p:spPr>
          <a:xfrm>
            <a:off x="1380240" y="2680200"/>
            <a:ext cx="235800" cy="223200"/>
          </a:xfrm>
          <a:custGeom>
            <a:avLst/>
            <a:gdLst/>
            <a:ahLst/>
            <a:rect l="0" t="0" r="r" b="b"/>
            <a:pathLst>
              <a:path w="655" h="620">
                <a:moveTo>
                  <a:pt x="16" y="619"/>
                </a:moveTo>
                <a:cubicBezTo>
                  <a:pt x="6" y="619"/>
                  <a:pt x="0" y="616"/>
                  <a:pt x="0" y="610"/>
                </a:cubicBezTo>
                <a:cubicBezTo>
                  <a:pt x="0" y="609"/>
                  <a:pt x="1" y="604"/>
                  <a:pt x="3" y="597"/>
                </a:cubicBezTo>
                <a:cubicBezTo>
                  <a:pt x="6" y="587"/>
                  <a:pt x="8" y="582"/>
                  <a:pt x="10" y="581"/>
                </a:cubicBezTo>
                <a:cubicBezTo>
                  <a:pt x="13" y="579"/>
                  <a:pt x="20" y="579"/>
                  <a:pt x="31" y="578"/>
                </a:cubicBezTo>
                <a:cubicBezTo>
                  <a:pt x="48" y="578"/>
                  <a:pt x="66" y="577"/>
                  <a:pt x="86" y="575"/>
                </a:cubicBezTo>
                <a:cubicBezTo>
                  <a:pt x="94" y="573"/>
                  <a:pt x="100" y="570"/>
                  <a:pt x="103" y="564"/>
                </a:cubicBezTo>
                <a:cubicBezTo>
                  <a:pt x="104" y="561"/>
                  <a:pt x="126" y="476"/>
                  <a:pt x="168" y="309"/>
                </a:cubicBezTo>
                <a:cubicBezTo>
                  <a:pt x="210" y="140"/>
                  <a:pt x="231" y="55"/>
                  <a:pt x="231" y="53"/>
                </a:cubicBezTo>
                <a:cubicBezTo>
                  <a:pt x="231" y="49"/>
                  <a:pt x="230" y="46"/>
                  <a:pt x="228" y="46"/>
                </a:cubicBezTo>
                <a:cubicBezTo>
                  <a:pt x="223" y="45"/>
                  <a:pt x="207" y="43"/>
                  <a:pt x="180" y="42"/>
                </a:cubicBezTo>
                <a:lnTo>
                  <a:pt x="151" y="42"/>
                </a:lnTo>
                <a:cubicBezTo>
                  <a:pt x="148" y="38"/>
                  <a:pt x="146" y="36"/>
                  <a:pt x="146" y="35"/>
                </a:cubicBezTo>
                <a:cubicBezTo>
                  <a:pt x="146" y="33"/>
                  <a:pt x="147" y="28"/>
                  <a:pt x="148" y="19"/>
                </a:cubicBezTo>
                <a:cubicBezTo>
                  <a:pt x="150" y="9"/>
                  <a:pt x="153" y="2"/>
                  <a:pt x="157" y="0"/>
                </a:cubicBezTo>
                <a:lnTo>
                  <a:pt x="648" y="0"/>
                </a:lnTo>
                <a:cubicBezTo>
                  <a:pt x="653" y="2"/>
                  <a:pt x="655" y="6"/>
                  <a:pt x="655" y="10"/>
                </a:cubicBezTo>
                <a:cubicBezTo>
                  <a:pt x="655" y="13"/>
                  <a:pt x="651" y="47"/>
                  <a:pt x="643" y="112"/>
                </a:cubicBezTo>
                <a:cubicBezTo>
                  <a:pt x="635" y="177"/>
                  <a:pt x="631" y="210"/>
                  <a:pt x="630" y="212"/>
                </a:cubicBezTo>
                <a:cubicBezTo>
                  <a:pt x="629" y="216"/>
                  <a:pt x="623" y="218"/>
                  <a:pt x="612" y="218"/>
                </a:cubicBezTo>
                <a:lnTo>
                  <a:pt x="601" y="218"/>
                </a:lnTo>
                <a:cubicBezTo>
                  <a:pt x="597" y="215"/>
                  <a:pt x="595" y="211"/>
                  <a:pt x="595" y="207"/>
                </a:cubicBezTo>
                <a:cubicBezTo>
                  <a:pt x="595" y="206"/>
                  <a:pt x="596" y="199"/>
                  <a:pt x="597" y="185"/>
                </a:cubicBezTo>
                <a:cubicBezTo>
                  <a:pt x="599" y="171"/>
                  <a:pt x="600" y="155"/>
                  <a:pt x="600" y="137"/>
                </a:cubicBezTo>
                <a:cubicBezTo>
                  <a:pt x="600" y="118"/>
                  <a:pt x="598" y="103"/>
                  <a:pt x="594" y="92"/>
                </a:cubicBezTo>
                <a:cubicBezTo>
                  <a:pt x="589" y="80"/>
                  <a:pt x="584" y="71"/>
                  <a:pt x="576" y="64"/>
                </a:cubicBezTo>
                <a:cubicBezTo>
                  <a:pt x="569" y="56"/>
                  <a:pt x="558" y="52"/>
                  <a:pt x="543" y="49"/>
                </a:cubicBezTo>
                <a:cubicBezTo>
                  <a:pt x="528" y="47"/>
                  <a:pt x="512" y="45"/>
                  <a:pt x="496" y="43"/>
                </a:cubicBezTo>
                <a:cubicBezTo>
                  <a:pt x="481" y="41"/>
                  <a:pt x="459" y="41"/>
                  <a:pt x="431" y="42"/>
                </a:cubicBezTo>
                <a:lnTo>
                  <a:pt x="409" y="42"/>
                </a:lnTo>
                <a:cubicBezTo>
                  <a:pt x="359" y="43"/>
                  <a:pt x="333" y="43"/>
                  <a:pt x="330" y="45"/>
                </a:cubicBezTo>
                <a:cubicBezTo>
                  <a:pt x="327" y="46"/>
                  <a:pt x="325" y="48"/>
                  <a:pt x="323" y="52"/>
                </a:cubicBezTo>
                <a:cubicBezTo>
                  <a:pt x="323" y="53"/>
                  <a:pt x="312" y="92"/>
                  <a:pt x="292" y="171"/>
                </a:cubicBezTo>
                <a:lnTo>
                  <a:pt x="263" y="290"/>
                </a:lnTo>
                <a:lnTo>
                  <a:pt x="313" y="290"/>
                </a:lnTo>
                <a:cubicBezTo>
                  <a:pt x="315" y="290"/>
                  <a:pt x="322" y="290"/>
                  <a:pt x="334" y="290"/>
                </a:cubicBezTo>
                <a:cubicBezTo>
                  <a:pt x="346" y="290"/>
                  <a:pt x="355" y="289"/>
                  <a:pt x="360" y="289"/>
                </a:cubicBezTo>
                <a:cubicBezTo>
                  <a:pt x="365" y="288"/>
                  <a:pt x="371" y="287"/>
                  <a:pt x="380" y="286"/>
                </a:cubicBezTo>
                <a:cubicBezTo>
                  <a:pt x="388" y="285"/>
                  <a:pt x="396" y="283"/>
                  <a:pt x="402" y="279"/>
                </a:cubicBezTo>
                <a:cubicBezTo>
                  <a:pt x="408" y="275"/>
                  <a:pt x="414" y="272"/>
                  <a:pt x="418" y="268"/>
                </a:cubicBezTo>
                <a:cubicBezTo>
                  <a:pt x="426" y="260"/>
                  <a:pt x="433" y="250"/>
                  <a:pt x="438" y="238"/>
                </a:cubicBezTo>
                <a:cubicBezTo>
                  <a:pt x="444" y="225"/>
                  <a:pt x="448" y="213"/>
                  <a:pt x="450" y="203"/>
                </a:cubicBezTo>
                <a:cubicBezTo>
                  <a:pt x="452" y="193"/>
                  <a:pt x="454" y="187"/>
                  <a:pt x="454" y="187"/>
                </a:cubicBezTo>
                <a:cubicBezTo>
                  <a:pt x="456" y="184"/>
                  <a:pt x="462" y="182"/>
                  <a:pt x="472" y="182"/>
                </a:cubicBezTo>
                <a:lnTo>
                  <a:pt x="483" y="182"/>
                </a:lnTo>
                <a:cubicBezTo>
                  <a:pt x="487" y="185"/>
                  <a:pt x="489" y="188"/>
                  <a:pt x="489" y="191"/>
                </a:cubicBezTo>
                <a:cubicBezTo>
                  <a:pt x="489" y="193"/>
                  <a:pt x="480" y="233"/>
                  <a:pt x="461" y="311"/>
                </a:cubicBezTo>
                <a:cubicBezTo>
                  <a:pt x="442" y="389"/>
                  <a:pt x="432" y="429"/>
                  <a:pt x="430" y="431"/>
                </a:cubicBezTo>
                <a:cubicBezTo>
                  <a:pt x="429" y="436"/>
                  <a:pt x="423" y="438"/>
                  <a:pt x="412" y="438"/>
                </a:cubicBezTo>
                <a:lnTo>
                  <a:pt x="400" y="438"/>
                </a:lnTo>
                <a:cubicBezTo>
                  <a:pt x="396" y="434"/>
                  <a:pt x="393" y="431"/>
                  <a:pt x="393" y="427"/>
                </a:cubicBezTo>
                <a:cubicBezTo>
                  <a:pt x="393" y="425"/>
                  <a:pt x="395" y="418"/>
                  <a:pt x="398" y="407"/>
                </a:cubicBezTo>
                <a:cubicBezTo>
                  <a:pt x="401" y="395"/>
                  <a:pt x="403" y="383"/>
                  <a:pt x="403" y="370"/>
                </a:cubicBezTo>
                <a:cubicBezTo>
                  <a:pt x="403" y="353"/>
                  <a:pt x="396" y="342"/>
                  <a:pt x="384" y="338"/>
                </a:cubicBezTo>
                <a:cubicBezTo>
                  <a:pt x="372" y="333"/>
                  <a:pt x="345" y="331"/>
                  <a:pt x="303" y="331"/>
                </a:cubicBezTo>
                <a:lnTo>
                  <a:pt x="253" y="331"/>
                </a:lnTo>
                <a:lnTo>
                  <a:pt x="224" y="447"/>
                </a:lnTo>
                <a:cubicBezTo>
                  <a:pt x="205" y="522"/>
                  <a:pt x="195" y="562"/>
                  <a:pt x="195" y="565"/>
                </a:cubicBezTo>
                <a:cubicBezTo>
                  <a:pt x="195" y="574"/>
                  <a:pt x="222" y="578"/>
                  <a:pt x="276" y="578"/>
                </a:cubicBezTo>
                <a:lnTo>
                  <a:pt x="299" y="578"/>
                </a:lnTo>
                <a:cubicBezTo>
                  <a:pt x="302" y="582"/>
                  <a:pt x="304" y="584"/>
                  <a:pt x="304" y="584"/>
                </a:cubicBezTo>
                <a:cubicBezTo>
                  <a:pt x="304" y="585"/>
                  <a:pt x="304" y="591"/>
                  <a:pt x="302" y="603"/>
                </a:cubicBezTo>
                <a:cubicBezTo>
                  <a:pt x="300" y="610"/>
                  <a:pt x="297" y="616"/>
                  <a:pt x="293" y="620"/>
                </a:cubicBezTo>
                <a:lnTo>
                  <a:pt x="278" y="620"/>
                </a:lnTo>
                <a:cubicBezTo>
                  <a:pt x="253" y="619"/>
                  <a:pt x="207" y="618"/>
                  <a:pt x="140" y="618"/>
                </a:cubicBezTo>
                <a:cubicBezTo>
                  <a:pt x="101" y="618"/>
                  <a:pt x="71" y="618"/>
                  <a:pt x="50" y="618"/>
                </a:cubicBezTo>
                <a:cubicBezTo>
                  <a:pt x="30" y="618"/>
                  <a:pt x="18" y="618"/>
                  <a:pt x="16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8" name=""/>
          <p:cNvSpPr/>
          <p:nvPr/>
        </p:nvSpPr>
        <p:spPr>
          <a:xfrm>
            <a:off x="1611000" y="2797920"/>
            <a:ext cx="79920" cy="154440"/>
          </a:xfrm>
          <a:custGeom>
            <a:avLst/>
            <a:gdLst/>
            <a:ahLst/>
            <a:rect l="0" t="0" r="r" b="b"/>
            <a:pathLst>
              <a:path w="222" h="429">
                <a:moveTo>
                  <a:pt x="84" y="56"/>
                </a:moveTo>
                <a:lnTo>
                  <a:pt x="76" y="60"/>
                </a:lnTo>
                <a:cubicBezTo>
                  <a:pt x="70" y="62"/>
                  <a:pt x="61" y="64"/>
                  <a:pt x="49" y="66"/>
                </a:cubicBezTo>
                <a:cubicBezTo>
                  <a:pt x="38" y="68"/>
                  <a:pt x="26" y="70"/>
                  <a:pt x="12" y="71"/>
                </a:cubicBezTo>
                <a:lnTo>
                  <a:pt x="0" y="71"/>
                </a:lnTo>
                <a:lnTo>
                  <a:pt x="0" y="41"/>
                </a:lnTo>
                <a:lnTo>
                  <a:pt x="12" y="41"/>
                </a:lnTo>
                <a:cubicBezTo>
                  <a:pt x="32" y="40"/>
                  <a:pt x="51" y="37"/>
                  <a:pt x="69" y="31"/>
                </a:cubicBezTo>
                <a:cubicBezTo>
                  <a:pt x="86" y="26"/>
                  <a:pt x="98" y="21"/>
                  <a:pt x="105" y="16"/>
                </a:cubicBezTo>
                <a:cubicBezTo>
                  <a:pt x="112" y="11"/>
                  <a:pt x="118" y="7"/>
                  <a:pt x="123" y="2"/>
                </a:cubicBezTo>
                <a:cubicBezTo>
                  <a:pt x="124" y="0"/>
                  <a:pt x="126" y="0"/>
                  <a:pt x="131" y="0"/>
                </a:cubicBezTo>
                <a:cubicBezTo>
                  <a:pt x="134" y="0"/>
                  <a:pt x="138" y="1"/>
                  <a:pt x="142" y="4"/>
                </a:cubicBezTo>
                <a:lnTo>
                  <a:pt x="142" y="197"/>
                </a:lnTo>
                <a:lnTo>
                  <a:pt x="142" y="390"/>
                </a:lnTo>
                <a:cubicBezTo>
                  <a:pt x="145" y="393"/>
                  <a:pt x="148" y="395"/>
                  <a:pt x="150" y="396"/>
                </a:cubicBezTo>
                <a:cubicBezTo>
                  <a:pt x="152" y="397"/>
                  <a:pt x="157" y="398"/>
                  <a:pt x="165" y="398"/>
                </a:cubicBezTo>
                <a:cubicBezTo>
                  <a:pt x="173" y="399"/>
                  <a:pt x="187" y="400"/>
                  <a:pt x="205" y="400"/>
                </a:cubicBezTo>
                <a:lnTo>
                  <a:pt x="222" y="400"/>
                </a:lnTo>
                <a:lnTo>
                  <a:pt x="222" y="429"/>
                </a:lnTo>
                <a:lnTo>
                  <a:pt x="215" y="429"/>
                </a:lnTo>
                <a:cubicBezTo>
                  <a:pt x="206" y="428"/>
                  <a:pt x="172" y="427"/>
                  <a:pt x="113" y="427"/>
                </a:cubicBezTo>
                <a:cubicBezTo>
                  <a:pt x="53" y="427"/>
                  <a:pt x="20" y="428"/>
                  <a:pt x="11" y="429"/>
                </a:cubicBezTo>
                <a:lnTo>
                  <a:pt x="3" y="429"/>
                </a:lnTo>
                <a:lnTo>
                  <a:pt x="3" y="400"/>
                </a:lnTo>
                <a:lnTo>
                  <a:pt x="20" y="400"/>
                </a:lnTo>
                <a:cubicBezTo>
                  <a:pt x="29" y="400"/>
                  <a:pt x="37" y="400"/>
                  <a:pt x="44" y="400"/>
                </a:cubicBezTo>
                <a:cubicBezTo>
                  <a:pt x="51" y="400"/>
                  <a:pt x="57" y="399"/>
                  <a:pt x="61" y="399"/>
                </a:cubicBezTo>
                <a:cubicBezTo>
                  <a:pt x="65" y="399"/>
                  <a:pt x="68" y="398"/>
                  <a:pt x="71" y="397"/>
                </a:cubicBezTo>
                <a:cubicBezTo>
                  <a:pt x="74" y="396"/>
                  <a:pt x="76" y="396"/>
                  <a:pt x="77" y="396"/>
                </a:cubicBezTo>
                <a:cubicBezTo>
                  <a:pt x="77" y="396"/>
                  <a:pt x="78" y="395"/>
                  <a:pt x="80" y="393"/>
                </a:cubicBezTo>
                <a:cubicBezTo>
                  <a:pt x="83" y="390"/>
                  <a:pt x="84" y="390"/>
                  <a:pt x="84" y="390"/>
                </a:cubicBezTo>
                <a:lnTo>
                  <a:pt x="84" y="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" name=""/>
          <p:cNvSpPr/>
          <p:nvPr/>
        </p:nvSpPr>
        <p:spPr>
          <a:xfrm>
            <a:off x="1754640" y="265716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0" y="456"/>
                </a:moveTo>
                <a:cubicBezTo>
                  <a:pt x="0" y="414"/>
                  <a:pt x="3" y="375"/>
                  <a:pt x="10" y="336"/>
                </a:cubicBezTo>
                <a:cubicBezTo>
                  <a:pt x="16" y="299"/>
                  <a:pt x="23" y="266"/>
                  <a:pt x="31" y="239"/>
                </a:cubicBezTo>
                <a:cubicBezTo>
                  <a:pt x="39" y="211"/>
                  <a:pt x="50" y="185"/>
                  <a:pt x="65" y="159"/>
                </a:cubicBezTo>
                <a:cubicBezTo>
                  <a:pt x="79" y="133"/>
                  <a:pt x="91" y="112"/>
                  <a:pt x="99" y="98"/>
                </a:cubicBezTo>
                <a:cubicBezTo>
                  <a:pt x="108" y="83"/>
                  <a:pt x="121" y="67"/>
                  <a:pt x="138" y="50"/>
                </a:cubicBezTo>
                <a:cubicBezTo>
                  <a:pt x="155" y="33"/>
                  <a:pt x="165" y="23"/>
                  <a:pt x="168" y="19"/>
                </a:cubicBezTo>
                <a:cubicBezTo>
                  <a:pt x="171" y="16"/>
                  <a:pt x="178" y="9"/>
                  <a:pt x="190" y="0"/>
                </a:cubicBezTo>
                <a:lnTo>
                  <a:pt x="202" y="0"/>
                </a:lnTo>
                <a:lnTo>
                  <a:pt x="206" y="0"/>
                </a:lnTo>
                <a:cubicBezTo>
                  <a:pt x="214" y="0"/>
                  <a:pt x="218" y="3"/>
                  <a:pt x="218" y="9"/>
                </a:cubicBezTo>
                <a:cubicBezTo>
                  <a:pt x="218" y="10"/>
                  <a:pt x="213" y="17"/>
                  <a:pt x="203" y="28"/>
                </a:cubicBezTo>
                <a:cubicBezTo>
                  <a:pt x="193" y="39"/>
                  <a:pt x="180" y="55"/>
                  <a:pt x="166" y="76"/>
                </a:cubicBezTo>
                <a:cubicBezTo>
                  <a:pt x="151" y="97"/>
                  <a:pt x="136" y="123"/>
                  <a:pt x="121" y="154"/>
                </a:cubicBezTo>
                <a:cubicBezTo>
                  <a:pt x="106" y="185"/>
                  <a:pt x="93" y="227"/>
                  <a:pt x="83" y="280"/>
                </a:cubicBezTo>
                <a:cubicBezTo>
                  <a:pt x="73" y="332"/>
                  <a:pt x="67" y="392"/>
                  <a:pt x="67" y="456"/>
                </a:cubicBezTo>
                <a:cubicBezTo>
                  <a:pt x="67" y="521"/>
                  <a:pt x="73" y="579"/>
                  <a:pt x="83" y="631"/>
                </a:cubicBezTo>
                <a:cubicBezTo>
                  <a:pt x="93" y="683"/>
                  <a:pt x="106" y="725"/>
                  <a:pt x="120" y="758"/>
                </a:cubicBezTo>
                <a:cubicBezTo>
                  <a:pt x="135" y="790"/>
                  <a:pt x="150" y="816"/>
                  <a:pt x="165" y="836"/>
                </a:cubicBezTo>
                <a:cubicBezTo>
                  <a:pt x="180" y="856"/>
                  <a:pt x="193" y="872"/>
                  <a:pt x="203" y="884"/>
                </a:cubicBezTo>
                <a:cubicBezTo>
                  <a:pt x="213" y="896"/>
                  <a:pt x="218" y="902"/>
                  <a:pt x="218" y="903"/>
                </a:cubicBezTo>
                <a:cubicBezTo>
                  <a:pt x="218" y="909"/>
                  <a:pt x="214" y="911"/>
                  <a:pt x="205" y="911"/>
                </a:cubicBezTo>
                <a:lnTo>
                  <a:pt x="202" y="911"/>
                </a:lnTo>
                <a:lnTo>
                  <a:pt x="190" y="911"/>
                </a:lnTo>
                <a:lnTo>
                  <a:pt x="165" y="889"/>
                </a:lnTo>
                <a:cubicBezTo>
                  <a:pt x="108" y="838"/>
                  <a:pt x="66" y="774"/>
                  <a:pt x="40" y="697"/>
                </a:cubicBezTo>
                <a:cubicBezTo>
                  <a:pt x="14" y="620"/>
                  <a:pt x="0" y="539"/>
                  <a:pt x="0" y="45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" name=""/>
          <p:cNvSpPr/>
          <p:nvPr/>
        </p:nvSpPr>
        <p:spPr>
          <a:xfrm>
            <a:off x="1862640" y="2758320"/>
            <a:ext cx="159840" cy="148680"/>
          </a:xfrm>
          <a:custGeom>
            <a:avLst/>
            <a:gdLst/>
            <a:ahLst/>
            <a:rect l="0" t="0" r="r" b="b"/>
            <a:pathLst>
              <a:path w="444" h="413">
                <a:moveTo>
                  <a:pt x="16" y="139"/>
                </a:moveTo>
                <a:cubicBezTo>
                  <a:pt x="20" y="113"/>
                  <a:pt x="36" y="84"/>
                  <a:pt x="65" y="51"/>
                </a:cubicBezTo>
                <a:cubicBezTo>
                  <a:pt x="93" y="17"/>
                  <a:pt x="129" y="0"/>
                  <a:pt x="170" y="0"/>
                </a:cubicBezTo>
                <a:cubicBezTo>
                  <a:pt x="192" y="0"/>
                  <a:pt x="211" y="5"/>
                  <a:pt x="229" y="16"/>
                </a:cubicBezTo>
                <a:cubicBezTo>
                  <a:pt x="246" y="27"/>
                  <a:pt x="259" y="41"/>
                  <a:pt x="268" y="57"/>
                </a:cubicBezTo>
                <a:cubicBezTo>
                  <a:pt x="293" y="19"/>
                  <a:pt x="324" y="0"/>
                  <a:pt x="360" y="0"/>
                </a:cubicBezTo>
                <a:cubicBezTo>
                  <a:pt x="383" y="0"/>
                  <a:pt x="403" y="6"/>
                  <a:pt x="419" y="20"/>
                </a:cubicBezTo>
                <a:cubicBezTo>
                  <a:pt x="435" y="33"/>
                  <a:pt x="444" y="51"/>
                  <a:pt x="444" y="73"/>
                </a:cubicBezTo>
                <a:cubicBezTo>
                  <a:pt x="444" y="91"/>
                  <a:pt x="440" y="105"/>
                  <a:pt x="432" y="116"/>
                </a:cubicBezTo>
                <a:cubicBezTo>
                  <a:pt x="423" y="127"/>
                  <a:pt x="415" y="134"/>
                  <a:pt x="407" y="136"/>
                </a:cubicBezTo>
                <a:cubicBezTo>
                  <a:pt x="399" y="139"/>
                  <a:pt x="392" y="140"/>
                  <a:pt x="386" y="140"/>
                </a:cubicBezTo>
                <a:cubicBezTo>
                  <a:pt x="375" y="140"/>
                  <a:pt x="365" y="136"/>
                  <a:pt x="357" y="130"/>
                </a:cubicBezTo>
                <a:cubicBezTo>
                  <a:pt x="350" y="123"/>
                  <a:pt x="346" y="114"/>
                  <a:pt x="346" y="103"/>
                </a:cubicBezTo>
                <a:cubicBezTo>
                  <a:pt x="346" y="75"/>
                  <a:pt x="361" y="56"/>
                  <a:pt x="393" y="46"/>
                </a:cubicBezTo>
                <a:cubicBezTo>
                  <a:pt x="386" y="38"/>
                  <a:pt x="374" y="34"/>
                  <a:pt x="355" y="34"/>
                </a:cubicBezTo>
                <a:cubicBezTo>
                  <a:pt x="347" y="34"/>
                  <a:pt x="342" y="35"/>
                  <a:pt x="338" y="36"/>
                </a:cubicBezTo>
                <a:cubicBezTo>
                  <a:pt x="315" y="46"/>
                  <a:pt x="298" y="66"/>
                  <a:pt x="287" y="96"/>
                </a:cubicBezTo>
                <a:cubicBezTo>
                  <a:pt x="251" y="230"/>
                  <a:pt x="232" y="308"/>
                  <a:pt x="232" y="331"/>
                </a:cubicBezTo>
                <a:cubicBezTo>
                  <a:pt x="232" y="348"/>
                  <a:pt x="237" y="360"/>
                  <a:pt x="247" y="367"/>
                </a:cubicBezTo>
                <a:cubicBezTo>
                  <a:pt x="257" y="376"/>
                  <a:pt x="267" y="379"/>
                  <a:pt x="279" y="379"/>
                </a:cubicBezTo>
                <a:cubicBezTo>
                  <a:pt x="301" y="379"/>
                  <a:pt x="323" y="368"/>
                  <a:pt x="345" y="348"/>
                </a:cubicBezTo>
                <a:cubicBezTo>
                  <a:pt x="368" y="328"/>
                  <a:pt x="383" y="304"/>
                  <a:pt x="391" y="274"/>
                </a:cubicBezTo>
                <a:cubicBezTo>
                  <a:pt x="393" y="268"/>
                  <a:pt x="394" y="265"/>
                  <a:pt x="396" y="264"/>
                </a:cubicBezTo>
                <a:cubicBezTo>
                  <a:pt x="398" y="264"/>
                  <a:pt x="403" y="263"/>
                  <a:pt x="411" y="263"/>
                </a:cubicBezTo>
                <a:lnTo>
                  <a:pt x="414" y="263"/>
                </a:lnTo>
                <a:cubicBezTo>
                  <a:pt x="424" y="263"/>
                  <a:pt x="428" y="265"/>
                  <a:pt x="428" y="270"/>
                </a:cubicBezTo>
                <a:cubicBezTo>
                  <a:pt x="428" y="270"/>
                  <a:pt x="427" y="274"/>
                  <a:pt x="426" y="280"/>
                </a:cubicBezTo>
                <a:cubicBezTo>
                  <a:pt x="417" y="314"/>
                  <a:pt x="398" y="345"/>
                  <a:pt x="370" y="373"/>
                </a:cubicBezTo>
                <a:cubicBezTo>
                  <a:pt x="341" y="399"/>
                  <a:pt x="308" y="413"/>
                  <a:pt x="271" y="413"/>
                </a:cubicBezTo>
                <a:cubicBezTo>
                  <a:pt x="229" y="413"/>
                  <a:pt x="197" y="394"/>
                  <a:pt x="175" y="354"/>
                </a:cubicBezTo>
                <a:cubicBezTo>
                  <a:pt x="150" y="393"/>
                  <a:pt x="122" y="412"/>
                  <a:pt x="89" y="412"/>
                </a:cubicBezTo>
                <a:lnTo>
                  <a:pt x="84" y="412"/>
                </a:lnTo>
                <a:cubicBezTo>
                  <a:pt x="54" y="412"/>
                  <a:pt x="33" y="404"/>
                  <a:pt x="20" y="388"/>
                </a:cubicBezTo>
                <a:cubicBezTo>
                  <a:pt x="8" y="371"/>
                  <a:pt x="1" y="355"/>
                  <a:pt x="0" y="337"/>
                </a:cubicBezTo>
                <a:cubicBezTo>
                  <a:pt x="0" y="318"/>
                  <a:pt x="6" y="302"/>
                  <a:pt x="18" y="290"/>
                </a:cubicBezTo>
                <a:cubicBezTo>
                  <a:pt x="29" y="278"/>
                  <a:pt x="43" y="272"/>
                  <a:pt x="59" y="272"/>
                </a:cubicBezTo>
                <a:cubicBezTo>
                  <a:pt x="85" y="272"/>
                  <a:pt x="98" y="284"/>
                  <a:pt x="98" y="310"/>
                </a:cubicBezTo>
                <a:cubicBezTo>
                  <a:pt x="98" y="322"/>
                  <a:pt x="94" y="333"/>
                  <a:pt x="87" y="342"/>
                </a:cubicBezTo>
                <a:cubicBezTo>
                  <a:pt x="79" y="351"/>
                  <a:pt x="72" y="357"/>
                  <a:pt x="66" y="360"/>
                </a:cubicBezTo>
                <a:cubicBezTo>
                  <a:pt x="59" y="363"/>
                  <a:pt x="55" y="365"/>
                  <a:pt x="54" y="365"/>
                </a:cubicBezTo>
                <a:lnTo>
                  <a:pt x="51" y="365"/>
                </a:lnTo>
                <a:cubicBezTo>
                  <a:pt x="51" y="366"/>
                  <a:pt x="53" y="367"/>
                  <a:pt x="57" y="369"/>
                </a:cubicBezTo>
                <a:cubicBezTo>
                  <a:pt x="60" y="371"/>
                  <a:pt x="65" y="374"/>
                  <a:pt x="71" y="376"/>
                </a:cubicBezTo>
                <a:cubicBezTo>
                  <a:pt x="77" y="379"/>
                  <a:pt x="83" y="380"/>
                  <a:pt x="89" y="379"/>
                </a:cubicBezTo>
                <a:cubicBezTo>
                  <a:pt x="110" y="379"/>
                  <a:pt x="129" y="365"/>
                  <a:pt x="145" y="337"/>
                </a:cubicBezTo>
                <a:cubicBezTo>
                  <a:pt x="150" y="328"/>
                  <a:pt x="157" y="307"/>
                  <a:pt x="166" y="275"/>
                </a:cubicBezTo>
                <a:cubicBezTo>
                  <a:pt x="174" y="244"/>
                  <a:pt x="183" y="211"/>
                  <a:pt x="191" y="177"/>
                </a:cubicBezTo>
                <a:cubicBezTo>
                  <a:pt x="200" y="143"/>
                  <a:pt x="205" y="123"/>
                  <a:pt x="206" y="117"/>
                </a:cubicBezTo>
                <a:cubicBezTo>
                  <a:pt x="209" y="101"/>
                  <a:pt x="210" y="89"/>
                  <a:pt x="210" y="82"/>
                </a:cubicBezTo>
                <a:cubicBezTo>
                  <a:pt x="210" y="65"/>
                  <a:pt x="206" y="52"/>
                  <a:pt x="197" y="45"/>
                </a:cubicBezTo>
                <a:cubicBezTo>
                  <a:pt x="188" y="38"/>
                  <a:pt x="177" y="34"/>
                  <a:pt x="166" y="34"/>
                </a:cubicBezTo>
                <a:cubicBezTo>
                  <a:pt x="142" y="34"/>
                  <a:pt x="119" y="44"/>
                  <a:pt x="98" y="63"/>
                </a:cubicBezTo>
                <a:cubicBezTo>
                  <a:pt x="76" y="83"/>
                  <a:pt x="62" y="108"/>
                  <a:pt x="53" y="138"/>
                </a:cubicBezTo>
                <a:cubicBezTo>
                  <a:pt x="52" y="143"/>
                  <a:pt x="50" y="146"/>
                  <a:pt x="49" y="147"/>
                </a:cubicBezTo>
                <a:cubicBezTo>
                  <a:pt x="47" y="148"/>
                  <a:pt x="42" y="148"/>
                  <a:pt x="34" y="149"/>
                </a:cubicBezTo>
                <a:lnTo>
                  <a:pt x="21" y="149"/>
                </a:lnTo>
                <a:cubicBezTo>
                  <a:pt x="18" y="145"/>
                  <a:pt x="16" y="142"/>
                  <a:pt x="16" y="1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" name=""/>
          <p:cNvSpPr/>
          <p:nvPr/>
        </p:nvSpPr>
        <p:spPr>
          <a:xfrm>
            <a:off x="2056680" y="265716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5" y="22"/>
                </a:lnTo>
                <a:cubicBezTo>
                  <a:pt x="112" y="74"/>
                  <a:pt x="153" y="138"/>
                  <a:pt x="179" y="215"/>
                </a:cubicBezTo>
                <a:cubicBezTo>
                  <a:pt x="205" y="292"/>
                  <a:pt x="218" y="373"/>
                  <a:pt x="218" y="456"/>
                </a:cubicBezTo>
                <a:cubicBezTo>
                  <a:pt x="218" y="498"/>
                  <a:pt x="215" y="537"/>
                  <a:pt x="209" y="576"/>
                </a:cubicBezTo>
                <a:cubicBezTo>
                  <a:pt x="203" y="614"/>
                  <a:pt x="196" y="646"/>
                  <a:pt x="188" y="673"/>
                </a:cubicBezTo>
                <a:cubicBezTo>
                  <a:pt x="181" y="700"/>
                  <a:pt x="169" y="726"/>
                  <a:pt x="155" y="753"/>
                </a:cubicBezTo>
                <a:cubicBezTo>
                  <a:pt x="140" y="780"/>
                  <a:pt x="129" y="800"/>
                  <a:pt x="120" y="814"/>
                </a:cubicBezTo>
                <a:cubicBezTo>
                  <a:pt x="112" y="828"/>
                  <a:pt x="99" y="843"/>
                  <a:pt x="83" y="860"/>
                </a:cubicBezTo>
                <a:cubicBezTo>
                  <a:pt x="66" y="877"/>
                  <a:pt x="57" y="887"/>
                  <a:pt x="54" y="890"/>
                </a:cubicBezTo>
                <a:cubicBezTo>
                  <a:pt x="51" y="893"/>
                  <a:pt x="44" y="899"/>
                  <a:pt x="32" y="908"/>
                </a:cubicBezTo>
                <a:cubicBezTo>
                  <a:pt x="30" y="909"/>
                  <a:pt x="29" y="911"/>
                  <a:pt x="28" y="911"/>
                </a:cubicBezTo>
                <a:lnTo>
                  <a:pt x="17" y="911"/>
                </a:lnTo>
                <a:cubicBezTo>
                  <a:pt x="12" y="911"/>
                  <a:pt x="9" y="911"/>
                  <a:pt x="7" y="911"/>
                </a:cubicBezTo>
                <a:cubicBezTo>
                  <a:pt x="5" y="911"/>
                  <a:pt x="4" y="910"/>
                  <a:pt x="3" y="909"/>
                </a:cubicBezTo>
                <a:cubicBezTo>
                  <a:pt x="1" y="907"/>
                  <a:pt x="1" y="904"/>
                  <a:pt x="0" y="900"/>
                </a:cubicBezTo>
                <a:cubicBezTo>
                  <a:pt x="1" y="900"/>
                  <a:pt x="4" y="896"/>
                  <a:pt x="10" y="889"/>
                </a:cubicBezTo>
                <a:cubicBezTo>
                  <a:pt x="105" y="791"/>
                  <a:pt x="152" y="647"/>
                  <a:pt x="152" y="456"/>
                </a:cubicBezTo>
                <a:cubicBezTo>
                  <a:pt x="152" y="265"/>
                  <a:pt x="105" y="121"/>
                  <a:pt x="10" y="23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6"/>
                  <a:pt x="1" y="3"/>
                  <a:pt x="5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2" name=""/>
          <p:cNvSpPr/>
          <p:nvPr/>
        </p:nvSpPr>
        <p:spPr>
          <a:xfrm>
            <a:off x="2266560" y="2814480"/>
            <a:ext cx="200160" cy="13680"/>
          </a:xfrm>
          <a:custGeom>
            <a:avLst/>
            <a:gdLst/>
            <a:ahLst/>
            <a:rect l="0" t="0" r="r" b="b"/>
            <a:pathLst>
              <a:path w="556" h="38">
                <a:moveTo>
                  <a:pt x="12" y="0"/>
                </a:moveTo>
                <a:lnTo>
                  <a:pt x="542" y="0"/>
                </a:lnTo>
                <a:cubicBezTo>
                  <a:pt x="551" y="5"/>
                  <a:pt x="556" y="11"/>
                  <a:pt x="556" y="19"/>
                </a:cubicBezTo>
                <a:cubicBezTo>
                  <a:pt x="556" y="27"/>
                  <a:pt x="551" y="33"/>
                  <a:pt x="542" y="38"/>
                </a:cubicBezTo>
                <a:lnTo>
                  <a:pt x="12" y="38"/>
                </a:lnTo>
                <a:cubicBezTo>
                  <a:pt x="4" y="33"/>
                  <a:pt x="0" y="27"/>
                  <a:pt x="0" y="19"/>
                </a:cubicBezTo>
                <a:cubicBezTo>
                  <a:pt x="0" y="10"/>
                  <a:pt x="4" y="4"/>
                  <a:pt x="12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" name=""/>
          <p:cNvSpPr/>
          <p:nvPr/>
        </p:nvSpPr>
        <p:spPr>
          <a:xfrm>
            <a:off x="2576520" y="2680200"/>
            <a:ext cx="235800" cy="223200"/>
          </a:xfrm>
          <a:custGeom>
            <a:avLst/>
            <a:gdLst/>
            <a:ahLst/>
            <a:rect l="0" t="0" r="r" b="b"/>
            <a:pathLst>
              <a:path w="655" h="620">
                <a:moveTo>
                  <a:pt x="16" y="619"/>
                </a:moveTo>
                <a:cubicBezTo>
                  <a:pt x="6" y="619"/>
                  <a:pt x="0" y="616"/>
                  <a:pt x="0" y="610"/>
                </a:cubicBezTo>
                <a:cubicBezTo>
                  <a:pt x="0" y="609"/>
                  <a:pt x="1" y="604"/>
                  <a:pt x="3" y="597"/>
                </a:cubicBezTo>
                <a:cubicBezTo>
                  <a:pt x="6" y="587"/>
                  <a:pt x="8" y="582"/>
                  <a:pt x="10" y="581"/>
                </a:cubicBezTo>
                <a:cubicBezTo>
                  <a:pt x="13" y="579"/>
                  <a:pt x="20" y="579"/>
                  <a:pt x="31" y="578"/>
                </a:cubicBezTo>
                <a:cubicBezTo>
                  <a:pt x="48" y="578"/>
                  <a:pt x="66" y="577"/>
                  <a:pt x="86" y="575"/>
                </a:cubicBezTo>
                <a:cubicBezTo>
                  <a:pt x="94" y="573"/>
                  <a:pt x="100" y="570"/>
                  <a:pt x="103" y="564"/>
                </a:cubicBezTo>
                <a:cubicBezTo>
                  <a:pt x="104" y="561"/>
                  <a:pt x="126" y="476"/>
                  <a:pt x="168" y="309"/>
                </a:cubicBezTo>
                <a:cubicBezTo>
                  <a:pt x="210" y="140"/>
                  <a:pt x="231" y="55"/>
                  <a:pt x="231" y="53"/>
                </a:cubicBezTo>
                <a:cubicBezTo>
                  <a:pt x="231" y="49"/>
                  <a:pt x="230" y="46"/>
                  <a:pt x="228" y="46"/>
                </a:cubicBezTo>
                <a:cubicBezTo>
                  <a:pt x="223" y="45"/>
                  <a:pt x="207" y="43"/>
                  <a:pt x="180" y="42"/>
                </a:cubicBezTo>
                <a:lnTo>
                  <a:pt x="151" y="42"/>
                </a:lnTo>
                <a:cubicBezTo>
                  <a:pt x="148" y="38"/>
                  <a:pt x="146" y="36"/>
                  <a:pt x="146" y="35"/>
                </a:cubicBezTo>
                <a:cubicBezTo>
                  <a:pt x="146" y="33"/>
                  <a:pt x="147" y="28"/>
                  <a:pt x="148" y="19"/>
                </a:cubicBezTo>
                <a:cubicBezTo>
                  <a:pt x="150" y="9"/>
                  <a:pt x="153" y="2"/>
                  <a:pt x="157" y="0"/>
                </a:cubicBezTo>
                <a:lnTo>
                  <a:pt x="648" y="0"/>
                </a:lnTo>
                <a:cubicBezTo>
                  <a:pt x="653" y="2"/>
                  <a:pt x="655" y="6"/>
                  <a:pt x="655" y="10"/>
                </a:cubicBezTo>
                <a:cubicBezTo>
                  <a:pt x="655" y="13"/>
                  <a:pt x="651" y="47"/>
                  <a:pt x="643" y="112"/>
                </a:cubicBezTo>
                <a:cubicBezTo>
                  <a:pt x="635" y="177"/>
                  <a:pt x="631" y="210"/>
                  <a:pt x="630" y="212"/>
                </a:cubicBezTo>
                <a:cubicBezTo>
                  <a:pt x="629" y="216"/>
                  <a:pt x="623" y="218"/>
                  <a:pt x="612" y="218"/>
                </a:cubicBezTo>
                <a:lnTo>
                  <a:pt x="601" y="218"/>
                </a:lnTo>
                <a:cubicBezTo>
                  <a:pt x="597" y="215"/>
                  <a:pt x="595" y="211"/>
                  <a:pt x="595" y="207"/>
                </a:cubicBezTo>
                <a:cubicBezTo>
                  <a:pt x="595" y="206"/>
                  <a:pt x="596" y="199"/>
                  <a:pt x="597" y="185"/>
                </a:cubicBezTo>
                <a:cubicBezTo>
                  <a:pt x="599" y="171"/>
                  <a:pt x="600" y="155"/>
                  <a:pt x="600" y="137"/>
                </a:cubicBezTo>
                <a:cubicBezTo>
                  <a:pt x="600" y="118"/>
                  <a:pt x="598" y="103"/>
                  <a:pt x="594" y="92"/>
                </a:cubicBezTo>
                <a:cubicBezTo>
                  <a:pt x="589" y="80"/>
                  <a:pt x="584" y="71"/>
                  <a:pt x="576" y="64"/>
                </a:cubicBezTo>
                <a:cubicBezTo>
                  <a:pt x="569" y="56"/>
                  <a:pt x="558" y="52"/>
                  <a:pt x="543" y="49"/>
                </a:cubicBezTo>
                <a:cubicBezTo>
                  <a:pt x="528" y="47"/>
                  <a:pt x="512" y="45"/>
                  <a:pt x="496" y="43"/>
                </a:cubicBezTo>
                <a:cubicBezTo>
                  <a:pt x="481" y="41"/>
                  <a:pt x="459" y="41"/>
                  <a:pt x="431" y="42"/>
                </a:cubicBezTo>
                <a:lnTo>
                  <a:pt x="410" y="42"/>
                </a:lnTo>
                <a:cubicBezTo>
                  <a:pt x="360" y="43"/>
                  <a:pt x="333" y="43"/>
                  <a:pt x="330" y="45"/>
                </a:cubicBezTo>
                <a:cubicBezTo>
                  <a:pt x="327" y="46"/>
                  <a:pt x="325" y="48"/>
                  <a:pt x="323" y="52"/>
                </a:cubicBezTo>
                <a:cubicBezTo>
                  <a:pt x="323" y="53"/>
                  <a:pt x="312" y="92"/>
                  <a:pt x="292" y="171"/>
                </a:cubicBezTo>
                <a:lnTo>
                  <a:pt x="263" y="290"/>
                </a:lnTo>
                <a:lnTo>
                  <a:pt x="313" y="290"/>
                </a:lnTo>
                <a:cubicBezTo>
                  <a:pt x="315" y="290"/>
                  <a:pt x="322" y="290"/>
                  <a:pt x="334" y="290"/>
                </a:cubicBezTo>
                <a:cubicBezTo>
                  <a:pt x="346" y="290"/>
                  <a:pt x="356" y="289"/>
                  <a:pt x="361" y="289"/>
                </a:cubicBezTo>
                <a:cubicBezTo>
                  <a:pt x="366" y="288"/>
                  <a:pt x="372" y="287"/>
                  <a:pt x="381" y="286"/>
                </a:cubicBezTo>
                <a:cubicBezTo>
                  <a:pt x="389" y="285"/>
                  <a:pt x="397" y="283"/>
                  <a:pt x="403" y="279"/>
                </a:cubicBezTo>
                <a:cubicBezTo>
                  <a:pt x="409" y="275"/>
                  <a:pt x="414" y="272"/>
                  <a:pt x="418" y="268"/>
                </a:cubicBezTo>
                <a:cubicBezTo>
                  <a:pt x="426" y="260"/>
                  <a:pt x="433" y="250"/>
                  <a:pt x="438" y="238"/>
                </a:cubicBezTo>
                <a:cubicBezTo>
                  <a:pt x="444" y="225"/>
                  <a:pt x="448" y="213"/>
                  <a:pt x="450" y="203"/>
                </a:cubicBezTo>
                <a:cubicBezTo>
                  <a:pt x="452" y="193"/>
                  <a:pt x="454" y="187"/>
                  <a:pt x="455" y="187"/>
                </a:cubicBezTo>
                <a:cubicBezTo>
                  <a:pt x="456" y="184"/>
                  <a:pt x="462" y="182"/>
                  <a:pt x="472" y="182"/>
                </a:cubicBezTo>
                <a:lnTo>
                  <a:pt x="483" y="182"/>
                </a:lnTo>
                <a:cubicBezTo>
                  <a:pt x="487" y="185"/>
                  <a:pt x="489" y="188"/>
                  <a:pt x="489" y="191"/>
                </a:cubicBezTo>
                <a:cubicBezTo>
                  <a:pt x="489" y="193"/>
                  <a:pt x="480" y="233"/>
                  <a:pt x="461" y="311"/>
                </a:cubicBezTo>
                <a:cubicBezTo>
                  <a:pt x="442" y="389"/>
                  <a:pt x="432" y="429"/>
                  <a:pt x="430" y="431"/>
                </a:cubicBezTo>
                <a:cubicBezTo>
                  <a:pt x="429" y="436"/>
                  <a:pt x="423" y="438"/>
                  <a:pt x="412" y="438"/>
                </a:cubicBezTo>
                <a:lnTo>
                  <a:pt x="401" y="438"/>
                </a:lnTo>
                <a:cubicBezTo>
                  <a:pt x="397" y="434"/>
                  <a:pt x="394" y="431"/>
                  <a:pt x="394" y="427"/>
                </a:cubicBezTo>
                <a:cubicBezTo>
                  <a:pt x="394" y="425"/>
                  <a:pt x="396" y="418"/>
                  <a:pt x="399" y="407"/>
                </a:cubicBezTo>
                <a:cubicBezTo>
                  <a:pt x="402" y="395"/>
                  <a:pt x="404" y="383"/>
                  <a:pt x="404" y="370"/>
                </a:cubicBezTo>
                <a:cubicBezTo>
                  <a:pt x="404" y="353"/>
                  <a:pt x="397" y="342"/>
                  <a:pt x="385" y="338"/>
                </a:cubicBezTo>
                <a:cubicBezTo>
                  <a:pt x="373" y="333"/>
                  <a:pt x="345" y="331"/>
                  <a:pt x="303" y="331"/>
                </a:cubicBezTo>
                <a:lnTo>
                  <a:pt x="253" y="331"/>
                </a:lnTo>
                <a:lnTo>
                  <a:pt x="224" y="447"/>
                </a:lnTo>
                <a:cubicBezTo>
                  <a:pt x="205" y="522"/>
                  <a:pt x="195" y="562"/>
                  <a:pt x="195" y="565"/>
                </a:cubicBezTo>
                <a:cubicBezTo>
                  <a:pt x="195" y="574"/>
                  <a:pt x="222" y="578"/>
                  <a:pt x="276" y="578"/>
                </a:cubicBezTo>
                <a:lnTo>
                  <a:pt x="299" y="578"/>
                </a:lnTo>
                <a:cubicBezTo>
                  <a:pt x="302" y="582"/>
                  <a:pt x="304" y="584"/>
                  <a:pt x="304" y="584"/>
                </a:cubicBezTo>
                <a:cubicBezTo>
                  <a:pt x="304" y="585"/>
                  <a:pt x="304" y="591"/>
                  <a:pt x="302" y="603"/>
                </a:cubicBezTo>
                <a:cubicBezTo>
                  <a:pt x="300" y="610"/>
                  <a:pt x="297" y="616"/>
                  <a:pt x="293" y="620"/>
                </a:cubicBezTo>
                <a:lnTo>
                  <a:pt x="278" y="620"/>
                </a:lnTo>
                <a:cubicBezTo>
                  <a:pt x="253" y="619"/>
                  <a:pt x="207" y="618"/>
                  <a:pt x="141" y="618"/>
                </a:cubicBezTo>
                <a:cubicBezTo>
                  <a:pt x="101" y="618"/>
                  <a:pt x="71" y="618"/>
                  <a:pt x="50" y="618"/>
                </a:cubicBezTo>
                <a:cubicBezTo>
                  <a:pt x="30" y="618"/>
                  <a:pt x="18" y="618"/>
                  <a:pt x="16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" name=""/>
          <p:cNvSpPr/>
          <p:nvPr/>
        </p:nvSpPr>
        <p:spPr>
          <a:xfrm>
            <a:off x="2799360" y="2797920"/>
            <a:ext cx="92880" cy="154440"/>
          </a:xfrm>
          <a:custGeom>
            <a:avLst/>
            <a:gdLst/>
            <a:ahLst/>
            <a:rect l="0" t="0" r="r" b="b"/>
            <a:pathLst>
              <a:path w="258" h="429">
                <a:moveTo>
                  <a:pt x="39" y="153"/>
                </a:moveTo>
                <a:cubicBezTo>
                  <a:pt x="27" y="153"/>
                  <a:pt x="18" y="149"/>
                  <a:pt x="11" y="141"/>
                </a:cubicBezTo>
                <a:cubicBezTo>
                  <a:pt x="4" y="133"/>
                  <a:pt x="0" y="124"/>
                  <a:pt x="0" y="112"/>
                </a:cubicBezTo>
                <a:cubicBezTo>
                  <a:pt x="0" y="82"/>
                  <a:pt x="12" y="56"/>
                  <a:pt x="36" y="33"/>
                </a:cubicBezTo>
                <a:cubicBezTo>
                  <a:pt x="58" y="11"/>
                  <a:pt x="87" y="0"/>
                  <a:pt x="120" y="0"/>
                </a:cubicBezTo>
                <a:cubicBezTo>
                  <a:pt x="159" y="0"/>
                  <a:pt x="192" y="12"/>
                  <a:pt x="218" y="36"/>
                </a:cubicBezTo>
                <a:cubicBezTo>
                  <a:pt x="244" y="60"/>
                  <a:pt x="258" y="91"/>
                  <a:pt x="258" y="129"/>
                </a:cubicBezTo>
                <a:cubicBezTo>
                  <a:pt x="258" y="149"/>
                  <a:pt x="254" y="166"/>
                  <a:pt x="245" y="183"/>
                </a:cubicBezTo>
                <a:cubicBezTo>
                  <a:pt x="237" y="200"/>
                  <a:pt x="226" y="214"/>
                  <a:pt x="214" y="227"/>
                </a:cubicBezTo>
                <a:cubicBezTo>
                  <a:pt x="202" y="239"/>
                  <a:pt x="185" y="255"/>
                  <a:pt x="163" y="274"/>
                </a:cubicBezTo>
                <a:cubicBezTo>
                  <a:pt x="147" y="288"/>
                  <a:pt x="126" y="307"/>
                  <a:pt x="99" y="333"/>
                </a:cubicBezTo>
                <a:lnTo>
                  <a:pt x="61" y="369"/>
                </a:lnTo>
                <a:lnTo>
                  <a:pt x="110" y="370"/>
                </a:lnTo>
                <a:cubicBezTo>
                  <a:pt x="177" y="370"/>
                  <a:pt x="213" y="369"/>
                  <a:pt x="217" y="367"/>
                </a:cubicBezTo>
                <a:cubicBezTo>
                  <a:pt x="220" y="366"/>
                  <a:pt x="225" y="347"/>
                  <a:pt x="232" y="310"/>
                </a:cubicBezTo>
                <a:lnTo>
                  <a:pt x="232" y="308"/>
                </a:lnTo>
                <a:lnTo>
                  <a:pt x="258" y="308"/>
                </a:lnTo>
                <a:lnTo>
                  <a:pt x="258" y="310"/>
                </a:lnTo>
                <a:cubicBezTo>
                  <a:pt x="258" y="311"/>
                  <a:pt x="255" y="330"/>
                  <a:pt x="250" y="368"/>
                </a:cubicBezTo>
                <a:cubicBezTo>
                  <a:pt x="245" y="406"/>
                  <a:pt x="241" y="426"/>
                  <a:pt x="240" y="427"/>
                </a:cubicBezTo>
                <a:lnTo>
                  <a:pt x="240" y="429"/>
                </a:lnTo>
                <a:lnTo>
                  <a:pt x="0" y="429"/>
                </a:lnTo>
                <a:lnTo>
                  <a:pt x="0" y="417"/>
                </a:lnTo>
                <a:lnTo>
                  <a:pt x="0" y="409"/>
                </a:lnTo>
                <a:cubicBezTo>
                  <a:pt x="0" y="406"/>
                  <a:pt x="2" y="403"/>
                  <a:pt x="4" y="400"/>
                </a:cubicBezTo>
                <a:cubicBezTo>
                  <a:pt x="7" y="396"/>
                  <a:pt x="13" y="389"/>
                  <a:pt x="24" y="377"/>
                </a:cubicBezTo>
                <a:cubicBezTo>
                  <a:pt x="37" y="363"/>
                  <a:pt x="48" y="351"/>
                  <a:pt x="57" y="341"/>
                </a:cubicBezTo>
                <a:cubicBezTo>
                  <a:pt x="61" y="337"/>
                  <a:pt x="68" y="329"/>
                  <a:pt x="79" y="317"/>
                </a:cubicBezTo>
                <a:cubicBezTo>
                  <a:pt x="89" y="306"/>
                  <a:pt x="97" y="298"/>
                  <a:pt x="101" y="294"/>
                </a:cubicBezTo>
                <a:cubicBezTo>
                  <a:pt x="104" y="289"/>
                  <a:pt x="111" y="282"/>
                  <a:pt x="119" y="272"/>
                </a:cubicBezTo>
                <a:cubicBezTo>
                  <a:pt x="128" y="262"/>
                  <a:pt x="134" y="255"/>
                  <a:pt x="137" y="250"/>
                </a:cubicBezTo>
                <a:cubicBezTo>
                  <a:pt x="141" y="246"/>
                  <a:pt x="146" y="239"/>
                  <a:pt x="152" y="231"/>
                </a:cubicBezTo>
                <a:cubicBezTo>
                  <a:pt x="158" y="223"/>
                  <a:pt x="163" y="216"/>
                  <a:pt x="165" y="211"/>
                </a:cubicBezTo>
                <a:cubicBezTo>
                  <a:pt x="168" y="205"/>
                  <a:pt x="171" y="199"/>
                  <a:pt x="175" y="192"/>
                </a:cubicBezTo>
                <a:cubicBezTo>
                  <a:pt x="179" y="185"/>
                  <a:pt x="182" y="178"/>
                  <a:pt x="183" y="171"/>
                </a:cubicBezTo>
                <a:cubicBezTo>
                  <a:pt x="185" y="164"/>
                  <a:pt x="187" y="158"/>
                  <a:pt x="188" y="152"/>
                </a:cubicBezTo>
                <a:cubicBezTo>
                  <a:pt x="189" y="145"/>
                  <a:pt x="190" y="138"/>
                  <a:pt x="190" y="130"/>
                </a:cubicBezTo>
                <a:cubicBezTo>
                  <a:pt x="190" y="103"/>
                  <a:pt x="183" y="79"/>
                  <a:pt x="168" y="60"/>
                </a:cubicBezTo>
                <a:cubicBezTo>
                  <a:pt x="153" y="40"/>
                  <a:pt x="133" y="30"/>
                  <a:pt x="106" y="30"/>
                </a:cubicBezTo>
                <a:cubicBezTo>
                  <a:pt x="92" y="30"/>
                  <a:pt x="79" y="34"/>
                  <a:pt x="68" y="41"/>
                </a:cubicBezTo>
                <a:cubicBezTo>
                  <a:pt x="58" y="48"/>
                  <a:pt x="50" y="55"/>
                  <a:pt x="46" y="62"/>
                </a:cubicBezTo>
                <a:cubicBezTo>
                  <a:pt x="42" y="69"/>
                  <a:pt x="39" y="73"/>
                  <a:pt x="39" y="74"/>
                </a:cubicBezTo>
                <a:cubicBezTo>
                  <a:pt x="39" y="75"/>
                  <a:pt x="40" y="75"/>
                  <a:pt x="43" y="75"/>
                </a:cubicBezTo>
                <a:cubicBezTo>
                  <a:pt x="50" y="75"/>
                  <a:pt x="58" y="78"/>
                  <a:pt x="66" y="84"/>
                </a:cubicBezTo>
                <a:cubicBezTo>
                  <a:pt x="75" y="90"/>
                  <a:pt x="79" y="100"/>
                  <a:pt x="79" y="114"/>
                </a:cubicBezTo>
                <a:cubicBezTo>
                  <a:pt x="79" y="124"/>
                  <a:pt x="75" y="133"/>
                  <a:pt x="68" y="141"/>
                </a:cubicBezTo>
                <a:cubicBezTo>
                  <a:pt x="61" y="149"/>
                  <a:pt x="52" y="153"/>
                  <a:pt x="39" y="15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" name=""/>
          <p:cNvSpPr/>
          <p:nvPr/>
        </p:nvSpPr>
        <p:spPr>
          <a:xfrm>
            <a:off x="2950920" y="265716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0" y="456"/>
                </a:moveTo>
                <a:cubicBezTo>
                  <a:pt x="0" y="414"/>
                  <a:pt x="3" y="375"/>
                  <a:pt x="9" y="336"/>
                </a:cubicBezTo>
                <a:cubicBezTo>
                  <a:pt x="15" y="299"/>
                  <a:pt x="22" y="266"/>
                  <a:pt x="30" y="239"/>
                </a:cubicBezTo>
                <a:cubicBezTo>
                  <a:pt x="38" y="211"/>
                  <a:pt x="49" y="185"/>
                  <a:pt x="64" y="159"/>
                </a:cubicBezTo>
                <a:cubicBezTo>
                  <a:pt x="78" y="133"/>
                  <a:pt x="90" y="112"/>
                  <a:pt x="98" y="98"/>
                </a:cubicBezTo>
                <a:cubicBezTo>
                  <a:pt x="107" y="83"/>
                  <a:pt x="120" y="67"/>
                  <a:pt x="137" y="50"/>
                </a:cubicBezTo>
                <a:cubicBezTo>
                  <a:pt x="154" y="33"/>
                  <a:pt x="165" y="23"/>
                  <a:pt x="168" y="19"/>
                </a:cubicBezTo>
                <a:cubicBezTo>
                  <a:pt x="171" y="16"/>
                  <a:pt x="178" y="9"/>
                  <a:pt x="190" y="0"/>
                </a:cubicBezTo>
                <a:lnTo>
                  <a:pt x="202" y="0"/>
                </a:lnTo>
                <a:lnTo>
                  <a:pt x="206" y="0"/>
                </a:lnTo>
                <a:cubicBezTo>
                  <a:pt x="214" y="0"/>
                  <a:pt x="219" y="3"/>
                  <a:pt x="219" y="9"/>
                </a:cubicBezTo>
                <a:cubicBezTo>
                  <a:pt x="219" y="10"/>
                  <a:pt x="213" y="17"/>
                  <a:pt x="203" y="28"/>
                </a:cubicBezTo>
                <a:cubicBezTo>
                  <a:pt x="193" y="39"/>
                  <a:pt x="180" y="55"/>
                  <a:pt x="166" y="76"/>
                </a:cubicBezTo>
                <a:cubicBezTo>
                  <a:pt x="150" y="97"/>
                  <a:pt x="135" y="123"/>
                  <a:pt x="120" y="154"/>
                </a:cubicBezTo>
                <a:cubicBezTo>
                  <a:pt x="105" y="185"/>
                  <a:pt x="92" y="227"/>
                  <a:pt x="82" y="280"/>
                </a:cubicBezTo>
                <a:cubicBezTo>
                  <a:pt x="72" y="332"/>
                  <a:pt x="66" y="392"/>
                  <a:pt x="66" y="456"/>
                </a:cubicBezTo>
                <a:cubicBezTo>
                  <a:pt x="66" y="521"/>
                  <a:pt x="72" y="579"/>
                  <a:pt x="82" y="631"/>
                </a:cubicBezTo>
                <a:cubicBezTo>
                  <a:pt x="92" y="683"/>
                  <a:pt x="105" y="725"/>
                  <a:pt x="119" y="758"/>
                </a:cubicBezTo>
                <a:cubicBezTo>
                  <a:pt x="134" y="790"/>
                  <a:pt x="149" y="816"/>
                  <a:pt x="165" y="836"/>
                </a:cubicBezTo>
                <a:cubicBezTo>
                  <a:pt x="180" y="856"/>
                  <a:pt x="193" y="872"/>
                  <a:pt x="203" y="884"/>
                </a:cubicBezTo>
                <a:cubicBezTo>
                  <a:pt x="213" y="896"/>
                  <a:pt x="219" y="902"/>
                  <a:pt x="219" y="903"/>
                </a:cubicBezTo>
                <a:cubicBezTo>
                  <a:pt x="219" y="909"/>
                  <a:pt x="214" y="911"/>
                  <a:pt x="205" y="911"/>
                </a:cubicBezTo>
                <a:lnTo>
                  <a:pt x="202" y="911"/>
                </a:lnTo>
                <a:lnTo>
                  <a:pt x="190" y="911"/>
                </a:lnTo>
                <a:lnTo>
                  <a:pt x="165" y="889"/>
                </a:lnTo>
                <a:cubicBezTo>
                  <a:pt x="107" y="838"/>
                  <a:pt x="65" y="774"/>
                  <a:pt x="39" y="697"/>
                </a:cubicBezTo>
                <a:cubicBezTo>
                  <a:pt x="13" y="620"/>
                  <a:pt x="0" y="539"/>
                  <a:pt x="0" y="45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" name=""/>
          <p:cNvSpPr/>
          <p:nvPr/>
        </p:nvSpPr>
        <p:spPr>
          <a:xfrm>
            <a:off x="3058920" y="2758320"/>
            <a:ext cx="159840" cy="148680"/>
          </a:xfrm>
          <a:custGeom>
            <a:avLst/>
            <a:gdLst/>
            <a:ahLst/>
            <a:rect l="0" t="0" r="r" b="b"/>
            <a:pathLst>
              <a:path w="444" h="413">
                <a:moveTo>
                  <a:pt x="16" y="139"/>
                </a:moveTo>
                <a:cubicBezTo>
                  <a:pt x="20" y="113"/>
                  <a:pt x="36" y="84"/>
                  <a:pt x="65" y="51"/>
                </a:cubicBezTo>
                <a:cubicBezTo>
                  <a:pt x="93" y="17"/>
                  <a:pt x="129" y="0"/>
                  <a:pt x="171" y="0"/>
                </a:cubicBezTo>
                <a:cubicBezTo>
                  <a:pt x="193" y="0"/>
                  <a:pt x="212" y="5"/>
                  <a:pt x="230" y="16"/>
                </a:cubicBezTo>
                <a:cubicBezTo>
                  <a:pt x="247" y="27"/>
                  <a:pt x="260" y="41"/>
                  <a:pt x="269" y="57"/>
                </a:cubicBezTo>
                <a:cubicBezTo>
                  <a:pt x="294" y="19"/>
                  <a:pt x="325" y="0"/>
                  <a:pt x="361" y="0"/>
                </a:cubicBezTo>
                <a:cubicBezTo>
                  <a:pt x="383" y="0"/>
                  <a:pt x="403" y="6"/>
                  <a:pt x="419" y="20"/>
                </a:cubicBezTo>
                <a:cubicBezTo>
                  <a:pt x="435" y="33"/>
                  <a:pt x="444" y="51"/>
                  <a:pt x="444" y="73"/>
                </a:cubicBezTo>
                <a:cubicBezTo>
                  <a:pt x="444" y="91"/>
                  <a:pt x="440" y="105"/>
                  <a:pt x="432" y="116"/>
                </a:cubicBezTo>
                <a:cubicBezTo>
                  <a:pt x="423" y="127"/>
                  <a:pt x="415" y="134"/>
                  <a:pt x="407" y="136"/>
                </a:cubicBezTo>
                <a:cubicBezTo>
                  <a:pt x="399" y="139"/>
                  <a:pt x="392" y="140"/>
                  <a:pt x="386" y="140"/>
                </a:cubicBezTo>
                <a:cubicBezTo>
                  <a:pt x="375" y="140"/>
                  <a:pt x="365" y="136"/>
                  <a:pt x="358" y="130"/>
                </a:cubicBezTo>
                <a:cubicBezTo>
                  <a:pt x="351" y="123"/>
                  <a:pt x="347" y="114"/>
                  <a:pt x="347" y="103"/>
                </a:cubicBezTo>
                <a:cubicBezTo>
                  <a:pt x="347" y="75"/>
                  <a:pt x="362" y="56"/>
                  <a:pt x="393" y="46"/>
                </a:cubicBezTo>
                <a:cubicBezTo>
                  <a:pt x="386" y="38"/>
                  <a:pt x="374" y="34"/>
                  <a:pt x="356" y="34"/>
                </a:cubicBezTo>
                <a:cubicBezTo>
                  <a:pt x="348" y="34"/>
                  <a:pt x="343" y="35"/>
                  <a:pt x="339" y="36"/>
                </a:cubicBezTo>
                <a:cubicBezTo>
                  <a:pt x="316" y="46"/>
                  <a:pt x="299" y="66"/>
                  <a:pt x="288" y="96"/>
                </a:cubicBezTo>
                <a:cubicBezTo>
                  <a:pt x="252" y="230"/>
                  <a:pt x="233" y="308"/>
                  <a:pt x="233" y="331"/>
                </a:cubicBezTo>
                <a:cubicBezTo>
                  <a:pt x="233" y="348"/>
                  <a:pt x="238" y="360"/>
                  <a:pt x="248" y="367"/>
                </a:cubicBezTo>
                <a:cubicBezTo>
                  <a:pt x="258" y="376"/>
                  <a:pt x="268" y="379"/>
                  <a:pt x="280" y="379"/>
                </a:cubicBezTo>
                <a:cubicBezTo>
                  <a:pt x="302" y="379"/>
                  <a:pt x="324" y="368"/>
                  <a:pt x="346" y="348"/>
                </a:cubicBezTo>
                <a:cubicBezTo>
                  <a:pt x="368" y="328"/>
                  <a:pt x="383" y="304"/>
                  <a:pt x="391" y="274"/>
                </a:cubicBezTo>
                <a:cubicBezTo>
                  <a:pt x="393" y="268"/>
                  <a:pt x="394" y="265"/>
                  <a:pt x="396" y="264"/>
                </a:cubicBezTo>
                <a:cubicBezTo>
                  <a:pt x="398" y="264"/>
                  <a:pt x="403" y="263"/>
                  <a:pt x="411" y="263"/>
                </a:cubicBezTo>
                <a:lnTo>
                  <a:pt x="414" y="263"/>
                </a:lnTo>
                <a:cubicBezTo>
                  <a:pt x="424" y="263"/>
                  <a:pt x="428" y="265"/>
                  <a:pt x="428" y="270"/>
                </a:cubicBezTo>
                <a:cubicBezTo>
                  <a:pt x="428" y="270"/>
                  <a:pt x="427" y="274"/>
                  <a:pt x="426" y="280"/>
                </a:cubicBezTo>
                <a:cubicBezTo>
                  <a:pt x="417" y="314"/>
                  <a:pt x="398" y="345"/>
                  <a:pt x="370" y="373"/>
                </a:cubicBezTo>
                <a:cubicBezTo>
                  <a:pt x="342" y="399"/>
                  <a:pt x="309" y="413"/>
                  <a:pt x="272" y="413"/>
                </a:cubicBezTo>
                <a:cubicBezTo>
                  <a:pt x="230" y="413"/>
                  <a:pt x="198" y="394"/>
                  <a:pt x="176" y="354"/>
                </a:cubicBezTo>
                <a:cubicBezTo>
                  <a:pt x="151" y="393"/>
                  <a:pt x="122" y="412"/>
                  <a:pt x="89" y="412"/>
                </a:cubicBezTo>
                <a:lnTo>
                  <a:pt x="84" y="412"/>
                </a:lnTo>
                <a:cubicBezTo>
                  <a:pt x="54" y="412"/>
                  <a:pt x="33" y="404"/>
                  <a:pt x="20" y="388"/>
                </a:cubicBezTo>
                <a:cubicBezTo>
                  <a:pt x="8" y="371"/>
                  <a:pt x="1" y="355"/>
                  <a:pt x="0" y="337"/>
                </a:cubicBezTo>
                <a:cubicBezTo>
                  <a:pt x="0" y="318"/>
                  <a:pt x="6" y="302"/>
                  <a:pt x="18" y="290"/>
                </a:cubicBezTo>
                <a:cubicBezTo>
                  <a:pt x="29" y="278"/>
                  <a:pt x="43" y="272"/>
                  <a:pt x="59" y="272"/>
                </a:cubicBezTo>
                <a:cubicBezTo>
                  <a:pt x="85" y="272"/>
                  <a:pt x="98" y="284"/>
                  <a:pt x="98" y="310"/>
                </a:cubicBezTo>
                <a:cubicBezTo>
                  <a:pt x="98" y="322"/>
                  <a:pt x="94" y="333"/>
                  <a:pt x="87" y="342"/>
                </a:cubicBezTo>
                <a:cubicBezTo>
                  <a:pt x="79" y="351"/>
                  <a:pt x="73" y="357"/>
                  <a:pt x="66" y="360"/>
                </a:cubicBezTo>
                <a:cubicBezTo>
                  <a:pt x="59" y="363"/>
                  <a:pt x="55" y="365"/>
                  <a:pt x="54" y="365"/>
                </a:cubicBezTo>
                <a:lnTo>
                  <a:pt x="51" y="365"/>
                </a:lnTo>
                <a:cubicBezTo>
                  <a:pt x="51" y="366"/>
                  <a:pt x="53" y="367"/>
                  <a:pt x="57" y="369"/>
                </a:cubicBezTo>
                <a:cubicBezTo>
                  <a:pt x="60" y="371"/>
                  <a:pt x="65" y="374"/>
                  <a:pt x="71" y="376"/>
                </a:cubicBezTo>
                <a:cubicBezTo>
                  <a:pt x="77" y="379"/>
                  <a:pt x="83" y="380"/>
                  <a:pt x="89" y="379"/>
                </a:cubicBezTo>
                <a:cubicBezTo>
                  <a:pt x="110" y="379"/>
                  <a:pt x="129" y="365"/>
                  <a:pt x="146" y="337"/>
                </a:cubicBezTo>
                <a:cubicBezTo>
                  <a:pt x="151" y="328"/>
                  <a:pt x="158" y="307"/>
                  <a:pt x="167" y="275"/>
                </a:cubicBezTo>
                <a:cubicBezTo>
                  <a:pt x="175" y="244"/>
                  <a:pt x="184" y="211"/>
                  <a:pt x="192" y="177"/>
                </a:cubicBezTo>
                <a:cubicBezTo>
                  <a:pt x="201" y="143"/>
                  <a:pt x="206" y="123"/>
                  <a:pt x="207" y="117"/>
                </a:cubicBezTo>
                <a:cubicBezTo>
                  <a:pt x="210" y="101"/>
                  <a:pt x="212" y="89"/>
                  <a:pt x="212" y="82"/>
                </a:cubicBezTo>
                <a:cubicBezTo>
                  <a:pt x="212" y="65"/>
                  <a:pt x="207" y="52"/>
                  <a:pt x="198" y="45"/>
                </a:cubicBezTo>
                <a:cubicBezTo>
                  <a:pt x="189" y="38"/>
                  <a:pt x="178" y="34"/>
                  <a:pt x="167" y="34"/>
                </a:cubicBezTo>
                <a:cubicBezTo>
                  <a:pt x="143" y="34"/>
                  <a:pt x="119" y="44"/>
                  <a:pt x="98" y="63"/>
                </a:cubicBezTo>
                <a:cubicBezTo>
                  <a:pt x="76" y="83"/>
                  <a:pt x="62" y="108"/>
                  <a:pt x="53" y="138"/>
                </a:cubicBezTo>
                <a:cubicBezTo>
                  <a:pt x="52" y="143"/>
                  <a:pt x="50" y="146"/>
                  <a:pt x="49" y="147"/>
                </a:cubicBezTo>
                <a:cubicBezTo>
                  <a:pt x="47" y="148"/>
                  <a:pt x="42" y="148"/>
                  <a:pt x="34" y="149"/>
                </a:cubicBezTo>
                <a:lnTo>
                  <a:pt x="21" y="149"/>
                </a:lnTo>
                <a:cubicBezTo>
                  <a:pt x="18" y="145"/>
                  <a:pt x="16" y="142"/>
                  <a:pt x="16" y="1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7" name=""/>
          <p:cNvSpPr/>
          <p:nvPr/>
        </p:nvSpPr>
        <p:spPr>
          <a:xfrm>
            <a:off x="3252960" y="265716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4" y="22"/>
                </a:lnTo>
                <a:cubicBezTo>
                  <a:pt x="111" y="74"/>
                  <a:pt x="152" y="138"/>
                  <a:pt x="178" y="215"/>
                </a:cubicBezTo>
                <a:cubicBezTo>
                  <a:pt x="205" y="292"/>
                  <a:pt x="218" y="373"/>
                  <a:pt x="218" y="456"/>
                </a:cubicBezTo>
                <a:cubicBezTo>
                  <a:pt x="218" y="498"/>
                  <a:pt x="215" y="537"/>
                  <a:pt x="209" y="576"/>
                </a:cubicBezTo>
                <a:cubicBezTo>
                  <a:pt x="203" y="614"/>
                  <a:pt x="196" y="646"/>
                  <a:pt x="188" y="673"/>
                </a:cubicBezTo>
                <a:cubicBezTo>
                  <a:pt x="180" y="700"/>
                  <a:pt x="168" y="726"/>
                  <a:pt x="154" y="753"/>
                </a:cubicBezTo>
                <a:cubicBezTo>
                  <a:pt x="139" y="780"/>
                  <a:pt x="128" y="800"/>
                  <a:pt x="119" y="814"/>
                </a:cubicBezTo>
                <a:cubicBezTo>
                  <a:pt x="111" y="828"/>
                  <a:pt x="98" y="843"/>
                  <a:pt x="82" y="860"/>
                </a:cubicBezTo>
                <a:cubicBezTo>
                  <a:pt x="66" y="877"/>
                  <a:pt x="56" y="887"/>
                  <a:pt x="53" y="890"/>
                </a:cubicBezTo>
                <a:cubicBezTo>
                  <a:pt x="50" y="893"/>
                  <a:pt x="43" y="899"/>
                  <a:pt x="32" y="908"/>
                </a:cubicBezTo>
                <a:cubicBezTo>
                  <a:pt x="30" y="909"/>
                  <a:pt x="29" y="911"/>
                  <a:pt x="28" y="911"/>
                </a:cubicBezTo>
                <a:lnTo>
                  <a:pt x="17" y="911"/>
                </a:lnTo>
                <a:cubicBezTo>
                  <a:pt x="12" y="911"/>
                  <a:pt x="9" y="911"/>
                  <a:pt x="7" y="911"/>
                </a:cubicBezTo>
                <a:cubicBezTo>
                  <a:pt x="5" y="911"/>
                  <a:pt x="4" y="910"/>
                  <a:pt x="3" y="909"/>
                </a:cubicBezTo>
                <a:cubicBezTo>
                  <a:pt x="2" y="907"/>
                  <a:pt x="1" y="904"/>
                  <a:pt x="0" y="900"/>
                </a:cubicBezTo>
                <a:cubicBezTo>
                  <a:pt x="1" y="900"/>
                  <a:pt x="4" y="896"/>
                  <a:pt x="10" y="889"/>
                </a:cubicBezTo>
                <a:cubicBezTo>
                  <a:pt x="104" y="791"/>
                  <a:pt x="151" y="647"/>
                  <a:pt x="151" y="456"/>
                </a:cubicBezTo>
                <a:cubicBezTo>
                  <a:pt x="151" y="265"/>
                  <a:pt x="104" y="121"/>
                  <a:pt x="10" y="23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8" name=""/>
          <p:cNvSpPr/>
          <p:nvPr/>
        </p:nvSpPr>
        <p:spPr>
          <a:xfrm>
            <a:off x="3401280" y="2657520"/>
            <a:ext cx="13680" cy="327600"/>
          </a:xfrm>
          <a:custGeom>
            <a:avLst/>
            <a:gdLst/>
            <a:ahLst/>
            <a:rect l="0" t="0" r="r" b="b"/>
            <a:pathLst>
              <a:path w="38" h="910">
                <a:moveTo>
                  <a:pt x="19" y="910"/>
                </a:moveTo>
                <a:lnTo>
                  <a:pt x="18" y="910"/>
                </a:lnTo>
                <a:cubicBezTo>
                  <a:pt x="10" y="910"/>
                  <a:pt x="5" y="906"/>
                  <a:pt x="0" y="897"/>
                </a:cubicBezTo>
                <a:lnTo>
                  <a:pt x="0" y="455"/>
                </a:lnTo>
                <a:lnTo>
                  <a:pt x="1" y="12"/>
                </a:lnTo>
                <a:cubicBezTo>
                  <a:pt x="8" y="4"/>
                  <a:pt x="14" y="0"/>
                  <a:pt x="19" y="0"/>
                </a:cubicBezTo>
                <a:cubicBezTo>
                  <a:pt x="27" y="0"/>
                  <a:pt x="33" y="4"/>
                  <a:pt x="38" y="13"/>
                </a:cubicBezTo>
                <a:lnTo>
                  <a:pt x="38" y="897"/>
                </a:lnTo>
                <a:cubicBezTo>
                  <a:pt x="33" y="906"/>
                  <a:pt x="27" y="910"/>
                  <a:pt x="21" y="910"/>
                </a:cubicBezTo>
                <a:lnTo>
                  <a:pt x="19" y="9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571320" y="2286000"/>
            <a:ext cx="57488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Kolmogorov–Smirnov —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治療効果との連結なし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3453840" y="2638440"/>
            <a:ext cx="80614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は分布全体を捕捉するが、臨床スケールへの理論的橋渡しがない。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" name=""/>
          <p:cNvSpPr/>
          <p:nvPr/>
        </p:nvSpPr>
        <p:spPr>
          <a:xfrm>
            <a:off x="589320" y="3504960"/>
            <a:ext cx="182160" cy="364320"/>
          </a:xfrm>
          <a:custGeom>
            <a:avLst/>
            <a:gdLst/>
            <a:ahLst/>
            <a:rect l="0" t="0" r="r" b="b"/>
            <a:pathLst>
              <a:path w="506" h="1012">
                <a:moveTo>
                  <a:pt x="53" y="956"/>
                </a:moveTo>
                <a:cubicBezTo>
                  <a:pt x="53" y="957"/>
                  <a:pt x="55" y="959"/>
                  <a:pt x="58" y="962"/>
                </a:cubicBezTo>
                <a:cubicBezTo>
                  <a:pt x="62" y="965"/>
                  <a:pt x="68" y="969"/>
                  <a:pt x="77" y="973"/>
                </a:cubicBezTo>
                <a:cubicBezTo>
                  <a:pt x="85" y="977"/>
                  <a:pt x="93" y="979"/>
                  <a:pt x="102" y="979"/>
                </a:cubicBezTo>
                <a:cubicBezTo>
                  <a:pt x="114" y="979"/>
                  <a:pt x="123" y="976"/>
                  <a:pt x="132" y="970"/>
                </a:cubicBezTo>
                <a:cubicBezTo>
                  <a:pt x="145" y="963"/>
                  <a:pt x="155" y="950"/>
                  <a:pt x="162" y="932"/>
                </a:cubicBezTo>
                <a:cubicBezTo>
                  <a:pt x="169" y="915"/>
                  <a:pt x="175" y="889"/>
                  <a:pt x="179" y="854"/>
                </a:cubicBezTo>
                <a:cubicBezTo>
                  <a:pt x="184" y="820"/>
                  <a:pt x="187" y="784"/>
                  <a:pt x="189" y="746"/>
                </a:cubicBezTo>
                <a:cubicBezTo>
                  <a:pt x="192" y="709"/>
                  <a:pt x="196" y="657"/>
                  <a:pt x="202" y="592"/>
                </a:cubicBezTo>
                <a:cubicBezTo>
                  <a:pt x="208" y="526"/>
                  <a:pt x="215" y="462"/>
                  <a:pt x="221" y="399"/>
                </a:cubicBezTo>
                <a:cubicBezTo>
                  <a:pt x="223" y="385"/>
                  <a:pt x="226" y="363"/>
                  <a:pt x="229" y="334"/>
                </a:cubicBezTo>
                <a:cubicBezTo>
                  <a:pt x="232" y="305"/>
                  <a:pt x="234" y="283"/>
                  <a:pt x="237" y="267"/>
                </a:cubicBezTo>
                <a:cubicBezTo>
                  <a:pt x="239" y="251"/>
                  <a:pt x="243" y="230"/>
                  <a:pt x="247" y="205"/>
                </a:cubicBezTo>
                <a:cubicBezTo>
                  <a:pt x="251" y="180"/>
                  <a:pt x="256" y="159"/>
                  <a:pt x="260" y="144"/>
                </a:cubicBezTo>
                <a:cubicBezTo>
                  <a:pt x="265" y="129"/>
                  <a:pt x="272" y="112"/>
                  <a:pt x="280" y="93"/>
                </a:cubicBezTo>
                <a:cubicBezTo>
                  <a:pt x="287" y="74"/>
                  <a:pt x="296" y="60"/>
                  <a:pt x="306" y="49"/>
                </a:cubicBezTo>
                <a:cubicBezTo>
                  <a:pt x="316" y="39"/>
                  <a:pt x="327" y="29"/>
                  <a:pt x="341" y="19"/>
                </a:cubicBezTo>
                <a:cubicBezTo>
                  <a:pt x="354" y="10"/>
                  <a:pt x="369" y="4"/>
                  <a:pt x="387" y="1"/>
                </a:cubicBezTo>
                <a:cubicBezTo>
                  <a:pt x="388" y="1"/>
                  <a:pt x="391" y="1"/>
                  <a:pt x="395" y="1"/>
                </a:cubicBezTo>
                <a:cubicBezTo>
                  <a:pt x="399" y="1"/>
                  <a:pt x="403" y="1"/>
                  <a:pt x="407" y="0"/>
                </a:cubicBezTo>
                <a:cubicBezTo>
                  <a:pt x="438" y="2"/>
                  <a:pt x="462" y="13"/>
                  <a:pt x="480" y="33"/>
                </a:cubicBezTo>
                <a:cubicBezTo>
                  <a:pt x="497" y="53"/>
                  <a:pt x="506" y="75"/>
                  <a:pt x="506" y="100"/>
                </a:cubicBezTo>
                <a:cubicBezTo>
                  <a:pt x="506" y="116"/>
                  <a:pt x="501" y="128"/>
                  <a:pt x="492" y="135"/>
                </a:cubicBezTo>
                <a:cubicBezTo>
                  <a:pt x="482" y="142"/>
                  <a:pt x="472" y="146"/>
                  <a:pt x="462" y="146"/>
                </a:cubicBezTo>
                <a:cubicBezTo>
                  <a:pt x="450" y="146"/>
                  <a:pt x="440" y="142"/>
                  <a:pt x="431" y="134"/>
                </a:cubicBezTo>
                <a:cubicBezTo>
                  <a:pt x="422" y="126"/>
                  <a:pt x="417" y="115"/>
                  <a:pt x="417" y="101"/>
                </a:cubicBezTo>
                <a:cubicBezTo>
                  <a:pt x="417" y="95"/>
                  <a:pt x="418" y="89"/>
                  <a:pt x="421" y="83"/>
                </a:cubicBezTo>
                <a:cubicBezTo>
                  <a:pt x="423" y="78"/>
                  <a:pt x="426" y="73"/>
                  <a:pt x="430" y="69"/>
                </a:cubicBezTo>
                <a:cubicBezTo>
                  <a:pt x="433" y="66"/>
                  <a:pt x="437" y="63"/>
                  <a:pt x="441" y="62"/>
                </a:cubicBezTo>
                <a:cubicBezTo>
                  <a:pt x="444" y="61"/>
                  <a:pt x="447" y="59"/>
                  <a:pt x="450" y="58"/>
                </a:cubicBezTo>
                <a:lnTo>
                  <a:pt x="453" y="57"/>
                </a:lnTo>
                <a:cubicBezTo>
                  <a:pt x="453" y="55"/>
                  <a:pt x="451" y="53"/>
                  <a:pt x="447" y="49"/>
                </a:cubicBezTo>
                <a:cubicBezTo>
                  <a:pt x="443" y="46"/>
                  <a:pt x="437" y="42"/>
                  <a:pt x="429" y="39"/>
                </a:cubicBezTo>
                <a:cubicBezTo>
                  <a:pt x="421" y="36"/>
                  <a:pt x="413" y="35"/>
                  <a:pt x="404" y="34"/>
                </a:cubicBezTo>
                <a:cubicBezTo>
                  <a:pt x="390" y="34"/>
                  <a:pt x="379" y="38"/>
                  <a:pt x="370" y="45"/>
                </a:cubicBezTo>
                <a:cubicBezTo>
                  <a:pt x="361" y="52"/>
                  <a:pt x="353" y="64"/>
                  <a:pt x="346" y="81"/>
                </a:cubicBezTo>
                <a:cubicBezTo>
                  <a:pt x="339" y="98"/>
                  <a:pt x="334" y="118"/>
                  <a:pt x="331" y="139"/>
                </a:cubicBezTo>
                <a:cubicBezTo>
                  <a:pt x="328" y="161"/>
                  <a:pt x="325" y="190"/>
                  <a:pt x="321" y="224"/>
                </a:cubicBezTo>
                <a:cubicBezTo>
                  <a:pt x="318" y="259"/>
                  <a:pt x="315" y="294"/>
                  <a:pt x="313" y="329"/>
                </a:cubicBezTo>
                <a:cubicBezTo>
                  <a:pt x="311" y="364"/>
                  <a:pt x="308" y="408"/>
                  <a:pt x="303" y="460"/>
                </a:cubicBezTo>
                <a:cubicBezTo>
                  <a:pt x="298" y="512"/>
                  <a:pt x="293" y="563"/>
                  <a:pt x="287" y="612"/>
                </a:cubicBezTo>
                <a:cubicBezTo>
                  <a:pt x="275" y="716"/>
                  <a:pt x="265" y="787"/>
                  <a:pt x="258" y="826"/>
                </a:cubicBezTo>
                <a:cubicBezTo>
                  <a:pt x="250" y="864"/>
                  <a:pt x="240" y="897"/>
                  <a:pt x="227" y="922"/>
                </a:cubicBezTo>
                <a:cubicBezTo>
                  <a:pt x="198" y="982"/>
                  <a:pt x="158" y="1012"/>
                  <a:pt x="104" y="1012"/>
                </a:cubicBezTo>
                <a:cubicBezTo>
                  <a:pt x="73" y="1012"/>
                  <a:pt x="49" y="1002"/>
                  <a:pt x="29" y="981"/>
                </a:cubicBezTo>
                <a:cubicBezTo>
                  <a:pt x="10" y="961"/>
                  <a:pt x="0" y="938"/>
                  <a:pt x="0" y="912"/>
                </a:cubicBezTo>
                <a:cubicBezTo>
                  <a:pt x="0" y="896"/>
                  <a:pt x="5" y="885"/>
                  <a:pt x="15" y="877"/>
                </a:cubicBezTo>
                <a:cubicBezTo>
                  <a:pt x="24" y="869"/>
                  <a:pt x="34" y="866"/>
                  <a:pt x="45" y="866"/>
                </a:cubicBezTo>
                <a:cubicBezTo>
                  <a:pt x="56" y="866"/>
                  <a:pt x="66" y="870"/>
                  <a:pt x="76" y="878"/>
                </a:cubicBezTo>
                <a:cubicBezTo>
                  <a:pt x="85" y="886"/>
                  <a:pt x="89" y="897"/>
                  <a:pt x="89" y="911"/>
                </a:cubicBezTo>
                <a:cubicBezTo>
                  <a:pt x="89" y="918"/>
                  <a:pt x="88" y="924"/>
                  <a:pt x="86" y="929"/>
                </a:cubicBezTo>
                <a:cubicBezTo>
                  <a:pt x="83" y="935"/>
                  <a:pt x="80" y="940"/>
                  <a:pt x="77" y="943"/>
                </a:cubicBezTo>
                <a:cubicBezTo>
                  <a:pt x="73" y="947"/>
                  <a:pt x="69" y="949"/>
                  <a:pt x="66" y="950"/>
                </a:cubicBezTo>
                <a:cubicBezTo>
                  <a:pt x="62" y="952"/>
                  <a:pt x="59" y="953"/>
                  <a:pt x="56" y="954"/>
                </a:cubicBezTo>
                <a:lnTo>
                  <a:pt x="53" y="9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" name=""/>
          <p:cNvSpPr/>
          <p:nvPr/>
        </p:nvSpPr>
        <p:spPr>
          <a:xfrm>
            <a:off x="812880" y="3624120"/>
            <a:ext cx="176040" cy="208800"/>
          </a:xfrm>
          <a:custGeom>
            <a:avLst/>
            <a:gdLst/>
            <a:ahLst/>
            <a:rect l="0" t="0" r="r" b="b"/>
            <a:pathLst>
              <a:path w="489" h="580">
                <a:moveTo>
                  <a:pt x="57" y="142"/>
                </a:moveTo>
                <a:cubicBezTo>
                  <a:pt x="57" y="140"/>
                  <a:pt x="58" y="138"/>
                  <a:pt x="59" y="135"/>
                </a:cubicBezTo>
                <a:cubicBezTo>
                  <a:pt x="59" y="132"/>
                  <a:pt x="61" y="125"/>
                  <a:pt x="63" y="115"/>
                </a:cubicBezTo>
                <a:cubicBezTo>
                  <a:pt x="66" y="104"/>
                  <a:pt x="69" y="95"/>
                  <a:pt x="72" y="87"/>
                </a:cubicBezTo>
                <a:cubicBezTo>
                  <a:pt x="76" y="78"/>
                  <a:pt x="80" y="68"/>
                  <a:pt x="86" y="56"/>
                </a:cubicBezTo>
                <a:cubicBezTo>
                  <a:pt x="91" y="44"/>
                  <a:pt x="97" y="35"/>
                  <a:pt x="104" y="28"/>
                </a:cubicBezTo>
                <a:cubicBezTo>
                  <a:pt x="111" y="22"/>
                  <a:pt x="119" y="15"/>
                  <a:pt x="128" y="8"/>
                </a:cubicBezTo>
                <a:cubicBezTo>
                  <a:pt x="137" y="2"/>
                  <a:pt x="147" y="-1"/>
                  <a:pt x="158" y="0"/>
                </a:cubicBezTo>
                <a:cubicBezTo>
                  <a:pt x="203" y="0"/>
                  <a:pt x="232" y="19"/>
                  <a:pt x="245" y="58"/>
                </a:cubicBezTo>
                <a:lnTo>
                  <a:pt x="254" y="50"/>
                </a:lnTo>
                <a:cubicBezTo>
                  <a:pt x="292" y="17"/>
                  <a:pt x="328" y="0"/>
                  <a:pt x="362" y="0"/>
                </a:cubicBezTo>
                <a:cubicBezTo>
                  <a:pt x="401" y="0"/>
                  <a:pt x="433" y="14"/>
                  <a:pt x="455" y="43"/>
                </a:cubicBezTo>
                <a:cubicBezTo>
                  <a:pt x="478" y="72"/>
                  <a:pt x="489" y="107"/>
                  <a:pt x="489" y="148"/>
                </a:cubicBezTo>
                <a:cubicBezTo>
                  <a:pt x="489" y="213"/>
                  <a:pt x="466" y="273"/>
                  <a:pt x="419" y="329"/>
                </a:cubicBezTo>
                <a:cubicBezTo>
                  <a:pt x="373" y="384"/>
                  <a:pt x="321" y="412"/>
                  <a:pt x="262" y="412"/>
                </a:cubicBezTo>
                <a:cubicBezTo>
                  <a:pt x="249" y="412"/>
                  <a:pt x="237" y="411"/>
                  <a:pt x="227" y="407"/>
                </a:cubicBezTo>
                <a:cubicBezTo>
                  <a:pt x="220" y="404"/>
                  <a:pt x="213" y="399"/>
                  <a:pt x="206" y="393"/>
                </a:cubicBezTo>
                <a:cubicBezTo>
                  <a:pt x="199" y="387"/>
                  <a:pt x="193" y="382"/>
                  <a:pt x="189" y="378"/>
                </a:cubicBezTo>
                <a:lnTo>
                  <a:pt x="182" y="371"/>
                </a:lnTo>
                <a:cubicBezTo>
                  <a:pt x="182" y="371"/>
                  <a:pt x="175" y="398"/>
                  <a:pt x="162" y="450"/>
                </a:cubicBezTo>
                <a:cubicBezTo>
                  <a:pt x="150" y="502"/>
                  <a:pt x="143" y="528"/>
                  <a:pt x="143" y="529"/>
                </a:cubicBezTo>
                <a:cubicBezTo>
                  <a:pt x="143" y="533"/>
                  <a:pt x="146" y="535"/>
                  <a:pt x="151" y="535"/>
                </a:cubicBezTo>
                <a:cubicBezTo>
                  <a:pt x="155" y="536"/>
                  <a:pt x="167" y="537"/>
                  <a:pt x="184" y="538"/>
                </a:cubicBezTo>
                <a:lnTo>
                  <a:pt x="207" y="538"/>
                </a:lnTo>
                <a:cubicBezTo>
                  <a:pt x="211" y="542"/>
                  <a:pt x="212" y="545"/>
                  <a:pt x="212" y="546"/>
                </a:cubicBezTo>
                <a:cubicBezTo>
                  <a:pt x="212" y="547"/>
                  <a:pt x="211" y="553"/>
                  <a:pt x="210" y="563"/>
                </a:cubicBezTo>
                <a:cubicBezTo>
                  <a:pt x="208" y="570"/>
                  <a:pt x="206" y="574"/>
                  <a:pt x="204" y="576"/>
                </a:cubicBezTo>
                <a:cubicBezTo>
                  <a:pt x="202" y="578"/>
                  <a:pt x="198" y="579"/>
                  <a:pt x="192" y="580"/>
                </a:cubicBezTo>
                <a:cubicBezTo>
                  <a:pt x="191" y="580"/>
                  <a:pt x="188" y="580"/>
                  <a:pt x="182" y="580"/>
                </a:cubicBezTo>
                <a:cubicBezTo>
                  <a:pt x="177" y="580"/>
                  <a:pt x="167" y="580"/>
                  <a:pt x="151" y="579"/>
                </a:cubicBezTo>
                <a:cubicBezTo>
                  <a:pt x="136" y="578"/>
                  <a:pt x="117" y="578"/>
                  <a:pt x="95" y="578"/>
                </a:cubicBezTo>
                <a:cubicBezTo>
                  <a:pt x="53" y="578"/>
                  <a:pt x="26" y="579"/>
                  <a:pt x="14" y="580"/>
                </a:cubicBezTo>
                <a:lnTo>
                  <a:pt x="7" y="580"/>
                </a:lnTo>
                <a:cubicBezTo>
                  <a:pt x="2" y="576"/>
                  <a:pt x="0" y="572"/>
                  <a:pt x="0" y="570"/>
                </a:cubicBezTo>
                <a:cubicBezTo>
                  <a:pt x="2" y="553"/>
                  <a:pt x="6" y="543"/>
                  <a:pt x="12" y="538"/>
                </a:cubicBezTo>
                <a:lnTo>
                  <a:pt x="30" y="538"/>
                </a:lnTo>
                <a:cubicBezTo>
                  <a:pt x="51" y="537"/>
                  <a:pt x="63" y="534"/>
                  <a:pt x="66" y="527"/>
                </a:cubicBezTo>
                <a:cubicBezTo>
                  <a:pt x="68" y="523"/>
                  <a:pt x="86" y="451"/>
                  <a:pt x="121" y="310"/>
                </a:cubicBezTo>
                <a:cubicBezTo>
                  <a:pt x="157" y="168"/>
                  <a:pt x="175" y="93"/>
                  <a:pt x="177" y="85"/>
                </a:cubicBezTo>
                <a:cubicBezTo>
                  <a:pt x="178" y="82"/>
                  <a:pt x="178" y="77"/>
                  <a:pt x="178" y="72"/>
                </a:cubicBezTo>
                <a:cubicBezTo>
                  <a:pt x="178" y="46"/>
                  <a:pt x="170" y="34"/>
                  <a:pt x="155" y="34"/>
                </a:cubicBezTo>
                <a:cubicBezTo>
                  <a:pt x="142" y="34"/>
                  <a:pt x="131" y="42"/>
                  <a:pt x="121" y="59"/>
                </a:cubicBezTo>
                <a:cubicBezTo>
                  <a:pt x="112" y="77"/>
                  <a:pt x="105" y="96"/>
                  <a:pt x="100" y="116"/>
                </a:cubicBezTo>
                <a:cubicBezTo>
                  <a:pt x="96" y="136"/>
                  <a:pt x="92" y="147"/>
                  <a:pt x="90" y="148"/>
                </a:cubicBezTo>
                <a:cubicBezTo>
                  <a:pt x="88" y="150"/>
                  <a:pt x="83" y="150"/>
                  <a:pt x="75" y="150"/>
                </a:cubicBezTo>
                <a:lnTo>
                  <a:pt x="62" y="150"/>
                </a:lnTo>
                <a:cubicBezTo>
                  <a:pt x="59" y="147"/>
                  <a:pt x="57" y="144"/>
                  <a:pt x="57" y="142"/>
                </a:cubicBezTo>
                <a:moveTo>
                  <a:pt x="198" y="310"/>
                </a:moveTo>
                <a:cubicBezTo>
                  <a:pt x="211" y="357"/>
                  <a:pt x="234" y="380"/>
                  <a:pt x="265" y="380"/>
                </a:cubicBezTo>
                <a:cubicBezTo>
                  <a:pt x="283" y="380"/>
                  <a:pt x="301" y="373"/>
                  <a:pt x="318" y="359"/>
                </a:cubicBezTo>
                <a:cubicBezTo>
                  <a:pt x="335" y="345"/>
                  <a:pt x="349" y="327"/>
                  <a:pt x="360" y="306"/>
                </a:cubicBezTo>
                <a:cubicBezTo>
                  <a:pt x="371" y="285"/>
                  <a:pt x="382" y="253"/>
                  <a:pt x="393" y="208"/>
                </a:cubicBezTo>
                <a:cubicBezTo>
                  <a:pt x="404" y="163"/>
                  <a:pt x="409" y="129"/>
                  <a:pt x="410" y="108"/>
                </a:cubicBezTo>
                <a:lnTo>
                  <a:pt x="410" y="102"/>
                </a:lnTo>
                <a:cubicBezTo>
                  <a:pt x="410" y="56"/>
                  <a:pt x="391" y="34"/>
                  <a:pt x="354" y="34"/>
                </a:cubicBezTo>
                <a:cubicBezTo>
                  <a:pt x="348" y="34"/>
                  <a:pt x="341" y="35"/>
                  <a:pt x="334" y="36"/>
                </a:cubicBezTo>
                <a:cubicBezTo>
                  <a:pt x="328" y="38"/>
                  <a:pt x="321" y="41"/>
                  <a:pt x="314" y="45"/>
                </a:cubicBezTo>
                <a:cubicBezTo>
                  <a:pt x="308" y="48"/>
                  <a:pt x="302" y="52"/>
                  <a:pt x="296" y="56"/>
                </a:cubicBezTo>
                <a:cubicBezTo>
                  <a:pt x="291" y="61"/>
                  <a:pt x="286" y="65"/>
                  <a:pt x="281" y="71"/>
                </a:cubicBezTo>
                <a:cubicBezTo>
                  <a:pt x="276" y="76"/>
                  <a:pt x="271" y="81"/>
                  <a:pt x="267" y="85"/>
                </a:cubicBezTo>
                <a:cubicBezTo>
                  <a:pt x="263" y="89"/>
                  <a:pt x="259" y="93"/>
                  <a:pt x="257" y="98"/>
                </a:cubicBezTo>
                <a:cubicBezTo>
                  <a:pt x="255" y="102"/>
                  <a:pt x="252" y="105"/>
                  <a:pt x="250" y="107"/>
                </a:cubicBezTo>
                <a:lnTo>
                  <a:pt x="247" y="110"/>
                </a:lnTo>
                <a:cubicBezTo>
                  <a:pt x="247" y="111"/>
                  <a:pt x="246" y="115"/>
                  <a:pt x="244" y="123"/>
                </a:cubicBezTo>
                <a:cubicBezTo>
                  <a:pt x="242" y="131"/>
                  <a:pt x="239" y="144"/>
                  <a:pt x="234" y="163"/>
                </a:cubicBezTo>
                <a:cubicBezTo>
                  <a:pt x="229" y="182"/>
                  <a:pt x="225" y="198"/>
                  <a:pt x="222" y="210"/>
                </a:cubicBezTo>
                <a:cubicBezTo>
                  <a:pt x="206" y="275"/>
                  <a:pt x="198" y="308"/>
                  <a:pt x="198" y="3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" name=""/>
          <p:cNvSpPr/>
          <p:nvPr/>
        </p:nvSpPr>
        <p:spPr>
          <a:xfrm>
            <a:off x="1053720" y="3541320"/>
            <a:ext cx="78120" cy="227880"/>
          </a:xfrm>
          <a:custGeom>
            <a:avLst/>
            <a:gdLst/>
            <a:ahLst/>
            <a:rect l="0" t="0" r="r" b="b"/>
            <a:pathLst>
              <a:path w="217" h="633">
                <a:moveTo>
                  <a:pt x="14" y="591"/>
                </a:moveTo>
                <a:lnTo>
                  <a:pt x="27" y="591"/>
                </a:lnTo>
                <a:cubicBezTo>
                  <a:pt x="51" y="591"/>
                  <a:pt x="65" y="587"/>
                  <a:pt x="70" y="579"/>
                </a:cubicBezTo>
                <a:lnTo>
                  <a:pt x="70" y="570"/>
                </a:lnTo>
                <a:cubicBezTo>
                  <a:pt x="70" y="565"/>
                  <a:pt x="70" y="558"/>
                  <a:pt x="70" y="549"/>
                </a:cubicBezTo>
                <a:cubicBezTo>
                  <a:pt x="70" y="541"/>
                  <a:pt x="70" y="531"/>
                  <a:pt x="70" y="519"/>
                </a:cubicBezTo>
                <a:cubicBezTo>
                  <a:pt x="70" y="508"/>
                  <a:pt x="70" y="495"/>
                  <a:pt x="71" y="480"/>
                </a:cubicBezTo>
                <a:cubicBezTo>
                  <a:pt x="71" y="466"/>
                  <a:pt x="71" y="451"/>
                  <a:pt x="71" y="435"/>
                </a:cubicBezTo>
                <a:cubicBezTo>
                  <a:pt x="70" y="419"/>
                  <a:pt x="70" y="402"/>
                  <a:pt x="71" y="385"/>
                </a:cubicBezTo>
                <a:cubicBezTo>
                  <a:pt x="71" y="367"/>
                  <a:pt x="71" y="350"/>
                  <a:pt x="71" y="333"/>
                </a:cubicBezTo>
                <a:cubicBezTo>
                  <a:pt x="71" y="310"/>
                  <a:pt x="71" y="287"/>
                  <a:pt x="71" y="262"/>
                </a:cubicBezTo>
                <a:cubicBezTo>
                  <a:pt x="71" y="237"/>
                  <a:pt x="71" y="214"/>
                  <a:pt x="71" y="194"/>
                </a:cubicBezTo>
                <a:cubicBezTo>
                  <a:pt x="71" y="173"/>
                  <a:pt x="71" y="155"/>
                  <a:pt x="71" y="139"/>
                </a:cubicBezTo>
                <a:cubicBezTo>
                  <a:pt x="71" y="123"/>
                  <a:pt x="71" y="110"/>
                  <a:pt x="70" y="99"/>
                </a:cubicBezTo>
                <a:cubicBezTo>
                  <a:pt x="69" y="88"/>
                  <a:pt x="69" y="83"/>
                  <a:pt x="70" y="84"/>
                </a:cubicBezTo>
                <a:cubicBezTo>
                  <a:pt x="68" y="72"/>
                  <a:pt x="64" y="64"/>
                  <a:pt x="57" y="61"/>
                </a:cubicBezTo>
                <a:cubicBezTo>
                  <a:pt x="51" y="57"/>
                  <a:pt x="37" y="54"/>
                  <a:pt x="16" y="53"/>
                </a:cubicBezTo>
                <a:lnTo>
                  <a:pt x="0" y="53"/>
                </a:lnTo>
                <a:lnTo>
                  <a:pt x="0" y="32"/>
                </a:lnTo>
                <a:cubicBezTo>
                  <a:pt x="0" y="18"/>
                  <a:pt x="1" y="11"/>
                  <a:pt x="2" y="11"/>
                </a:cubicBezTo>
                <a:lnTo>
                  <a:pt x="11" y="10"/>
                </a:lnTo>
                <a:cubicBezTo>
                  <a:pt x="17" y="9"/>
                  <a:pt x="26" y="9"/>
                  <a:pt x="37" y="8"/>
                </a:cubicBezTo>
                <a:cubicBezTo>
                  <a:pt x="49" y="7"/>
                  <a:pt x="60" y="7"/>
                  <a:pt x="71" y="6"/>
                </a:cubicBezTo>
                <a:cubicBezTo>
                  <a:pt x="81" y="6"/>
                  <a:pt x="92" y="5"/>
                  <a:pt x="105" y="4"/>
                </a:cubicBezTo>
                <a:cubicBezTo>
                  <a:pt x="117" y="4"/>
                  <a:pt x="126" y="3"/>
                  <a:pt x="132" y="2"/>
                </a:cubicBezTo>
                <a:cubicBezTo>
                  <a:pt x="138" y="0"/>
                  <a:pt x="141" y="0"/>
                  <a:pt x="142" y="1"/>
                </a:cubicBezTo>
                <a:lnTo>
                  <a:pt x="145" y="1"/>
                </a:lnTo>
                <a:lnTo>
                  <a:pt x="145" y="287"/>
                </a:lnTo>
                <a:cubicBezTo>
                  <a:pt x="145" y="480"/>
                  <a:pt x="145" y="577"/>
                  <a:pt x="146" y="579"/>
                </a:cubicBezTo>
                <a:cubicBezTo>
                  <a:pt x="148" y="584"/>
                  <a:pt x="152" y="587"/>
                  <a:pt x="156" y="589"/>
                </a:cubicBezTo>
                <a:cubicBezTo>
                  <a:pt x="169" y="591"/>
                  <a:pt x="184" y="591"/>
                  <a:pt x="202" y="591"/>
                </a:cubicBezTo>
                <a:lnTo>
                  <a:pt x="217" y="591"/>
                </a:lnTo>
                <a:lnTo>
                  <a:pt x="217" y="633"/>
                </a:lnTo>
                <a:lnTo>
                  <a:pt x="209" y="633"/>
                </a:lnTo>
                <a:lnTo>
                  <a:pt x="187" y="632"/>
                </a:lnTo>
                <a:cubicBezTo>
                  <a:pt x="173" y="632"/>
                  <a:pt x="159" y="631"/>
                  <a:pt x="143" y="631"/>
                </a:cubicBezTo>
                <a:cubicBezTo>
                  <a:pt x="127" y="631"/>
                  <a:pt x="115" y="631"/>
                  <a:pt x="108" y="631"/>
                </a:cubicBezTo>
                <a:cubicBezTo>
                  <a:pt x="101" y="630"/>
                  <a:pt x="89" y="630"/>
                  <a:pt x="74" y="631"/>
                </a:cubicBezTo>
                <a:cubicBezTo>
                  <a:pt x="58" y="631"/>
                  <a:pt x="43" y="632"/>
                  <a:pt x="28" y="632"/>
                </a:cubicBezTo>
                <a:lnTo>
                  <a:pt x="7" y="633"/>
                </a:lnTo>
                <a:lnTo>
                  <a:pt x="0" y="633"/>
                </a:lnTo>
                <a:lnTo>
                  <a:pt x="0" y="591"/>
                </a:lnTo>
                <a:lnTo>
                  <a:pt x="14" y="59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4" name=""/>
          <p:cNvSpPr/>
          <p:nvPr/>
        </p:nvSpPr>
        <p:spPr>
          <a:xfrm>
            <a:off x="1145520" y="3622320"/>
            <a:ext cx="145440" cy="150120"/>
          </a:xfrm>
          <a:custGeom>
            <a:avLst/>
            <a:gdLst/>
            <a:ahLst/>
            <a:rect l="0" t="0" r="r" b="b"/>
            <a:pathLst>
              <a:path w="404" h="417">
                <a:moveTo>
                  <a:pt x="0" y="214"/>
                </a:moveTo>
                <a:cubicBezTo>
                  <a:pt x="0" y="156"/>
                  <a:pt x="19" y="105"/>
                  <a:pt x="59" y="63"/>
                </a:cubicBezTo>
                <a:cubicBezTo>
                  <a:pt x="98" y="21"/>
                  <a:pt x="146" y="0"/>
                  <a:pt x="202" y="0"/>
                </a:cubicBezTo>
                <a:cubicBezTo>
                  <a:pt x="257" y="0"/>
                  <a:pt x="304" y="20"/>
                  <a:pt x="344" y="61"/>
                </a:cubicBezTo>
                <a:cubicBezTo>
                  <a:pt x="383" y="103"/>
                  <a:pt x="403" y="154"/>
                  <a:pt x="404" y="213"/>
                </a:cubicBezTo>
                <a:cubicBezTo>
                  <a:pt x="404" y="270"/>
                  <a:pt x="384" y="319"/>
                  <a:pt x="346" y="358"/>
                </a:cubicBezTo>
                <a:cubicBezTo>
                  <a:pt x="307" y="398"/>
                  <a:pt x="259" y="417"/>
                  <a:pt x="202" y="417"/>
                </a:cubicBezTo>
                <a:cubicBezTo>
                  <a:pt x="143" y="417"/>
                  <a:pt x="95" y="397"/>
                  <a:pt x="57" y="356"/>
                </a:cubicBezTo>
                <a:cubicBezTo>
                  <a:pt x="19" y="316"/>
                  <a:pt x="0" y="268"/>
                  <a:pt x="0" y="214"/>
                </a:cubicBezTo>
                <a:moveTo>
                  <a:pt x="202" y="381"/>
                </a:moveTo>
                <a:cubicBezTo>
                  <a:pt x="277" y="381"/>
                  <a:pt x="314" y="332"/>
                  <a:pt x="314" y="233"/>
                </a:cubicBezTo>
                <a:lnTo>
                  <a:pt x="314" y="204"/>
                </a:lnTo>
                <a:lnTo>
                  <a:pt x="314" y="181"/>
                </a:lnTo>
                <a:cubicBezTo>
                  <a:pt x="314" y="167"/>
                  <a:pt x="313" y="156"/>
                  <a:pt x="313" y="146"/>
                </a:cubicBezTo>
                <a:cubicBezTo>
                  <a:pt x="312" y="136"/>
                  <a:pt x="310" y="124"/>
                  <a:pt x="307" y="111"/>
                </a:cubicBezTo>
                <a:cubicBezTo>
                  <a:pt x="303" y="97"/>
                  <a:pt x="298" y="86"/>
                  <a:pt x="292" y="78"/>
                </a:cubicBezTo>
                <a:cubicBezTo>
                  <a:pt x="286" y="69"/>
                  <a:pt x="276" y="61"/>
                  <a:pt x="264" y="52"/>
                </a:cubicBezTo>
                <a:cubicBezTo>
                  <a:pt x="251" y="44"/>
                  <a:pt x="235" y="38"/>
                  <a:pt x="218" y="34"/>
                </a:cubicBezTo>
                <a:cubicBezTo>
                  <a:pt x="215" y="34"/>
                  <a:pt x="210" y="33"/>
                  <a:pt x="204" y="33"/>
                </a:cubicBezTo>
                <a:cubicBezTo>
                  <a:pt x="185" y="33"/>
                  <a:pt x="168" y="37"/>
                  <a:pt x="152" y="44"/>
                </a:cubicBezTo>
                <a:cubicBezTo>
                  <a:pt x="126" y="58"/>
                  <a:pt x="109" y="76"/>
                  <a:pt x="101" y="100"/>
                </a:cubicBezTo>
                <a:cubicBezTo>
                  <a:pt x="93" y="123"/>
                  <a:pt x="89" y="152"/>
                  <a:pt x="89" y="184"/>
                </a:cubicBezTo>
                <a:lnTo>
                  <a:pt x="89" y="203"/>
                </a:lnTo>
                <a:cubicBezTo>
                  <a:pt x="89" y="261"/>
                  <a:pt x="95" y="302"/>
                  <a:pt x="106" y="325"/>
                </a:cubicBezTo>
                <a:cubicBezTo>
                  <a:pt x="126" y="362"/>
                  <a:pt x="157" y="381"/>
                  <a:pt x="202" y="38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" name=""/>
          <p:cNvSpPr/>
          <p:nvPr/>
        </p:nvSpPr>
        <p:spPr>
          <a:xfrm>
            <a:off x="1309680" y="3620520"/>
            <a:ext cx="149760" cy="216360"/>
          </a:xfrm>
          <a:custGeom>
            <a:avLst/>
            <a:gdLst/>
            <a:ahLst/>
            <a:rect l="0" t="0" r="r" b="b"/>
            <a:pathLst>
              <a:path w="416" h="601">
                <a:moveTo>
                  <a:pt x="273" y="40"/>
                </a:moveTo>
                <a:cubicBezTo>
                  <a:pt x="300" y="13"/>
                  <a:pt x="331" y="0"/>
                  <a:pt x="365" y="0"/>
                </a:cubicBezTo>
                <a:cubicBezTo>
                  <a:pt x="383" y="0"/>
                  <a:pt x="396" y="6"/>
                  <a:pt x="404" y="17"/>
                </a:cubicBezTo>
                <a:cubicBezTo>
                  <a:pt x="412" y="29"/>
                  <a:pt x="416" y="40"/>
                  <a:pt x="416" y="52"/>
                </a:cubicBezTo>
                <a:cubicBezTo>
                  <a:pt x="416" y="60"/>
                  <a:pt x="413" y="68"/>
                  <a:pt x="407" y="75"/>
                </a:cubicBezTo>
                <a:cubicBezTo>
                  <a:pt x="402" y="81"/>
                  <a:pt x="394" y="85"/>
                  <a:pt x="383" y="85"/>
                </a:cubicBezTo>
                <a:cubicBezTo>
                  <a:pt x="363" y="85"/>
                  <a:pt x="352" y="76"/>
                  <a:pt x="349" y="57"/>
                </a:cubicBezTo>
                <a:cubicBezTo>
                  <a:pt x="348" y="49"/>
                  <a:pt x="349" y="42"/>
                  <a:pt x="352" y="38"/>
                </a:cubicBezTo>
                <a:cubicBezTo>
                  <a:pt x="352" y="38"/>
                  <a:pt x="352" y="37"/>
                  <a:pt x="353" y="36"/>
                </a:cubicBezTo>
                <a:lnTo>
                  <a:pt x="353" y="35"/>
                </a:lnTo>
                <a:cubicBezTo>
                  <a:pt x="336" y="36"/>
                  <a:pt x="320" y="43"/>
                  <a:pt x="305" y="55"/>
                </a:cubicBezTo>
                <a:cubicBezTo>
                  <a:pt x="300" y="58"/>
                  <a:pt x="297" y="60"/>
                  <a:pt x="297" y="61"/>
                </a:cubicBezTo>
                <a:cubicBezTo>
                  <a:pt x="297" y="62"/>
                  <a:pt x="299" y="63"/>
                  <a:pt x="301" y="66"/>
                </a:cubicBezTo>
                <a:cubicBezTo>
                  <a:pt x="303" y="68"/>
                  <a:pt x="306" y="72"/>
                  <a:pt x="309" y="76"/>
                </a:cubicBezTo>
                <a:cubicBezTo>
                  <a:pt x="312" y="81"/>
                  <a:pt x="316" y="87"/>
                  <a:pt x="319" y="93"/>
                </a:cubicBezTo>
                <a:cubicBezTo>
                  <a:pt x="323" y="99"/>
                  <a:pt x="326" y="107"/>
                  <a:pt x="327" y="117"/>
                </a:cubicBezTo>
                <a:cubicBezTo>
                  <a:pt x="329" y="126"/>
                  <a:pt x="330" y="136"/>
                  <a:pt x="331" y="147"/>
                </a:cubicBezTo>
                <a:cubicBezTo>
                  <a:pt x="331" y="184"/>
                  <a:pt x="316" y="216"/>
                  <a:pt x="285" y="242"/>
                </a:cubicBezTo>
                <a:cubicBezTo>
                  <a:pt x="256" y="268"/>
                  <a:pt x="219" y="282"/>
                  <a:pt x="175" y="282"/>
                </a:cubicBezTo>
                <a:cubicBezTo>
                  <a:pt x="145" y="282"/>
                  <a:pt x="115" y="274"/>
                  <a:pt x="85" y="257"/>
                </a:cubicBezTo>
                <a:cubicBezTo>
                  <a:pt x="79" y="268"/>
                  <a:pt x="75" y="279"/>
                  <a:pt x="75" y="291"/>
                </a:cubicBezTo>
                <a:cubicBezTo>
                  <a:pt x="75" y="312"/>
                  <a:pt x="83" y="328"/>
                  <a:pt x="99" y="339"/>
                </a:cubicBezTo>
                <a:cubicBezTo>
                  <a:pt x="104" y="342"/>
                  <a:pt x="109" y="344"/>
                  <a:pt x="114" y="344"/>
                </a:cubicBezTo>
                <a:cubicBezTo>
                  <a:pt x="119" y="344"/>
                  <a:pt x="141" y="345"/>
                  <a:pt x="180" y="346"/>
                </a:cubicBezTo>
                <a:cubicBezTo>
                  <a:pt x="231" y="346"/>
                  <a:pt x="264" y="348"/>
                  <a:pt x="278" y="351"/>
                </a:cubicBezTo>
                <a:cubicBezTo>
                  <a:pt x="316" y="357"/>
                  <a:pt x="345" y="369"/>
                  <a:pt x="367" y="389"/>
                </a:cubicBezTo>
                <a:cubicBezTo>
                  <a:pt x="390" y="412"/>
                  <a:pt x="402" y="443"/>
                  <a:pt x="402" y="479"/>
                </a:cubicBezTo>
                <a:cubicBezTo>
                  <a:pt x="402" y="519"/>
                  <a:pt x="378" y="551"/>
                  <a:pt x="331" y="573"/>
                </a:cubicBezTo>
                <a:cubicBezTo>
                  <a:pt x="294" y="591"/>
                  <a:pt x="251" y="601"/>
                  <a:pt x="201" y="601"/>
                </a:cubicBezTo>
                <a:cubicBezTo>
                  <a:pt x="150" y="601"/>
                  <a:pt x="107" y="591"/>
                  <a:pt x="71" y="573"/>
                </a:cubicBezTo>
                <a:cubicBezTo>
                  <a:pt x="23" y="551"/>
                  <a:pt x="0" y="521"/>
                  <a:pt x="0" y="482"/>
                </a:cubicBezTo>
                <a:cubicBezTo>
                  <a:pt x="0" y="460"/>
                  <a:pt x="6" y="441"/>
                  <a:pt x="19" y="427"/>
                </a:cubicBezTo>
                <a:cubicBezTo>
                  <a:pt x="32" y="411"/>
                  <a:pt x="44" y="401"/>
                  <a:pt x="57" y="396"/>
                </a:cubicBezTo>
                <a:lnTo>
                  <a:pt x="67" y="390"/>
                </a:lnTo>
                <a:cubicBezTo>
                  <a:pt x="45" y="372"/>
                  <a:pt x="34" y="346"/>
                  <a:pt x="34" y="314"/>
                </a:cubicBezTo>
                <a:cubicBezTo>
                  <a:pt x="34" y="285"/>
                  <a:pt x="43" y="260"/>
                  <a:pt x="61" y="237"/>
                </a:cubicBezTo>
                <a:cubicBezTo>
                  <a:pt x="34" y="210"/>
                  <a:pt x="21" y="180"/>
                  <a:pt x="21" y="147"/>
                </a:cubicBezTo>
                <a:cubicBezTo>
                  <a:pt x="21" y="108"/>
                  <a:pt x="36" y="76"/>
                  <a:pt x="66" y="50"/>
                </a:cubicBezTo>
                <a:cubicBezTo>
                  <a:pt x="96" y="24"/>
                  <a:pt x="133" y="11"/>
                  <a:pt x="176" y="10"/>
                </a:cubicBezTo>
                <a:cubicBezTo>
                  <a:pt x="207" y="10"/>
                  <a:pt x="236" y="18"/>
                  <a:pt x="263" y="34"/>
                </a:cubicBezTo>
                <a:lnTo>
                  <a:pt x="273" y="40"/>
                </a:lnTo>
                <a:moveTo>
                  <a:pt x="245" y="100"/>
                </a:moveTo>
                <a:cubicBezTo>
                  <a:pt x="242" y="83"/>
                  <a:pt x="234" y="70"/>
                  <a:pt x="222" y="60"/>
                </a:cubicBezTo>
                <a:cubicBezTo>
                  <a:pt x="209" y="50"/>
                  <a:pt x="193" y="45"/>
                  <a:pt x="174" y="45"/>
                </a:cubicBezTo>
                <a:cubicBezTo>
                  <a:pt x="157" y="45"/>
                  <a:pt x="142" y="49"/>
                  <a:pt x="129" y="59"/>
                </a:cubicBezTo>
                <a:cubicBezTo>
                  <a:pt x="116" y="69"/>
                  <a:pt x="108" y="83"/>
                  <a:pt x="105" y="100"/>
                </a:cubicBezTo>
                <a:cubicBezTo>
                  <a:pt x="103" y="110"/>
                  <a:pt x="103" y="126"/>
                  <a:pt x="103" y="147"/>
                </a:cubicBezTo>
                <a:cubicBezTo>
                  <a:pt x="103" y="173"/>
                  <a:pt x="105" y="193"/>
                  <a:pt x="109" y="206"/>
                </a:cubicBezTo>
                <a:cubicBezTo>
                  <a:pt x="113" y="218"/>
                  <a:pt x="122" y="229"/>
                  <a:pt x="136" y="238"/>
                </a:cubicBezTo>
                <a:cubicBezTo>
                  <a:pt x="146" y="244"/>
                  <a:pt x="160" y="247"/>
                  <a:pt x="175" y="247"/>
                </a:cubicBezTo>
                <a:cubicBezTo>
                  <a:pt x="189" y="247"/>
                  <a:pt x="200" y="245"/>
                  <a:pt x="210" y="240"/>
                </a:cubicBezTo>
                <a:cubicBezTo>
                  <a:pt x="220" y="236"/>
                  <a:pt x="227" y="231"/>
                  <a:pt x="231" y="224"/>
                </a:cubicBezTo>
                <a:cubicBezTo>
                  <a:pt x="235" y="217"/>
                  <a:pt x="238" y="211"/>
                  <a:pt x="241" y="206"/>
                </a:cubicBezTo>
                <a:cubicBezTo>
                  <a:pt x="243" y="200"/>
                  <a:pt x="245" y="196"/>
                  <a:pt x="245" y="192"/>
                </a:cubicBezTo>
                <a:cubicBezTo>
                  <a:pt x="247" y="182"/>
                  <a:pt x="248" y="167"/>
                  <a:pt x="248" y="147"/>
                </a:cubicBezTo>
                <a:cubicBezTo>
                  <a:pt x="248" y="126"/>
                  <a:pt x="247" y="110"/>
                  <a:pt x="245" y="100"/>
                </a:cubicBezTo>
                <a:moveTo>
                  <a:pt x="341" y="482"/>
                </a:moveTo>
                <a:cubicBezTo>
                  <a:pt x="341" y="466"/>
                  <a:pt x="337" y="454"/>
                  <a:pt x="328" y="444"/>
                </a:cubicBezTo>
                <a:cubicBezTo>
                  <a:pt x="320" y="435"/>
                  <a:pt x="307" y="428"/>
                  <a:pt x="290" y="422"/>
                </a:cubicBezTo>
                <a:cubicBezTo>
                  <a:pt x="274" y="418"/>
                  <a:pt x="259" y="415"/>
                  <a:pt x="245" y="414"/>
                </a:cubicBezTo>
                <a:cubicBezTo>
                  <a:pt x="232" y="413"/>
                  <a:pt x="216" y="412"/>
                  <a:pt x="196" y="412"/>
                </a:cubicBezTo>
                <a:lnTo>
                  <a:pt x="172" y="412"/>
                </a:lnTo>
                <a:cubicBezTo>
                  <a:pt x="131" y="412"/>
                  <a:pt x="107" y="414"/>
                  <a:pt x="99" y="418"/>
                </a:cubicBezTo>
                <a:cubicBezTo>
                  <a:pt x="87" y="423"/>
                  <a:pt x="77" y="433"/>
                  <a:pt x="71" y="444"/>
                </a:cubicBezTo>
                <a:cubicBezTo>
                  <a:pt x="64" y="456"/>
                  <a:pt x="60" y="468"/>
                  <a:pt x="60" y="481"/>
                </a:cubicBezTo>
                <a:cubicBezTo>
                  <a:pt x="60" y="487"/>
                  <a:pt x="62" y="494"/>
                  <a:pt x="65" y="502"/>
                </a:cubicBezTo>
                <a:cubicBezTo>
                  <a:pt x="69" y="509"/>
                  <a:pt x="75" y="519"/>
                  <a:pt x="84" y="529"/>
                </a:cubicBezTo>
                <a:cubicBezTo>
                  <a:pt x="93" y="539"/>
                  <a:pt x="108" y="548"/>
                  <a:pt x="128" y="554"/>
                </a:cubicBezTo>
                <a:cubicBezTo>
                  <a:pt x="148" y="561"/>
                  <a:pt x="172" y="565"/>
                  <a:pt x="201" y="565"/>
                </a:cubicBezTo>
                <a:cubicBezTo>
                  <a:pt x="243" y="565"/>
                  <a:pt x="276" y="557"/>
                  <a:pt x="303" y="540"/>
                </a:cubicBezTo>
                <a:cubicBezTo>
                  <a:pt x="328" y="523"/>
                  <a:pt x="341" y="503"/>
                  <a:pt x="341" y="48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6" name=""/>
          <p:cNvSpPr/>
          <p:nvPr/>
        </p:nvSpPr>
        <p:spPr>
          <a:xfrm>
            <a:off x="1494720" y="352332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0" y="455"/>
                </a:moveTo>
                <a:cubicBezTo>
                  <a:pt x="0" y="413"/>
                  <a:pt x="3" y="373"/>
                  <a:pt x="9" y="336"/>
                </a:cubicBezTo>
                <a:cubicBezTo>
                  <a:pt x="15" y="298"/>
                  <a:pt x="22" y="265"/>
                  <a:pt x="30" y="238"/>
                </a:cubicBezTo>
                <a:cubicBezTo>
                  <a:pt x="38" y="211"/>
                  <a:pt x="49" y="184"/>
                  <a:pt x="64" y="158"/>
                </a:cubicBezTo>
                <a:cubicBezTo>
                  <a:pt x="78" y="132"/>
                  <a:pt x="91" y="112"/>
                  <a:pt x="99" y="97"/>
                </a:cubicBezTo>
                <a:cubicBezTo>
                  <a:pt x="108" y="83"/>
                  <a:pt x="120" y="67"/>
                  <a:pt x="137" y="50"/>
                </a:cubicBezTo>
                <a:cubicBezTo>
                  <a:pt x="154" y="33"/>
                  <a:pt x="164" y="22"/>
                  <a:pt x="167" y="19"/>
                </a:cubicBezTo>
                <a:cubicBezTo>
                  <a:pt x="170" y="15"/>
                  <a:pt x="178" y="9"/>
                  <a:pt x="190" y="0"/>
                </a:cubicBezTo>
                <a:lnTo>
                  <a:pt x="202" y="0"/>
                </a:lnTo>
                <a:lnTo>
                  <a:pt x="206" y="0"/>
                </a:lnTo>
                <a:cubicBezTo>
                  <a:pt x="214" y="0"/>
                  <a:pt x="218" y="2"/>
                  <a:pt x="218" y="8"/>
                </a:cubicBezTo>
                <a:cubicBezTo>
                  <a:pt x="218" y="10"/>
                  <a:pt x="213" y="16"/>
                  <a:pt x="203" y="27"/>
                </a:cubicBezTo>
                <a:cubicBezTo>
                  <a:pt x="193" y="38"/>
                  <a:pt x="180" y="54"/>
                  <a:pt x="166" y="75"/>
                </a:cubicBezTo>
                <a:cubicBezTo>
                  <a:pt x="151" y="97"/>
                  <a:pt x="136" y="123"/>
                  <a:pt x="121" y="154"/>
                </a:cubicBezTo>
                <a:cubicBezTo>
                  <a:pt x="106" y="184"/>
                  <a:pt x="93" y="226"/>
                  <a:pt x="83" y="279"/>
                </a:cubicBezTo>
                <a:cubicBezTo>
                  <a:pt x="71" y="332"/>
                  <a:pt x="66" y="390"/>
                  <a:pt x="66" y="455"/>
                </a:cubicBezTo>
                <a:cubicBezTo>
                  <a:pt x="66" y="519"/>
                  <a:pt x="71" y="577"/>
                  <a:pt x="83" y="630"/>
                </a:cubicBezTo>
                <a:cubicBezTo>
                  <a:pt x="93" y="683"/>
                  <a:pt x="106" y="725"/>
                  <a:pt x="120" y="757"/>
                </a:cubicBezTo>
                <a:cubicBezTo>
                  <a:pt x="135" y="789"/>
                  <a:pt x="150" y="815"/>
                  <a:pt x="165" y="835"/>
                </a:cubicBezTo>
                <a:cubicBezTo>
                  <a:pt x="180" y="855"/>
                  <a:pt x="193" y="871"/>
                  <a:pt x="203" y="884"/>
                </a:cubicBezTo>
                <a:cubicBezTo>
                  <a:pt x="213" y="896"/>
                  <a:pt x="218" y="902"/>
                  <a:pt x="218" y="903"/>
                </a:cubicBezTo>
                <a:cubicBezTo>
                  <a:pt x="218" y="908"/>
                  <a:pt x="214" y="911"/>
                  <a:pt x="205" y="911"/>
                </a:cubicBezTo>
                <a:lnTo>
                  <a:pt x="202" y="911"/>
                </a:lnTo>
                <a:lnTo>
                  <a:pt x="190" y="911"/>
                </a:lnTo>
                <a:lnTo>
                  <a:pt x="165" y="889"/>
                </a:lnTo>
                <a:cubicBezTo>
                  <a:pt x="108" y="837"/>
                  <a:pt x="65" y="773"/>
                  <a:pt x="39" y="696"/>
                </a:cubicBezTo>
                <a:cubicBezTo>
                  <a:pt x="13" y="618"/>
                  <a:pt x="0" y="538"/>
                  <a:pt x="0" y="4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7" name=""/>
          <p:cNvSpPr/>
          <p:nvPr/>
        </p:nvSpPr>
        <p:spPr>
          <a:xfrm>
            <a:off x="1578600" y="3624120"/>
            <a:ext cx="176040" cy="208800"/>
          </a:xfrm>
          <a:custGeom>
            <a:avLst/>
            <a:gdLst/>
            <a:ahLst/>
            <a:rect l="0" t="0" r="r" b="b"/>
            <a:pathLst>
              <a:path w="489" h="580">
                <a:moveTo>
                  <a:pt x="56" y="142"/>
                </a:moveTo>
                <a:cubicBezTo>
                  <a:pt x="57" y="140"/>
                  <a:pt x="57" y="138"/>
                  <a:pt x="58" y="135"/>
                </a:cubicBezTo>
                <a:cubicBezTo>
                  <a:pt x="59" y="132"/>
                  <a:pt x="60" y="125"/>
                  <a:pt x="63" y="115"/>
                </a:cubicBezTo>
                <a:cubicBezTo>
                  <a:pt x="65" y="104"/>
                  <a:pt x="68" y="95"/>
                  <a:pt x="72" y="87"/>
                </a:cubicBezTo>
                <a:cubicBezTo>
                  <a:pt x="75" y="78"/>
                  <a:pt x="80" y="68"/>
                  <a:pt x="85" y="56"/>
                </a:cubicBezTo>
                <a:cubicBezTo>
                  <a:pt x="91" y="44"/>
                  <a:pt x="97" y="35"/>
                  <a:pt x="104" y="28"/>
                </a:cubicBezTo>
                <a:cubicBezTo>
                  <a:pt x="110" y="22"/>
                  <a:pt x="118" y="15"/>
                  <a:pt x="127" y="8"/>
                </a:cubicBezTo>
                <a:cubicBezTo>
                  <a:pt x="136" y="2"/>
                  <a:pt x="146" y="-1"/>
                  <a:pt x="157" y="0"/>
                </a:cubicBezTo>
                <a:cubicBezTo>
                  <a:pt x="203" y="0"/>
                  <a:pt x="232" y="19"/>
                  <a:pt x="246" y="58"/>
                </a:cubicBezTo>
                <a:lnTo>
                  <a:pt x="255" y="50"/>
                </a:lnTo>
                <a:cubicBezTo>
                  <a:pt x="292" y="17"/>
                  <a:pt x="328" y="0"/>
                  <a:pt x="362" y="0"/>
                </a:cubicBezTo>
                <a:cubicBezTo>
                  <a:pt x="402" y="0"/>
                  <a:pt x="433" y="14"/>
                  <a:pt x="455" y="43"/>
                </a:cubicBezTo>
                <a:cubicBezTo>
                  <a:pt x="477" y="72"/>
                  <a:pt x="489" y="107"/>
                  <a:pt x="489" y="148"/>
                </a:cubicBezTo>
                <a:cubicBezTo>
                  <a:pt x="489" y="213"/>
                  <a:pt x="466" y="273"/>
                  <a:pt x="419" y="329"/>
                </a:cubicBezTo>
                <a:cubicBezTo>
                  <a:pt x="373" y="384"/>
                  <a:pt x="321" y="412"/>
                  <a:pt x="263" y="412"/>
                </a:cubicBezTo>
                <a:cubicBezTo>
                  <a:pt x="250" y="412"/>
                  <a:pt x="237" y="411"/>
                  <a:pt x="226" y="407"/>
                </a:cubicBezTo>
                <a:cubicBezTo>
                  <a:pt x="220" y="404"/>
                  <a:pt x="213" y="399"/>
                  <a:pt x="206" y="393"/>
                </a:cubicBezTo>
                <a:cubicBezTo>
                  <a:pt x="198" y="387"/>
                  <a:pt x="192" y="382"/>
                  <a:pt x="188" y="378"/>
                </a:cubicBezTo>
                <a:lnTo>
                  <a:pt x="182" y="371"/>
                </a:lnTo>
                <a:cubicBezTo>
                  <a:pt x="181" y="371"/>
                  <a:pt x="175" y="398"/>
                  <a:pt x="162" y="450"/>
                </a:cubicBezTo>
                <a:cubicBezTo>
                  <a:pt x="149" y="502"/>
                  <a:pt x="143" y="528"/>
                  <a:pt x="143" y="529"/>
                </a:cubicBezTo>
                <a:cubicBezTo>
                  <a:pt x="143" y="533"/>
                  <a:pt x="145" y="535"/>
                  <a:pt x="150" y="535"/>
                </a:cubicBezTo>
                <a:cubicBezTo>
                  <a:pt x="155" y="536"/>
                  <a:pt x="166" y="537"/>
                  <a:pt x="184" y="538"/>
                </a:cubicBezTo>
                <a:lnTo>
                  <a:pt x="206" y="538"/>
                </a:lnTo>
                <a:cubicBezTo>
                  <a:pt x="210" y="542"/>
                  <a:pt x="212" y="545"/>
                  <a:pt x="212" y="546"/>
                </a:cubicBezTo>
                <a:cubicBezTo>
                  <a:pt x="212" y="547"/>
                  <a:pt x="211" y="553"/>
                  <a:pt x="209" y="563"/>
                </a:cubicBezTo>
                <a:cubicBezTo>
                  <a:pt x="207" y="570"/>
                  <a:pt x="206" y="574"/>
                  <a:pt x="204" y="576"/>
                </a:cubicBezTo>
                <a:cubicBezTo>
                  <a:pt x="202" y="578"/>
                  <a:pt x="198" y="579"/>
                  <a:pt x="192" y="580"/>
                </a:cubicBezTo>
                <a:cubicBezTo>
                  <a:pt x="191" y="580"/>
                  <a:pt x="187" y="580"/>
                  <a:pt x="182" y="580"/>
                </a:cubicBezTo>
                <a:cubicBezTo>
                  <a:pt x="176" y="580"/>
                  <a:pt x="166" y="580"/>
                  <a:pt x="151" y="579"/>
                </a:cubicBezTo>
                <a:cubicBezTo>
                  <a:pt x="136" y="578"/>
                  <a:pt x="117" y="578"/>
                  <a:pt x="94" y="578"/>
                </a:cubicBezTo>
                <a:cubicBezTo>
                  <a:pt x="52" y="578"/>
                  <a:pt x="25" y="579"/>
                  <a:pt x="13" y="580"/>
                </a:cubicBezTo>
                <a:lnTo>
                  <a:pt x="6" y="580"/>
                </a:lnTo>
                <a:cubicBezTo>
                  <a:pt x="2" y="576"/>
                  <a:pt x="0" y="572"/>
                  <a:pt x="0" y="570"/>
                </a:cubicBezTo>
                <a:cubicBezTo>
                  <a:pt x="1" y="553"/>
                  <a:pt x="5" y="543"/>
                  <a:pt x="12" y="538"/>
                </a:cubicBezTo>
                <a:lnTo>
                  <a:pt x="30" y="538"/>
                </a:lnTo>
                <a:cubicBezTo>
                  <a:pt x="50" y="537"/>
                  <a:pt x="62" y="534"/>
                  <a:pt x="65" y="527"/>
                </a:cubicBezTo>
                <a:cubicBezTo>
                  <a:pt x="67" y="523"/>
                  <a:pt x="86" y="451"/>
                  <a:pt x="121" y="310"/>
                </a:cubicBezTo>
                <a:cubicBezTo>
                  <a:pt x="156" y="168"/>
                  <a:pt x="175" y="93"/>
                  <a:pt x="176" y="85"/>
                </a:cubicBezTo>
                <a:cubicBezTo>
                  <a:pt x="177" y="82"/>
                  <a:pt x="177" y="77"/>
                  <a:pt x="177" y="72"/>
                </a:cubicBezTo>
                <a:cubicBezTo>
                  <a:pt x="177" y="46"/>
                  <a:pt x="170" y="34"/>
                  <a:pt x="155" y="34"/>
                </a:cubicBezTo>
                <a:cubicBezTo>
                  <a:pt x="141" y="34"/>
                  <a:pt x="130" y="42"/>
                  <a:pt x="121" y="59"/>
                </a:cubicBezTo>
                <a:cubicBezTo>
                  <a:pt x="112" y="77"/>
                  <a:pt x="105" y="96"/>
                  <a:pt x="100" y="116"/>
                </a:cubicBezTo>
                <a:cubicBezTo>
                  <a:pt x="95" y="136"/>
                  <a:pt x="91" y="147"/>
                  <a:pt x="89" y="148"/>
                </a:cubicBezTo>
                <a:cubicBezTo>
                  <a:pt x="88" y="150"/>
                  <a:pt x="83" y="150"/>
                  <a:pt x="74" y="150"/>
                </a:cubicBezTo>
                <a:lnTo>
                  <a:pt x="62" y="150"/>
                </a:lnTo>
                <a:cubicBezTo>
                  <a:pt x="58" y="147"/>
                  <a:pt x="56" y="144"/>
                  <a:pt x="56" y="142"/>
                </a:cubicBezTo>
                <a:moveTo>
                  <a:pt x="197" y="310"/>
                </a:moveTo>
                <a:cubicBezTo>
                  <a:pt x="211" y="357"/>
                  <a:pt x="233" y="380"/>
                  <a:pt x="266" y="380"/>
                </a:cubicBezTo>
                <a:cubicBezTo>
                  <a:pt x="284" y="380"/>
                  <a:pt x="301" y="373"/>
                  <a:pt x="318" y="359"/>
                </a:cubicBezTo>
                <a:cubicBezTo>
                  <a:pt x="335" y="345"/>
                  <a:pt x="349" y="327"/>
                  <a:pt x="360" y="306"/>
                </a:cubicBezTo>
                <a:cubicBezTo>
                  <a:pt x="371" y="285"/>
                  <a:pt x="382" y="253"/>
                  <a:pt x="393" y="208"/>
                </a:cubicBezTo>
                <a:cubicBezTo>
                  <a:pt x="404" y="163"/>
                  <a:pt x="410" y="129"/>
                  <a:pt x="410" y="108"/>
                </a:cubicBezTo>
                <a:lnTo>
                  <a:pt x="410" y="102"/>
                </a:lnTo>
                <a:cubicBezTo>
                  <a:pt x="410" y="56"/>
                  <a:pt x="392" y="34"/>
                  <a:pt x="355" y="34"/>
                </a:cubicBezTo>
                <a:cubicBezTo>
                  <a:pt x="348" y="34"/>
                  <a:pt x="342" y="35"/>
                  <a:pt x="335" y="36"/>
                </a:cubicBezTo>
                <a:cubicBezTo>
                  <a:pt x="328" y="38"/>
                  <a:pt x="321" y="41"/>
                  <a:pt x="315" y="45"/>
                </a:cubicBezTo>
                <a:cubicBezTo>
                  <a:pt x="308" y="48"/>
                  <a:pt x="302" y="52"/>
                  <a:pt x="297" y="56"/>
                </a:cubicBezTo>
                <a:cubicBezTo>
                  <a:pt x="291" y="61"/>
                  <a:pt x="286" y="65"/>
                  <a:pt x="281" y="71"/>
                </a:cubicBezTo>
                <a:cubicBezTo>
                  <a:pt x="276" y="76"/>
                  <a:pt x="272" y="81"/>
                  <a:pt x="267" y="85"/>
                </a:cubicBezTo>
                <a:cubicBezTo>
                  <a:pt x="263" y="89"/>
                  <a:pt x="260" y="93"/>
                  <a:pt x="257" y="98"/>
                </a:cubicBezTo>
                <a:cubicBezTo>
                  <a:pt x="255" y="102"/>
                  <a:pt x="253" y="105"/>
                  <a:pt x="250" y="107"/>
                </a:cubicBezTo>
                <a:lnTo>
                  <a:pt x="247" y="110"/>
                </a:lnTo>
                <a:cubicBezTo>
                  <a:pt x="247" y="111"/>
                  <a:pt x="247" y="115"/>
                  <a:pt x="245" y="123"/>
                </a:cubicBezTo>
                <a:cubicBezTo>
                  <a:pt x="243" y="131"/>
                  <a:pt x="239" y="144"/>
                  <a:pt x="234" y="163"/>
                </a:cubicBezTo>
                <a:cubicBezTo>
                  <a:pt x="229" y="182"/>
                  <a:pt x="225" y="198"/>
                  <a:pt x="221" y="210"/>
                </a:cubicBezTo>
                <a:cubicBezTo>
                  <a:pt x="205" y="275"/>
                  <a:pt x="197" y="308"/>
                  <a:pt x="197" y="3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8" name=""/>
          <p:cNvSpPr/>
          <p:nvPr/>
        </p:nvSpPr>
        <p:spPr>
          <a:xfrm>
            <a:off x="1774440" y="3523320"/>
            <a:ext cx="127440" cy="327960"/>
          </a:xfrm>
          <a:custGeom>
            <a:avLst/>
            <a:gdLst/>
            <a:ahLst/>
            <a:rect l="0" t="0" r="r" b="b"/>
            <a:pathLst>
              <a:path w="354" h="911">
                <a:moveTo>
                  <a:pt x="335" y="0"/>
                </a:moveTo>
                <a:cubicBezTo>
                  <a:pt x="341" y="0"/>
                  <a:pt x="345" y="2"/>
                  <a:pt x="349" y="5"/>
                </a:cubicBezTo>
                <a:cubicBezTo>
                  <a:pt x="352" y="9"/>
                  <a:pt x="354" y="13"/>
                  <a:pt x="354" y="18"/>
                </a:cubicBezTo>
                <a:cubicBezTo>
                  <a:pt x="354" y="21"/>
                  <a:pt x="302" y="167"/>
                  <a:pt x="197" y="457"/>
                </a:cubicBezTo>
                <a:cubicBezTo>
                  <a:pt x="91" y="747"/>
                  <a:pt x="36" y="895"/>
                  <a:pt x="33" y="902"/>
                </a:cubicBezTo>
                <a:cubicBezTo>
                  <a:pt x="29" y="908"/>
                  <a:pt x="23" y="911"/>
                  <a:pt x="17" y="911"/>
                </a:cubicBezTo>
                <a:cubicBezTo>
                  <a:pt x="13" y="911"/>
                  <a:pt x="9" y="909"/>
                  <a:pt x="6" y="906"/>
                </a:cubicBezTo>
                <a:cubicBezTo>
                  <a:pt x="2" y="903"/>
                  <a:pt x="0" y="899"/>
                  <a:pt x="0" y="894"/>
                </a:cubicBezTo>
                <a:cubicBezTo>
                  <a:pt x="0" y="887"/>
                  <a:pt x="53" y="739"/>
                  <a:pt x="158" y="448"/>
                </a:cubicBezTo>
                <a:cubicBezTo>
                  <a:pt x="265" y="158"/>
                  <a:pt x="319" y="12"/>
                  <a:pt x="320" y="9"/>
                </a:cubicBezTo>
                <a:cubicBezTo>
                  <a:pt x="323" y="3"/>
                  <a:pt x="328" y="0"/>
                  <a:pt x="335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9" name=""/>
          <p:cNvSpPr/>
          <p:nvPr/>
        </p:nvSpPr>
        <p:spPr>
          <a:xfrm>
            <a:off x="1930680" y="3624120"/>
            <a:ext cx="140400" cy="208800"/>
          </a:xfrm>
          <a:custGeom>
            <a:avLst/>
            <a:gdLst/>
            <a:ahLst/>
            <a:rect l="0" t="0" r="r" b="b"/>
            <a:pathLst>
              <a:path w="390" h="580">
                <a:moveTo>
                  <a:pt x="0" y="260"/>
                </a:moveTo>
                <a:cubicBezTo>
                  <a:pt x="0" y="199"/>
                  <a:pt x="23" y="141"/>
                  <a:pt x="69" y="86"/>
                </a:cubicBezTo>
                <a:cubicBezTo>
                  <a:pt x="115" y="29"/>
                  <a:pt x="167" y="2"/>
                  <a:pt x="225" y="1"/>
                </a:cubicBezTo>
                <a:cubicBezTo>
                  <a:pt x="261" y="1"/>
                  <a:pt x="290" y="17"/>
                  <a:pt x="310" y="49"/>
                </a:cubicBezTo>
                <a:cubicBezTo>
                  <a:pt x="310" y="49"/>
                  <a:pt x="312" y="46"/>
                  <a:pt x="314" y="43"/>
                </a:cubicBezTo>
                <a:cubicBezTo>
                  <a:pt x="317" y="40"/>
                  <a:pt x="320" y="36"/>
                  <a:pt x="324" y="33"/>
                </a:cubicBezTo>
                <a:cubicBezTo>
                  <a:pt x="328" y="29"/>
                  <a:pt x="333" y="26"/>
                  <a:pt x="339" y="22"/>
                </a:cubicBezTo>
                <a:cubicBezTo>
                  <a:pt x="359" y="7"/>
                  <a:pt x="373" y="0"/>
                  <a:pt x="381" y="0"/>
                </a:cubicBezTo>
                <a:cubicBezTo>
                  <a:pt x="383" y="0"/>
                  <a:pt x="385" y="1"/>
                  <a:pt x="387" y="3"/>
                </a:cubicBezTo>
                <a:cubicBezTo>
                  <a:pt x="389" y="5"/>
                  <a:pt x="390" y="6"/>
                  <a:pt x="390" y="7"/>
                </a:cubicBezTo>
                <a:cubicBezTo>
                  <a:pt x="390" y="13"/>
                  <a:pt x="369" y="100"/>
                  <a:pt x="327" y="268"/>
                </a:cubicBezTo>
                <a:cubicBezTo>
                  <a:pt x="284" y="440"/>
                  <a:pt x="261" y="527"/>
                  <a:pt x="261" y="530"/>
                </a:cubicBezTo>
                <a:cubicBezTo>
                  <a:pt x="261" y="535"/>
                  <a:pt x="276" y="537"/>
                  <a:pt x="303" y="538"/>
                </a:cubicBezTo>
                <a:lnTo>
                  <a:pt x="326" y="538"/>
                </a:lnTo>
                <a:cubicBezTo>
                  <a:pt x="330" y="543"/>
                  <a:pt x="332" y="546"/>
                  <a:pt x="332" y="546"/>
                </a:cubicBezTo>
                <a:cubicBezTo>
                  <a:pt x="332" y="547"/>
                  <a:pt x="331" y="552"/>
                  <a:pt x="329" y="563"/>
                </a:cubicBezTo>
                <a:cubicBezTo>
                  <a:pt x="326" y="570"/>
                  <a:pt x="323" y="576"/>
                  <a:pt x="320" y="580"/>
                </a:cubicBezTo>
                <a:lnTo>
                  <a:pt x="308" y="580"/>
                </a:lnTo>
                <a:cubicBezTo>
                  <a:pt x="289" y="579"/>
                  <a:pt x="255" y="578"/>
                  <a:pt x="209" y="578"/>
                </a:cubicBezTo>
                <a:cubicBezTo>
                  <a:pt x="192" y="578"/>
                  <a:pt x="176" y="578"/>
                  <a:pt x="162" y="578"/>
                </a:cubicBezTo>
                <a:cubicBezTo>
                  <a:pt x="148" y="578"/>
                  <a:pt x="137" y="578"/>
                  <a:pt x="128" y="578"/>
                </a:cubicBezTo>
                <a:cubicBezTo>
                  <a:pt x="120" y="578"/>
                  <a:pt x="115" y="578"/>
                  <a:pt x="113" y="579"/>
                </a:cubicBezTo>
                <a:cubicBezTo>
                  <a:pt x="105" y="579"/>
                  <a:pt x="100" y="577"/>
                  <a:pt x="100" y="572"/>
                </a:cubicBezTo>
                <a:cubicBezTo>
                  <a:pt x="100" y="570"/>
                  <a:pt x="101" y="565"/>
                  <a:pt x="102" y="558"/>
                </a:cubicBezTo>
                <a:cubicBezTo>
                  <a:pt x="105" y="548"/>
                  <a:pt x="107" y="543"/>
                  <a:pt x="108" y="541"/>
                </a:cubicBezTo>
                <a:cubicBezTo>
                  <a:pt x="110" y="539"/>
                  <a:pt x="116" y="538"/>
                  <a:pt x="127" y="538"/>
                </a:cubicBezTo>
                <a:cubicBezTo>
                  <a:pt x="156" y="538"/>
                  <a:pt x="173" y="536"/>
                  <a:pt x="179" y="532"/>
                </a:cubicBezTo>
                <a:cubicBezTo>
                  <a:pt x="184" y="529"/>
                  <a:pt x="193" y="502"/>
                  <a:pt x="205" y="452"/>
                </a:cubicBezTo>
                <a:cubicBezTo>
                  <a:pt x="217" y="401"/>
                  <a:pt x="223" y="375"/>
                  <a:pt x="224" y="374"/>
                </a:cubicBezTo>
                <a:cubicBezTo>
                  <a:pt x="224" y="374"/>
                  <a:pt x="222" y="374"/>
                  <a:pt x="218" y="377"/>
                </a:cubicBezTo>
                <a:cubicBezTo>
                  <a:pt x="189" y="401"/>
                  <a:pt x="158" y="412"/>
                  <a:pt x="127" y="412"/>
                </a:cubicBezTo>
                <a:cubicBezTo>
                  <a:pt x="93" y="412"/>
                  <a:pt x="64" y="400"/>
                  <a:pt x="38" y="376"/>
                </a:cubicBezTo>
                <a:cubicBezTo>
                  <a:pt x="13" y="352"/>
                  <a:pt x="0" y="313"/>
                  <a:pt x="0" y="260"/>
                </a:cubicBezTo>
                <a:moveTo>
                  <a:pt x="291" y="107"/>
                </a:moveTo>
                <a:cubicBezTo>
                  <a:pt x="278" y="59"/>
                  <a:pt x="254" y="34"/>
                  <a:pt x="222" y="34"/>
                </a:cubicBezTo>
                <a:cubicBezTo>
                  <a:pt x="201" y="34"/>
                  <a:pt x="181" y="43"/>
                  <a:pt x="161" y="63"/>
                </a:cubicBezTo>
                <a:cubicBezTo>
                  <a:pt x="142" y="82"/>
                  <a:pt x="127" y="106"/>
                  <a:pt x="116" y="137"/>
                </a:cubicBezTo>
                <a:cubicBezTo>
                  <a:pt x="98" y="185"/>
                  <a:pt x="86" y="234"/>
                  <a:pt x="78" y="286"/>
                </a:cubicBezTo>
                <a:cubicBezTo>
                  <a:pt x="78" y="288"/>
                  <a:pt x="78" y="291"/>
                  <a:pt x="78" y="296"/>
                </a:cubicBezTo>
                <a:cubicBezTo>
                  <a:pt x="78" y="301"/>
                  <a:pt x="78" y="304"/>
                  <a:pt x="78" y="307"/>
                </a:cubicBezTo>
                <a:cubicBezTo>
                  <a:pt x="78" y="334"/>
                  <a:pt x="83" y="353"/>
                  <a:pt x="94" y="363"/>
                </a:cubicBezTo>
                <a:cubicBezTo>
                  <a:pt x="105" y="374"/>
                  <a:pt x="118" y="379"/>
                  <a:pt x="133" y="380"/>
                </a:cubicBezTo>
                <a:cubicBezTo>
                  <a:pt x="166" y="380"/>
                  <a:pt x="199" y="358"/>
                  <a:pt x="234" y="314"/>
                </a:cubicBezTo>
                <a:lnTo>
                  <a:pt x="241" y="304"/>
                </a:lnTo>
                <a:lnTo>
                  <a:pt x="291" y="10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0" name=""/>
          <p:cNvSpPr/>
          <p:nvPr/>
        </p:nvSpPr>
        <p:spPr>
          <a:xfrm>
            <a:off x="2088720" y="352332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4" y="22"/>
                </a:lnTo>
                <a:cubicBezTo>
                  <a:pt x="111" y="73"/>
                  <a:pt x="152" y="137"/>
                  <a:pt x="179" y="215"/>
                </a:cubicBezTo>
                <a:cubicBezTo>
                  <a:pt x="205" y="292"/>
                  <a:pt x="218" y="372"/>
                  <a:pt x="218" y="455"/>
                </a:cubicBezTo>
                <a:cubicBezTo>
                  <a:pt x="218" y="496"/>
                  <a:pt x="215" y="536"/>
                  <a:pt x="209" y="574"/>
                </a:cubicBezTo>
                <a:cubicBezTo>
                  <a:pt x="203" y="612"/>
                  <a:pt x="196" y="645"/>
                  <a:pt x="188" y="671"/>
                </a:cubicBezTo>
                <a:cubicBezTo>
                  <a:pt x="180" y="699"/>
                  <a:pt x="169" y="726"/>
                  <a:pt x="154" y="752"/>
                </a:cubicBezTo>
                <a:cubicBezTo>
                  <a:pt x="139" y="779"/>
                  <a:pt x="128" y="799"/>
                  <a:pt x="119" y="813"/>
                </a:cubicBezTo>
                <a:cubicBezTo>
                  <a:pt x="111" y="827"/>
                  <a:pt x="98" y="843"/>
                  <a:pt x="82" y="860"/>
                </a:cubicBezTo>
                <a:cubicBezTo>
                  <a:pt x="65" y="877"/>
                  <a:pt x="56" y="887"/>
                  <a:pt x="53" y="890"/>
                </a:cubicBezTo>
                <a:cubicBezTo>
                  <a:pt x="50" y="893"/>
                  <a:pt x="43" y="899"/>
                  <a:pt x="32" y="907"/>
                </a:cubicBezTo>
                <a:cubicBezTo>
                  <a:pt x="30" y="909"/>
                  <a:pt x="29" y="910"/>
                  <a:pt x="28" y="911"/>
                </a:cubicBezTo>
                <a:lnTo>
                  <a:pt x="17" y="911"/>
                </a:lnTo>
                <a:cubicBezTo>
                  <a:pt x="12" y="911"/>
                  <a:pt x="9" y="911"/>
                  <a:pt x="7" y="911"/>
                </a:cubicBezTo>
                <a:cubicBezTo>
                  <a:pt x="5" y="911"/>
                  <a:pt x="4" y="910"/>
                  <a:pt x="3" y="908"/>
                </a:cubicBezTo>
                <a:cubicBezTo>
                  <a:pt x="1" y="906"/>
                  <a:pt x="0" y="904"/>
                  <a:pt x="0" y="900"/>
                </a:cubicBezTo>
                <a:cubicBezTo>
                  <a:pt x="0" y="899"/>
                  <a:pt x="4" y="895"/>
                  <a:pt x="10" y="888"/>
                </a:cubicBezTo>
                <a:cubicBezTo>
                  <a:pt x="104" y="790"/>
                  <a:pt x="151" y="645"/>
                  <a:pt x="151" y="455"/>
                </a:cubicBezTo>
                <a:cubicBezTo>
                  <a:pt x="151" y="264"/>
                  <a:pt x="104" y="120"/>
                  <a:pt x="10" y="22"/>
                </a:cubicBezTo>
                <a:cubicBezTo>
                  <a:pt x="4" y="15"/>
                  <a:pt x="0" y="11"/>
                  <a:pt x="0" y="11"/>
                </a:cubicBezTo>
                <a:cubicBezTo>
                  <a:pt x="0" y="6"/>
                  <a:pt x="1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1" name=""/>
          <p:cNvSpPr/>
          <p:nvPr/>
        </p:nvSpPr>
        <p:spPr>
          <a:xfrm>
            <a:off x="2263680" y="3541680"/>
            <a:ext cx="160920" cy="230760"/>
          </a:xfrm>
          <a:custGeom>
            <a:avLst/>
            <a:gdLst/>
            <a:ahLst/>
            <a:rect l="0" t="0" r="r" b="b"/>
            <a:pathLst>
              <a:path w="447" h="641">
                <a:moveTo>
                  <a:pt x="304" y="10"/>
                </a:moveTo>
                <a:cubicBezTo>
                  <a:pt x="304" y="10"/>
                  <a:pt x="326" y="8"/>
                  <a:pt x="369" y="5"/>
                </a:cubicBezTo>
                <a:cubicBezTo>
                  <a:pt x="412" y="2"/>
                  <a:pt x="435" y="0"/>
                  <a:pt x="436" y="0"/>
                </a:cubicBezTo>
                <a:cubicBezTo>
                  <a:pt x="443" y="0"/>
                  <a:pt x="447" y="2"/>
                  <a:pt x="447" y="7"/>
                </a:cubicBezTo>
                <a:cubicBezTo>
                  <a:pt x="447" y="11"/>
                  <a:pt x="425" y="104"/>
                  <a:pt x="380" y="283"/>
                </a:cubicBezTo>
                <a:cubicBezTo>
                  <a:pt x="336" y="462"/>
                  <a:pt x="313" y="553"/>
                  <a:pt x="312" y="557"/>
                </a:cubicBezTo>
                <a:cubicBezTo>
                  <a:pt x="311" y="560"/>
                  <a:pt x="311" y="565"/>
                  <a:pt x="311" y="570"/>
                </a:cubicBezTo>
                <a:cubicBezTo>
                  <a:pt x="311" y="596"/>
                  <a:pt x="320" y="609"/>
                  <a:pt x="337" y="609"/>
                </a:cubicBezTo>
                <a:cubicBezTo>
                  <a:pt x="342" y="608"/>
                  <a:pt x="348" y="605"/>
                  <a:pt x="355" y="600"/>
                </a:cubicBezTo>
                <a:cubicBezTo>
                  <a:pt x="368" y="588"/>
                  <a:pt x="380" y="559"/>
                  <a:pt x="392" y="513"/>
                </a:cubicBezTo>
                <a:cubicBezTo>
                  <a:pt x="396" y="501"/>
                  <a:pt x="399" y="495"/>
                  <a:pt x="401" y="494"/>
                </a:cubicBezTo>
                <a:cubicBezTo>
                  <a:pt x="402" y="493"/>
                  <a:pt x="405" y="493"/>
                  <a:pt x="410" y="493"/>
                </a:cubicBezTo>
                <a:lnTo>
                  <a:pt x="414" y="493"/>
                </a:lnTo>
                <a:lnTo>
                  <a:pt x="418" y="493"/>
                </a:lnTo>
                <a:cubicBezTo>
                  <a:pt x="427" y="493"/>
                  <a:pt x="431" y="495"/>
                  <a:pt x="431" y="500"/>
                </a:cubicBezTo>
                <a:cubicBezTo>
                  <a:pt x="431" y="503"/>
                  <a:pt x="430" y="508"/>
                  <a:pt x="429" y="515"/>
                </a:cubicBezTo>
                <a:cubicBezTo>
                  <a:pt x="421" y="545"/>
                  <a:pt x="412" y="570"/>
                  <a:pt x="401" y="589"/>
                </a:cubicBezTo>
                <a:cubicBezTo>
                  <a:pt x="391" y="607"/>
                  <a:pt x="382" y="620"/>
                  <a:pt x="376" y="625"/>
                </a:cubicBezTo>
                <a:cubicBezTo>
                  <a:pt x="369" y="630"/>
                  <a:pt x="361" y="635"/>
                  <a:pt x="350" y="640"/>
                </a:cubicBezTo>
                <a:cubicBezTo>
                  <a:pt x="345" y="641"/>
                  <a:pt x="338" y="641"/>
                  <a:pt x="328" y="641"/>
                </a:cubicBezTo>
                <a:cubicBezTo>
                  <a:pt x="308" y="641"/>
                  <a:pt x="291" y="637"/>
                  <a:pt x="277" y="628"/>
                </a:cubicBezTo>
                <a:cubicBezTo>
                  <a:pt x="263" y="619"/>
                  <a:pt x="253" y="609"/>
                  <a:pt x="249" y="600"/>
                </a:cubicBezTo>
                <a:lnTo>
                  <a:pt x="244" y="586"/>
                </a:lnTo>
                <a:cubicBezTo>
                  <a:pt x="243" y="585"/>
                  <a:pt x="242" y="586"/>
                  <a:pt x="240" y="587"/>
                </a:cubicBezTo>
                <a:cubicBezTo>
                  <a:pt x="239" y="588"/>
                  <a:pt x="238" y="589"/>
                  <a:pt x="237" y="590"/>
                </a:cubicBezTo>
                <a:cubicBezTo>
                  <a:pt x="201" y="624"/>
                  <a:pt x="163" y="641"/>
                  <a:pt x="126" y="641"/>
                </a:cubicBezTo>
                <a:cubicBezTo>
                  <a:pt x="93" y="641"/>
                  <a:pt x="64" y="629"/>
                  <a:pt x="38" y="605"/>
                </a:cubicBezTo>
                <a:cubicBezTo>
                  <a:pt x="13" y="581"/>
                  <a:pt x="0" y="542"/>
                  <a:pt x="0" y="489"/>
                </a:cubicBezTo>
                <a:cubicBezTo>
                  <a:pt x="0" y="460"/>
                  <a:pt x="6" y="431"/>
                  <a:pt x="18" y="400"/>
                </a:cubicBezTo>
                <a:cubicBezTo>
                  <a:pt x="30" y="370"/>
                  <a:pt x="45" y="344"/>
                  <a:pt x="62" y="322"/>
                </a:cubicBezTo>
                <a:cubicBezTo>
                  <a:pt x="90" y="287"/>
                  <a:pt x="119" y="263"/>
                  <a:pt x="147" y="250"/>
                </a:cubicBezTo>
                <a:cubicBezTo>
                  <a:pt x="177" y="237"/>
                  <a:pt x="203" y="230"/>
                  <a:pt x="226" y="230"/>
                </a:cubicBezTo>
                <a:cubicBezTo>
                  <a:pt x="260" y="230"/>
                  <a:pt x="285" y="243"/>
                  <a:pt x="302" y="268"/>
                </a:cubicBezTo>
                <a:cubicBezTo>
                  <a:pt x="305" y="272"/>
                  <a:pt x="307" y="273"/>
                  <a:pt x="307" y="272"/>
                </a:cubicBezTo>
                <a:cubicBezTo>
                  <a:pt x="307" y="269"/>
                  <a:pt x="315" y="236"/>
                  <a:pt x="331" y="173"/>
                </a:cubicBezTo>
                <a:cubicBezTo>
                  <a:pt x="347" y="109"/>
                  <a:pt x="355" y="74"/>
                  <a:pt x="357" y="71"/>
                </a:cubicBezTo>
                <a:cubicBezTo>
                  <a:pt x="357" y="63"/>
                  <a:pt x="355" y="58"/>
                  <a:pt x="350" y="56"/>
                </a:cubicBezTo>
                <a:cubicBezTo>
                  <a:pt x="346" y="54"/>
                  <a:pt x="334" y="53"/>
                  <a:pt x="315" y="52"/>
                </a:cubicBezTo>
                <a:lnTo>
                  <a:pt x="296" y="52"/>
                </a:lnTo>
                <a:cubicBezTo>
                  <a:pt x="292" y="48"/>
                  <a:pt x="290" y="46"/>
                  <a:pt x="290" y="44"/>
                </a:cubicBezTo>
                <a:cubicBezTo>
                  <a:pt x="290" y="43"/>
                  <a:pt x="291" y="37"/>
                  <a:pt x="292" y="27"/>
                </a:cubicBezTo>
                <a:cubicBezTo>
                  <a:pt x="295" y="15"/>
                  <a:pt x="299" y="10"/>
                  <a:pt x="304" y="10"/>
                </a:cubicBezTo>
                <a:moveTo>
                  <a:pt x="291" y="336"/>
                </a:moveTo>
                <a:cubicBezTo>
                  <a:pt x="277" y="288"/>
                  <a:pt x="254" y="264"/>
                  <a:pt x="223" y="264"/>
                </a:cubicBezTo>
                <a:cubicBezTo>
                  <a:pt x="202" y="264"/>
                  <a:pt x="181" y="273"/>
                  <a:pt x="161" y="292"/>
                </a:cubicBezTo>
                <a:cubicBezTo>
                  <a:pt x="141" y="311"/>
                  <a:pt x="126" y="335"/>
                  <a:pt x="115" y="366"/>
                </a:cubicBezTo>
                <a:cubicBezTo>
                  <a:pt x="98" y="414"/>
                  <a:pt x="85" y="463"/>
                  <a:pt x="78" y="515"/>
                </a:cubicBezTo>
                <a:cubicBezTo>
                  <a:pt x="78" y="517"/>
                  <a:pt x="78" y="520"/>
                  <a:pt x="78" y="525"/>
                </a:cubicBezTo>
                <a:cubicBezTo>
                  <a:pt x="78" y="530"/>
                  <a:pt x="78" y="533"/>
                  <a:pt x="77" y="536"/>
                </a:cubicBezTo>
                <a:cubicBezTo>
                  <a:pt x="77" y="563"/>
                  <a:pt x="83" y="582"/>
                  <a:pt x="94" y="592"/>
                </a:cubicBezTo>
                <a:cubicBezTo>
                  <a:pt x="104" y="603"/>
                  <a:pt x="117" y="608"/>
                  <a:pt x="133" y="609"/>
                </a:cubicBezTo>
                <a:cubicBezTo>
                  <a:pt x="166" y="609"/>
                  <a:pt x="200" y="587"/>
                  <a:pt x="235" y="543"/>
                </a:cubicBezTo>
                <a:lnTo>
                  <a:pt x="242" y="533"/>
                </a:lnTo>
                <a:lnTo>
                  <a:pt x="291" y="33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2" name=""/>
          <p:cNvSpPr/>
          <p:nvPr/>
        </p:nvSpPr>
        <p:spPr>
          <a:xfrm>
            <a:off x="2434680" y="3624120"/>
            <a:ext cx="159840" cy="148680"/>
          </a:xfrm>
          <a:custGeom>
            <a:avLst/>
            <a:gdLst/>
            <a:ahLst/>
            <a:rect l="0" t="0" r="r" b="b"/>
            <a:pathLst>
              <a:path w="444" h="413">
                <a:moveTo>
                  <a:pt x="15" y="140"/>
                </a:moveTo>
                <a:cubicBezTo>
                  <a:pt x="20" y="115"/>
                  <a:pt x="36" y="85"/>
                  <a:pt x="64" y="52"/>
                </a:cubicBezTo>
                <a:cubicBezTo>
                  <a:pt x="93" y="18"/>
                  <a:pt x="129" y="1"/>
                  <a:pt x="171" y="0"/>
                </a:cubicBezTo>
                <a:cubicBezTo>
                  <a:pt x="192" y="0"/>
                  <a:pt x="212" y="5"/>
                  <a:pt x="229" y="16"/>
                </a:cubicBezTo>
                <a:cubicBezTo>
                  <a:pt x="247" y="28"/>
                  <a:pt x="260" y="42"/>
                  <a:pt x="268" y="58"/>
                </a:cubicBezTo>
                <a:cubicBezTo>
                  <a:pt x="294" y="19"/>
                  <a:pt x="325" y="0"/>
                  <a:pt x="360" y="0"/>
                </a:cubicBezTo>
                <a:cubicBezTo>
                  <a:pt x="383" y="0"/>
                  <a:pt x="402" y="7"/>
                  <a:pt x="419" y="20"/>
                </a:cubicBezTo>
                <a:cubicBezTo>
                  <a:pt x="435" y="34"/>
                  <a:pt x="443" y="52"/>
                  <a:pt x="444" y="75"/>
                </a:cubicBezTo>
                <a:cubicBezTo>
                  <a:pt x="444" y="92"/>
                  <a:pt x="440" y="107"/>
                  <a:pt x="431" y="118"/>
                </a:cubicBezTo>
                <a:cubicBezTo>
                  <a:pt x="423" y="128"/>
                  <a:pt x="415" y="135"/>
                  <a:pt x="407" y="138"/>
                </a:cubicBezTo>
                <a:cubicBezTo>
                  <a:pt x="399" y="140"/>
                  <a:pt x="392" y="141"/>
                  <a:pt x="386" y="141"/>
                </a:cubicBezTo>
                <a:cubicBezTo>
                  <a:pt x="374" y="141"/>
                  <a:pt x="365" y="138"/>
                  <a:pt x="358" y="131"/>
                </a:cubicBezTo>
                <a:cubicBezTo>
                  <a:pt x="350" y="125"/>
                  <a:pt x="347" y="116"/>
                  <a:pt x="347" y="105"/>
                </a:cubicBezTo>
                <a:cubicBezTo>
                  <a:pt x="347" y="77"/>
                  <a:pt x="362" y="58"/>
                  <a:pt x="392" y="47"/>
                </a:cubicBezTo>
                <a:cubicBezTo>
                  <a:pt x="386" y="40"/>
                  <a:pt x="373" y="36"/>
                  <a:pt x="356" y="36"/>
                </a:cubicBezTo>
                <a:cubicBezTo>
                  <a:pt x="348" y="36"/>
                  <a:pt x="342" y="36"/>
                  <a:pt x="338" y="37"/>
                </a:cubicBezTo>
                <a:cubicBezTo>
                  <a:pt x="315" y="47"/>
                  <a:pt x="298" y="67"/>
                  <a:pt x="288" y="98"/>
                </a:cubicBezTo>
                <a:cubicBezTo>
                  <a:pt x="251" y="232"/>
                  <a:pt x="233" y="310"/>
                  <a:pt x="233" y="332"/>
                </a:cubicBezTo>
                <a:cubicBezTo>
                  <a:pt x="233" y="349"/>
                  <a:pt x="238" y="361"/>
                  <a:pt x="247" y="369"/>
                </a:cubicBezTo>
                <a:cubicBezTo>
                  <a:pt x="257" y="376"/>
                  <a:pt x="268" y="380"/>
                  <a:pt x="279" y="380"/>
                </a:cubicBezTo>
                <a:cubicBezTo>
                  <a:pt x="302" y="380"/>
                  <a:pt x="324" y="370"/>
                  <a:pt x="346" y="350"/>
                </a:cubicBezTo>
                <a:cubicBezTo>
                  <a:pt x="368" y="330"/>
                  <a:pt x="382" y="305"/>
                  <a:pt x="390" y="276"/>
                </a:cubicBezTo>
                <a:cubicBezTo>
                  <a:pt x="392" y="270"/>
                  <a:pt x="394" y="266"/>
                  <a:pt x="396" y="266"/>
                </a:cubicBezTo>
                <a:cubicBezTo>
                  <a:pt x="398" y="265"/>
                  <a:pt x="402" y="265"/>
                  <a:pt x="410" y="264"/>
                </a:cubicBezTo>
                <a:lnTo>
                  <a:pt x="414" y="264"/>
                </a:lnTo>
                <a:cubicBezTo>
                  <a:pt x="423" y="264"/>
                  <a:pt x="428" y="266"/>
                  <a:pt x="428" y="271"/>
                </a:cubicBezTo>
                <a:cubicBezTo>
                  <a:pt x="428" y="272"/>
                  <a:pt x="427" y="275"/>
                  <a:pt x="426" y="281"/>
                </a:cubicBezTo>
                <a:cubicBezTo>
                  <a:pt x="416" y="316"/>
                  <a:pt x="397" y="347"/>
                  <a:pt x="369" y="373"/>
                </a:cubicBezTo>
                <a:cubicBezTo>
                  <a:pt x="342" y="400"/>
                  <a:pt x="309" y="413"/>
                  <a:pt x="272" y="413"/>
                </a:cubicBezTo>
                <a:cubicBezTo>
                  <a:pt x="230" y="413"/>
                  <a:pt x="197" y="394"/>
                  <a:pt x="176" y="356"/>
                </a:cubicBezTo>
                <a:cubicBezTo>
                  <a:pt x="151" y="394"/>
                  <a:pt x="122" y="412"/>
                  <a:pt x="89" y="412"/>
                </a:cubicBezTo>
                <a:lnTo>
                  <a:pt x="84" y="412"/>
                </a:lnTo>
                <a:cubicBezTo>
                  <a:pt x="54" y="412"/>
                  <a:pt x="33" y="405"/>
                  <a:pt x="20" y="389"/>
                </a:cubicBezTo>
                <a:cubicBezTo>
                  <a:pt x="7" y="373"/>
                  <a:pt x="0" y="356"/>
                  <a:pt x="0" y="339"/>
                </a:cubicBezTo>
                <a:cubicBezTo>
                  <a:pt x="0" y="319"/>
                  <a:pt x="6" y="303"/>
                  <a:pt x="17" y="291"/>
                </a:cubicBezTo>
                <a:cubicBezTo>
                  <a:pt x="29" y="279"/>
                  <a:pt x="42" y="273"/>
                  <a:pt x="58" y="273"/>
                </a:cubicBezTo>
                <a:cubicBezTo>
                  <a:pt x="84" y="273"/>
                  <a:pt x="97" y="286"/>
                  <a:pt x="97" y="311"/>
                </a:cubicBezTo>
                <a:cubicBezTo>
                  <a:pt x="97" y="324"/>
                  <a:pt x="94" y="334"/>
                  <a:pt x="86" y="343"/>
                </a:cubicBezTo>
                <a:cubicBezTo>
                  <a:pt x="79" y="352"/>
                  <a:pt x="72" y="358"/>
                  <a:pt x="65" y="361"/>
                </a:cubicBezTo>
                <a:cubicBezTo>
                  <a:pt x="59" y="364"/>
                  <a:pt x="55" y="366"/>
                  <a:pt x="54" y="366"/>
                </a:cubicBezTo>
                <a:lnTo>
                  <a:pt x="51" y="367"/>
                </a:lnTo>
                <a:cubicBezTo>
                  <a:pt x="51" y="367"/>
                  <a:pt x="53" y="369"/>
                  <a:pt x="56" y="371"/>
                </a:cubicBezTo>
                <a:cubicBezTo>
                  <a:pt x="60" y="372"/>
                  <a:pt x="65" y="374"/>
                  <a:pt x="71" y="377"/>
                </a:cubicBezTo>
                <a:cubicBezTo>
                  <a:pt x="77" y="379"/>
                  <a:pt x="83" y="380"/>
                  <a:pt x="88" y="380"/>
                </a:cubicBezTo>
                <a:cubicBezTo>
                  <a:pt x="111" y="380"/>
                  <a:pt x="130" y="366"/>
                  <a:pt x="146" y="339"/>
                </a:cubicBezTo>
                <a:cubicBezTo>
                  <a:pt x="151" y="329"/>
                  <a:pt x="158" y="308"/>
                  <a:pt x="166" y="277"/>
                </a:cubicBezTo>
                <a:cubicBezTo>
                  <a:pt x="175" y="245"/>
                  <a:pt x="183" y="212"/>
                  <a:pt x="192" y="178"/>
                </a:cubicBezTo>
                <a:cubicBezTo>
                  <a:pt x="200" y="145"/>
                  <a:pt x="205" y="125"/>
                  <a:pt x="207" y="118"/>
                </a:cubicBezTo>
                <a:cubicBezTo>
                  <a:pt x="210" y="102"/>
                  <a:pt x="211" y="90"/>
                  <a:pt x="211" y="83"/>
                </a:cubicBezTo>
                <a:cubicBezTo>
                  <a:pt x="211" y="66"/>
                  <a:pt x="207" y="54"/>
                  <a:pt x="197" y="47"/>
                </a:cubicBezTo>
                <a:cubicBezTo>
                  <a:pt x="188" y="39"/>
                  <a:pt x="178" y="36"/>
                  <a:pt x="166" y="36"/>
                </a:cubicBezTo>
                <a:cubicBezTo>
                  <a:pt x="142" y="36"/>
                  <a:pt x="119" y="45"/>
                  <a:pt x="97" y="65"/>
                </a:cubicBezTo>
                <a:cubicBezTo>
                  <a:pt x="76" y="84"/>
                  <a:pt x="61" y="109"/>
                  <a:pt x="53" y="139"/>
                </a:cubicBezTo>
                <a:cubicBezTo>
                  <a:pt x="51" y="145"/>
                  <a:pt x="50" y="148"/>
                  <a:pt x="48" y="148"/>
                </a:cubicBezTo>
                <a:cubicBezTo>
                  <a:pt x="46" y="149"/>
                  <a:pt x="41" y="150"/>
                  <a:pt x="34" y="150"/>
                </a:cubicBezTo>
                <a:lnTo>
                  <a:pt x="21" y="150"/>
                </a:lnTo>
                <a:cubicBezTo>
                  <a:pt x="17" y="147"/>
                  <a:pt x="15" y="143"/>
                  <a:pt x="15" y="14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571320" y="3152880"/>
            <a:ext cx="50310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KL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ダイバージェンス — 非対称、発散可能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2610720" y="3505320"/>
            <a:ext cx="53946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は密度推定が必要、非重複支持で発散する。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571320" y="4062600"/>
            <a:ext cx="21510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必要な要件 —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3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つ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918000" y="4610160"/>
            <a:ext cx="2826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1E3A5F"/>
                </a:solidFill>
                <a:effectLst/>
                <a:uFillTx/>
                <a:latin typeface="NotoSansJP"/>
                <a:ea typeface="NotoSansJP"/>
              </a:rPr>
              <a:t>1.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1200240" y="4567320"/>
            <a:ext cx="10674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位置以外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2266920" y="4610160"/>
            <a:ext cx="24339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分散‧形状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を捕捉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918000" y="5048280"/>
            <a:ext cx="2826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1E3A5F"/>
                </a:solidFill>
                <a:effectLst/>
                <a:uFillTx/>
                <a:latin typeface="NotoSansJP"/>
                <a:ea typeface="NotoSansJP"/>
              </a:rPr>
              <a:t>2.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1200240" y="5005440"/>
            <a:ext cx="34678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臨床的に解釈可能なスケール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918000" y="5495760"/>
            <a:ext cx="2826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1E3A5F"/>
                </a:solidFill>
                <a:effectLst/>
                <a:uFillTx/>
                <a:latin typeface="NotoSansJP"/>
                <a:ea typeface="NotoSansJP"/>
              </a:rPr>
              <a:t>3.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1200240" y="5453280"/>
            <a:ext cx="37346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治療効果異質性への理論的連結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3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571320" y="155520"/>
            <a:ext cx="411552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既存手法とその限界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1927520" y="6657840"/>
            <a:ext cx="13284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1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2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3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4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5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6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7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8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571320" y="876240"/>
            <a:ext cx="23288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Wasserstein-1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距離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571320" y="1219320"/>
            <a:ext cx="30819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2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つの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CDF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間の総面積 —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3624480" y="1176480"/>
            <a:ext cx="21344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位置‧分散‧形状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32" name=""/>
          <p:cNvSpPr/>
          <p:nvPr/>
        </p:nvSpPr>
        <p:spPr>
          <a:xfrm>
            <a:off x="3843000" y="1927080"/>
            <a:ext cx="327240" cy="231120"/>
          </a:xfrm>
          <a:custGeom>
            <a:avLst/>
            <a:gdLst/>
            <a:ahLst/>
            <a:rect l="0" t="0" r="r" b="b"/>
            <a:pathLst>
              <a:path w="909" h="642">
                <a:moveTo>
                  <a:pt x="351" y="0"/>
                </a:moveTo>
                <a:cubicBezTo>
                  <a:pt x="359" y="0"/>
                  <a:pt x="374" y="0"/>
                  <a:pt x="396" y="0"/>
                </a:cubicBezTo>
                <a:cubicBezTo>
                  <a:pt x="418" y="1"/>
                  <a:pt x="438" y="2"/>
                  <a:pt x="457" y="2"/>
                </a:cubicBezTo>
                <a:cubicBezTo>
                  <a:pt x="488" y="2"/>
                  <a:pt x="514" y="2"/>
                  <a:pt x="535" y="1"/>
                </a:cubicBezTo>
                <a:cubicBezTo>
                  <a:pt x="555" y="1"/>
                  <a:pt x="567" y="0"/>
                  <a:pt x="570" y="0"/>
                </a:cubicBezTo>
                <a:cubicBezTo>
                  <a:pt x="581" y="0"/>
                  <a:pt x="586" y="3"/>
                  <a:pt x="586" y="8"/>
                </a:cubicBezTo>
                <a:cubicBezTo>
                  <a:pt x="586" y="10"/>
                  <a:pt x="585" y="15"/>
                  <a:pt x="584" y="21"/>
                </a:cubicBezTo>
                <a:cubicBezTo>
                  <a:pt x="581" y="32"/>
                  <a:pt x="578" y="38"/>
                  <a:pt x="575" y="40"/>
                </a:cubicBezTo>
                <a:cubicBezTo>
                  <a:pt x="573" y="41"/>
                  <a:pt x="566" y="41"/>
                  <a:pt x="555" y="41"/>
                </a:cubicBezTo>
                <a:cubicBezTo>
                  <a:pt x="540" y="42"/>
                  <a:pt x="528" y="43"/>
                  <a:pt x="519" y="46"/>
                </a:cubicBezTo>
                <a:cubicBezTo>
                  <a:pt x="510" y="48"/>
                  <a:pt x="504" y="51"/>
                  <a:pt x="500" y="53"/>
                </a:cubicBezTo>
                <a:cubicBezTo>
                  <a:pt x="496" y="56"/>
                  <a:pt x="495" y="58"/>
                  <a:pt x="497" y="61"/>
                </a:cubicBezTo>
                <a:cubicBezTo>
                  <a:pt x="497" y="69"/>
                  <a:pt x="502" y="142"/>
                  <a:pt x="512" y="279"/>
                </a:cubicBezTo>
                <a:cubicBezTo>
                  <a:pt x="521" y="416"/>
                  <a:pt x="526" y="489"/>
                  <a:pt x="526" y="496"/>
                </a:cubicBezTo>
                <a:lnTo>
                  <a:pt x="528" y="494"/>
                </a:lnTo>
                <a:cubicBezTo>
                  <a:pt x="529" y="492"/>
                  <a:pt x="531" y="489"/>
                  <a:pt x="534" y="485"/>
                </a:cubicBezTo>
                <a:cubicBezTo>
                  <a:pt x="536" y="480"/>
                  <a:pt x="540" y="475"/>
                  <a:pt x="545" y="467"/>
                </a:cubicBezTo>
                <a:cubicBezTo>
                  <a:pt x="549" y="460"/>
                  <a:pt x="555" y="451"/>
                  <a:pt x="560" y="440"/>
                </a:cubicBezTo>
                <a:cubicBezTo>
                  <a:pt x="565" y="429"/>
                  <a:pt x="573" y="417"/>
                  <a:pt x="582" y="403"/>
                </a:cubicBezTo>
                <a:cubicBezTo>
                  <a:pt x="591" y="389"/>
                  <a:pt x="600" y="372"/>
                  <a:pt x="609" y="354"/>
                </a:cubicBezTo>
                <a:cubicBezTo>
                  <a:pt x="618" y="335"/>
                  <a:pt x="630" y="314"/>
                  <a:pt x="645" y="293"/>
                </a:cubicBezTo>
                <a:cubicBezTo>
                  <a:pt x="709" y="181"/>
                  <a:pt x="744" y="117"/>
                  <a:pt x="753" y="102"/>
                </a:cubicBezTo>
                <a:cubicBezTo>
                  <a:pt x="761" y="85"/>
                  <a:pt x="766" y="75"/>
                  <a:pt x="767" y="71"/>
                </a:cubicBezTo>
                <a:cubicBezTo>
                  <a:pt x="767" y="62"/>
                  <a:pt x="761" y="55"/>
                  <a:pt x="749" y="50"/>
                </a:cubicBezTo>
                <a:cubicBezTo>
                  <a:pt x="738" y="44"/>
                  <a:pt x="725" y="41"/>
                  <a:pt x="711" y="41"/>
                </a:cubicBezTo>
                <a:cubicBezTo>
                  <a:pt x="703" y="41"/>
                  <a:pt x="698" y="38"/>
                  <a:pt x="698" y="32"/>
                </a:cubicBezTo>
                <a:cubicBezTo>
                  <a:pt x="698" y="30"/>
                  <a:pt x="699" y="27"/>
                  <a:pt x="700" y="20"/>
                </a:cubicBezTo>
                <a:cubicBezTo>
                  <a:pt x="703" y="11"/>
                  <a:pt x="704" y="5"/>
                  <a:pt x="706" y="3"/>
                </a:cubicBezTo>
                <a:cubicBezTo>
                  <a:pt x="707" y="1"/>
                  <a:pt x="711" y="0"/>
                  <a:pt x="718" y="0"/>
                </a:cubicBezTo>
                <a:cubicBezTo>
                  <a:pt x="720" y="0"/>
                  <a:pt x="725" y="0"/>
                  <a:pt x="734" y="0"/>
                </a:cubicBezTo>
                <a:cubicBezTo>
                  <a:pt x="742" y="0"/>
                  <a:pt x="754" y="0"/>
                  <a:pt x="769" y="0"/>
                </a:cubicBezTo>
                <a:cubicBezTo>
                  <a:pt x="785" y="0"/>
                  <a:pt x="801" y="1"/>
                  <a:pt x="819" y="1"/>
                </a:cubicBezTo>
                <a:cubicBezTo>
                  <a:pt x="859" y="1"/>
                  <a:pt x="884" y="1"/>
                  <a:pt x="896" y="0"/>
                </a:cubicBezTo>
                <a:cubicBezTo>
                  <a:pt x="904" y="0"/>
                  <a:pt x="909" y="3"/>
                  <a:pt x="909" y="10"/>
                </a:cubicBezTo>
                <a:cubicBezTo>
                  <a:pt x="909" y="13"/>
                  <a:pt x="908" y="18"/>
                  <a:pt x="906" y="25"/>
                </a:cubicBezTo>
                <a:cubicBezTo>
                  <a:pt x="904" y="32"/>
                  <a:pt x="902" y="36"/>
                  <a:pt x="899" y="39"/>
                </a:cubicBezTo>
                <a:cubicBezTo>
                  <a:pt x="897" y="41"/>
                  <a:pt x="894" y="42"/>
                  <a:pt x="890" y="41"/>
                </a:cubicBezTo>
                <a:cubicBezTo>
                  <a:pt x="877" y="41"/>
                  <a:pt x="865" y="43"/>
                  <a:pt x="854" y="47"/>
                </a:cubicBezTo>
                <a:cubicBezTo>
                  <a:pt x="843" y="50"/>
                  <a:pt x="834" y="55"/>
                  <a:pt x="827" y="60"/>
                </a:cubicBezTo>
                <a:cubicBezTo>
                  <a:pt x="819" y="64"/>
                  <a:pt x="814" y="70"/>
                  <a:pt x="809" y="75"/>
                </a:cubicBezTo>
                <a:cubicBezTo>
                  <a:pt x="805" y="81"/>
                  <a:pt x="802" y="85"/>
                  <a:pt x="798" y="90"/>
                </a:cubicBezTo>
                <a:lnTo>
                  <a:pt x="795" y="95"/>
                </a:lnTo>
                <a:lnTo>
                  <a:pt x="640" y="365"/>
                </a:lnTo>
                <a:cubicBezTo>
                  <a:pt x="538" y="545"/>
                  <a:pt x="487" y="635"/>
                  <a:pt x="486" y="636"/>
                </a:cubicBezTo>
                <a:cubicBezTo>
                  <a:pt x="483" y="640"/>
                  <a:pt x="475" y="642"/>
                  <a:pt x="464" y="642"/>
                </a:cubicBezTo>
                <a:cubicBezTo>
                  <a:pt x="455" y="642"/>
                  <a:pt x="450" y="641"/>
                  <a:pt x="447" y="638"/>
                </a:cubicBezTo>
                <a:cubicBezTo>
                  <a:pt x="445" y="636"/>
                  <a:pt x="440" y="561"/>
                  <a:pt x="430" y="414"/>
                </a:cubicBezTo>
                <a:cubicBezTo>
                  <a:pt x="420" y="266"/>
                  <a:pt x="415" y="190"/>
                  <a:pt x="414" y="185"/>
                </a:cubicBezTo>
                <a:lnTo>
                  <a:pt x="403" y="202"/>
                </a:lnTo>
                <a:cubicBezTo>
                  <a:pt x="390" y="224"/>
                  <a:pt x="351" y="292"/>
                  <a:pt x="287" y="405"/>
                </a:cubicBezTo>
                <a:cubicBezTo>
                  <a:pt x="200" y="557"/>
                  <a:pt x="155" y="634"/>
                  <a:pt x="154" y="636"/>
                </a:cubicBezTo>
                <a:cubicBezTo>
                  <a:pt x="153" y="637"/>
                  <a:pt x="151" y="638"/>
                  <a:pt x="150" y="639"/>
                </a:cubicBezTo>
                <a:cubicBezTo>
                  <a:pt x="147" y="641"/>
                  <a:pt x="141" y="642"/>
                  <a:pt x="133" y="642"/>
                </a:cubicBezTo>
                <a:cubicBezTo>
                  <a:pt x="122" y="642"/>
                  <a:pt x="115" y="640"/>
                  <a:pt x="114" y="636"/>
                </a:cubicBezTo>
                <a:cubicBezTo>
                  <a:pt x="114" y="634"/>
                  <a:pt x="107" y="537"/>
                  <a:pt x="94" y="345"/>
                </a:cubicBezTo>
                <a:cubicBezTo>
                  <a:pt x="81" y="154"/>
                  <a:pt x="74" y="56"/>
                  <a:pt x="73" y="55"/>
                </a:cubicBezTo>
                <a:cubicBezTo>
                  <a:pt x="72" y="50"/>
                  <a:pt x="69" y="46"/>
                  <a:pt x="64" y="45"/>
                </a:cubicBezTo>
                <a:cubicBezTo>
                  <a:pt x="59" y="44"/>
                  <a:pt x="47" y="43"/>
                  <a:pt x="29" y="41"/>
                </a:cubicBezTo>
                <a:lnTo>
                  <a:pt x="7" y="41"/>
                </a:lnTo>
                <a:cubicBezTo>
                  <a:pt x="2" y="37"/>
                  <a:pt x="0" y="34"/>
                  <a:pt x="0" y="31"/>
                </a:cubicBezTo>
                <a:cubicBezTo>
                  <a:pt x="1" y="17"/>
                  <a:pt x="5" y="7"/>
                  <a:pt x="12" y="0"/>
                </a:cubicBezTo>
                <a:lnTo>
                  <a:pt x="23" y="0"/>
                </a:lnTo>
                <a:cubicBezTo>
                  <a:pt x="49" y="1"/>
                  <a:pt x="79" y="2"/>
                  <a:pt x="114" y="2"/>
                </a:cubicBezTo>
                <a:cubicBezTo>
                  <a:pt x="190" y="2"/>
                  <a:pt x="231" y="1"/>
                  <a:pt x="239" y="0"/>
                </a:cubicBezTo>
                <a:lnTo>
                  <a:pt x="248" y="0"/>
                </a:lnTo>
                <a:cubicBezTo>
                  <a:pt x="251" y="3"/>
                  <a:pt x="253" y="6"/>
                  <a:pt x="253" y="8"/>
                </a:cubicBezTo>
                <a:cubicBezTo>
                  <a:pt x="253" y="10"/>
                  <a:pt x="253" y="15"/>
                  <a:pt x="251" y="24"/>
                </a:cubicBezTo>
                <a:cubicBezTo>
                  <a:pt x="248" y="33"/>
                  <a:pt x="246" y="39"/>
                  <a:pt x="243" y="41"/>
                </a:cubicBezTo>
                <a:lnTo>
                  <a:pt x="224" y="41"/>
                </a:lnTo>
                <a:cubicBezTo>
                  <a:pt x="187" y="43"/>
                  <a:pt x="167" y="48"/>
                  <a:pt x="165" y="57"/>
                </a:cubicBezTo>
                <a:cubicBezTo>
                  <a:pt x="183" y="337"/>
                  <a:pt x="194" y="484"/>
                  <a:pt x="196" y="498"/>
                </a:cubicBezTo>
                <a:lnTo>
                  <a:pt x="410" y="122"/>
                </a:lnTo>
                <a:lnTo>
                  <a:pt x="408" y="87"/>
                </a:lnTo>
                <a:cubicBezTo>
                  <a:pt x="406" y="61"/>
                  <a:pt x="403" y="48"/>
                  <a:pt x="399" y="46"/>
                </a:cubicBezTo>
                <a:cubicBezTo>
                  <a:pt x="395" y="43"/>
                  <a:pt x="383" y="42"/>
                  <a:pt x="361" y="41"/>
                </a:cubicBezTo>
                <a:cubicBezTo>
                  <a:pt x="349" y="41"/>
                  <a:pt x="342" y="41"/>
                  <a:pt x="338" y="40"/>
                </a:cubicBezTo>
                <a:cubicBezTo>
                  <a:pt x="334" y="38"/>
                  <a:pt x="332" y="36"/>
                  <a:pt x="332" y="31"/>
                </a:cubicBezTo>
                <a:cubicBezTo>
                  <a:pt x="332" y="30"/>
                  <a:pt x="333" y="27"/>
                  <a:pt x="334" y="20"/>
                </a:cubicBezTo>
                <a:cubicBezTo>
                  <a:pt x="335" y="18"/>
                  <a:pt x="336" y="15"/>
                  <a:pt x="336" y="12"/>
                </a:cubicBezTo>
                <a:cubicBezTo>
                  <a:pt x="337" y="9"/>
                  <a:pt x="337" y="7"/>
                  <a:pt x="337" y="6"/>
                </a:cubicBezTo>
                <a:cubicBezTo>
                  <a:pt x="337" y="5"/>
                  <a:pt x="338" y="3"/>
                  <a:pt x="340" y="2"/>
                </a:cubicBezTo>
                <a:cubicBezTo>
                  <a:pt x="342" y="1"/>
                  <a:pt x="343" y="0"/>
                  <a:pt x="343" y="0"/>
                </a:cubicBezTo>
                <a:cubicBezTo>
                  <a:pt x="344" y="0"/>
                  <a:pt x="346" y="0"/>
                  <a:pt x="351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33" name=""/>
          <p:cNvSpPr/>
          <p:nvPr/>
        </p:nvSpPr>
        <p:spPr>
          <a:xfrm>
            <a:off x="4165560" y="2045520"/>
            <a:ext cx="80280" cy="154800"/>
          </a:xfrm>
          <a:custGeom>
            <a:avLst/>
            <a:gdLst/>
            <a:ahLst/>
            <a:rect l="0" t="0" r="r" b="b"/>
            <a:pathLst>
              <a:path w="223" h="430">
                <a:moveTo>
                  <a:pt x="85" y="57"/>
                </a:moveTo>
                <a:lnTo>
                  <a:pt x="77" y="60"/>
                </a:lnTo>
                <a:cubicBezTo>
                  <a:pt x="71" y="62"/>
                  <a:pt x="62" y="64"/>
                  <a:pt x="51" y="66"/>
                </a:cubicBezTo>
                <a:cubicBezTo>
                  <a:pt x="40" y="68"/>
                  <a:pt x="26" y="70"/>
                  <a:pt x="13" y="71"/>
                </a:cubicBezTo>
                <a:lnTo>
                  <a:pt x="0" y="71"/>
                </a:lnTo>
                <a:lnTo>
                  <a:pt x="0" y="41"/>
                </a:lnTo>
                <a:lnTo>
                  <a:pt x="13" y="41"/>
                </a:lnTo>
                <a:cubicBezTo>
                  <a:pt x="34" y="40"/>
                  <a:pt x="52" y="37"/>
                  <a:pt x="70" y="32"/>
                </a:cubicBezTo>
                <a:cubicBezTo>
                  <a:pt x="87" y="26"/>
                  <a:pt x="99" y="21"/>
                  <a:pt x="106" y="16"/>
                </a:cubicBezTo>
                <a:cubicBezTo>
                  <a:pt x="112" y="11"/>
                  <a:pt x="118" y="7"/>
                  <a:pt x="124" y="2"/>
                </a:cubicBezTo>
                <a:cubicBezTo>
                  <a:pt x="124" y="1"/>
                  <a:pt x="127" y="0"/>
                  <a:pt x="131" y="0"/>
                </a:cubicBezTo>
                <a:cubicBezTo>
                  <a:pt x="135" y="0"/>
                  <a:pt x="139" y="1"/>
                  <a:pt x="142" y="4"/>
                </a:cubicBezTo>
                <a:lnTo>
                  <a:pt x="142" y="197"/>
                </a:lnTo>
                <a:lnTo>
                  <a:pt x="143" y="390"/>
                </a:lnTo>
                <a:cubicBezTo>
                  <a:pt x="146" y="393"/>
                  <a:pt x="149" y="395"/>
                  <a:pt x="151" y="396"/>
                </a:cubicBezTo>
                <a:cubicBezTo>
                  <a:pt x="153" y="397"/>
                  <a:pt x="158" y="398"/>
                  <a:pt x="166" y="399"/>
                </a:cubicBezTo>
                <a:cubicBezTo>
                  <a:pt x="174" y="400"/>
                  <a:pt x="188" y="400"/>
                  <a:pt x="206" y="400"/>
                </a:cubicBezTo>
                <a:lnTo>
                  <a:pt x="223" y="400"/>
                </a:lnTo>
                <a:lnTo>
                  <a:pt x="223" y="430"/>
                </a:lnTo>
                <a:lnTo>
                  <a:pt x="216" y="430"/>
                </a:lnTo>
                <a:cubicBezTo>
                  <a:pt x="207" y="428"/>
                  <a:pt x="173" y="428"/>
                  <a:pt x="113" y="428"/>
                </a:cubicBezTo>
                <a:cubicBezTo>
                  <a:pt x="55" y="428"/>
                  <a:pt x="20" y="428"/>
                  <a:pt x="11" y="430"/>
                </a:cubicBezTo>
                <a:lnTo>
                  <a:pt x="4" y="430"/>
                </a:lnTo>
                <a:lnTo>
                  <a:pt x="4" y="400"/>
                </a:lnTo>
                <a:lnTo>
                  <a:pt x="20" y="400"/>
                </a:lnTo>
                <a:cubicBezTo>
                  <a:pt x="30" y="400"/>
                  <a:pt x="39" y="400"/>
                  <a:pt x="46" y="400"/>
                </a:cubicBezTo>
                <a:cubicBezTo>
                  <a:pt x="53" y="400"/>
                  <a:pt x="58" y="400"/>
                  <a:pt x="62" y="399"/>
                </a:cubicBezTo>
                <a:cubicBezTo>
                  <a:pt x="66" y="399"/>
                  <a:pt x="69" y="398"/>
                  <a:pt x="72" y="397"/>
                </a:cubicBezTo>
                <a:cubicBezTo>
                  <a:pt x="75" y="397"/>
                  <a:pt x="77" y="396"/>
                  <a:pt x="77" y="396"/>
                </a:cubicBezTo>
                <a:cubicBezTo>
                  <a:pt x="78" y="396"/>
                  <a:pt x="79" y="395"/>
                  <a:pt x="81" y="393"/>
                </a:cubicBezTo>
                <a:cubicBezTo>
                  <a:pt x="83" y="391"/>
                  <a:pt x="85" y="390"/>
                  <a:pt x="85" y="390"/>
                </a:cubicBezTo>
                <a:lnTo>
                  <a:pt x="85" y="5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34" name=""/>
          <p:cNvSpPr/>
          <p:nvPr/>
        </p:nvSpPr>
        <p:spPr>
          <a:xfrm>
            <a:off x="4309560" y="190512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0" y="455"/>
                </a:moveTo>
                <a:cubicBezTo>
                  <a:pt x="0" y="413"/>
                  <a:pt x="3" y="373"/>
                  <a:pt x="9" y="335"/>
                </a:cubicBezTo>
                <a:cubicBezTo>
                  <a:pt x="15" y="298"/>
                  <a:pt x="22" y="265"/>
                  <a:pt x="30" y="238"/>
                </a:cubicBezTo>
                <a:cubicBezTo>
                  <a:pt x="38" y="211"/>
                  <a:pt x="49" y="184"/>
                  <a:pt x="63" y="158"/>
                </a:cubicBezTo>
                <a:cubicBezTo>
                  <a:pt x="79" y="132"/>
                  <a:pt x="91" y="111"/>
                  <a:pt x="99" y="97"/>
                </a:cubicBezTo>
                <a:cubicBezTo>
                  <a:pt x="108" y="82"/>
                  <a:pt x="120" y="67"/>
                  <a:pt x="137" y="50"/>
                </a:cubicBezTo>
                <a:cubicBezTo>
                  <a:pt x="154" y="33"/>
                  <a:pt x="164" y="22"/>
                  <a:pt x="167" y="19"/>
                </a:cubicBezTo>
                <a:cubicBezTo>
                  <a:pt x="170" y="15"/>
                  <a:pt x="178" y="9"/>
                  <a:pt x="190" y="0"/>
                </a:cubicBezTo>
                <a:lnTo>
                  <a:pt x="202" y="0"/>
                </a:lnTo>
                <a:lnTo>
                  <a:pt x="206" y="0"/>
                </a:lnTo>
                <a:cubicBezTo>
                  <a:pt x="214" y="0"/>
                  <a:pt x="218" y="2"/>
                  <a:pt x="218" y="8"/>
                </a:cubicBezTo>
                <a:cubicBezTo>
                  <a:pt x="218" y="10"/>
                  <a:pt x="213" y="16"/>
                  <a:pt x="203" y="27"/>
                </a:cubicBezTo>
                <a:cubicBezTo>
                  <a:pt x="193" y="38"/>
                  <a:pt x="180" y="54"/>
                  <a:pt x="166" y="75"/>
                </a:cubicBezTo>
                <a:cubicBezTo>
                  <a:pt x="151" y="96"/>
                  <a:pt x="136" y="122"/>
                  <a:pt x="121" y="153"/>
                </a:cubicBezTo>
                <a:cubicBezTo>
                  <a:pt x="106" y="184"/>
                  <a:pt x="93" y="226"/>
                  <a:pt x="83" y="279"/>
                </a:cubicBezTo>
                <a:cubicBezTo>
                  <a:pt x="71" y="332"/>
                  <a:pt x="66" y="390"/>
                  <a:pt x="66" y="455"/>
                </a:cubicBezTo>
                <a:cubicBezTo>
                  <a:pt x="66" y="519"/>
                  <a:pt x="71" y="577"/>
                  <a:pt x="83" y="630"/>
                </a:cubicBezTo>
                <a:cubicBezTo>
                  <a:pt x="93" y="682"/>
                  <a:pt x="105" y="725"/>
                  <a:pt x="120" y="757"/>
                </a:cubicBezTo>
                <a:cubicBezTo>
                  <a:pt x="135" y="789"/>
                  <a:pt x="149" y="815"/>
                  <a:pt x="165" y="835"/>
                </a:cubicBezTo>
                <a:cubicBezTo>
                  <a:pt x="180" y="855"/>
                  <a:pt x="193" y="871"/>
                  <a:pt x="203" y="883"/>
                </a:cubicBezTo>
                <a:cubicBezTo>
                  <a:pt x="213" y="895"/>
                  <a:pt x="218" y="902"/>
                  <a:pt x="218" y="902"/>
                </a:cubicBezTo>
                <a:cubicBezTo>
                  <a:pt x="218" y="908"/>
                  <a:pt x="214" y="911"/>
                  <a:pt x="205" y="911"/>
                </a:cubicBezTo>
                <a:lnTo>
                  <a:pt x="202" y="911"/>
                </a:lnTo>
                <a:lnTo>
                  <a:pt x="190" y="911"/>
                </a:lnTo>
                <a:lnTo>
                  <a:pt x="165" y="889"/>
                </a:lnTo>
                <a:cubicBezTo>
                  <a:pt x="108" y="837"/>
                  <a:pt x="65" y="773"/>
                  <a:pt x="39" y="696"/>
                </a:cubicBezTo>
                <a:cubicBezTo>
                  <a:pt x="13" y="619"/>
                  <a:pt x="0" y="538"/>
                  <a:pt x="0" y="4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35" name=""/>
          <p:cNvSpPr/>
          <p:nvPr/>
        </p:nvSpPr>
        <p:spPr>
          <a:xfrm>
            <a:off x="4416120" y="1927800"/>
            <a:ext cx="235800" cy="223200"/>
          </a:xfrm>
          <a:custGeom>
            <a:avLst/>
            <a:gdLst/>
            <a:ahLst/>
            <a:rect l="0" t="0" r="r" b="b"/>
            <a:pathLst>
              <a:path w="655" h="620">
                <a:moveTo>
                  <a:pt x="16" y="619"/>
                </a:moveTo>
                <a:cubicBezTo>
                  <a:pt x="6" y="619"/>
                  <a:pt x="0" y="616"/>
                  <a:pt x="0" y="610"/>
                </a:cubicBezTo>
                <a:cubicBezTo>
                  <a:pt x="0" y="609"/>
                  <a:pt x="1" y="605"/>
                  <a:pt x="3" y="597"/>
                </a:cubicBezTo>
                <a:cubicBezTo>
                  <a:pt x="6" y="588"/>
                  <a:pt x="8" y="582"/>
                  <a:pt x="10" y="581"/>
                </a:cubicBezTo>
                <a:cubicBezTo>
                  <a:pt x="13" y="580"/>
                  <a:pt x="20" y="579"/>
                  <a:pt x="31" y="578"/>
                </a:cubicBezTo>
                <a:cubicBezTo>
                  <a:pt x="48" y="578"/>
                  <a:pt x="66" y="577"/>
                  <a:pt x="86" y="575"/>
                </a:cubicBezTo>
                <a:cubicBezTo>
                  <a:pt x="94" y="574"/>
                  <a:pt x="100" y="570"/>
                  <a:pt x="103" y="565"/>
                </a:cubicBezTo>
                <a:cubicBezTo>
                  <a:pt x="104" y="561"/>
                  <a:pt x="126" y="475"/>
                  <a:pt x="168" y="308"/>
                </a:cubicBezTo>
                <a:cubicBezTo>
                  <a:pt x="210" y="140"/>
                  <a:pt x="231" y="55"/>
                  <a:pt x="232" y="53"/>
                </a:cubicBezTo>
                <a:cubicBezTo>
                  <a:pt x="232" y="49"/>
                  <a:pt x="230" y="47"/>
                  <a:pt x="228" y="47"/>
                </a:cubicBezTo>
                <a:cubicBezTo>
                  <a:pt x="223" y="45"/>
                  <a:pt x="207" y="43"/>
                  <a:pt x="180" y="42"/>
                </a:cubicBezTo>
                <a:lnTo>
                  <a:pt x="152" y="42"/>
                </a:lnTo>
                <a:cubicBezTo>
                  <a:pt x="148" y="38"/>
                  <a:pt x="146" y="36"/>
                  <a:pt x="146" y="35"/>
                </a:cubicBezTo>
                <a:cubicBezTo>
                  <a:pt x="146" y="34"/>
                  <a:pt x="147" y="28"/>
                  <a:pt x="148" y="19"/>
                </a:cubicBezTo>
                <a:cubicBezTo>
                  <a:pt x="150" y="9"/>
                  <a:pt x="153" y="3"/>
                  <a:pt x="157" y="0"/>
                </a:cubicBezTo>
                <a:lnTo>
                  <a:pt x="648" y="0"/>
                </a:lnTo>
                <a:cubicBezTo>
                  <a:pt x="653" y="3"/>
                  <a:pt x="655" y="6"/>
                  <a:pt x="655" y="10"/>
                </a:cubicBezTo>
                <a:cubicBezTo>
                  <a:pt x="655" y="13"/>
                  <a:pt x="651" y="47"/>
                  <a:pt x="643" y="112"/>
                </a:cubicBezTo>
                <a:cubicBezTo>
                  <a:pt x="635" y="177"/>
                  <a:pt x="631" y="210"/>
                  <a:pt x="630" y="212"/>
                </a:cubicBezTo>
                <a:cubicBezTo>
                  <a:pt x="629" y="217"/>
                  <a:pt x="623" y="219"/>
                  <a:pt x="612" y="219"/>
                </a:cubicBezTo>
                <a:lnTo>
                  <a:pt x="601" y="219"/>
                </a:lnTo>
                <a:cubicBezTo>
                  <a:pt x="597" y="216"/>
                  <a:pt x="595" y="212"/>
                  <a:pt x="595" y="207"/>
                </a:cubicBezTo>
                <a:cubicBezTo>
                  <a:pt x="595" y="206"/>
                  <a:pt x="596" y="199"/>
                  <a:pt x="597" y="185"/>
                </a:cubicBezTo>
                <a:cubicBezTo>
                  <a:pt x="599" y="171"/>
                  <a:pt x="600" y="155"/>
                  <a:pt x="600" y="137"/>
                </a:cubicBezTo>
                <a:cubicBezTo>
                  <a:pt x="600" y="119"/>
                  <a:pt x="598" y="104"/>
                  <a:pt x="594" y="92"/>
                </a:cubicBezTo>
                <a:cubicBezTo>
                  <a:pt x="590" y="81"/>
                  <a:pt x="584" y="71"/>
                  <a:pt x="577" y="64"/>
                </a:cubicBezTo>
                <a:cubicBezTo>
                  <a:pt x="569" y="57"/>
                  <a:pt x="558" y="52"/>
                  <a:pt x="543" y="49"/>
                </a:cubicBezTo>
                <a:cubicBezTo>
                  <a:pt x="528" y="47"/>
                  <a:pt x="512" y="45"/>
                  <a:pt x="496" y="43"/>
                </a:cubicBezTo>
                <a:cubicBezTo>
                  <a:pt x="481" y="41"/>
                  <a:pt x="458" y="41"/>
                  <a:pt x="430" y="42"/>
                </a:cubicBezTo>
                <a:lnTo>
                  <a:pt x="409" y="42"/>
                </a:lnTo>
                <a:cubicBezTo>
                  <a:pt x="359" y="43"/>
                  <a:pt x="333" y="44"/>
                  <a:pt x="330" y="45"/>
                </a:cubicBezTo>
                <a:cubicBezTo>
                  <a:pt x="327" y="46"/>
                  <a:pt x="325" y="48"/>
                  <a:pt x="324" y="52"/>
                </a:cubicBezTo>
                <a:cubicBezTo>
                  <a:pt x="323" y="53"/>
                  <a:pt x="313" y="92"/>
                  <a:pt x="293" y="171"/>
                </a:cubicBezTo>
                <a:lnTo>
                  <a:pt x="263" y="289"/>
                </a:lnTo>
                <a:lnTo>
                  <a:pt x="313" y="289"/>
                </a:lnTo>
                <a:cubicBezTo>
                  <a:pt x="315" y="289"/>
                  <a:pt x="322" y="289"/>
                  <a:pt x="334" y="289"/>
                </a:cubicBezTo>
                <a:cubicBezTo>
                  <a:pt x="347" y="289"/>
                  <a:pt x="355" y="288"/>
                  <a:pt x="360" y="288"/>
                </a:cubicBezTo>
                <a:cubicBezTo>
                  <a:pt x="365" y="287"/>
                  <a:pt x="371" y="286"/>
                  <a:pt x="380" y="285"/>
                </a:cubicBezTo>
                <a:cubicBezTo>
                  <a:pt x="388" y="284"/>
                  <a:pt x="396" y="282"/>
                  <a:pt x="402" y="279"/>
                </a:cubicBezTo>
                <a:cubicBezTo>
                  <a:pt x="408" y="276"/>
                  <a:pt x="413" y="272"/>
                  <a:pt x="417" y="268"/>
                </a:cubicBezTo>
                <a:cubicBezTo>
                  <a:pt x="425" y="261"/>
                  <a:pt x="432" y="250"/>
                  <a:pt x="437" y="238"/>
                </a:cubicBezTo>
                <a:cubicBezTo>
                  <a:pt x="443" y="225"/>
                  <a:pt x="447" y="213"/>
                  <a:pt x="449" y="203"/>
                </a:cubicBezTo>
                <a:cubicBezTo>
                  <a:pt x="452" y="193"/>
                  <a:pt x="453" y="187"/>
                  <a:pt x="454" y="187"/>
                </a:cubicBezTo>
                <a:cubicBezTo>
                  <a:pt x="455" y="184"/>
                  <a:pt x="461" y="182"/>
                  <a:pt x="472" y="182"/>
                </a:cubicBezTo>
                <a:lnTo>
                  <a:pt x="483" y="182"/>
                </a:lnTo>
                <a:cubicBezTo>
                  <a:pt x="487" y="185"/>
                  <a:pt x="489" y="188"/>
                  <a:pt x="489" y="191"/>
                </a:cubicBezTo>
                <a:cubicBezTo>
                  <a:pt x="489" y="193"/>
                  <a:pt x="480" y="233"/>
                  <a:pt x="460" y="311"/>
                </a:cubicBezTo>
                <a:cubicBezTo>
                  <a:pt x="441" y="388"/>
                  <a:pt x="431" y="428"/>
                  <a:pt x="429" y="431"/>
                </a:cubicBezTo>
                <a:cubicBezTo>
                  <a:pt x="428" y="435"/>
                  <a:pt x="422" y="437"/>
                  <a:pt x="411" y="437"/>
                </a:cubicBezTo>
                <a:lnTo>
                  <a:pt x="400" y="437"/>
                </a:lnTo>
                <a:cubicBezTo>
                  <a:pt x="396" y="433"/>
                  <a:pt x="394" y="430"/>
                  <a:pt x="394" y="426"/>
                </a:cubicBezTo>
                <a:cubicBezTo>
                  <a:pt x="394" y="424"/>
                  <a:pt x="395" y="418"/>
                  <a:pt x="398" y="406"/>
                </a:cubicBezTo>
                <a:cubicBezTo>
                  <a:pt x="401" y="395"/>
                  <a:pt x="403" y="382"/>
                  <a:pt x="403" y="370"/>
                </a:cubicBezTo>
                <a:cubicBezTo>
                  <a:pt x="403" y="352"/>
                  <a:pt x="397" y="341"/>
                  <a:pt x="384" y="337"/>
                </a:cubicBezTo>
                <a:cubicBezTo>
                  <a:pt x="372" y="333"/>
                  <a:pt x="345" y="331"/>
                  <a:pt x="303" y="331"/>
                </a:cubicBezTo>
                <a:lnTo>
                  <a:pt x="253" y="331"/>
                </a:lnTo>
                <a:lnTo>
                  <a:pt x="224" y="446"/>
                </a:lnTo>
                <a:cubicBezTo>
                  <a:pt x="205" y="522"/>
                  <a:pt x="195" y="562"/>
                  <a:pt x="195" y="565"/>
                </a:cubicBezTo>
                <a:cubicBezTo>
                  <a:pt x="195" y="574"/>
                  <a:pt x="222" y="578"/>
                  <a:pt x="276" y="578"/>
                </a:cubicBezTo>
                <a:lnTo>
                  <a:pt x="299" y="578"/>
                </a:lnTo>
                <a:cubicBezTo>
                  <a:pt x="303" y="582"/>
                  <a:pt x="304" y="584"/>
                  <a:pt x="304" y="585"/>
                </a:cubicBezTo>
                <a:cubicBezTo>
                  <a:pt x="304" y="585"/>
                  <a:pt x="304" y="591"/>
                  <a:pt x="303" y="603"/>
                </a:cubicBezTo>
                <a:cubicBezTo>
                  <a:pt x="300" y="611"/>
                  <a:pt x="297" y="616"/>
                  <a:pt x="293" y="620"/>
                </a:cubicBezTo>
                <a:lnTo>
                  <a:pt x="278" y="620"/>
                </a:lnTo>
                <a:cubicBezTo>
                  <a:pt x="253" y="619"/>
                  <a:pt x="207" y="618"/>
                  <a:pt x="141" y="618"/>
                </a:cubicBezTo>
                <a:cubicBezTo>
                  <a:pt x="101" y="618"/>
                  <a:pt x="71" y="618"/>
                  <a:pt x="51" y="618"/>
                </a:cubicBezTo>
                <a:cubicBezTo>
                  <a:pt x="30" y="618"/>
                  <a:pt x="18" y="619"/>
                  <a:pt x="16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36" name=""/>
          <p:cNvSpPr/>
          <p:nvPr/>
        </p:nvSpPr>
        <p:spPr>
          <a:xfrm>
            <a:off x="4677120" y="2111040"/>
            <a:ext cx="43560" cy="103680"/>
          </a:xfrm>
          <a:custGeom>
            <a:avLst/>
            <a:gdLst/>
            <a:ahLst/>
            <a:rect l="0" t="0" r="r" b="b"/>
            <a:pathLst>
              <a:path w="121" h="288">
                <a:moveTo>
                  <a:pt x="0" y="78"/>
                </a:moveTo>
                <a:cubicBezTo>
                  <a:pt x="0" y="78"/>
                  <a:pt x="0" y="71"/>
                  <a:pt x="0" y="55"/>
                </a:cubicBezTo>
                <a:cubicBezTo>
                  <a:pt x="0" y="40"/>
                  <a:pt x="5" y="27"/>
                  <a:pt x="14" y="16"/>
                </a:cubicBezTo>
                <a:cubicBezTo>
                  <a:pt x="24" y="5"/>
                  <a:pt x="38" y="0"/>
                  <a:pt x="54" y="0"/>
                </a:cubicBezTo>
                <a:cubicBezTo>
                  <a:pt x="71" y="0"/>
                  <a:pt x="87" y="8"/>
                  <a:pt x="100" y="23"/>
                </a:cubicBezTo>
                <a:cubicBezTo>
                  <a:pt x="113" y="38"/>
                  <a:pt x="120" y="65"/>
                  <a:pt x="121" y="103"/>
                </a:cubicBezTo>
                <a:cubicBezTo>
                  <a:pt x="121" y="124"/>
                  <a:pt x="118" y="145"/>
                  <a:pt x="113" y="165"/>
                </a:cubicBezTo>
                <a:cubicBezTo>
                  <a:pt x="107" y="185"/>
                  <a:pt x="101" y="202"/>
                  <a:pt x="94" y="217"/>
                </a:cubicBezTo>
                <a:cubicBezTo>
                  <a:pt x="86" y="231"/>
                  <a:pt x="78" y="244"/>
                  <a:pt x="70" y="254"/>
                </a:cubicBezTo>
                <a:cubicBezTo>
                  <a:pt x="61" y="264"/>
                  <a:pt x="54" y="272"/>
                  <a:pt x="48" y="278"/>
                </a:cubicBezTo>
                <a:cubicBezTo>
                  <a:pt x="42" y="284"/>
                  <a:pt x="38" y="288"/>
                  <a:pt x="36" y="288"/>
                </a:cubicBezTo>
                <a:cubicBezTo>
                  <a:pt x="34" y="288"/>
                  <a:pt x="30" y="284"/>
                  <a:pt x="23" y="278"/>
                </a:cubicBezTo>
                <a:cubicBezTo>
                  <a:pt x="18" y="273"/>
                  <a:pt x="15" y="269"/>
                  <a:pt x="15" y="267"/>
                </a:cubicBezTo>
                <a:cubicBezTo>
                  <a:pt x="15" y="264"/>
                  <a:pt x="19" y="259"/>
                  <a:pt x="25" y="252"/>
                </a:cubicBezTo>
                <a:cubicBezTo>
                  <a:pt x="33" y="245"/>
                  <a:pt x="41" y="236"/>
                  <a:pt x="49" y="225"/>
                </a:cubicBezTo>
                <a:cubicBezTo>
                  <a:pt x="58" y="214"/>
                  <a:pt x="65" y="199"/>
                  <a:pt x="73" y="179"/>
                </a:cubicBezTo>
                <a:cubicBezTo>
                  <a:pt x="80" y="160"/>
                  <a:pt x="85" y="138"/>
                  <a:pt x="87" y="113"/>
                </a:cubicBezTo>
                <a:lnTo>
                  <a:pt x="87" y="102"/>
                </a:lnTo>
                <a:lnTo>
                  <a:pt x="86" y="103"/>
                </a:lnTo>
                <a:cubicBezTo>
                  <a:pt x="85" y="103"/>
                  <a:pt x="84" y="104"/>
                  <a:pt x="82" y="105"/>
                </a:cubicBezTo>
                <a:cubicBezTo>
                  <a:pt x="80" y="105"/>
                  <a:pt x="78" y="106"/>
                  <a:pt x="76" y="107"/>
                </a:cubicBezTo>
                <a:cubicBezTo>
                  <a:pt x="75" y="109"/>
                  <a:pt x="72" y="109"/>
                  <a:pt x="68" y="109"/>
                </a:cubicBezTo>
                <a:cubicBezTo>
                  <a:pt x="65" y="109"/>
                  <a:pt x="61" y="109"/>
                  <a:pt x="57" y="110"/>
                </a:cubicBezTo>
                <a:cubicBezTo>
                  <a:pt x="41" y="110"/>
                  <a:pt x="26" y="105"/>
                  <a:pt x="16" y="95"/>
                </a:cubicBezTo>
                <a:lnTo>
                  <a:pt x="0" y="7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37" name=""/>
          <p:cNvSpPr/>
          <p:nvPr/>
        </p:nvSpPr>
        <p:spPr>
          <a:xfrm>
            <a:off x="4813560" y="1919520"/>
            <a:ext cx="232920" cy="238680"/>
          </a:xfrm>
          <a:custGeom>
            <a:avLst/>
            <a:gdLst/>
            <a:ahLst/>
            <a:rect l="0" t="0" r="r" b="b"/>
            <a:pathLst>
              <a:path w="647" h="663">
                <a:moveTo>
                  <a:pt x="0" y="414"/>
                </a:moveTo>
                <a:cubicBezTo>
                  <a:pt x="0" y="344"/>
                  <a:pt x="20" y="276"/>
                  <a:pt x="61" y="212"/>
                </a:cubicBezTo>
                <a:cubicBezTo>
                  <a:pt x="102" y="147"/>
                  <a:pt x="153" y="96"/>
                  <a:pt x="215" y="59"/>
                </a:cubicBezTo>
                <a:cubicBezTo>
                  <a:pt x="277" y="21"/>
                  <a:pt x="338" y="2"/>
                  <a:pt x="400" y="1"/>
                </a:cubicBezTo>
                <a:cubicBezTo>
                  <a:pt x="455" y="1"/>
                  <a:pt x="498" y="17"/>
                  <a:pt x="531" y="48"/>
                </a:cubicBezTo>
                <a:cubicBezTo>
                  <a:pt x="537" y="54"/>
                  <a:pt x="541" y="59"/>
                  <a:pt x="545" y="63"/>
                </a:cubicBezTo>
                <a:cubicBezTo>
                  <a:pt x="549" y="68"/>
                  <a:pt x="551" y="71"/>
                  <a:pt x="552" y="72"/>
                </a:cubicBezTo>
                <a:lnTo>
                  <a:pt x="553" y="75"/>
                </a:lnTo>
                <a:cubicBezTo>
                  <a:pt x="555" y="75"/>
                  <a:pt x="563" y="67"/>
                  <a:pt x="578" y="51"/>
                </a:cubicBezTo>
                <a:cubicBezTo>
                  <a:pt x="582" y="48"/>
                  <a:pt x="587" y="44"/>
                  <a:pt x="591" y="39"/>
                </a:cubicBezTo>
                <a:cubicBezTo>
                  <a:pt x="596" y="34"/>
                  <a:pt x="601" y="29"/>
                  <a:pt x="606" y="24"/>
                </a:cubicBezTo>
                <a:cubicBezTo>
                  <a:pt x="611" y="19"/>
                  <a:pt x="614" y="16"/>
                  <a:pt x="615" y="14"/>
                </a:cubicBezTo>
                <a:lnTo>
                  <a:pt x="629" y="0"/>
                </a:lnTo>
                <a:lnTo>
                  <a:pt x="634" y="0"/>
                </a:lnTo>
                <a:cubicBezTo>
                  <a:pt x="643" y="0"/>
                  <a:pt x="647" y="3"/>
                  <a:pt x="647" y="7"/>
                </a:cubicBezTo>
                <a:cubicBezTo>
                  <a:pt x="647" y="9"/>
                  <a:pt x="637" y="51"/>
                  <a:pt x="618" y="132"/>
                </a:cubicBezTo>
                <a:cubicBezTo>
                  <a:pt x="596" y="216"/>
                  <a:pt x="585" y="258"/>
                  <a:pt x="585" y="259"/>
                </a:cubicBezTo>
                <a:cubicBezTo>
                  <a:pt x="584" y="262"/>
                  <a:pt x="582" y="264"/>
                  <a:pt x="581" y="264"/>
                </a:cubicBezTo>
                <a:cubicBezTo>
                  <a:pt x="579" y="265"/>
                  <a:pt x="573" y="266"/>
                  <a:pt x="564" y="266"/>
                </a:cubicBezTo>
                <a:lnTo>
                  <a:pt x="550" y="266"/>
                </a:lnTo>
                <a:cubicBezTo>
                  <a:pt x="546" y="263"/>
                  <a:pt x="544" y="260"/>
                  <a:pt x="544" y="258"/>
                </a:cubicBezTo>
                <a:cubicBezTo>
                  <a:pt x="544" y="257"/>
                  <a:pt x="544" y="255"/>
                  <a:pt x="545" y="252"/>
                </a:cubicBezTo>
                <a:cubicBezTo>
                  <a:pt x="546" y="248"/>
                  <a:pt x="546" y="242"/>
                  <a:pt x="547" y="233"/>
                </a:cubicBezTo>
                <a:cubicBezTo>
                  <a:pt x="548" y="225"/>
                  <a:pt x="548" y="215"/>
                  <a:pt x="548" y="204"/>
                </a:cubicBezTo>
                <a:cubicBezTo>
                  <a:pt x="548" y="161"/>
                  <a:pt x="538" y="124"/>
                  <a:pt x="519" y="91"/>
                </a:cubicBezTo>
                <a:cubicBezTo>
                  <a:pt x="498" y="59"/>
                  <a:pt x="465" y="43"/>
                  <a:pt x="419" y="42"/>
                </a:cubicBezTo>
                <a:cubicBezTo>
                  <a:pt x="408" y="42"/>
                  <a:pt x="396" y="43"/>
                  <a:pt x="383" y="45"/>
                </a:cubicBezTo>
                <a:cubicBezTo>
                  <a:pt x="370" y="47"/>
                  <a:pt x="354" y="51"/>
                  <a:pt x="335" y="57"/>
                </a:cubicBezTo>
                <a:cubicBezTo>
                  <a:pt x="315" y="63"/>
                  <a:pt x="297" y="71"/>
                  <a:pt x="279" y="82"/>
                </a:cubicBezTo>
                <a:cubicBezTo>
                  <a:pt x="262" y="93"/>
                  <a:pt x="243" y="108"/>
                  <a:pt x="222" y="126"/>
                </a:cubicBezTo>
                <a:cubicBezTo>
                  <a:pt x="201" y="144"/>
                  <a:pt x="184" y="166"/>
                  <a:pt x="169" y="191"/>
                </a:cubicBezTo>
                <a:cubicBezTo>
                  <a:pt x="155" y="216"/>
                  <a:pt x="140" y="246"/>
                  <a:pt x="126" y="284"/>
                </a:cubicBezTo>
                <a:cubicBezTo>
                  <a:pt x="112" y="322"/>
                  <a:pt x="103" y="362"/>
                  <a:pt x="98" y="406"/>
                </a:cubicBezTo>
                <a:cubicBezTo>
                  <a:pt x="97" y="417"/>
                  <a:pt x="96" y="429"/>
                  <a:pt x="96" y="442"/>
                </a:cubicBezTo>
                <a:cubicBezTo>
                  <a:pt x="96" y="471"/>
                  <a:pt x="101" y="497"/>
                  <a:pt x="109" y="519"/>
                </a:cubicBezTo>
                <a:cubicBezTo>
                  <a:pt x="118" y="542"/>
                  <a:pt x="129" y="559"/>
                  <a:pt x="142" y="571"/>
                </a:cubicBezTo>
                <a:cubicBezTo>
                  <a:pt x="155" y="583"/>
                  <a:pt x="170" y="594"/>
                  <a:pt x="187" y="602"/>
                </a:cubicBezTo>
                <a:cubicBezTo>
                  <a:pt x="204" y="611"/>
                  <a:pt x="220" y="616"/>
                  <a:pt x="235" y="618"/>
                </a:cubicBezTo>
                <a:cubicBezTo>
                  <a:pt x="249" y="619"/>
                  <a:pt x="263" y="621"/>
                  <a:pt x="276" y="621"/>
                </a:cubicBezTo>
                <a:cubicBezTo>
                  <a:pt x="308" y="621"/>
                  <a:pt x="338" y="614"/>
                  <a:pt x="366" y="600"/>
                </a:cubicBezTo>
                <a:cubicBezTo>
                  <a:pt x="393" y="586"/>
                  <a:pt x="412" y="568"/>
                  <a:pt x="422" y="547"/>
                </a:cubicBezTo>
                <a:cubicBezTo>
                  <a:pt x="424" y="542"/>
                  <a:pt x="429" y="525"/>
                  <a:pt x="436" y="497"/>
                </a:cubicBezTo>
                <a:cubicBezTo>
                  <a:pt x="443" y="468"/>
                  <a:pt x="447" y="452"/>
                  <a:pt x="447" y="448"/>
                </a:cubicBezTo>
                <a:cubicBezTo>
                  <a:pt x="447" y="443"/>
                  <a:pt x="443" y="440"/>
                  <a:pt x="435" y="439"/>
                </a:cubicBezTo>
                <a:cubicBezTo>
                  <a:pt x="427" y="438"/>
                  <a:pt x="409" y="437"/>
                  <a:pt x="380" y="436"/>
                </a:cubicBezTo>
                <a:lnTo>
                  <a:pt x="347" y="436"/>
                </a:lnTo>
                <a:cubicBezTo>
                  <a:pt x="343" y="433"/>
                  <a:pt x="341" y="430"/>
                  <a:pt x="341" y="429"/>
                </a:cubicBezTo>
                <a:cubicBezTo>
                  <a:pt x="341" y="428"/>
                  <a:pt x="342" y="422"/>
                  <a:pt x="343" y="412"/>
                </a:cubicBezTo>
                <a:cubicBezTo>
                  <a:pt x="345" y="404"/>
                  <a:pt x="348" y="398"/>
                  <a:pt x="352" y="395"/>
                </a:cubicBezTo>
                <a:lnTo>
                  <a:pt x="368" y="395"/>
                </a:lnTo>
                <a:cubicBezTo>
                  <a:pt x="392" y="396"/>
                  <a:pt x="434" y="396"/>
                  <a:pt x="495" y="396"/>
                </a:cubicBezTo>
                <a:cubicBezTo>
                  <a:pt x="520" y="396"/>
                  <a:pt x="540" y="396"/>
                  <a:pt x="555" y="396"/>
                </a:cubicBezTo>
                <a:cubicBezTo>
                  <a:pt x="570" y="396"/>
                  <a:pt x="581" y="396"/>
                  <a:pt x="588" y="396"/>
                </a:cubicBezTo>
                <a:cubicBezTo>
                  <a:pt x="595" y="395"/>
                  <a:pt x="598" y="395"/>
                  <a:pt x="599" y="396"/>
                </a:cubicBezTo>
                <a:cubicBezTo>
                  <a:pt x="607" y="396"/>
                  <a:pt x="612" y="398"/>
                  <a:pt x="612" y="404"/>
                </a:cubicBezTo>
                <a:cubicBezTo>
                  <a:pt x="612" y="405"/>
                  <a:pt x="611" y="409"/>
                  <a:pt x="610" y="416"/>
                </a:cubicBezTo>
                <a:cubicBezTo>
                  <a:pt x="607" y="428"/>
                  <a:pt x="604" y="434"/>
                  <a:pt x="601" y="436"/>
                </a:cubicBezTo>
                <a:cubicBezTo>
                  <a:pt x="599" y="436"/>
                  <a:pt x="594" y="436"/>
                  <a:pt x="587" y="436"/>
                </a:cubicBezTo>
                <a:cubicBezTo>
                  <a:pt x="575" y="436"/>
                  <a:pt x="562" y="437"/>
                  <a:pt x="550" y="439"/>
                </a:cubicBezTo>
                <a:cubicBezTo>
                  <a:pt x="545" y="441"/>
                  <a:pt x="542" y="444"/>
                  <a:pt x="541" y="447"/>
                </a:cubicBezTo>
                <a:cubicBezTo>
                  <a:pt x="539" y="451"/>
                  <a:pt x="534" y="466"/>
                  <a:pt x="528" y="494"/>
                </a:cubicBezTo>
                <a:cubicBezTo>
                  <a:pt x="522" y="514"/>
                  <a:pt x="517" y="531"/>
                  <a:pt x="513" y="545"/>
                </a:cubicBezTo>
                <a:cubicBezTo>
                  <a:pt x="498" y="607"/>
                  <a:pt x="489" y="638"/>
                  <a:pt x="488" y="640"/>
                </a:cubicBezTo>
                <a:cubicBezTo>
                  <a:pt x="486" y="642"/>
                  <a:pt x="485" y="642"/>
                  <a:pt x="483" y="642"/>
                </a:cubicBezTo>
                <a:cubicBezTo>
                  <a:pt x="477" y="642"/>
                  <a:pt x="469" y="636"/>
                  <a:pt x="458" y="624"/>
                </a:cubicBezTo>
                <a:cubicBezTo>
                  <a:pt x="447" y="612"/>
                  <a:pt x="440" y="602"/>
                  <a:pt x="437" y="596"/>
                </a:cubicBezTo>
                <a:cubicBezTo>
                  <a:pt x="437" y="595"/>
                  <a:pt x="436" y="595"/>
                  <a:pt x="435" y="596"/>
                </a:cubicBezTo>
                <a:cubicBezTo>
                  <a:pt x="434" y="596"/>
                  <a:pt x="432" y="598"/>
                  <a:pt x="429" y="600"/>
                </a:cubicBezTo>
                <a:cubicBezTo>
                  <a:pt x="385" y="642"/>
                  <a:pt x="324" y="663"/>
                  <a:pt x="247" y="663"/>
                </a:cubicBezTo>
                <a:cubicBezTo>
                  <a:pt x="174" y="663"/>
                  <a:pt x="115" y="640"/>
                  <a:pt x="69" y="593"/>
                </a:cubicBezTo>
                <a:cubicBezTo>
                  <a:pt x="24" y="546"/>
                  <a:pt x="1" y="487"/>
                  <a:pt x="0" y="41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38" name=""/>
          <p:cNvSpPr/>
          <p:nvPr/>
        </p:nvSpPr>
        <p:spPr>
          <a:xfrm>
            <a:off x="5072760" y="190512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4" y="0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1"/>
                </a:lnTo>
                <a:cubicBezTo>
                  <a:pt x="110" y="73"/>
                  <a:pt x="153" y="137"/>
                  <a:pt x="179" y="214"/>
                </a:cubicBezTo>
                <a:cubicBezTo>
                  <a:pt x="205" y="291"/>
                  <a:pt x="218" y="371"/>
                  <a:pt x="218" y="455"/>
                </a:cubicBezTo>
                <a:cubicBezTo>
                  <a:pt x="218" y="496"/>
                  <a:pt x="215" y="536"/>
                  <a:pt x="209" y="574"/>
                </a:cubicBezTo>
                <a:cubicBezTo>
                  <a:pt x="203" y="612"/>
                  <a:pt x="196" y="645"/>
                  <a:pt x="188" y="672"/>
                </a:cubicBezTo>
                <a:cubicBezTo>
                  <a:pt x="180" y="699"/>
                  <a:pt x="169" y="726"/>
                  <a:pt x="154" y="752"/>
                </a:cubicBezTo>
                <a:cubicBezTo>
                  <a:pt x="140" y="779"/>
                  <a:pt x="128" y="799"/>
                  <a:pt x="119" y="813"/>
                </a:cubicBezTo>
                <a:cubicBezTo>
                  <a:pt x="110" y="827"/>
                  <a:pt x="98" y="843"/>
                  <a:pt x="82" y="860"/>
                </a:cubicBezTo>
                <a:cubicBezTo>
                  <a:pt x="65" y="877"/>
                  <a:pt x="56" y="887"/>
                  <a:pt x="52" y="890"/>
                </a:cubicBezTo>
                <a:cubicBezTo>
                  <a:pt x="49" y="893"/>
                  <a:pt x="42" y="898"/>
                  <a:pt x="32" y="907"/>
                </a:cubicBezTo>
                <a:cubicBezTo>
                  <a:pt x="30" y="909"/>
                  <a:pt x="29" y="910"/>
                  <a:pt x="28" y="911"/>
                </a:cubicBezTo>
                <a:lnTo>
                  <a:pt x="17" y="911"/>
                </a:lnTo>
                <a:cubicBezTo>
                  <a:pt x="12" y="911"/>
                  <a:pt x="9" y="911"/>
                  <a:pt x="7" y="911"/>
                </a:cubicBezTo>
                <a:cubicBezTo>
                  <a:pt x="5" y="911"/>
                  <a:pt x="4" y="910"/>
                  <a:pt x="2" y="908"/>
                </a:cubicBezTo>
                <a:cubicBezTo>
                  <a:pt x="1" y="906"/>
                  <a:pt x="0" y="903"/>
                  <a:pt x="0" y="900"/>
                </a:cubicBezTo>
                <a:cubicBezTo>
                  <a:pt x="0" y="899"/>
                  <a:pt x="4" y="895"/>
                  <a:pt x="10" y="888"/>
                </a:cubicBezTo>
                <a:cubicBezTo>
                  <a:pt x="104" y="790"/>
                  <a:pt x="152" y="646"/>
                  <a:pt x="152" y="455"/>
                </a:cubicBezTo>
                <a:cubicBezTo>
                  <a:pt x="152" y="264"/>
                  <a:pt x="104" y="120"/>
                  <a:pt x="10" y="22"/>
                </a:cubicBezTo>
                <a:cubicBezTo>
                  <a:pt x="4" y="15"/>
                  <a:pt x="0" y="11"/>
                  <a:pt x="0" y="10"/>
                </a:cubicBezTo>
                <a:cubicBezTo>
                  <a:pt x="0" y="6"/>
                  <a:pt x="1" y="2"/>
                  <a:pt x="4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39" name=""/>
          <p:cNvSpPr/>
          <p:nvPr/>
        </p:nvSpPr>
        <p:spPr>
          <a:xfrm>
            <a:off x="5291280" y="2030400"/>
            <a:ext cx="218520" cy="77040"/>
          </a:xfrm>
          <a:custGeom>
            <a:avLst/>
            <a:gdLst/>
            <a:ahLst/>
            <a:rect l="0" t="0" r="r" b="b"/>
            <a:pathLst>
              <a:path w="607" h="214">
                <a:moveTo>
                  <a:pt x="0" y="18"/>
                </a:moveTo>
                <a:cubicBezTo>
                  <a:pt x="0" y="10"/>
                  <a:pt x="5" y="4"/>
                  <a:pt x="13" y="0"/>
                </a:cubicBezTo>
                <a:lnTo>
                  <a:pt x="594" y="0"/>
                </a:lnTo>
                <a:cubicBezTo>
                  <a:pt x="603" y="5"/>
                  <a:pt x="607" y="11"/>
                  <a:pt x="607" y="18"/>
                </a:cubicBezTo>
                <a:cubicBezTo>
                  <a:pt x="607" y="25"/>
                  <a:pt x="603" y="31"/>
                  <a:pt x="595" y="36"/>
                </a:cubicBezTo>
                <a:lnTo>
                  <a:pt x="305" y="36"/>
                </a:lnTo>
                <a:lnTo>
                  <a:pt x="15" y="36"/>
                </a:lnTo>
                <a:cubicBezTo>
                  <a:pt x="5" y="33"/>
                  <a:pt x="0" y="27"/>
                  <a:pt x="0" y="18"/>
                </a:cubicBezTo>
                <a:moveTo>
                  <a:pt x="0" y="196"/>
                </a:moveTo>
                <a:cubicBezTo>
                  <a:pt x="0" y="186"/>
                  <a:pt x="5" y="180"/>
                  <a:pt x="15" y="177"/>
                </a:cubicBezTo>
                <a:lnTo>
                  <a:pt x="595" y="177"/>
                </a:lnTo>
                <a:cubicBezTo>
                  <a:pt x="603" y="183"/>
                  <a:pt x="607" y="189"/>
                  <a:pt x="607" y="196"/>
                </a:cubicBezTo>
                <a:cubicBezTo>
                  <a:pt x="607" y="204"/>
                  <a:pt x="603" y="210"/>
                  <a:pt x="594" y="214"/>
                </a:cubicBezTo>
                <a:lnTo>
                  <a:pt x="13" y="214"/>
                </a:lnTo>
                <a:cubicBezTo>
                  <a:pt x="5" y="210"/>
                  <a:pt x="0" y="204"/>
                  <a:pt x="0" y="19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0" name=""/>
          <p:cNvSpPr/>
          <p:nvPr/>
        </p:nvSpPr>
        <p:spPr>
          <a:xfrm>
            <a:off x="5636880" y="1704960"/>
            <a:ext cx="291600" cy="728280"/>
          </a:xfrm>
          <a:custGeom>
            <a:avLst/>
            <a:gdLst/>
            <a:ahLst/>
            <a:rect l="0" t="0" r="r" b="b"/>
            <a:pathLst>
              <a:path w="810" h="2023">
                <a:moveTo>
                  <a:pt x="54" y="1964"/>
                </a:moveTo>
                <a:cubicBezTo>
                  <a:pt x="65" y="1980"/>
                  <a:pt x="80" y="1988"/>
                  <a:pt x="101" y="1988"/>
                </a:cubicBezTo>
                <a:lnTo>
                  <a:pt x="103" y="1988"/>
                </a:lnTo>
                <a:cubicBezTo>
                  <a:pt x="120" y="1988"/>
                  <a:pt x="137" y="1970"/>
                  <a:pt x="154" y="1933"/>
                </a:cubicBezTo>
                <a:cubicBezTo>
                  <a:pt x="171" y="1897"/>
                  <a:pt x="187" y="1847"/>
                  <a:pt x="201" y="1784"/>
                </a:cubicBezTo>
                <a:cubicBezTo>
                  <a:pt x="216" y="1721"/>
                  <a:pt x="230" y="1658"/>
                  <a:pt x="242" y="1594"/>
                </a:cubicBezTo>
                <a:cubicBezTo>
                  <a:pt x="255" y="1530"/>
                  <a:pt x="268" y="1461"/>
                  <a:pt x="281" y="1387"/>
                </a:cubicBezTo>
                <a:cubicBezTo>
                  <a:pt x="282" y="1375"/>
                  <a:pt x="284" y="1365"/>
                  <a:pt x="285" y="1359"/>
                </a:cubicBezTo>
                <a:cubicBezTo>
                  <a:pt x="329" y="1101"/>
                  <a:pt x="376" y="862"/>
                  <a:pt x="427" y="642"/>
                </a:cubicBezTo>
                <a:cubicBezTo>
                  <a:pt x="478" y="422"/>
                  <a:pt x="515" y="278"/>
                  <a:pt x="538" y="212"/>
                </a:cubicBezTo>
                <a:cubicBezTo>
                  <a:pt x="542" y="201"/>
                  <a:pt x="545" y="192"/>
                  <a:pt x="547" y="184"/>
                </a:cubicBezTo>
                <a:cubicBezTo>
                  <a:pt x="550" y="177"/>
                  <a:pt x="555" y="164"/>
                  <a:pt x="563" y="144"/>
                </a:cubicBezTo>
                <a:cubicBezTo>
                  <a:pt x="571" y="125"/>
                  <a:pt x="579" y="108"/>
                  <a:pt x="587" y="93"/>
                </a:cubicBezTo>
                <a:cubicBezTo>
                  <a:pt x="596" y="79"/>
                  <a:pt x="606" y="64"/>
                  <a:pt x="618" y="49"/>
                </a:cubicBezTo>
                <a:cubicBezTo>
                  <a:pt x="630" y="34"/>
                  <a:pt x="644" y="21"/>
                  <a:pt x="658" y="12"/>
                </a:cubicBezTo>
                <a:cubicBezTo>
                  <a:pt x="673" y="3"/>
                  <a:pt x="688" y="-1"/>
                  <a:pt x="705" y="0"/>
                </a:cubicBezTo>
                <a:cubicBezTo>
                  <a:pt x="739" y="0"/>
                  <a:pt x="764" y="10"/>
                  <a:pt x="781" y="31"/>
                </a:cubicBezTo>
                <a:cubicBezTo>
                  <a:pt x="798" y="53"/>
                  <a:pt x="808" y="77"/>
                  <a:pt x="810" y="104"/>
                </a:cubicBezTo>
                <a:cubicBezTo>
                  <a:pt x="810" y="119"/>
                  <a:pt x="807" y="131"/>
                  <a:pt x="799" y="141"/>
                </a:cubicBezTo>
                <a:cubicBezTo>
                  <a:pt x="792" y="150"/>
                  <a:pt x="785" y="155"/>
                  <a:pt x="778" y="158"/>
                </a:cubicBezTo>
                <a:cubicBezTo>
                  <a:pt x="772" y="160"/>
                  <a:pt x="765" y="161"/>
                  <a:pt x="758" y="161"/>
                </a:cubicBezTo>
                <a:cubicBezTo>
                  <a:pt x="746" y="161"/>
                  <a:pt x="734" y="156"/>
                  <a:pt x="724" y="147"/>
                </a:cubicBezTo>
                <a:cubicBezTo>
                  <a:pt x="713" y="138"/>
                  <a:pt x="708" y="125"/>
                  <a:pt x="708" y="110"/>
                </a:cubicBezTo>
                <a:cubicBezTo>
                  <a:pt x="708" y="81"/>
                  <a:pt x="724" y="63"/>
                  <a:pt x="757" y="58"/>
                </a:cubicBezTo>
                <a:lnTo>
                  <a:pt x="754" y="54"/>
                </a:lnTo>
                <a:cubicBezTo>
                  <a:pt x="752" y="52"/>
                  <a:pt x="750" y="50"/>
                  <a:pt x="747" y="48"/>
                </a:cubicBezTo>
                <a:cubicBezTo>
                  <a:pt x="744" y="45"/>
                  <a:pt x="741" y="44"/>
                  <a:pt x="739" y="42"/>
                </a:cubicBezTo>
                <a:cubicBezTo>
                  <a:pt x="730" y="36"/>
                  <a:pt x="720" y="33"/>
                  <a:pt x="709" y="33"/>
                </a:cubicBezTo>
                <a:cubicBezTo>
                  <a:pt x="701" y="33"/>
                  <a:pt x="693" y="37"/>
                  <a:pt x="686" y="44"/>
                </a:cubicBezTo>
                <a:cubicBezTo>
                  <a:pt x="678" y="51"/>
                  <a:pt x="669" y="68"/>
                  <a:pt x="656" y="95"/>
                </a:cubicBezTo>
                <a:cubicBezTo>
                  <a:pt x="644" y="122"/>
                  <a:pt x="632" y="157"/>
                  <a:pt x="621" y="201"/>
                </a:cubicBezTo>
                <a:cubicBezTo>
                  <a:pt x="609" y="244"/>
                  <a:pt x="595" y="306"/>
                  <a:pt x="578" y="386"/>
                </a:cubicBezTo>
                <a:cubicBezTo>
                  <a:pt x="561" y="466"/>
                  <a:pt x="544" y="559"/>
                  <a:pt x="527" y="667"/>
                </a:cubicBezTo>
                <a:cubicBezTo>
                  <a:pt x="491" y="870"/>
                  <a:pt x="454" y="1062"/>
                  <a:pt x="415" y="1243"/>
                </a:cubicBezTo>
                <a:cubicBezTo>
                  <a:pt x="376" y="1423"/>
                  <a:pt x="346" y="1554"/>
                  <a:pt x="324" y="1636"/>
                </a:cubicBezTo>
                <a:cubicBezTo>
                  <a:pt x="302" y="1717"/>
                  <a:pt x="286" y="1775"/>
                  <a:pt x="274" y="1811"/>
                </a:cubicBezTo>
                <a:cubicBezTo>
                  <a:pt x="228" y="1952"/>
                  <a:pt x="170" y="2023"/>
                  <a:pt x="101" y="2023"/>
                </a:cubicBezTo>
                <a:cubicBezTo>
                  <a:pt x="76" y="2023"/>
                  <a:pt x="54" y="2013"/>
                  <a:pt x="34" y="1994"/>
                </a:cubicBezTo>
                <a:cubicBezTo>
                  <a:pt x="14" y="1976"/>
                  <a:pt x="3" y="1950"/>
                  <a:pt x="0" y="1917"/>
                </a:cubicBezTo>
                <a:cubicBezTo>
                  <a:pt x="0" y="1896"/>
                  <a:pt x="6" y="1881"/>
                  <a:pt x="18" y="1873"/>
                </a:cubicBezTo>
                <a:cubicBezTo>
                  <a:pt x="29" y="1865"/>
                  <a:pt x="41" y="1861"/>
                  <a:pt x="52" y="1861"/>
                </a:cubicBezTo>
                <a:cubicBezTo>
                  <a:pt x="65" y="1861"/>
                  <a:pt x="76" y="1866"/>
                  <a:pt x="87" y="1875"/>
                </a:cubicBezTo>
                <a:cubicBezTo>
                  <a:pt x="97" y="1884"/>
                  <a:pt x="103" y="1897"/>
                  <a:pt x="103" y="1912"/>
                </a:cubicBezTo>
                <a:cubicBezTo>
                  <a:pt x="103" y="1942"/>
                  <a:pt x="86" y="1959"/>
                  <a:pt x="54" y="196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1" name=""/>
          <p:cNvSpPr/>
          <p:nvPr/>
        </p:nvSpPr>
        <p:spPr>
          <a:xfrm>
            <a:off x="6021720" y="1905120"/>
            <a:ext cx="13680" cy="327600"/>
          </a:xfrm>
          <a:custGeom>
            <a:avLst/>
            <a:gdLst/>
            <a:ahLst/>
            <a:rect l="0" t="0" r="r" b="b"/>
            <a:pathLst>
              <a:path w="38" h="910">
                <a:moveTo>
                  <a:pt x="18" y="910"/>
                </a:moveTo>
                <a:lnTo>
                  <a:pt x="17" y="910"/>
                </a:lnTo>
                <a:cubicBezTo>
                  <a:pt x="9" y="910"/>
                  <a:pt x="4" y="906"/>
                  <a:pt x="0" y="897"/>
                </a:cubicBezTo>
                <a:lnTo>
                  <a:pt x="0" y="454"/>
                </a:lnTo>
                <a:lnTo>
                  <a:pt x="1" y="12"/>
                </a:lnTo>
                <a:cubicBezTo>
                  <a:pt x="7" y="4"/>
                  <a:pt x="13" y="0"/>
                  <a:pt x="18" y="0"/>
                </a:cubicBezTo>
                <a:cubicBezTo>
                  <a:pt x="26" y="0"/>
                  <a:pt x="33" y="5"/>
                  <a:pt x="38" y="14"/>
                </a:cubicBezTo>
                <a:lnTo>
                  <a:pt x="38" y="897"/>
                </a:lnTo>
                <a:cubicBezTo>
                  <a:pt x="33" y="906"/>
                  <a:pt x="26" y="910"/>
                  <a:pt x="20" y="910"/>
                </a:cubicBezTo>
                <a:lnTo>
                  <a:pt x="18" y="9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2" name=""/>
          <p:cNvSpPr/>
          <p:nvPr/>
        </p:nvSpPr>
        <p:spPr>
          <a:xfrm>
            <a:off x="6084000" y="1927800"/>
            <a:ext cx="235440" cy="223200"/>
          </a:xfrm>
          <a:custGeom>
            <a:avLst/>
            <a:gdLst/>
            <a:ahLst/>
            <a:rect l="0" t="0" r="r" b="b"/>
            <a:pathLst>
              <a:path w="654" h="620">
                <a:moveTo>
                  <a:pt x="15" y="619"/>
                </a:moveTo>
                <a:cubicBezTo>
                  <a:pt x="5" y="619"/>
                  <a:pt x="0" y="616"/>
                  <a:pt x="0" y="610"/>
                </a:cubicBezTo>
                <a:cubicBezTo>
                  <a:pt x="0" y="609"/>
                  <a:pt x="1" y="605"/>
                  <a:pt x="3" y="597"/>
                </a:cubicBezTo>
                <a:cubicBezTo>
                  <a:pt x="5" y="588"/>
                  <a:pt x="8" y="582"/>
                  <a:pt x="10" y="581"/>
                </a:cubicBezTo>
                <a:cubicBezTo>
                  <a:pt x="12" y="580"/>
                  <a:pt x="19" y="579"/>
                  <a:pt x="31" y="578"/>
                </a:cubicBezTo>
                <a:cubicBezTo>
                  <a:pt x="47" y="578"/>
                  <a:pt x="66" y="577"/>
                  <a:pt x="86" y="575"/>
                </a:cubicBezTo>
                <a:cubicBezTo>
                  <a:pt x="94" y="574"/>
                  <a:pt x="100" y="570"/>
                  <a:pt x="103" y="565"/>
                </a:cubicBezTo>
                <a:cubicBezTo>
                  <a:pt x="104" y="561"/>
                  <a:pt x="126" y="475"/>
                  <a:pt x="167" y="308"/>
                </a:cubicBezTo>
                <a:cubicBezTo>
                  <a:pt x="209" y="140"/>
                  <a:pt x="231" y="55"/>
                  <a:pt x="231" y="53"/>
                </a:cubicBezTo>
                <a:cubicBezTo>
                  <a:pt x="231" y="49"/>
                  <a:pt x="230" y="47"/>
                  <a:pt x="228" y="47"/>
                </a:cubicBezTo>
                <a:cubicBezTo>
                  <a:pt x="223" y="45"/>
                  <a:pt x="207" y="43"/>
                  <a:pt x="179" y="42"/>
                </a:cubicBezTo>
                <a:lnTo>
                  <a:pt x="151" y="42"/>
                </a:lnTo>
                <a:cubicBezTo>
                  <a:pt x="147" y="38"/>
                  <a:pt x="146" y="36"/>
                  <a:pt x="146" y="35"/>
                </a:cubicBezTo>
                <a:cubicBezTo>
                  <a:pt x="146" y="34"/>
                  <a:pt x="146" y="28"/>
                  <a:pt x="147" y="19"/>
                </a:cubicBezTo>
                <a:cubicBezTo>
                  <a:pt x="150" y="9"/>
                  <a:pt x="153" y="3"/>
                  <a:pt x="157" y="0"/>
                </a:cubicBezTo>
                <a:lnTo>
                  <a:pt x="648" y="0"/>
                </a:lnTo>
                <a:cubicBezTo>
                  <a:pt x="652" y="3"/>
                  <a:pt x="654" y="6"/>
                  <a:pt x="654" y="10"/>
                </a:cubicBezTo>
                <a:cubicBezTo>
                  <a:pt x="654" y="13"/>
                  <a:pt x="650" y="47"/>
                  <a:pt x="643" y="112"/>
                </a:cubicBezTo>
                <a:cubicBezTo>
                  <a:pt x="635" y="177"/>
                  <a:pt x="630" y="210"/>
                  <a:pt x="630" y="212"/>
                </a:cubicBezTo>
                <a:cubicBezTo>
                  <a:pt x="629" y="217"/>
                  <a:pt x="623" y="219"/>
                  <a:pt x="612" y="219"/>
                </a:cubicBezTo>
                <a:lnTo>
                  <a:pt x="601" y="219"/>
                </a:lnTo>
                <a:cubicBezTo>
                  <a:pt x="596" y="216"/>
                  <a:pt x="594" y="212"/>
                  <a:pt x="594" y="207"/>
                </a:cubicBezTo>
                <a:cubicBezTo>
                  <a:pt x="594" y="206"/>
                  <a:pt x="595" y="199"/>
                  <a:pt x="597" y="185"/>
                </a:cubicBezTo>
                <a:cubicBezTo>
                  <a:pt x="599" y="171"/>
                  <a:pt x="600" y="155"/>
                  <a:pt x="600" y="137"/>
                </a:cubicBezTo>
                <a:cubicBezTo>
                  <a:pt x="600" y="119"/>
                  <a:pt x="598" y="104"/>
                  <a:pt x="593" y="92"/>
                </a:cubicBezTo>
                <a:cubicBezTo>
                  <a:pt x="589" y="81"/>
                  <a:pt x="583" y="71"/>
                  <a:pt x="576" y="64"/>
                </a:cubicBezTo>
                <a:cubicBezTo>
                  <a:pt x="569" y="57"/>
                  <a:pt x="558" y="52"/>
                  <a:pt x="542" y="49"/>
                </a:cubicBezTo>
                <a:cubicBezTo>
                  <a:pt x="527" y="47"/>
                  <a:pt x="512" y="45"/>
                  <a:pt x="496" y="43"/>
                </a:cubicBezTo>
                <a:cubicBezTo>
                  <a:pt x="480" y="41"/>
                  <a:pt x="458" y="41"/>
                  <a:pt x="431" y="42"/>
                </a:cubicBezTo>
                <a:lnTo>
                  <a:pt x="410" y="42"/>
                </a:lnTo>
                <a:cubicBezTo>
                  <a:pt x="359" y="43"/>
                  <a:pt x="332" y="44"/>
                  <a:pt x="329" y="45"/>
                </a:cubicBezTo>
                <a:cubicBezTo>
                  <a:pt x="326" y="46"/>
                  <a:pt x="324" y="48"/>
                  <a:pt x="323" y="52"/>
                </a:cubicBezTo>
                <a:cubicBezTo>
                  <a:pt x="322" y="53"/>
                  <a:pt x="312" y="92"/>
                  <a:pt x="292" y="171"/>
                </a:cubicBezTo>
                <a:lnTo>
                  <a:pt x="263" y="289"/>
                </a:lnTo>
                <a:lnTo>
                  <a:pt x="313" y="289"/>
                </a:lnTo>
                <a:cubicBezTo>
                  <a:pt x="315" y="289"/>
                  <a:pt x="322" y="289"/>
                  <a:pt x="334" y="289"/>
                </a:cubicBezTo>
                <a:cubicBezTo>
                  <a:pt x="346" y="289"/>
                  <a:pt x="355" y="288"/>
                  <a:pt x="359" y="288"/>
                </a:cubicBezTo>
                <a:cubicBezTo>
                  <a:pt x="364" y="287"/>
                  <a:pt x="371" y="286"/>
                  <a:pt x="379" y="285"/>
                </a:cubicBezTo>
                <a:cubicBezTo>
                  <a:pt x="388" y="284"/>
                  <a:pt x="395" y="282"/>
                  <a:pt x="401" y="279"/>
                </a:cubicBezTo>
                <a:cubicBezTo>
                  <a:pt x="408" y="276"/>
                  <a:pt x="414" y="272"/>
                  <a:pt x="418" y="268"/>
                </a:cubicBezTo>
                <a:cubicBezTo>
                  <a:pt x="426" y="261"/>
                  <a:pt x="432" y="250"/>
                  <a:pt x="438" y="238"/>
                </a:cubicBezTo>
                <a:cubicBezTo>
                  <a:pt x="443" y="225"/>
                  <a:pt x="447" y="213"/>
                  <a:pt x="450" y="203"/>
                </a:cubicBezTo>
                <a:cubicBezTo>
                  <a:pt x="452" y="193"/>
                  <a:pt x="454" y="187"/>
                  <a:pt x="454" y="187"/>
                </a:cubicBezTo>
                <a:cubicBezTo>
                  <a:pt x="456" y="184"/>
                  <a:pt x="462" y="182"/>
                  <a:pt x="471" y="182"/>
                </a:cubicBezTo>
                <a:lnTo>
                  <a:pt x="482" y="182"/>
                </a:lnTo>
                <a:cubicBezTo>
                  <a:pt x="487" y="185"/>
                  <a:pt x="489" y="188"/>
                  <a:pt x="489" y="191"/>
                </a:cubicBezTo>
                <a:cubicBezTo>
                  <a:pt x="489" y="193"/>
                  <a:pt x="479" y="233"/>
                  <a:pt x="461" y="311"/>
                </a:cubicBezTo>
                <a:cubicBezTo>
                  <a:pt x="442" y="388"/>
                  <a:pt x="431" y="428"/>
                  <a:pt x="430" y="431"/>
                </a:cubicBezTo>
                <a:cubicBezTo>
                  <a:pt x="428" y="435"/>
                  <a:pt x="422" y="437"/>
                  <a:pt x="411" y="437"/>
                </a:cubicBezTo>
                <a:lnTo>
                  <a:pt x="400" y="437"/>
                </a:lnTo>
                <a:cubicBezTo>
                  <a:pt x="395" y="433"/>
                  <a:pt x="393" y="430"/>
                  <a:pt x="393" y="426"/>
                </a:cubicBezTo>
                <a:cubicBezTo>
                  <a:pt x="393" y="424"/>
                  <a:pt x="395" y="418"/>
                  <a:pt x="398" y="406"/>
                </a:cubicBezTo>
                <a:cubicBezTo>
                  <a:pt x="401" y="395"/>
                  <a:pt x="402" y="382"/>
                  <a:pt x="402" y="370"/>
                </a:cubicBezTo>
                <a:cubicBezTo>
                  <a:pt x="402" y="352"/>
                  <a:pt x="396" y="341"/>
                  <a:pt x="384" y="337"/>
                </a:cubicBezTo>
                <a:cubicBezTo>
                  <a:pt x="372" y="333"/>
                  <a:pt x="345" y="331"/>
                  <a:pt x="303" y="331"/>
                </a:cubicBezTo>
                <a:lnTo>
                  <a:pt x="253" y="331"/>
                </a:lnTo>
                <a:lnTo>
                  <a:pt x="224" y="446"/>
                </a:lnTo>
                <a:cubicBezTo>
                  <a:pt x="204" y="522"/>
                  <a:pt x="195" y="562"/>
                  <a:pt x="195" y="565"/>
                </a:cubicBezTo>
                <a:cubicBezTo>
                  <a:pt x="195" y="574"/>
                  <a:pt x="222" y="578"/>
                  <a:pt x="276" y="578"/>
                </a:cubicBezTo>
                <a:lnTo>
                  <a:pt x="299" y="578"/>
                </a:lnTo>
                <a:cubicBezTo>
                  <a:pt x="302" y="582"/>
                  <a:pt x="304" y="584"/>
                  <a:pt x="304" y="585"/>
                </a:cubicBezTo>
                <a:cubicBezTo>
                  <a:pt x="304" y="585"/>
                  <a:pt x="303" y="591"/>
                  <a:pt x="302" y="603"/>
                </a:cubicBezTo>
                <a:cubicBezTo>
                  <a:pt x="300" y="611"/>
                  <a:pt x="297" y="616"/>
                  <a:pt x="293" y="620"/>
                </a:cubicBezTo>
                <a:lnTo>
                  <a:pt x="278" y="620"/>
                </a:lnTo>
                <a:cubicBezTo>
                  <a:pt x="253" y="619"/>
                  <a:pt x="207" y="618"/>
                  <a:pt x="140" y="618"/>
                </a:cubicBezTo>
                <a:cubicBezTo>
                  <a:pt x="101" y="618"/>
                  <a:pt x="71" y="618"/>
                  <a:pt x="50" y="618"/>
                </a:cubicBezTo>
                <a:cubicBezTo>
                  <a:pt x="29" y="618"/>
                  <a:pt x="18" y="619"/>
                  <a:pt x="15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3" name=""/>
          <p:cNvSpPr/>
          <p:nvPr/>
        </p:nvSpPr>
        <p:spPr>
          <a:xfrm>
            <a:off x="6350040" y="190512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0" y="455"/>
                </a:moveTo>
                <a:cubicBezTo>
                  <a:pt x="0" y="413"/>
                  <a:pt x="3" y="373"/>
                  <a:pt x="9" y="335"/>
                </a:cubicBezTo>
                <a:cubicBezTo>
                  <a:pt x="15" y="298"/>
                  <a:pt x="22" y="265"/>
                  <a:pt x="30" y="238"/>
                </a:cubicBezTo>
                <a:cubicBezTo>
                  <a:pt x="38" y="211"/>
                  <a:pt x="50" y="184"/>
                  <a:pt x="65" y="158"/>
                </a:cubicBezTo>
                <a:cubicBezTo>
                  <a:pt x="79" y="132"/>
                  <a:pt x="91" y="111"/>
                  <a:pt x="99" y="97"/>
                </a:cubicBezTo>
                <a:cubicBezTo>
                  <a:pt x="108" y="82"/>
                  <a:pt x="120" y="67"/>
                  <a:pt x="137" y="50"/>
                </a:cubicBezTo>
                <a:cubicBezTo>
                  <a:pt x="154" y="33"/>
                  <a:pt x="164" y="22"/>
                  <a:pt x="167" y="19"/>
                </a:cubicBezTo>
                <a:cubicBezTo>
                  <a:pt x="170" y="15"/>
                  <a:pt x="178" y="9"/>
                  <a:pt x="190" y="0"/>
                </a:cubicBezTo>
                <a:lnTo>
                  <a:pt x="202" y="0"/>
                </a:lnTo>
                <a:lnTo>
                  <a:pt x="206" y="0"/>
                </a:lnTo>
                <a:cubicBezTo>
                  <a:pt x="214" y="0"/>
                  <a:pt x="218" y="2"/>
                  <a:pt x="218" y="8"/>
                </a:cubicBezTo>
                <a:cubicBezTo>
                  <a:pt x="218" y="10"/>
                  <a:pt x="213" y="16"/>
                  <a:pt x="203" y="27"/>
                </a:cubicBezTo>
                <a:cubicBezTo>
                  <a:pt x="193" y="38"/>
                  <a:pt x="180" y="54"/>
                  <a:pt x="166" y="75"/>
                </a:cubicBezTo>
                <a:cubicBezTo>
                  <a:pt x="151" y="96"/>
                  <a:pt x="136" y="122"/>
                  <a:pt x="121" y="153"/>
                </a:cubicBezTo>
                <a:cubicBezTo>
                  <a:pt x="106" y="184"/>
                  <a:pt x="93" y="226"/>
                  <a:pt x="83" y="279"/>
                </a:cubicBezTo>
                <a:cubicBezTo>
                  <a:pt x="73" y="332"/>
                  <a:pt x="67" y="390"/>
                  <a:pt x="67" y="455"/>
                </a:cubicBezTo>
                <a:cubicBezTo>
                  <a:pt x="67" y="519"/>
                  <a:pt x="73" y="577"/>
                  <a:pt x="83" y="630"/>
                </a:cubicBezTo>
                <a:cubicBezTo>
                  <a:pt x="93" y="682"/>
                  <a:pt x="106" y="725"/>
                  <a:pt x="120" y="757"/>
                </a:cubicBezTo>
                <a:cubicBezTo>
                  <a:pt x="135" y="789"/>
                  <a:pt x="150" y="815"/>
                  <a:pt x="165" y="835"/>
                </a:cubicBezTo>
                <a:cubicBezTo>
                  <a:pt x="180" y="855"/>
                  <a:pt x="193" y="871"/>
                  <a:pt x="203" y="883"/>
                </a:cubicBezTo>
                <a:cubicBezTo>
                  <a:pt x="213" y="895"/>
                  <a:pt x="218" y="902"/>
                  <a:pt x="218" y="902"/>
                </a:cubicBezTo>
                <a:cubicBezTo>
                  <a:pt x="218" y="908"/>
                  <a:pt x="214" y="911"/>
                  <a:pt x="205" y="911"/>
                </a:cubicBezTo>
                <a:lnTo>
                  <a:pt x="202" y="911"/>
                </a:lnTo>
                <a:lnTo>
                  <a:pt x="190" y="911"/>
                </a:lnTo>
                <a:lnTo>
                  <a:pt x="165" y="889"/>
                </a:lnTo>
                <a:cubicBezTo>
                  <a:pt x="108" y="837"/>
                  <a:pt x="66" y="773"/>
                  <a:pt x="39" y="696"/>
                </a:cubicBezTo>
                <a:cubicBezTo>
                  <a:pt x="13" y="619"/>
                  <a:pt x="0" y="538"/>
                  <a:pt x="0" y="4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4" name=""/>
          <p:cNvSpPr/>
          <p:nvPr/>
        </p:nvSpPr>
        <p:spPr>
          <a:xfrm>
            <a:off x="6458040" y="2005920"/>
            <a:ext cx="159840" cy="148680"/>
          </a:xfrm>
          <a:custGeom>
            <a:avLst/>
            <a:gdLst/>
            <a:ahLst/>
            <a:rect l="0" t="0" r="r" b="b"/>
            <a:pathLst>
              <a:path w="444" h="413">
                <a:moveTo>
                  <a:pt x="17" y="139"/>
                </a:moveTo>
                <a:cubicBezTo>
                  <a:pt x="21" y="114"/>
                  <a:pt x="37" y="84"/>
                  <a:pt x="66" y="51"/>
                </a:cubicBezTo>
                <a:cubicBezTo>
                  <a:pt x="94" y="17"/>
                  <a:pt x="130" y="0"/>
                  <a:pt x="171" y="0"/>
                </a:cubicBezTo>
                <a:cubicBezTo>
                  <a:pt x="193" y="0"/>
                  <a:pt x="212" y="5"/>
                  <a:pt x="230" y="16"/>
                </a:cubicBezTo>
                <a:cubicBezTo>
                  <a:pt x="247" y="27"/>
                  <a:pt x="260" y="41"/>
                  <a:pt x="269" y="57"/>
                </a:cubicBezTo>
                <a:cubicBezTo>
                  <a:pt x="294" y="19"/>
                  <a:pt x="325" y="0"/>
                  <a:pt x="361" y="0"/>
                </a:cubicBezTo>
                <a:cubicBezTo>
                  <a:pt x="383" y="0"/>
                  <a:pt x="403" y="6"/>
                  <a:pt x="419" y="20"/>
                </a:cubicBezTo>
                <a:cubicBezTo>
                  <a:pt x="435" y="33"/>
                  <a:pt x="444" y="51"/>
                  <a:pt x="444" y="74"/>
                </a:cubicBezTo>
                <a:cubicBezTo>
                  <a:pt x="444" y="91"/>
                  <a:pt x="440" y="105"/>
                  <a:pt x="432" y="116"/>
                </a:cubicBezTo>
                <a:cubicBezTo>
                  <a:pt x="423" y="127"/>
                  <a:pt x="415" y="134"/>
                  <a:pt x="407" y="136"/>
                </a:cubicBezTo>
                <a:cubicBezTo>
                  <a:pt x="399" y="139"/>
                  <a:pt x="392" y="140"/>
                  <a:pt x="386" y="140"/>
                </a:cubicBezTo>
                <a:cubicBezTo>
                  <a:pt x="375" y="140"/>
                  <a:pt x="365" y="137"/>
                  <a:pt x="358" y="130"/>
                </a:cubicBezTo>
                <a:cubicBezTo>
                  <a:pt x="351" y="123"/>
                  <a:pt x="347" y="114"/>
                  <a:pt x="347" y="104"/>
                </a:cubicBezTo>
                <a:cubicBezTo>
                  <a:pt x="347" y="76"/>
                  <a:pt x="362" y="57"/>
                  <a:pt x="393" y="46"/>
                </a:cubicBezTo>
                <a:cubicBezTo>
                  <a:pt x="386" y="38"/>
                  <a:pt x="374" y="34"/>
                  <a:pt x="356" y="34"/>
                </a:cubicBezTo>
                <a:cubicBezTo>
                  <a:pt x="348" y="34"/>
                  <a:pt x="342" y="35"/>
                  <a:pt x="339" y="36"/>
                </a:cubicBezTo>
                <a:cubicBezTo>
                  <a:pt x="316" y="46"/>
                  <a:pt x="299" y="66"/>
                  <a:pt x="288" y="96"/>
                </a:cubicBezTo>
                <a:cubicBezTo>
                  <a:pt x="251" y="230"/>
                  <a:pt x="233" y="309"/>
                  <a:pt x="233" y="331"/>
                </a:cubicBezTo>
                <a:cubicBezTo>
                  <a:pt x="233" y="348"/>
                  <a:pt x="238" y="360"/>
                  <a:pt x="248" y="367"/>
                </a:cubicBezTo>
                <a:cubicBezTo>
                  <a:pt x="258" y="375"/>
                  <a:pt x="268" y="378"/>
                  <a:pt x="280" y="378"/>
                </a:cubicBezTo>
                <a:cubicBezTo>
                  <a:pt x="302" y="378"/>
                  <a:pt x="324" y="368"/>
                  <a:pt x="346" y="348"/>
                </a:cubicBezTo>
                <a:cubicBezTo>
                  <a:pt x="368" y="328"/>
                  <a:pt x="383" y="304"/>
                  <a:pt x="391" y="275"/>
                </a:cubicBezTo>
                <a:cubicBezTo>
                  <a:pt x="393" y="269"/>
                  <a:pt x="394" y="265"/>
                  <a:pt x="396" y="265"/>
                </a:cubicBezTo>
                <a:cubicBezTo>
                  <a:pt x="398" y="264"/>
                  <a:pt x="403" y="263"/>
                  <a:pt x="411" y="263"/>
                </a:cubicBezTo>
                <a:lnTo>
                  <a:pt x="414" y="263"/>
                </a:lnTo>
                <a:cubicBezTo>
                  <a:pt x="423" y="263"/>
                  <a:pt x="428" y="265"/>
                  <a:pt x="428" y="270"/>
                </a:cubicBezTo>
                <a:cubicBezTo>
                  <a:pt x="428" y="271"/>
                  <a:pt x="427" y="274"/>
                  <a:pt x="426" y="280"/>
                </a:cubicBezTo>
                <a:cubicBezTo>
                  <a:pt x="416" y="315"/>
                  <a:pt x="398" y="345"/>
                  <a:pt x="370" y="372"/>
                </a:cubicBezTo>
                <a:cubicBezTo>
                  <a:pt x="342" y="399"/>
                  <a:pt x="309" y="413"/>
                  <a:pt x="272" y="413"/>
                </a:cubicBezTo>
                <a:cubicBezTo>
                  <a:pt x="230" y="413"/>
                  <a:pt x="198" y="393"/>
                  <a:pt x="176" y="355"/>
                </a:cubicBezTo>
                <a:cubicBezTo>
                  <a:pt x="151" y="392"/>
                  <a:pt x="123" y="412"/>
                  <a:pt x="90" y="412"/>
                </a:cubicBezTo>
                <a:lnTo>
                  <a:pt x="85" y="412"/>
                </a:lnTo>
                <a:cubicBezTo>
                  <a:pt x="55" y="412"/>
                  <a:pt x="34" y="404"/>
                  <a:pt x="21" y="387"/>
                </a:cubicBezTo>
                <a:cubicBezTo>
                  <a:pt x="9" y="372"/>
                  <a:pt x="1" y="355"/>
                  <a:pt x="0" y="337"/>
                </a:cubicBezTo>
                <a:cubicBezTo>
                  <a:pt x="0" y="318"/>
                  <a:pt x="7" y="302"/>
                  <a:pt x="19" y="290"/>
                </a:cubicBezTo>
                <a:cubicBezTo>
                  <a:pt x="30" y="278"/>
                  <a:pt x="44" y="272"/>
                  <a:pt x="59" y="272"/>
                </a:cubicBezTo>
                <a:cubicBezTo>
                  <a:pt x="86" y="272"/>
                  <a:pt x="99" y="285"/>
                  <a:pt x="99" y="310"/>
                </a:cubicBezTo>
                <a:cubicBezTo>
                  <a:pt x="99" y="322"/>
                  <a:pt x="95" y="333"/>
                  <a:pt x="88" y="342"/>
                </a:cubicBezTo>
                <a:cubicBezTo>
                  <a:pt x="80" y="351"/>
                  <a:pt x="73" y="357"/>
                  <a:pt x="67" y="360"/>
                </a:cubicBezTo>
                <a:cubicBezTo>
                  <a:pt x="60" y="363"/>
                  <a:pt x="56" y="365"/>
                  <a:pt x="55" y="365"/>
                </a:cubicBezTo>
                <a:lnTo>
                  <a:pt x="52" y="366"/>
                </a:lnTo>
                <a:cubicBezTo>
                  <a:pt x="52" y="366"/>
                  <a:pt x="54" y="367"/>
                  <a:pt x="58" y="369"/>
                </a:cubicBezTo>
                <a:cubicBezTo>
                  <a:pt x="61" y="371"/>
                  <a:pt x="66" y="373"/>
                  <a:pt x="72" y="376"/>
                </a:cubicBezTo>
                <a:cubicBezTo>
                  <a:pt x="78" y="378"/>
                  <a:pt x="84" y="379"/>
                  <a:pt x="90" y="378"/>
                </a:cubicBezTo>
                <a:cubicBezTo>
                  <a:pt x="111" y="378"/>
                  <a:pt x="130" y="365"/>
                  <a:pt x="146" y="337"/>
                </a:cubicBezTo>
                <a:cubicBezTo>
                  <a:pt x="151" y="328"/>
                  <a:pt x="158" y="307"/>
                  <a:pt x="167" y="276"/>
                </a:cubicBezTo>
                <a:cubicBezTo>
                  <a:pt x="175" y="244"/>
                  <a:pt x="184" y="211"/>
                  <a:pt x="192" y="177"/>
                </a:cubicBezTo>
                <a:cubicBezTo>
                  <a:pt x="201" y="143"/>
                  <a:pt x="206" y="123"/>
                  <a:pt x="207" y="117"/>
                </a:cubicBezTo>
                <a:cubicBezTo>
                  <a:pt x="210" y="101"/>
                  <a:pt x="211" y="89"/>
                  <a:pt x="211" y="82"/>
                </a:cubicBezTo>
                <a:cubicBezTo>
                  <a:pt x="211" y="65"/>
                  <a:pt x="207" y="53"/>
                  <a:pt x="198" y="45"/>
                </a:cubicBezTo>
                <a:cubicBezTo>
                  <a:pt x="189" y="38"/>
                  <a:pt x="178" y="34"/>
                  <a:pt x="167" y="34"/>
                </a:cubicBezTo>
                <a:cubicBezTo>
                  <a:pt x="143" y="34"/>
                  <a:pt x="120" y="44"/>
                  <a:pt x="99" y="64"/>
                </a:cubicBezTo>
                <a:cubicBezTo>
                  <a:pt x="77" y="83"/>
                  <a:pt x="63" y="108"/>
                  <a:pt x="54" y="138"/>
                </a:cubicBezTo>
                <a:cubicBezTo>
                  <a:pt x="53" y="144"/>
                  <a:pt x="51" y="147"/>
                  <a:pt x="49" y="147"/>
                </a:cubicBezTo>
                <a:cubicBezTo>
                  <a:pt x="48" y="148"/>
                  <a:pt x="43" y="148"/>
                  <a:pt x="35" y="149"/>
                </a:cubicBezTo>
                <a:lnTo>
                  <a:pt x="22" y="149"/>
                </a:lnTo>
                <a:cubicBezTo>
                  <a:pt x="19" y="145"/>
                  <a:pt x="17" y="142"/>
                  <a:pt x="17" y="1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5" name=""/>
          <p:cNvSpPr/>
          <p:nvPr/>
        </p:nvSpPr>
        <p:spPr>
          <a:xfrm>
            <a:off x="6652080" y="190512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4" y="0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4" y="21"/>
                </a:lnTo>
                <a:cubicBezTo>
                  <a:pt x="112" y="73"/>
                  <a:pt x="153" y="137"/>
                  <a:pt x="179" y="214"/>
                </a:cubicBezTo>
                <a:cubicBezTo>
                  <a:pt x="205" y="291"/>
                  <a:pt x="218" y="371"/>
                  <a:pt x="218" y="455"/>
                </a:cubicBezTo>
                <a:cubicBezTo>
                  <a:pt x="218" y="496"/>
                  <a:pt x="215" y="536"/>
                  <a:pt x="209" y="574"/>
                </a:cubicBezTo>
                <a:cubicBezTo>
                  <a:pt x="203" y="612"/>
                  <a:pt x="196" y="645"/>
                  <a:pt x="188" y="672"/>
                </a:cubicBezTo>
                <a:cubicBezTo>
                  <a:pt x="181" y="699"/>
                  <a:pt x="169" y="726"/>
                  <a:pt x="155" y="752"/>
                </a:cubicBezTo>
                <a:cubicBezTo>
                  <a:pt x="140" y="779"/>
                  <a:pt x="129" y="799"/>
                  <a:pt x="120" y="813"/>
                </a:cubicBezTo>
                <a:cubicBezTo>
                  <a:pt x="112" y="827"/>
                  <a:pt x="99" y="843"/>
                  <a:pt x="83" y="860"/>
                </a:cubicBezTo>
                <a:cubicBezTo>
                  <a:pt x="65" y="877"/>
                  <a:pt x="56" y="887"/>
                  <a:pt x="53" y="890"/>
                </a:cubicBezTo>
                <a:cubicBezTo>
                  <a:pt x="50" y="893"/>
                  <a:pt x="43" y="898"/>
                  <a:pt x="32" y="907"/>
                </a:cubicBezTo>
                <a:cubicBezTo>
                  <a:pt x="30" y="909"/>
                  <a:pt x="29" y="910"/>
                  <a:pt x="28" y="911"/>
                </a:cubicBezTo>
                <a:lnTo>
                  <a:pt x="17" y="911"/>
                </a:lnTo>
                <a:cubicBezTo>
                  <a:pt x="12" y="911"/>
                  <a:pt x="9" y="911"/>
                  <a:pt x="7" y="911"/>
                </a:cubicBezTo>
                <a:cubicBezTo>
                  <a:pt x="5" y="911"/>
                  <a:pt x="4" y="910"/>
                  <a:pt x="3" y="908"/>
                </a:cubicBezTo>
                <a:cubicBezTo>
                  <a:pt x="1" y="906"/>
                  <a:pt x="1" y="903"/>
                  <a:pt x="0" y="900"/>
                </a:cubicBezTo>
                <a:cubicBezTo>
                  <a:pt x="1" y="899"/>
                  <a:pt x="4" y="895"/>
                  <a:pt x="10" y="888"/>
                </a:cubicBezTo>
                <a:cubicBezTo>
                  <a:pt x="105" y="790"/>
                  <a:pt x="152" y="646"/>
                  <a:pt x="152" y="455"/>
                </a:cubicBezTo>
                <a:cubicBezTo>
                  <a:pt x="152" y="264"/>
                  <a:pt x="105" y="120"/>
                  <a:pt x="10" y="22"/>
                </a:cubicBezTo>
                <a:cubicBezTo>
                  <a:pt x="4" y="15"/>
                  <a:pt x="1" y="11"/>
                  <a:pt x="0" y="10"/>
                </a:cubicBezTo>
                <a:cubicBezTo>
                  <a:pt x="0" y="6"/>
                  <a:pt x="1" y="2"/>
                  <a:pt x="4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6" name=""/>
          <p:cNvSpPr/>
          <p:nvPr/>
        </p:nvSpPr>
        <p:spPr>
          <a:xfrm>
            <a:off x="6861960" y="2062080"/>
            <a:ext cx="200160" cy="13680"/>
          </a:xfrm>
          <a:custGeom>
            <a:avLst/>
            <a:gdLst/>
            <a:ahLst/>
            <a:rect l="0" t="0" r="r" b="b"/>
            <a:pathLst>
              <a:path w="556" h="38">
                <a:moveTo>
                  <a:pt x="12" y="0"/>
                </a:moveTo>
                <a:lnTo>
                  <a:pt x="542" y="0"/>
                </a:lnTo>
                <a:cubicBezTo>
                  <a:pt x="551" y="5"/>
                  <a:pt x="556" y="11"/>
                  <a:pt x="556" y="20"/>
                </a:cubicBezTo>
                <a:cubicBezTo>
                  <a:pt x="556" y="27"/>
                  <a:pt x="551" y="33"/>
                  <a:pt x="542" y="38"/>
                </a:cubicBezTo>
                <a:lnTo>
                  <a:pt x="12" y="38"/>
                </a:lnTo>
                <a:cubicBezTo>
                  <a:pt x="4" y="33"/>
                  <a:pt x="0" y="27"/>
                  <a:pt x="0" y="20"/>
                </a:cubicBezTo>
                <a:cubicBezTo>
                  <a:pt x="0" y="11"/>
                  <a:pt x="4" y="5"/>
                  <a:pt x="12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7" name=""/>
          <p:cNvSpPr/>
          <p:nvPr/>
        </p:nvSpPr>
        <p:spPr>
          <a:xfrm>
            <a:off x="7178400" y="1919520"/>
            <a:ext cx="232920" cy="238680"/>
          </a:xfrm>
          <a:custGeom>
            <a:avLst/>
            <a:gdLst/>
            <a:ahLst/>
            <a:rect l="0" t="0" r="r" b="b"/>
            <a:pathLst>
              <a:path w="647" h="663">
                <a:moveTo>
                  <a:pt x="0" y="414"/>
                </a:moveTo>
                <a:cubicBezTo>
                  <a:pt x="0" y="344"/>
                  <a:pt x="20" y="276"/>
                  <a:pt x="61" y="212"/>
                </a:cubicBezTo>
                <a:cubicBezTo>
                  <a:pt x="101" y="147"/>
                  <a:pt x="153" y="96"/>
                  <a:pt x="215" y="59"/>
                </a:cubicBezTo>
                <a:cubicBezTo>
                  <a:pt x="276" y="21"/>
                  <a:pt x="338" y="2"/>
                  <a:pt x="400" y="1"/>
                </a:cubicBezTo>
                <a:cubicBezTo>
                  <a:pt x="456" y="1"/>
                  <a:pt x="499" y="17"/>
                  <a:pt x="531" y="48"/>
                </a:cubicBezTo>
                <a:cubicBezTo>
                  <a:pt x="537" y="54"/>
                  <a:pt x="541" y="59"/>
                  <a:pt x="545" y="63"/>
                </a:cubicBezTo>
                <a:cubicBezTo>
                  <a:pt x="549" y="68"/>
                  <a:pt x="551" y="71"/>
                  <a:pt x="552" y="72"/>
                </a:cubicBezTo>
                <a:lnTo>
                  <a:pt x="553" y="75"/>
                </a:lnTo>
                <a:cubicBezTo>
                  <a:pt x="555" y="75"/>
                  <a:pt x="563" y="67"/>
                  <a:pt x="578" y="51"/>
                </a:cubicBezTo>
                <a:cubicBezTo>
                  <a:pt x="582" y="48"/>
                  <a:pt x="587" y="44"/>
                  <a:pt x="591" y="39"/>
                </a:cubicBezTo>
                <a:cubicBezTo>
                  <a:pt x="596" y="34"/>
                  <a:pt x="601" y="29"/>
                  <a:pt x="606" y="24"/>
                </a:cubicBezTo>
                <a:cubicBezTo>
                  <a:pt x="611" y="19"/>
                  <a:pt x="614" y="16"/>
                  <a:pt x="615" y="14"/>
                </a:cubicBezTo>
                <a:lnTo>
                  <a:pt x="629" y="0"/>
                </a:lnTo>
                <a:lnTo>
                  <a:pt x="634" y="0"/>
                </a:lnTo>
                <a:cubicBezTo>
                  <a:pt x="643" y="0"/>
                  <a:pt x="647" y="3"/>
                  <a:pt x="647" y="7"/>
                </a:cubicBezTo>
                <a:cubicBezTo>
                  <a:pt x="647" y="9"/>
                  <a:pt x="637" y="51"/>
                  <a:pt x="618" y="132"/>
                </a:cubicBezTo>
                <a:cubicBezTo>
                  <a:pt x="596" y="216"/>
                  <a:pt x="585" y="258"/>
                  <a:pt x="585" y="259"/>
                </a:cubicBezTo>
                <a:cubicBezTo>
                  <a:pt x="584" y="262"/>
                  <a:pt x="582" y="264"/>
                  <a:pt x="581" y="264"/>
                </a:cubicBezTo>
                <a:cubicBezTo>
                  <a:pt x="579" y="265"/>
                  <a:pt x="573" y="266"/>
                  <a:pt x="564" y="266"/>
                </a:cubicBezTo>
                <a:lnTo>
                  <a:pt x="550" y="266"/>
                </a:lnTo>
                <a:cubicBezTo>
                  <a:pt x="546" y="263"/>
                  <a:pt x="544" y="260"/>
                  <a:pt x="544" y="258"/>
                </a:cubicBezTo>
                <a:cubicBezTo>
                  <a:pt x="544" y="257"/>
                  <a:pt x="544" y="255"/>
                  <a:pt x="545" y="252"/>
                </a:cubicBezTo>
                <a:cubicBezTo>
                  <a:pt x="546" y="248"/>
                  <a:pt x="546" y="242"/>
                  <a:pt x="547" y="233"/>
                </a:cubicBezTo>
                <a:cubicBezTo>
                  <a:pt x="547" y="225"/>
                  <a:pt x="548" y="215"/>
                  <a:pt x="548" y="204"/>
                </a:cubicBezTo>
                <a:cubicBezTo>
                  <a:pt x="548" y="161"/>
                  <a:pt x="538" y="124"/>
                  <a:pt x="519" y="91"/>
                </a:cubicBezTo>
                <a:cubicBezTo>
                  <a:pt x="499" y="59"/>
                  <a:pt x="466" y="43"/>
                  <a:pt x="419" y="42"/>
                </a:cubicBezTo>
                <a:cubicBezTo>
                  <a:pt x="408" y="42"/>
                  <a:pt x="396" y="43"/>
                  <a:pt x="383" y="45"/>
                </a:cubicBezTo>
                <a:cubicBezTo>
                  <a:pt x="370" y="47"/>
                  <a:pt x="354" y="51"/>
                  <a:pt x="335" y="57"/>
                </a:cubicBezTo>
                <a:cubicBezTo>
                  <a:pt x="315" y="63"/>
                  <a:pt x="297" y="71"/>
                  <a:pt x="279" y="82"/>
                </a:cubicBezTo>
                <a:cubicBezTo>
                  <a:pt x="262" y="93"/>
                  <a:pt x="243" y="108"/>
                  <a:pt x="222" y="126"/>
                </a:cubicBezTo>
                <a:cubicBezTo>
                  <a:pt x="201" y="144"/>
                  <a:pt x="184" y="166"/>
                  <a:pt x="169" y="191"/>
                </a:cubicBezTo>
                <a:cubicBezTo>
                  <a:pt x="155" y="216"/>
                  <a:pt x="140" y="246"/>
                  <a:pt x="126" y="284"/>
                </a:cubicBezTo>
                <a:cubicBezTo>
                  <a:pt x="112" y="322"/>
                  <a:pt x="103" y="362"/>
                  <a:pt x="98" y="406"/>
                </a:cubicBezTo>
                <a:cubicBezTo>
                  <a:pt x="97" y="417"/>
                  <a:pt x="96" y="429"/>
                  <a:pt x="96" y="442"/>
                </a:cubicBezTo>
                <a:cubicBezTo>
                  <a:pt x="96" y="471"/>
                  <a:pt x="101" y="497"/>
                  <a:pt x="109" y="519"/>
                </a:cubicBezTo>
                <a:cubicBezTo>
                  <a:pt x="118" y="542"/>
                  <a:pt x="128" y="559"/>
                  <a:pt x="142" y="571"/>
                </a:cubicBezTo>
                <a:cubicBezTo>
                  <a:pt x="155" y="583"/>
                  <a:pt x="170" y="594"/>
                  <a:pt x="187" y="602"/>
                </a:cubicBezTo>
                <a:cubicBezTo>
                  <a:pt x="204" y="611"/>
                  <a:pt x="220" y="616"/>
                  <a:pt x="235" y="618"/>
                </a:cubicBezTo>
                <a:cubicBezTo>
                  <a:pt x="249" y="619"/>
                  <a:pt x="263" y="621"/>
                  <a:pt x="276" y="621"/>
                </a:cubicBezTo>
                <a:cubicBezTo>
                  <a:pt x="308" y="621"/>
                  <a:pt x="338" y="614"/>
                  <a:pt x="366" y="600"/>
                </a:cubicBezTo>
                <a:cubicBezTo>
                  <a:pt x="393" y="586"/>
                  <a:pt x="413" y="568"/>
                  <a:pt x="423" y="547"/>
                </a:cubicBezTo>
                <a:cubicBezTo>
                  <a:pt x="425" y="542"/>
                  <a:pt x="429" y="525"/>
                  <a:pt x="437" y="497"/>
                </a:cubicBezTo>
                <a:cubicBezTo>
                  <a:pt x="444" y="468"/>
                  <a:pt x="448" y="452"/>
                  <a:pt x="448" y="448"/>
                </a:cubicBezTo>
                <a:cubicBezTo>
                  <a:pt x="448" y="443"/>
                  <a:pt x="444" y="440"/>
                  <a:pt x="436" y="439"/>
                </a:cubicBezTo>
                <a:cubicBezTo>
                  <a:pt x="428" y="438"/>
                  <a:pt x="410" y="437"/>
                  <a:pt x="380" y="436"/>
                </a:cubicBezTo>
                <a:lnTo>
                  <a:pt x="347" y="436"/>
                </a:lnTo>
                <a:cubicBezTo>
                  <a:pt x="343" y="433"/>
                  <a:pt x="341" y="430"/>
                  <a:pt x="341" y="429"/>
                </a:cubicBezTo>
                <a:cubicBezTo>
                  <a:pt x="341" y="428"/>
                  <a:pt x="342" y="422"/>
                  <a:pt x="343" y="412"/>
                </a:cubicBezTo>
                <a:cubicBezTo>
                  <a:pt x="345" y="404"/>
                  <a:pt x="348" y="398"/>
                  <a:pt x="352" y="395"/>
                </a:cubicBezTo>
                <a:lnTo>
                  <a:pt x="367" y="395"/>
                </a:lnTo>
                <a:cubicBezTo>
                  <a:pt x="392" y="396"/>
                  <a:pt x="435" y="396"/>
                  <a:pt x="496" y="396"/>
                </a:cubicBezTo>
                <a:cubicBezTo>
                  <a:pt x="520" y="396"/>
                  <a:pt x="540" y="396"/>
                  <a:pt x="555" y="396"/>
                </a:cubicBezTo>
                <a:cubicBezTo>
                  <a:pt x="570" y="396"/>
                  <a:pt x="581" y="396"/>
                  <a:pt x="588" y="396"/>
                </a:cubicBezTo>
                <a:cubicBezTo>
                  <a:pt x="594" y="395"/>
                  <a:pt x="598" y="395"/>
                  <a:pt x="599" y="396"/>
                </a:cubicBezTo>
                <a:cubicBezTo>
                  <a:pt x="607" y="396"/>
                  <a:pt x="611" y="398"/>
                  <a:pt x="611" y="404"/>
                </a:cubicBezTo>
                <a:cubicBezTo>
                  <a:pt x="611" y="405"/>
                  <a:pt x="611" y="409"/>
                  <a:pt x="610" y="416"/>
                </a:cubicBezTo>
                <a:cubicBezTo>
                  <a:pt x="607" y="428"/>
                  <a:pt x="604" y="434"/>
                  <a:pt x="601" y="436"/>
                </a:cubicBezTo>
                <a:cubicBezTo>
                  <a:pt x="599" y="436"/>
                  <a:pt x="594" y="436"/>
                  <a:pt x="587" y="436"/>
                </a:cubicBezTo>
                <a:cubicBezTo>
                  <a:pt x="575" y="436"/>
                  <a:pt x="562" y="437"/>
                  <a:pt x="550" y="439"/>
                </a:cubicBezTo>
                <a:cubicBezTo>
                  <a:pt x="545" y="441"/>
                  <a:pt x="542" y="444"/>
                  <a:pt x="540" y="447"/>
                </a:cubicBezTo>
                <a:cubicBezTo>
                  <a:pt x="539" y="451"/>
                  <a:pt x="534" y="466"/>
                  <a:pt x="528" y="494"/>
                </a:cubicBezTo>
                <a:cubicBezTo>
                  <a:pt x="522" y="514"/>
                  <a:pt x="518" y="531"/>
                  <a:pt x="514" y="545"/>
                </a:cubicBezTo>
                <a:cubicBezTo>
                  <a:pt x="499" y="607"/>
                  <a:pt x="490" y="638"/>
                  <a:pt x="489" y="640"/>
                </a:cubicBezTo>
                <a:cubicBezTo>
                  <a:pt x="487" y="642"/>
                  <a:pt x="486" y="642"/>
                  <a:pt x="484" y="642"/>
                </a:cubicBezTo>
                <a:cubicBezTo>
                  <a:pt x="478" y="642"/>
                  <a:pt x="469" y="636"/>
                  <a:pt x="459" y="624"/>
                </a:cubicBezTo>
                <a:cubicBezTo>
                  <a:pt x="448" y="612"/>
                  <a:pt x="441" y="602"/>
                  <a:pt x="438" y="596"/>
                </a:cubicBezTo>
                <a:cubicBezTo>
                  <a:pt x="438" y="595"/>
                  <a:pt x="437" y="595"/>
                  <a:pt x="436" y="596"/>
                </a:cubicBezTo>
                <a:cubicBezTo>
                  <a:pt x="435" y="596"/>
                  <a:pt x="433" y="598"/>
                  <a:pt x="430" y="600"/>
                </a:cubicBezTo>
                <a:cubicBezTo>
                  <a:pt x="384" y="642"/>
                  <a:pt x="324" y="663"/>
                  <a:pt x="247" y="663"/>
                </a:cubicBezTo>
                <a:cubicBezTo>
                  <a:pt x="174" y="663"/>
                  <a:pt x="115" y="640"/>
                  <a:pt x="69" y="593"/>
                </a:cubicBezTo>
                <a:cubicBezTo>
                  <a:pt x="24" y="546"/>
                  <a:pt x="0" y="487"/>
                  <a:pt x="0" y="41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8" name=""/>
          <p:cNvSpPr/>
          <p:nvPr/>
        </p:nvSpPr>
        <p:spPr>
          <a:xfrm>
            <a:off x="7450200" y="190512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0" y="455"/>
                </a:moveTo>
                <a:cubicBezTo>
                  <a:pt x="0" y="413"/>
                  <a:pt x="3" y="373"/>
                  <a:pt x="9" y="335"/>
                </a:cubicBezTo>
                <a:cubicBezTo>
                  <a:pt x="15" y="298"/>
                  <a:pt x="22" y="265"/>
                  <a:pt x="31" y="238"/>
                </a:cubicBezTo>
                <a:cubicBezTo>
                  <a:pt x="39" y="211"/>
                  <a:pt x="50" y="184"/>
                  <a:pt x="65" y="158"/>
                </a:cubicBezTo>
                <a:cubicBezTo>
                  <a:pt x="79" y="132"/>
                  <a:pt x="91" y="111"/>
                  <a:pt x="99" y="97"/>
                </a:cubicBezTo>
                <a:cubicBezTo>
                  <a:pt x="108" y="82"/>
                  <a:pt x="121" y="67"/>
                  <a:pt x="138" y="50"/>
                </a:cubicBezTo>
                <a:cubicBezTo>
                  <a:pt x="155" y="33"/>
                  <a:pt x="165" y="22"/>
                  <a:pt x="168" y="19"/>
                </a:cubicBezTo>
                <a:cubicBezTo>
                  <a:pt x="171" y="15"/>
                  <a:pt x="178" y="9"/>
                  <a:pt x="190" y="0"/>
                </a:cubicBezTo>
                <a:lnTo>
                  <a:pt x="202" y="0"/>
                </a:lnTo>
                <a:lnTo>
                  <a:pt x="206" y="0"/>
                </a:lnTo>
                <a:cubicBezTo>
                  <a:pt x="214" y="0"/>
                  <a:pt x="219" y="2"/>
                  <a:pt x="219" y="8"/>
                </a:cubicBezTo>
                <a:cubicBezTo>
                  <a:pt x="219" y="10"/>
                  <a:pt x="213" y="16"/>
                  <a:pt x="203" y="27"/>
                </a:cubicBezTo>
                <a:cubicBezTo>
                  <a:pt x="193" y="38"/>
                  <a:pt x="180" y="54"/>
                  <a:pt x="166" y="75"/>
                </a:cubicBezTo>
                <a:cubicBezTo>
                  <a:pt x="151" y="96"/>
                  <a:pt x="136" y="122"/>
                  <a:pt x="121" y="153"/>
                </a:cubicBezTo>
                <a:cubicBezTo>
                  <a:pt x="106" y="184"/>
                  <a:pt x="93" y="226"/>
                  <a:pt x="83" y="279"/>
                </a:cubicBezTo>
                <a:cubicBezTo>
                  <a:pt x="73" y="332"/>
                  <a:pt x="68" y="390"/>
                  <a:pt x="68" y="455"/>
                </a:cubicBezTo>
                <a:cubicBezTo>
                  <a:pt x="68" y="519"/>
                  <a:pt x="73" y="577"/>
                  <a:pt x="83" y="630"/>
                </a:cubicBezTo>
                <a:cubicBezTo>
                  <a:pt x="93" y="682"/>
                  <a:pt x="106" y="725"/>
                  <a:pt x="120" y="757"/>
                </a:cubicBezTo>
                <a:cubicBezTo>
                  <a:pt x="135" y="789"/>
                  <a:pt x="150" y="815"/>
                  <a:pt x="165" y="835"/>
                </a:cubicBezTo>
                <a:cubicBezTo>
                  <a:pt x="180" y="855"/>
                  <a:pt x="193" y="871"/>
                  <a:pt x="203" y="883"/>
                </a:cubicBezTo>
                <a:cubicBezTo>
                  <a:pt x="213" y="895"/>
                  <a:pt x="219" y="902"/>
                  <a:pt x="219" y="902"/>
                </a:cubicBezTo>
                <a:cubicBezTo>
                  <a:pt x="219" y="908"/>
                  <a:pt x="214" y="911"/>
                  <a:pt x="205" y="911"/>
                </a:cubicBezTo>
                <a:lnTo>
                  <a:pt x="202" y="911"/>
                </a:lnTo>
                <a:lnTo>
                  <a:pt x="190" y="911"/>
                </a:lnTo>
                <a:lnTo>
                  <a:pt x="165" y="889"/>
                </a:lnTo>
                <a:cubicBezTo>
                  <a:pt x="108" y="837"/>
                  <a:pt x="66" y="773"/>
                  <a:pt x="40" y="696"/>
                </a:cubicBezTo>
                <a:cubicBezTo>
                  <a:pt x="13" y="619"/>
                  <a:pt x="0" y="538"/>
                  <a:pt x="0" y="4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49" name=""/>
          <p:cNvSpPr/>
          <p:nvPr/>
        </p:nvSpPr>
        <p:spPr>
          <a:xfrm>
            <a:off x="7558200" y="2005920"/>
            <a:ext cx="160200" cy="148680"/>
          </a:xfrm>
          <a:custGeom>
            <a:avLst/>
            <a:gdLst/>
            <a:ahLst/>
            <a:rect l="0" t="0" r="r" b="b"/>
            <a:pathLst>
              <a:path w="445" h="413">
                <a:moveTo>
                  <a:pt x="16" y="139"/>
                </a:moveTo>
                <a:cubicBezTo>
                  <a:pt x="20" y="114"/>
                  <a:pt x="37" y="84"/>
                  <a:pt x="66" y="51"/>
                </a:cubicBezTo>
                <a:cubicBezTo>
                  <a:pt x="95" y="17"/>
                  <a:pt x="130" y="0"/>
                  <a:pt x="172" y="0"/>
                </a:cubicBezTo>
                <a:cubicBezTo>
                  <a:pt x="193" y="0"/>
                  <a:pt x="212" y="5"/>
                  <a:pt x="230" y="16"/>
                </a:cubicBezTo>
                <a:cubicBezTo>
                  <a:pt x="247" y="27"/>
                  <a:pt x="260" y="41"/>
                  <a:pt x="269" y="57"/>
                </a:cubicBezTo>
                <a:cubicBezTo>
                  <a:pt x="294" y="19"/>
                  <a:pt x="325" y="0"/>
                  <a:pt x="361" y="0"/>
                </a:cubicBezTo>
                <a:cubicBezTo>
                  <a:pt x="383" y="0"/>
                  <a:pt x="403" y="6"/>
                  <a:pt x="419" y="20"/>
                </a:cubicBezTo>
                <a:cubicBezTo>
                  <a:pt x="435" y="33"/>
                  <a:pt x="444" y="51"/>
                  <a:pt x="445" y="74"/>
                </a:cubicBezTo>
                <a:cubicBezTo>
                  <a:pt x="445" y="91"/>
                  <a:pt x="440" y="105"/>
                  <a:pt x="432" y="116"/>
                </a:cubicBezTo>
                <a:cubicBezTo>
                  <a:pt x="423" y="127"/>
                  <a:pt x="415" y="134"/>
                  <a:pt x="407" y="136"/>
                </a:cubicBezTo>
                <a:cubicBezTo>
                  <a:pt x="399" y="139"/>
                  <a:pt x="392" y="140"/>
                  <a:pt x="386" y="140"/>
                </a:cubicBezTo>
                <a:cubicBezTo>
                  <a:pt x="375" y="140"/>
                  <a:pt x="365" y="137"/>
                  <a:pt x="358" y="130"/>
                </a:cubicBezTo>
                <a:cubicBezTo>
                  <a:pt x="351" y="123"/>
                  <a:pt x="347" y="114"/>
                  <a:pt x="347" y="104"/>
                </a:cubicBezTo>
                <a:cubicBezTo>
                  <a:pt x="347" y="76"/>
                  <a:pt x="362" y="57"/>
                  <a:pt x="393" y="46"/>
                </a:cubicBezTo>
                <a:cubicBezTo>
                  <a:pt x="386" y="38"/>
                  <a:pt x="374" y="34"/>
                  <a:pt x="356" y="34"/>
                </a:cubicBezTo>
                <a:cubicBezTo>
                  <a:pt x="348" y="34"/>
                  <a:pt x="343" y="35"/>
                  <a:pt x="339" y="36"/>
                </a:cubicBezTo>
                <a:cubicBezTo>
                  <a:pt x="316" y="46"/>
                  <a:pt x="299" y="66"/>
                  <a:pt x="288" y="96"/>
                </a:cubicBezTo>
                <a:cubicBezTo>
                  <a:pt x="252" y="230"/>
                  <a:pt x="233" y="309"/>
                  <a:pt x="233" y="331"/>
                </a:cubicBezTo>
                <a:cubicBezTo>
                  <a:pt x="233" y="348"/>
                  <a:pt x="238" y="360"/>
                  <a:pt x="248" y="367"/>
                </a:cubicBezTo>
                <a:cubicBezTo>
                  <a:pt x="258" y="375"/>
                  <a:pt x="268" y="378"/>
                  <a:pt x="280" y="378"/>
                </a:cubicBezTo>
                <a:cubicBezTo>
                  <a:pt x="302" y="378"/>
                  <a:pt x="324" y="368"/>
                  <a:pt x="346" y="348"/>
                </a:cubicBezTo>
                <a:cubicBezTo>
                  <a:pt x="368" y="328"/>
                  <a:pt x="383" y="304"/>
                  <a:pt x="391" y="275"/>
                </a:cubicBezTo>
                <a:cubicBezTo>
                  <a:pt x="393" y="269"/>
                  <a:pt x="395" y="265"/>
                  <a:pt x="396" y="265"/>
                </a:cubicBezTo>
                <a:cubicBezTo>
                  <a:pt x="398" y="264"/>
                  <a:pt x="403" y="263"/>
                  <a:pt x="411" y="263"/>
                </a:cubicBezTo>
                <a:lnTo>
                  <a:pt x="415" y="263"/>
                </a:lnTo>
                <a:cubicBezTo>
                  <a:pt x="424" y="263"/>
                  <a:pt x="428" y="265"/>
                  <a:pt x="428" y="270"/>
                </a:cubicBezTo>
                <a:cubicBezTo>
                  <a:pt x="428" y="271"/>
                  <a:pt x="428" y="274"/>
                  <a:pt x="426" y="280"/>
                </a:cubicBezTo>
                <a:cubicBezTo>
                  <a:pt x="417" y="315"/>
                  <a:pt x="398" y="345"/>
                  <a:pt x="370" y="372"/>
                </a:cubicBezTo>
                <a:cubicBezTo>
                  <a:pt x="342" y="399"/>
                  <a:pt x="310" y="413"/>
                  <a:pt x="273" y="413"/>
                </a:cubicBezTo>
                <a:cubicBezTo>
                  <a:pt x="230" y="413"/>
                  <a:pt x="198" y="393"/>
                  <a:pt x="176" y="355"/>
                </a:cubicBezTo>
                <a:cubicBezTo>
                  <a:pt x="151" y="392"/>
                  <a:pt x="123" y="412"/>
                  <a:pt x="91" y="412"/>
                </a:cubicBezTo>
                <a:lnTo>
                  <a:pt x="85" y="412"/>
                </a:lnTo>
                <a:cubicBezTo>
                  <a:pt x="55" y="412"/>
                  <a:pt x="33" y="404"/>
                  <a:pt x="20" y="387"/>
                </a:cubicBezTo>
                <a:cubicBezTo>
                  <a:pt x="8" y="372"/>
                  <a:pt x="1" y="355"/>
                  <a:pt x="0" y="337"/>
                </a:cubicBezTo>
                <a:cubicBezTo>
                  <a:pt x="0" y="318"/>
                  <a:pt x="6" y="302"/>
                  <a:pt x="18" y="290"/>
                </a:cubicBezTo>
                <a:cubicBezTo>
                  <a:pt x="29" y="278"/>
                  <a:pt x="43" y="272"/>
                  <a:pt x="60" y="272"/>
                </a:cubicBezTo>
                <a:cubicBezTo>
                  <a:pt x="86" y="272"/>
                  <a:pt x="99" y="285"/>
                  <a:pt x="99" y="310"/>
                </a:cubicBezTo>
                <a:cubicBezTo>
                  <a:pt x="99" y="322"/>
                  <a:pt x="95" y="333"/>
                  <a:pt x="88" y="342"/>
                </a:cubicBezTo>
                <a:cubicBezTo>
                  <a:pt x="81" y="351"/>
                  <a:pt x="74" y="357"/>
                  <a:pt x="67" y="360"/>
                </a:cubicBezTo>
                <a:cubicBezTo>
                  <a:pt x="60" y="363"/>
                  <a:pt x="56" y="365"/>
                  <a:pt x="55" y="365"/>
                </a:cubicBezTo>
                <a:lnTo>
                  <a:pt x="52" y="366"/>
                </a:lnTo>
                <a:cubicBezTo>
                  <a:pt x="52" y="366"/>
                  <a:pt x="54" y="367"/>
                  <a:pt x="58" y="369"/>
                </a:cubicBezTo>
                <a:cubicBezTo>
                  <a:pt x="61" y="371"/>
                  <a:pt x="66" y="373"/>
                  <a:pt x="72" y="376"/>
                </a:cubicBezTo>
                <a:cubicBezTo>
                  <a:pt x="78" y="378"/>
                  <a:pt x="84" y="379"/>
                  <a:pt x="90" y="378"/>
                </a:cubicBezTo>
                <a:cubicBezTo>
                  <a:pt x="112" y="378"/>
                  <a:pt x="130" y="365"/>
                  <a:pt x="146" y="337"/>
                </a:cubicBezTo>
                <a:cubicBezTo>
                  <a:pt x="152" y="328"/>
                  <a:pt x="159" y="307"/>
                  <a:pt x="167" y="276"/>
                </a:cubicBezTo>
                <a:cubicBezTo>
                  <a:pt x="176" y="244"/>
                  <a:pt x="184" y="211"/>
                  <a:pt x="193" y="177"/>
                </a:cubicBezTo>
                <a:cubicBezTo>
                  <a:pt x="201" y="143"/>
                  <a:pt x="206" y="123"/>
                  <a:pt x="207" y="117"/>
                </a:cubicBezTo>
                <a:cubicBezTo>
                  <a:pt x="210" y="101"/>
                  <a:pt x="212" y="89"/>
                  <a:pt x="212" y="82"/>
                </a:cubicBezTo>
                <a:cubicBezTo>
                  <a:pt x="212" y="65"/>
                  <a:pt x="207" y="53"/>
                  <a:pt x="198" y="45"/>
                </a:cubicBezTo>
                <a:cubicBezTo>
                  <a:pt x="189" y="38"/>
                  <a:pt x="179" y="34"/>
                  <a:pt x="167" y="34"/>
                </a:cubicBezTo>
                <a:cubicBezTo>
                  <a:pt x="143" y="34"/>
                  <a:pt x="120" y="44"/>
                  <a:pt x="99" y="64"/>
                </a:cubicBezTo>
                <a:cubicBezTo>
                  <a:pt x="78" y="83"/>
                  <a:pt x="63" y="108"/>
                  <a:pt x="54" y="138"/>
                </a:cubicBezTo>
                <a:cubicBezTo>
                  <a:pt x="53" y="144"/>
                  <a:pt x="51" y="147"/>
                  <a:pt x="50" y="147"/>
                </a:cubicBezTo>
                <a:cubicBezTo>
                  <a:pt x="47" y="148"/>
                  <a:pt x="42" y="148"/>
                  <a:pt x="34" y="149"/>
                </a:cubicBezTo>
                <a:lnTo>
                  <a:pt x="21" y="149"/>
                </a:lnTo>
                <a:cubicBezTo>
                  <a:pt x="18" y="145"/>
                  <a:pt x="16" y="142"/>
                  <a:pt x="16" y="1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50" name=""/>
          <p:cNvSpPr/>
          <p:nvPr/>
        </p:nvSpPr>
        <p:spPr>
          <a:xfrm>
            <a:off x="7752240" y="190512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5" y="0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4" y="21"/>
                </a:lnTo>
                <a:cubicBezTo>
                  <a:pt x="112" y="73"/>
                  <a:pt x="153" y="137"/>
                  <a:pt x="180" y="214"/>
                </a:cubicBezTo>
                <a:cubicBezTo>
                  <a:pt x="206" y="291"/>
                  <a:pt x="219" y="371"/>
                  <a:pt x="219" y="455"/>
                </a:cubicBezTo>
                <a:cubicBezTo>
                  <a:pt x="219" y="496"/>
                  <a:pt x="216" y="536"/>
                  <a:pt x="210" y="574"/>
                </a:cubicBezTo>
                <a:cubicBezTo>
                  <a:pt x="203" y="612"/>
                  <a:pt x="196" y="645"/>
                  <a:pt x="189" y="672"/>
                </a:cubicBezTo>
                <a:cubicBezTo>
                  <a:pt x="181" y="699"/>
                  <a:pt x="169" y="726"/>
                  <a:pt x="155" y="752"/>
                </a:cubicBezTo>
                <a:cubicBezTo>
                  <a:pt x="140" y="779"/>
                  <a:pt x="129" y="799"/>
                  <a:pt x="120" y="813"/>
                </a:cubicBezTo>
                <a:cubicBezTo>
                  <a:pt x="112" y="827"/>
                  <a:pt x="99" y="843"/>
                  <a:pt x="83" y="860"/>
                </a:cubicBezTo>
                <a:cubicBezTo>
                  <a:pt x="67" y="877"/>
                  <a:pt x="56" y="887"/>
                  <a:pt x="53" y="890"/>
                </a:cubicBezTo>
                <a:cubicBezTo>
                  <a:pt x="50" y="893"/>
                  <a:pt x="43" y="898"/>
                  <a:pt x="32" y="907"/>
                </a:cubicBezTo>
                <a:cubicBezTo>
                  <a:pt x="30" y="909"/>
                  <a:pt x="29" y="910"/>
                  <a:pt x="28" y="911"/>
                </a:cubicBezTo>
                <a:lnTo>
                  <a:pt x="17" y="911"/>
                </a:lnTo>
                <a:cubicBezTo>
                  <a:pt x="13" y="911"/>
                  <a:pt x="9" y="911"/>
                  <a:pt x="7" y="911"/>
                </a:cubicBezTo>
                <a:cubicBezTo>
                  <a:pt x="6" y="911"/>
                  <a:pt x="4" y="910"/>
                  <a:pt x="3" y="908"/>
                </a:cubicBezTo>
                <a:cubicBezTo>
                  <a:pt x="2" y="906"/>
                  <a:pt x="1" y="903"/>
                  <a:pt x="0" y="900"/>
                </a:cubicBezTo>
                <a:cubicBezTo>
                  <a:pt x="1" y="899"/>
                  <a:pt x="4" y="895"/>
                  <a:pt x="10" y="888"/>
                </a:cubicBezTo>
                <a:cubicBezTo>
                  <a:pt x="105" y="790"/>
                  <a:pt x="152" y="646"/>
                  <a:pt x="152" y="455"/>
                </a:cubicBezTo>
                <a:cubicBezTo>
                  <a:pt x="152" y="264"/>
                  <a:pt x="105" y="120"/>
                  <a:pt x="10" y="22"/>
                </a:cubicBezTo>
                <a:cubicBezTo>
                  <a:pt x="4" y="15"/>
                  <a:pt x="1" y="11"/>
                  <a:pt x="0" y="10"/>
                </a:cubicBezTo>
                <a:cubicBezTo>
                  <a:pt x="0" y="6"/>
                  <a:pt x="2" y="2"/>
                  <a:pt x="5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51" name=""/>
          <p:cNvSpPr/>
          <p:nvPr/>
        </p:nvSpPr>
        <p:spPr>
          <a:xfrm>
            <a:off x="7900560" y="1905120"/>
            <a:ext cx="13680" cy="327600"/>
          </a:xfrm>
          <a:custGeom>
            <a:avLst/>
            <a:gdLst/>
            <a:ahLst/>
            <a:rect l="0" t="0" r="r" b="b"/>
            <a:pathLst>
              <a:path w="38" h="910">
                <a:moveTo>
                  <a:pt x="19" y="910"/>
                </a:moveTo>
                <a:lnTo>
                  <a:pt x="17" y="910"/>
                </a:lnTo>
                <a:cubicBezTo>
                  <a:pt x="9" y="910"/>
                  <a:pt x="4" y="906"/>
                  <a:pt x="0" y="897"/>
                </a:cubicBezTo>
                <a:lnTo>
                  <a:pt x="0" y="454"/>
                </a:lnTo>
                <a:lnTo>
                  <a:pt x="1" y="12"/>
                </a:lnTo>
                <a:cubicBezTo>
                  <a:pt x="7" y="4"/>
                  <a:pt x="13" y="0"/>
                  <a:pt x="19" y="0"/>
                </a:cubicBezTo>
                <a:cubicBezTo>
                  <a:pt x="26" y="0"/>
                  <a:pt x="34" y="5"/>
                  <a:pt x="38" y="14"/>
                </a:cubicBezTo>
                <a:lnTo>
                  <a:pt x="38" y="897"/>
                </a:lnTo>
                <a:cubicBezTo>
                  <a:pt x="32" y="906"/>
                  <a:pt x="26" y="910"/>
                  <a:pt x="20" y="910"/>
                </a:cubicBezTo>
                <a:lnTo>
                  <a:pt x="19" y="9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52" name=""/>
          <p:cNvSpPr/>
          <p:nvPr/>
        </p:nvSpPr>
        <p:spPr>
          <a:xfrm>
            <a:off x="8018280" y="1923480"/>
            <a:ext cx="160920" cy="230760"/>
          </a:xfrm>
          <a:custGeom>
            <a:avLst/>
            <a:gdLst/>
            <a:ahLst/>
            <a:rect l="0" t="0" r="r" b="b"/>
            <a:pathLst>
              <a:path w="447" h="641">
                <a:moveTo>
                  <a:pt x="304" y="10"/>
                </a:moveTo>
                <a:cubicBezTo>
                  <a:pt x="305" y="10"/>
                  <a:pt x="327" y="8"/>
                  <a:pt x="370" y="5"/>
                </a:cubicBezTo>
                <a:cubicBezTo>
                  <a:pt x="413" y="2"/>
                  <a:pt x="435" y="0"/>
                  <a:pt x="436" y="0"/>
                </a:cubicBezTo>
                <a:cubicBezTo>
                  <a:pt x="443" y="0"/>
                  <a:pt x="447" y="2"/>
                  <a:pt x="447" y="7"/>
                </a:cubicBezTo>
                <a:cubicBezTo>
                  <a:pt x="447" y="11"/>
                  <a:pt x="425" y="104"/>
                  <a:pt x="381" y="283"/>
                </a:cubicBezTo>
                <a:cubicBezTo>
                  <a:pt x="336" y="462"/>
                  <a:pt x="313" y="553"/>
                  <a:pt x="312" y="557"/>
                </a:cubicBezTo>
                <a:cubicBezTo>
                  <a:pt x="311" y="560"/>
                  <a:pt x="311" y="565"/>
                  <a:pt x="311" y="570"/>
                </a:cubicBezTo>
                <a:cubicBezTo>
                  <a:pt x="311" y="596"/>
                  <a:pt x="320" y="608"/>
                  <a:pt x="337" y="608"/>
                </a:cubicBezTo>
                <a:cubicBezTo>
                  <a:pt x="342" y="608"/>
                  <a:pt x="348" y="605"/>
                  <a:pt x="355" y="600"/>
                </a:cubicBezTo>
                <a:cubicBezTo>
                  <a:pt x="368" y="588"/>
                  <a:pt x="380" y="559"/>
                  <a:pt x="392" y="513"/>
                </a:cubicBezTo>
                <a:cubicBezTo>
                  <a:pt x="396" y="501"/>
                  <a:pt x="399" y="494"/>
                  <a:pt x="401" y="494"/>
                </a:cubicBezTo>
                <a:cubicBezTo>
                  <a:pt x="403" y="493"/>
                  <a:pt x="406" y="493"/>
                  <a:pt x="411" y="493"/>
                </a:cubicBezTo>
                <a:lnTo>
                  <a:pt x="414" y="493"/>
                </a:lnTo>
                <a:lnTo>
                  <a:pt x="418" y="493"/>
                </a:lnTo>
                <a:cubicBezTo>
                  <a:pt x="427" y="493"/>
                  <a:pt x="431" y="495"/>
                  <a:pt x="431" y="500"/>
                </a:cubicBezTo>
                <a:cubicBezTo>
                  <a:pt x="431" y="503"/>
                  <a:pt x="431" y="508"/>
                  <a:pt x="429" y="515"/>
                </a:cubicBezTo>
                <a:cubicBezTo>
                  <a:pt x="421" y="545"/>
                  <a:pt x="412" y="570"/>
                  <a:pt x="401" y="588"/>
                </a:cubicBezTo>
                <a:cubicBezTo>
                  <a:pt x="391" y="607"/>
                  <a:pt x="383" y="619"/>
                  <a:pt x="376" y="625"/>
                </a:cubicBezTo>
                <a:cubicBezTo>
                  <a:pt x="369" y="630"/>
                  <a:pt x="361" y="635"/>
                  <a:pt x="350" y="639"/>
                </a:cubicBezTo>
                <a:cubicBezTo>
                  <a:pt x="346" y="641"/>
                  <a:pt x="338" y="641"/>
                  <a:pt x="329" y="641"/>
                </a:cubicBezTo>
                <a:cubicBezTo>
                  <a:pt x="308" y="641"/>
                  <a:pt x="291" y="637"/>
                  <a:pt x="277" y="627"/>
                </a:cubicBezTo>
                <a:cubicBezTo>
                  <a:pt x="263" y="618"/>
                  <a:pt x="254" y="609"/>
                  <a:pt x="249" y="599"/>
                </a:cubicBezTo>
                <a:lnTo>
                  <a:pt x="244" y="586"/>
                </a:lnTo>
                <a:cubicBezTo>
                  <a:pt x="243" y="585"/>
                  <a:pt x="242" y="585"/>
                  <a:pt x="240" y="587"/>
                </a:cubicBezTo>
                <a:cubicBezTo>
                  <a:pt x="239" y="588"/>
                  <a:pt x="238" y="589"/>
                  <a:pt x="237" y="590"/>
                </a:cubicBezTo>
                <a:cubicBezTo>
                  <a:pt x="201" y="624"/>
                  <a:pt x="164" y="641"/>
                  <a:pt x="127" y="641"/>
                </a:cubicBezTo>
                <a:cubicBezTo>
                  <a:pt x="93" y="641"/>
                  <a:pt x="64" y="629"/>
                  <a:pt x="38" y="605"/>
                </a:cubicBezTo>
                <a:cubicBezTo>
                  <a:pt x="13" y="580"/>
                  <a:pt x="0" y="542"/>
                  <a:pt x="0" y="489"/>
                </a:cubicBezTo>
                <a:cubicBezTo>
                  <a:pt x="0" y="460"/>
                  <a:pt x="6" y="430"/>
                  <a:pt x="18" y="400"/>
                </a:cubicBezTo>
                <a:cubicBezTo>
                  <a:pt x="30" y="370"/>
                  <a:pt x="45" y="344"/>
                  <a:pt x="62" y="322"/>
                </a:cubicBezTo>
                <a:cubicBezTo>
                  <a:pt x="90" y="287"/>
                  <a:pt x="119" y="263"/>
                  <a:pt x="147" y="250"/>
                </a:cubicBezTo>
                <a:cubicBezTo>
                  <a:pt x="176" y="236"/>
                  <a:pt x="203" y="230"/>
                  <a:pt x="226" y="230"/>
                </a:cubicBezTo>
                <a:cubicBezTo>
                  <a:pt x="260" y="230"/>
                  <a:pt x="285" y="243"/>
                  <a:pt x="302" y="268"/>
                </a:cubicBezTo>
                <a:cubicBezTo>
                  <a:pt x="305" y="272"/>
                  <a:pt x="307" y="273"/>
                  <a:pt x="307" y="272"/>
                </a:cubicBezTo>
                <a:cubicBezTo>
                  <a:pt x="307" y="269"/>
                  <a:pt x="316" y="236"/>
                  <a:pt x="331" y="172"/>
                </a:cubicBezTo>
                <a:cubicBezTo>
                  <a:pt x="347" y="109"/>
                  <a:pt x="356" y="74"/>
                  <a:pt x="357" y="70"/>
                </a:cubicBezTo>
                <a:cubicBezTo>
                  <a:pt x="357" y="63"/>
                  <a:pt x="355" y="58"/>
                  <a:pt x="350" y="56"/>
                </a:cubicBezTo>
                <a:cubicBezTo>
                  <a:pt x="346" y="54"/>
                  <a:pt x="334" y="53"/>
                  <a:pt x="315" y="51"/>
                </a:cubicBezTo>
                <a:lnTo>
                  <a:pt x="296" y="51"/>
                </a:lnTo>
                <a:cubicBezTo>
                  <a:pt x="292" y="48"/>
                  <a:pt x="290" y="45"/>
                  <a:pt x="290" y="44"/>
                </a:cubicBezTo>
                <a:cubicBezTo>
                  <a:pt x="290" y="43"/>
                  <a:pt x="291" y="37"/>
                  <a:pt x="292" y="27"/>
                </a:cubicBezTo>
                <a:cubicBezTo>
                  <a:pt x="295" y="15"/>
                  <a:pt x="299" y="10"/>
                  <a:pt x="304" y="10"/>
                </a:cubicBezTo>
                <a:moveTo>
                  <a:pt x="291" y="335"/>
                </a:moveTo>
                <a:cubicBezTo>
                  <a:pt x="277" y="287"/>
                  <a:pt x="255" y="263"/>
                  <a:pt x="223" y="263"/>
                </a:cubicBezTo>
                <a:cubicBezTo>
                  <a:pt x="202" y="263"/>
                  <a:pt x="181" y="273"/>
                  <a:pt x="161" y="292"/>
                </a:cubicBezTo>
                <a:cubicBezTo>
                  <a:pt x="142" y="311"/>
                  <a:pt x="127" y="335"/>
                  <a:pt x="116" y="365"/>
                </a:cubicBezTo>
                <a:cubicBezTo>
                  <a:pt x="98" y="413"/>
                  <a:pt x="86" y="463"/>
                  <a:pt x="78" y="515"/>
                </a:cubicBezTo>
                <a:cubicBezTo>
                  <a:pt x="78" y="516"/>
                  <a:pt x="78" y="520"/>
                  <a:pt x="78" y="525"/>
                </a:cubicBezTo>
                <a:cubicBezTo>
                  <a:pt x="78" y="530"/>
                  <a:pt x="78" y="533"/>
                  <a:pt x="77" y="536"/>
                </a:cubicBezTo>
                <a:cubicBezTo>
                  <a:pt x="77" y="563"/>
                  <a:pt x="83" y="582"/>
                  <a:pt x="94" y="592"/>
                </a:cubicBezTo>
                <a:cubicBezTo>
                  <a:pt x="105" y="602"/>
                  <a:pt x="118" y="608"/>
                  <a:pt x="133" y="608"/>
                </a:cubicBezTo>
                <a:cubicBezTo>
                  <a:pt x="166" y="608"/>
                  <a:pt x="199" y="587"/>
                  <a:pt x="235" y="543"/>
                </a:cubicBezTo>
                <a:lnTo>
                  <a:pt x="242" y="533"/>
                </a:lnTo>
                <a:lnTo>
                  <a:pt x="291" y="33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53" name=""/>
          <p:cNvSpPr/>
          <p:nvPr/>
        </p:nvSpPr>
        <p:spPr>
          <a:xfrm>
            <a:off x="8189280" y="2005920"/>
            <a:ext cx="159840" cy="148680"/>
          </a:xfrm>
          <a:custGeom>
            <a:avLst/>
            <a:gdLst/>
            <a:ahLst/>
            <a:rect l="0" t="0" r="r" b="b"/>
            <a:pathLst>
              <a:path w="444" h="413">
                <a:moveTo>
                  <a:pt x="16" y="139"/>
                </a:moveTo>
                <a:cubicBezTo>
                  <a:pt x="20" y="114"/>
                  <a:pt x="36" y="84"/>
                  <a:pt x="65" y="51"/>
                </a:cubicBezTo>
                <a:cubicBezTo>
                  <a:pt x="94" y="17"/>
                  <a:pt x="129" y="0"/>
                  <a:pt x="171" y="0"/>
                </a:cubicBezTo>
                <a:cubicBezTo>
                  <a:pt x="192" y="0"/>
                  <a:pt x="212" y="5"/>
                  <a:pt x="229" y="16"/>
                </a:cubicBezTo>
                <a:cubicBezTo>
                  <a:pt x="247" y="27"/>
                  <a:pt x="260" y="41"/>
                  <a:pt x="269" y="57"/>
                </a:cubicBezTo>
                <a:cubicBezTo>
                  <a:pt x="294" y="19"/>
                  <a:pt x="325" y="0"/>
                  <a:pt x="361" y="0"/>
                </a:cubicBezTo>
                <a:cubicBezTo>
                  <a:pt x="383" y="0"/>
                  <a:pt x="402" y="6"/>
                  <a:pt x="419" y="20"/>
                </a:cubicBezTo>
                <a:cubicBezTo>
                  <a:pt x="435" y="33"/>
                  <a:pt x="444" y="51"/>
                  <a:pt x="444" y="74"/>
                </a:cubicBezTo>
                <a:cubicBezTo>
                  <a:pt x="444" y="91"/>
                  <a:pt x="440" y="105"/>
                  <a:pt x="431" y="116"/>
                </a:cubicBezTo>
                <a:cubicBezTo>
                  <a:pt x="423" y="127"/>
                  <a:pt x="415" y="134"/>
                  <a:pt x="407" y="136"/>
                </a:cubicBezTo>
                <a:cubicBezTo>
                  <a:pt x="399" y="139"/>
                  <a:pt x="392" y="140"/>
                  <a:pt x="386" y="140"/>
                </a:cubicBezTo>
                <a:cubicBezTo>
                  <a:pt x="374" y="140"/>
                  <a:pt x="365" y="137"/>
                  <a:pt x="358" y="130"/>
                </a:cubicBezTo>
                <a:cubicBezTo>
                  <a:pt x="351" y="123"/>
                  <a:pt x="347" y="114"/>
                  <a:pt x="347" y="104"/>
                </a:cubicBezTo>
                <a:cubicBezTo>
                  <a:pt x="347" y="76"/>
                  <a:pt x="362" y="57"/>
                  <a:pt x="392" y="46"/>
                </a:cubicBezTo>
                <a:cubicBezTo>
                  <a:pt x="386" y="38"/>
                  <a:pt x="374" y="34"/>
                  <a:pt x="356" y="34"/>
                </a:cubicBezTo>
                <a:cubicBezTo>
                  <a:pt x="348" y="34"/>
                  <a:pt x="342" y="35"/>
                  <a:pt x="339" y="36"/>
                </a:cubicBezTo>
                <a:cubicBezTo>
                  <a:pt x="316" y="46"/>
                  <a:pt x="299" y="66"/>
                  <a:pt x="288" y="96"/>
                </a:cubicBezTo>
                <a:cubicBezTo>
                  <a:pt x="251" y="230"/>
                  <a:pt x="233" y="309"/>
                  <a:pt x="233" y="331"/>
                </a:cubicBezTo>
                <a:cubicBezTo>
                  <a:pt x="233" y="348"/>
                  <a:pt x="238" y="360"/>
                  <a:pt x="248" y="367"/>
                </a:cubicBezTo>
                <a:cubicBezTo>
                  <a:pt x="257" y="375"/>
                  <a:pt x="268" y="378"/>
                  <a:pt x="280" y="378"/>
                </a:cubicBezTo>
                <a:cubicBezTo>
                  <a:pt x="302" y="378"/>
                  <a:pt x="324" y="368"/>
                  <a:pt x="346" y="348"/>
                </a:cubicBezTo>
                <a:cubicBezTo>
                  <a:pt x="368" y="328"/>
                  <a:pt x="383" y="304"/>
                  <a:pt x="391" y="275"/>
                </a:cubicBezTo>
                <a:cubicBezTo>
                  <a:pt x="392" y="269"/>
                  <a:pt x="394" y="265"/>
                  <a:pt x="396" y="265"/>
                </a:cubicBezTo>
                <a:cubicBezTo>
                  <a:pt x="398" y="264"/>
                  <a:pt x="403" y="263"/>
                  <a:pt x="411" y="263"/>
                </a:cubicBezTo>
                <a:lnTo>
                  <a:pt x="414" y="263"/>
                </a:lnTo>
                <a:cubicBezTo>
                  <a:pt x="423" y="263"/>
                  <a:pt x="428" y="265"/>
                  <a:pt x="428" y="270"/>
                </a:cubicBezTo>
                <a:cubicBezTo>
                  <a:pt x="428" y="271"/>
                  <a:pt x="427" y="274"/>
                  <a:pt x="426" y="280"/>
                </a:cubicBezTo>
                <a:cubicBezTo>
                  <a:pt x="416" y="315"/>
                  <a:pt x="398" y="345"/>
                  <a:pt x="370" y="372"/>
                </a:cubicBezTo>
                <a:cubicBezTo>
                  <a:pt x="342" y="399"/>
                  <a:pt x="309" y="413"/>
                  <a:pt x="272" y="413"/>
                </a:cubicBezTo>
                <a:cubicBezTo>
                  <a:pt x="230" y="413"/>
                  <a:pt x="198" y="393"/>
                  <a:pt x="176" y="355"/>
                </a:cubicBezTo>
                <a:cubicBezTo>
                  <a:pt x="151" y="392"/>
                  <a:pt x="122" y="412"/>
                  <a:pt x="90" y="412"/>
                </a:cubicBezTo>
                <a:lnTo>
                  <a:pt x="85" y="412"/>
                </a:lnTo>
                <a:cubicBezTo>
                  <a:pt x="54" y="412"/>
                  <a:pt x="33" y="404"/>
                  <a:pt x="20" y="387"/>
                </a:cubicBezTo>
                <a:cubicBezTo>
                  <a:pt x="7" y="372"/>
                  <a:pt x="1" y="355"/>
                  <a:pt x="0" y="337"/>
                </a:cubicBezTo>
                <a:cubicBezTo>
                  <a:pt x="0" y="318"/>
                  <a:pt x="6" y="302"/>
                  <a:pt x="17" y="290"/>
                </a:cubicBezTo>
                <a:cubicBezTo>
                  <a:pt x="29" y="278"/>
                  <a:pt x="43" y="272"/>
                  <a:pt x="58" y="272"/>
                </a:cubicBezTo>
                <a:cubicBezTo>
                  <a:pt x="85" y="272"/>
                  <a:pt x="98" y="285"/>
                  <a:pt x="98" y="310"/>
                </a:cubicBezTo>
                <a:cubicBezTo>
                  <a:pt x="98" y="322"/>
                  <a:pt x="95" y="333"/>
                  <a:pt x="88" y="342"/>
                </a:cubicBezTo>
                <a:cubicBezTo>
                  <a:pt x="80" y="351"/>
                  <a:pt x="73" y="357"/>
                  <a:pt x="66" y="360"/>
                </a:cubicBezTo>
                <a:cubicBezTo>
                  <a:pt x="59" y="363"/>
                  <a:pt x="55" y="365"/>
                  <a:pt x="54" y="365"/>
                </a:cubicBezTo>
                <a:lnTo>
                  <a:pt x="51" y="366"/>
                </a:lnTo>
                <a:cubicBezTo>
                  <a:pt x="51" y="366"/>
                  <a:pt x="53" y="367"/>
                  <a:pt x="56" y="369"/>
                </a:cubicBezTo>
                <a:cubicBezTo>
                  <a:pt x="60" y="371"/>
                  <a:pt x="65" y="373"/>
                  <a:pt x="72" y="376"/>
                </a:cubicBezTo>
                <a:cubicBezTo>
                  <a:pt x="78" y="378"/>
                  <a:pt x="84" y="379"/>
                  <a:pt x="89" y="378"/>
                </a:cubicBezTo>
                <a:cubicBezTo>
                  <a:pt x="111" y="378"/>
                  <a:pt x="130" y="365"/>
                  <a:pt x="146" y="337"/>
                </a:cubicBezTo>
                <a:cubicBezTo>
                  <a:pt x="151" y="328"/>
                  <a:pt x="158" y="307"/>
                  <a:pt x="167" y="276"/>
                </a:cubicBezTo>
                <a:cubicBezTo>
                  <a:pt x="175" y="244"/>
                  <a:pt x="184" y="211"/>
                  <a:pt x="192" y="177"/>
                </a:cubicBezTo>
                <a:cubicBezTo>
                  <a:pt x="201" y="143"/>
                  <a:pt x="206" y="123"/>
                  <a:pt x="207" y="117"/>
                </a:cubicBezTo>
                <a:cubicBezTo>
                  <a:pt x="210" y="101"/>
                  <a:pt x="211" y="89"/>
                  <a:pt x="211" y="82"/>
                </a:cubicBezTo>
                <a:cubicBezTo>
                  <a:pt x="211" y="65"/>
                  <a:pt x="207" y="53"/>
                  <a:pt x="198" y="45"/>
                </a:cubicBezTo>
                <a:cubicBezTo>
                  <a:pt x="189" y="38"/>
                  <a:pt x="178" y="34"/>
                  <a:pt x="167" y="34"/>
                </a:cubicBezTo>
                <a:cubicBezTo>
                  <a:pt x="142" y="34"/>
                  <a:pt x="120" y="44"/>
                  <a:pt x="98" y="64"/>
                </a:cubicBezTo>
                <a:cubicBezTo>
                  <a:pt x="77" y="83"/>
                  <a:pt x="61" y="108"/>
                  <a:pt x="53" y="138"/>
                </a:cubicBezTo>
                <a:cubicBezTo>
                  <a:pt x="52" y="144"/>
                  <a:pt x="50" y="147"/>
                  <a:pt x="48" y="147"/>
                </a:cubicBezTo>
                <a:cubicBezTo>
                  <a:pt x="46" y="148"/>
                  <a:pt x="42" y="148"/>
                  <a:pt x="34" y="149"/>
                </a:cubicBezTo>
                <a:lnTo>
                  <a:pt x="21" y="149"/>
                </a:lnTo>
                <a:cubicBezTo>
                  <a:pt x="17" y="145"/>
                  <a:pt x="16" y="142"/>
                  <a:pt x="16" y="1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5758200" y="1219320"/>
            <a:ext cx="13939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の差を捕捉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571320" y="2600280"/>
            <a:ext cx="47221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nABCD: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スケールフリーな非類似性指標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56" name=""/>
          <p:cNvSpPr/>
          <p:nvPr/>
        </p:nvSpPr>
        <p:spPr>
          <a:xfrm>
            <a:off x="3906360" y="3762360"/>
            <a:ext cx="169560" cy="145080"/>
          </a:xfrm>
          <a:custGeom>
            <a:avLst/>
            <a:gdLst/>
            <a:ahLst/>
            <a:rect l="0" t="0" r="r" b="b"/>
            <a:pathLst>
              <a:path w="471" h="403">
                <a:moveTo>
                  <a:pt x="14" y="361"/>
                </a:moveTo>
                <a:lnTo>
                  <a:pt x="27" y="361"/>
                </a:lnTo>
                <a:cubicBezTo>
                  <a:pt x="51" y="361"/>
                  <a:pt x="65" y="357"/>
                  <a:pt x="70" y="348"/>
                </a:cubicBezTo>
                <a:lnTo>
                  <a:pt x="70" y="341"/>
                </a:lnTo>
                <a:cubicBezTo>
                  <a:pt x="70" y="336"/>
                  <a:pt x="70" y="329"/>
                  <a:pt x="70" y="320"/>
                </a:cubicBezTo>
                <a:cubicBezTo>
                  <a:pt x="70" y="312"/>
                  <a:pt x="70" y="302"/>
                  <a:pt x="70" y="292"/>
                </a:cubicBezTo>
                <a:cubicBezTo>
                  <a:pt x="70" y="282"/>
                  <a:pt x="70" y="270"/>
                  <a:pt x="71" y="257"/>
                </a:cubicBezTo>
                <a:cubicBezTo>
                  <a:pt x="71" y="243"/>
                  <a:pt x="71" y="230"/>
                  <a:pt x="71" y="218"/>
                </a:cubicBezTo>
                <a:cubicBezTo>
                  <a:pt x="71" y="199"/>
                  <a:pt x="71" y="178"/>
                  <a:pt x="71" y="157"/>
                </a:cubicBezTo>
                <a:cubicBezTo>
                  <a:pt x="71" y="136"/>
                  <a:pt x="71" y="118"/>
                  <a:pt x="70" y="104"/>
                </a:cubicBezTo>
                <a:lnTo>
                  <a:pt x="70" y="83"/>
                </a:lnTo>
                <a:cubicBezTo>
                  <a:pt x="68" y="71"/>
                  <a:pt x="64" y="64"/>
                  <a:pt x="57" y="60"/>
                </a:cubicBezTo>
                <a:cubicBezTo>
                  <a:pt x="51" y="56"/>
                  <a:pt x="37" y="54"/>
                  <a:pt x="16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0" y="10"/>
                  <a:pt x="2" y="10"/>
                </a:cubicBezTo>
                <a:lnTo>
                  <a:pt x="11" y="9"/>
                </a:lnTo>
                <a:cubicBezTo>
                  <a:pt x="17" y="8"/>
                  <a:pt x="25" y="8"/>
                  <a:pt x="36" y="7"/>
                </a:cubicBezTo>
                <a:cubicBezTo>
                  <a:pt x="47" y="7"/>
                  <a:pt x="58" y="6"/>
                  <a:pt x="70" y="5"/>
                </a:cubicBezTo>
                <a:cubicBezTo>
                  <a:pt x="80" y="5"/>
                  <a:pt x="91" y="4"/>
                  <a:pt x="103" y="3"/>
                </a:cubicBezTo>
                <a:cubicBezTo>
                  <a:pt x="114" y="3"/>
                  <a:pt x="123" y="2"/>
                  <a:pt x="129" y="1"/>
                </a:cubicBezTo>
                <a:cubicBezTo>
                  <a:pt x="135" y="0"/>
                  <a:pt x="138" y="-1"/>
                  <a:pt x="139" y="0"/>
                </a:cubicBezTo>
                <a:lnTo>
                  <a:pt x="142" y="0"/>
                </a:lnTo>
                <a:lnTo>
                  <a:pt x="142" y="36"/>
                </a:lnTo>
                <a:cubicBezTo>
                  <a:pt x="142" y="59"/>
                  <a:pt x="142" y="71"/>
                  <a:pt x="143" y="71"/>
                </a:cubicBezTo>
                <a:cubicBezTo>
                  <a:pt x="143" y="71"/>
                  <a:pt x="145" y="69"/>
                  <a:pt x="147" y="66"/>
                </a:cubicBezTo>
                <a:cubicBezTo>
                  <a:pt x="150" y="63"/>
                  <a:pt x="153" y="59"/>
                  <a:pt x="158" y="53"/>
                </a:cubicBezTo>
                <a:cubicBezTo>
                  <a:pt x="163" y="47"/>
                  <a:pt x="169" y="41"/>
                  <a:pt x="175" y="36"/>
                </a:cubicBezTo>
                <a:cubicBezTo>
                  <a:pt x="182" y="31"/>
                  <a:pt x="191" y="26"/>
                  <a:pt x="203" y="19"/>
                </a:cubicBezTo>
                <a:cubicBezTo>
                  <a:pt x="214" y="12"/>
                  <a:pt x="225" y="7"/>
                  <a:pt x="237" y="4"/>
                </a:cubicBezTo>
                <a:cubicBezTo>
                  <a:pt x="250" y="1"/>
                  <a:pt x="265" y="0"/>
                  <a:pt x="284" y="0"/>
                </a:cubicBezTo>
                <a:cubicBezTo>
                  <a:pt x="353" y="2"/>
                  <a:pt x="392" y="37"/>
                  <a:pt x="399" y="103"/>
                </a:cubicBezTo>
                <a:cubicBezTo>
                  <a:pt x="400" y="107"/>
                  <a:pt x="400" y="149"/>
                  <a:pt x="400" y="230"/>
                </a:cubicBezTo>
                <a:lnTo>
                  <a:pt x="400" y="308"/>
                </a:lnTo>
                <a:cubicBezTo>
                  <a:pt x="400" y="331"/>
                  <a:pt x="401" y="345"/>
                  <a:pt x="402" y="349"/>
                </a:cubicBezTo>
                <a:cubicBezTo>
                  <a:pt x="403" y="354"/>
                  <a:pt x="407" y="357"/>
                  <a:pt x="412" y="358"/>
                </a:cubicBezTo>
                <a:cubicBezTo>
                  <a:pt x="425" y="360"/>
                  <a:pt x="440" y="361"/>
                  <a:pt x="457" y="361"/>
                </a:cubicBezTo>
                <a:lnTo>
                  <a:pt x="471" y="361"/>
                </a:lnTo>
                <a:lnTo>
                  <a:pt x="471" y="403"/>
                </a:lnTo>
                <a:lnTo>
                  <a:pt x="464" y="403"/>
                </a:lnTo>
                <a:lnTo>
                  <a:pt x="442" y="402"/>
                </a:lnTo>
                <a:cubicBezTo>
                  <a:pt x="428" y="402"/>
                  <a:pt x="413" y="401"/>
                  <a:pt x="397" y="401"/>
                </a:cubicBezTo>
                <a:cubicBezTo>
                  <a:pt x="380" y="401"/>
                  <a:pt x="369" y="401"/>
                  <a:pt x="362" y="400"/>
                </a:cubicBezTo>
                <a:cubicBezTo>
                  <a:pt x="300" y="400"/>
                  <a:pt x="266" y="401"/>
                  <a:pt x="260" y="403"/>
                </a:cubicBezTo>
                <a:lnTo>
                  <a:pt x="253" y="403"/>
                </a:lnTo>
                <a:lnTo>
                  <a:pt x="253" y="361"/>
                </a:lnTo>
                <a:lnTo>
                  <a:pt x="267" y="361"/>
                </a:lnTo>
                <a:cubicBezTo>
                  <a:pt x="304" y="361"/>
                  <a:pt x="323" y="356"/>
                  <a:pt x="323" y="347"/>
                </a:cubicBezTo>
                <a:cubicBezTo>
                  <a:pt x="324" y="345"/>
                  <a:pt x="324" y="304"/>
                  <a:pt x="324" y="221"/>
                </a:cubicBezTo>
                <a:cubicBezTo>
                  <a:pt x="323" y="138"/>
                  <a:pt x="323" y="95"/>
                  <a:pt x="322" y="90"/>
                </a:cubicBezTo>
                <a:cubicBezTo>
                  <a:pt x="318" y="73"/>
                  <a:pt x="312" y="60"/>
                  <a:pt x="304" y="52"/>
                </a:cubicBezTo>
                <a:cubicBezTo>
                  <a:pt x="295" y="43"/>
                  <a:pt x="288" y="38"/>
                  <a:pt x="282" y="36"/>
                </a:cubicBezTo>
                <a:cubicBezTo>
                  <a:pt x="276" y="34"/>
                  <a:pt x="268" y="34"/>
                  <a:pt x="258" y="34"/>
                </a:cubicBezTo>
                <a:cubicBezTo>
                  <a:pt x="231" y="34"/>
                  <a:pt x="207" y="45"/>
                  <a:pt x="185" y="65"/>
                </a:cubicBezTo>
                <a:cubicBezTo>
                  <a:pt x="169" y="82"/>
                  <a:pt x="159" y="98"/>
                  <a:pt x="155" y="115"/>
                </a:cubicBezTo>
                <a:cubicBezTo>
                  <a:pt x="150" y="132"/>
                  <a:pt x="148" y="158"/>
                  <a:pt x="147" y="191"/>
                </a:cubicBezTo>
                <a:lnTo>
                  <a:pt x="147" y="250"/>
                </a:lnTo>
                <a:lnTo>
                  <a:pt x="147" y="305"/>
                </a:lnTo>
                <a:cubicBezTo>
                  <a:pt x="147" y="323"/>
                  <a:pt x="148" y="335"/>
                  <a:pt x="148" y="341"/>
                </a:cubicBezTo>
                <a:cubicBezTo>
                  <a:pt x="149" y="347"/>
                  <a:pt x="150" y="351"/>
                  <a:pt x="151" y="353"/>
                </a:cubicBezTo>
                <a:cubicBezTo>
                  <a:pt x="152" y="355"/>
                  <a:pt x="155" y="357"/>
                  <a:pt x="159" y="358"/>
                </a:cubicBezTo>
                <a:cubicBezTo>
                  <a:pt x="172" y="360"/>
                  <a:pt x="187" y="361"/>
                  <a:pt x="205" y="361"/>
                </a:cubicBezTo>
                <a:lnTo>
                  <a:pt x="219" y="361"/>
                </a:lnTo>
                <a:lnTo>
                  <a:pt x="219" y="403"/>
                </a:lnTo>
                <a:lnTo>
                  <a:pt x="212" y="403"/>
                </a:lnTo>
                <a:lnTo>
                  <a:pt x="190" y="402"/>
                </a:lnTo>
                <a:cubicBezTo>
                  <a:pt x="175" y="402"/>
                  <a:pt x="160" y="401"/>
                  <a:pt x="144" y="401"/>
                </a:cubicBezTo>
                <a:cubicBezTo>
                  <a:pt x="127" y="401"/>
                  <a:pt x="116" y="401"/>
                  <a:pt x="109" y="400"/>
                </a:cubicBezTo>
                <a:cubicBezTo>
                  <a:pt x="47" y="400"/>
                  <a:pt x="13" y="401"/>
                  <a:pt x="7" y="403"/>
                </a:cubicBezTo>
                <a:lnTo>
                  <a:pt x="0" y="403"/>
                </a:lnTo>
                <a:lnTo>
                  <a:pt x="0" y="361"/>
                </a:lnTo>
                <a:lnTo>
                  <a:pt x="14" y="36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57" name=""/>
          <p:cNvSpPr/>
          <p:nvPr/>
        </p:nvSpPr>
        <p:spPr>
          <a:xfrm>
            <a:off x="4090680" y="3672720"/>
            <a:ext cx="224640" cy="234720"/>
          </a:xfrm>
          <a:custGeom>
            <a:avLst/>
            <a:gdLst/>
            <a:ahLst/>
            <a:rect l="0" t="0" r="r" b="b"/>
            <a:pathLst>
              <a:path w="624" h="652">
                <a:moveTo>
                  <a:pt x="204" y="652"/>
                </a:moveTo>
                <a:cubicBezTo>
                  <a:pt x="195" y="650"/>
                  <a:pt x="159" y="649"/>
                  <a:pt x="98" y="649"/>
                </a:cubicBezTo>
                <a:cubicBezTo>
                  <a:pt x="43" y="649"/>
                  <a:pt x="12" y="650"/>
                  <a:pt x="7" y="652"/>
                </a:cubicBezTo>
                <a:lnTo>
                  <a:pt x="0" y="652"/>
                </a:lnTo>
                <a:lnTo>
                  <a:pt x="0" y="610"/>
                </a:lnTo>
                <a:lnTo>
                  <a:pt x="14" y="610"/>
                </a:lnTo>
                <a:cubicBezTo>
                  <a:pt x="57" y="608"/>
                  <a:pt x="85" y="596"/>
                  <a:pt x="98" y="572"/>
                </a:cubicBezTo>
                <a:cubicBezTo>
                  <a:pt x="98" y="570"/>
                  <a:pt x="114" y="522"/>
                  <a:pt x="146" y="428"/>
                </a:cubicBezTo>
                <a:cubicBezTo>
                  <a:pt x="178" y="335"/>
                  <a:pt x="210" y="241"/>
                  <a:pt x="240" y="148"/>
                </a:cubicBezTo>
                <a:cubicBezTo>
                  <a:pt x="271" y="54"/>
                  <a:pt x="287" y="7"/>
                  <a:pt x="289" y="7"/>
                </a:cubicBezTo>
                <a:cubicBezTo>
                  <a:pt x="291" y="2"/>
                  <a:pt x="296" y="0"/>
                  <a:pt x="305" y="0"/>
                </a:cubicBezTo>
                <a:lnTo>
                  <a:pt x="314" y="0"/>
                </a:lnTo>
                <a:cubicBezTo>
                  <a:pt x="326" y="0"/>
                  <a:pt x="334" y="2"/>
                  <a:pt x="336" y="6"/>
                </a:cubicBezTo>
                <a:cubicBezTo>
                  <a:pt x="337" y="7"/>
                  <a:pt x="370" y="104"/>
                  <a:pt x="434" y="296"/>
                </a:cubicBezTo>
                <a:lnTo>
                  <a:pt x="533" y="591"/>
                </a:lnTo>
                <a:cubicBezTo>
                  <a:pt x="538" y="599"/>
                  <a:pt x="543" y="604"/>
                  <a:pt x="551" y="606"/>
                </a:cubicBezTo>
                <a:cubicBezTo>
                  <a:pt x="558" y="607"/>
                  <a:pt x="574" y="609"/>
                  <a:pt x="597" y="610"/>
                </a:cubicBezTo>
                <a:lnTo>
                  <a:pt x="624" y="610"/>
                </a:lnTo>
                <a:lnTo>
                  <a:pt x="624" y="652"/>
                </a:lnTo>
                <a:lnTo>
                  <a:pt x="616" y="652"/>
                </a:lnTo>
                <a:cubicBezTo>
                  <a:pt x="611" y="650"/>
                  <a:pt x="572" y="649"/>
                  <a:pt x="501" y="649"/>
                </a:cubicBezTo>
                <a:cubicBezTo>
                  <a:pt x="426" y="649"/>
                  <a:pt x="382" y="650"/>
                  <a:pt x="370" y="652"/>
                </a:cubicBezTo>
                <a:lnTo>
                  <a:pt x="361" y="652"/>
                </a:lnTo>
                <a:lnTo>
                  <a:pt x="361" y="610"/>
                </a:lnTo>
                <a:lnTo>
                  <a:pt x="372" y="610"/>
                </a:lnTo>
                <a:cubicBezTo>
                  <a:pt x="415" y="610"/>
                  <a:pt x="436" y="605"/>
                  <a:pt x="436" y="594"/>
                </a:cubicBezTo>
                <a:cubicBezTo>
                  <a:pt x="436" y="593"/>
                  <a:pt x="429" y="570"/>
                  <a:pt x="414" y="525"/>
                </a:cubicBezTo>
                <a:lnTo>
                  <a:pt x="392" y="461"/>
                </a:lnTo>
                <a:lnTo>
                  <a:pt x="180" y="461"/>
                </a:lnTo>
                <a:lnTo>
                  <a:pt x="161" y="515"/>
                </a:lnTo>
                <a:cubicBezTo>
                  <a:pt x="149" y="551"/>
                  <a:pt x="143" y="571"/>
                  <a:pt x="143" y="575"/>
                </a:cubicBezTo>
                <a:cubicBezTo>
                  <a:pt x="143" y="583"/>
                  <a:pt x="149" y="590"/>
                  <a:pt x="161" y="598"/>
                </a:cubicBezTo>
                <a:cubicBezTo>
                  <a:pt x="174" y="606"/>
                  <a:pt x="190" y="610"/>
                  <a:pt x="208" y="610"/>
                </a:cubicBezTo>
                <a:lnTo>
                  <a:pt x="212" y="610"/>
                </a:lnTo>
                <a:lnTo>
                  <a:pt x="212" y="652"/>
                </a:lnTo>
                <a:lnTo>
                  <a:pt x="204" y="652"/>
                </a:lnTo>
                <a:moveTo>
                  <a:pt x="379" y="419"/>
                </a:moveTo>
                <a:lnTo>
                  <a:pt x="286" y="144"/>
                </a:lnTo>
                <a:lnTo>
                  <a:pt x="194" y="418"/>
                </a:lnTo>
                <a:cubicBezTo>
                  <a:pt x="194" y="419"/>
                  <a:pt x="225" y="419"/>
                  <a:pt x="286" y="419"/>
                </a:cubicBezTo>
                <a:lnTo>
                  <a:pt x="379" y="41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58" name=""/>
          <p:cNvSpPr/>
          <p:nvPr/>
        </p:nvSpPr>
        <p:spPr>
          <a:xfrm>
            <a:off x="4335120" y="3683520"/>
            <a:ext cx="204480" cy="223920"/>
          </a:xfrm>
          <a:custGeom>
            <a:avLst/>
            <a:gdLst/>
            <a:ahLst/>
            <a:rect l="0" t="0" r="r" b="b"/>
            <a:pathLst>
              <a:path w="568" h="622">
                <a:moveTo>
                  <a:pt x="94" y="56"/>
                </a:moveTo>
                <a:cubicBezTo>
                  <a:pt x="89" y="52"/>
                  <a:pt x="86" y="49"/>
                  <a:pt x="84" y="48"/>
                </a:cubicBezTo>
                <a:cubicBezTo>
                  <a:pt x="81" y="47"/>
                  <a:pt x="76" y="46"/>
                  <a:pt x="69" y="45"/>
                </a:cubicBezTo>
                <a:cubicBezTo>
                  <a:pt x="62" y="45"/>
                  <a:pt x="49" y="44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184" y="0"/>
                </a:lnTo>
                <a:lnTo>
                  <a:pt x="218" y="0"/>
                </a:lnTo>
                <a:lnTo>
                  <a:pt x="290" y="0"/>
                </a:lnTo>
                <a:cubicBezTo>
                  <a:pt x="337" y="0"/>
                  <a:pt x="371" y="1"/>
                  <a:pt x="393" y="4"/>
                </a:cubicBezTo>
                <a:cubicBezTo>
                  <a:pt x="415" y="7"/>
                  <a:pt x="437" y="16"/>
                  <a:pt x="459" y="30"/>
                </a:cubicBezTo>
                <a:cubicBezTo>
                  <a:pt x="485" y="44"/>
                  <a:pt x="505" y="63"/>
                  <a:pt x="521" y="85"/>
                </a:cubicBezTo>
                <a:cubicBezTo>
                  <a:pt x="536" y="108"/>
                  <a:pt x="543" y="131"/>
                  <a:pt x="543" y="156"/>
                </a:cubicBezTo>
                <a:cubicBezTo>
                  <a:pt x="543" y="187"/>
                  <a:pt x="531" y="215"/>
                  <a:pt x="506" y="241"/>
                </a:cubicBezTo>
                <a:cubicBezTo>
                  <a:pt x="481" y="266"/>
                  <a:pt x="449" y="284"/>
                  <a:pt x="409" y="294"/>
                </a:cubicBezTo>
                <a:lnTo>
                  <a:pt x="400" y="297"/>
                </a:lnTo>
                <a:cubicBezTo>
                  <a:pt x="444" y="303"/>
                  <a:pt x="483" y="319"/>
                  <a:pt x="517" y="347"/>
                </a:cubicBezTo>
                <a:cubicBezTo>
                  <a:pt x="551" y="375"/>
                  <a:pt x="568" y="410"/>
                  <a:pt x="568" y="452"/>
                </a:cubicBezTo>
                <a:cubicBezTo>
                  <a:pt x="568" y="493"/>
                  <a:pt x="552" y="530"/>
                  <a:pt x="521" y="561"/>
                </a:cubicBezTo>
                <a:cubicBezTo>
                  <a:pt x="491" y="593"/>
                  <a:pt x="451" y="612"/>
                  <a:pt x="402" y="619"/>
                </a:cubicBezTo>
                <a:cubicBezTo>
                  <a:pt x="394" y="621"/>
                  <a:pt x="326" y="621"/>
                  <a:pt x="196" y="622"/>
                </a:cubicBezTo>
                <a:lnTo>
                  <a:pt x="0" y="622"/>
                </a:lnTo>
                <a:lnTo>
                  <a:pt x="0" y="580"/>
                </a:lnTo>
                <a:lnTo>
                  <a:pt x="30" y="580"/>
                </a:lnTo>
                <a:cubicBezTo>
                  <a:pt x="55" y="580"/>
                  <a:pt x="71" y="579"/>
                  <a:pt x="76" y="577"/>
                </a:cubicBezTo>
                <a:cubicBezTo>
                  <a:pt x="82" y="576"/>
                  <a:pt x="88" y="573"/>
                  <a:pt x="94" y="567"/>
                </a:cubicBezTo>
                <a:lnTo>
                  <a:pt x="94" y="56"/>
                </a:lnTo>
                <a:moveTo>
                  <a:pt x="440" y="155"/>
                </a:moveTo>
                <a:cubicBezTo>
                  <a:pt x="440" y="127"/>
                  <a:pt x="433" y="102"/>
                  <a:pt x="417" y="82"/>
                </a:cubicBezTo>
                <a:cubicBezTo>
                  <a:pt x="401" y="61"/>
                  <a:pt x="380" y="48"/>
                  <a:pt x="354" y="43"/>
                </a:cubicBezTo>
                <a:cubicBezTo>
                  <a:pt x="353" y="43"/>
                  <a:pt x="350" y="43"/>
                  <a:pt x="342" y="43"/>
                </a:cubicBezTo>
                <a:cubicBezTo>
                  <a:pt x="335" y="43"/>
                  <a:pt x="325" y="43"/>
                  <a:pt x="313" y="43"/>
                </a:cubicBezTo>
                <a:cubicBezTo>
                  <a:pt x="301" y="43"/>
                  <a:pt x="289" y="43"/>
                  <a:pt x="279" y="42"/>
                </a:cubicBezTo>
                <a:cubicBezTo>
                  <a:pt x="238" y="42"/>
                  <a:pt x="213" y="43"/>
                  <a:pt x="204" y="43"/>
                </a:cubicBezTo>
                <a:cubicBezTo>
                  <a:pt x="195" y="44"/>
                  <a:pt x="189" y="46"/>
                  <a:pt x="187" y="51"/>
                </a:cubicBezTo>
                <a:cubicBezTo>
                  <a:pt x="185" y="53"/>
                  <a:pt x="184" y="92"/>
                  <a:pt x="184" y="168"/>
                </a:cubicBezTo>
                <a:lnTo>
                  <a:pt x="184" y="282"/>
                </a:lnTo>
                <a:lnTo>
                  <a:pt x="259" y="282"/>
                </a:lnTo>
                <a:lnTo>
                  <a:pt x="336" y="281"/>
                </a:lnTo>
                <a:lnTo>
                  <a:pt x="345" y="279"/>
                </a:lnTo>
                <a:cubicBezTo>
                  <a:pt x="347" y="278"/>
                  <a:pt x="351" y="277"/>
                  <a:pt x="355" y="276"/>
                </a:cubicBezTo>
                <a:cubicBezTo>
                  <a:pt x="359" y="275"/>
                  <a:pt x="367" y="271"/>
                  <a:pt x="378" y="264"/>
                </a:cubicBezTo>
                <a:cubicBezTo>
                  <a:pt x="389" y="258"/>
                  <a:pt x="398" y="250"/>
                  <a:pt x="407" y="243"/>
                </a:cubicBezTo>
                <a:cubicBezTo>
                  <a:pt x="415" y="235"/>
                  <a:pt x="423" y="223"/>
                  <a:pt x="430" y="207"/>
                </a:cubicBezTo>
                <a:cubicBezTo>
                  <a:pt x="436" y="191"/>
                  <a:pt x="440" y="174"/>
                  <a:pt x="440" y="155"/>
                </a:cubicBezTo>
                <a:moveTo>
                  <a:pt x="464" y="451"/>
                </a:moveTo>
                <a:cubicBezTo>
                  <a:pt x="464" y="420"/>
                  <a:pt x="456" y="392"/>
                  <a:pt x="439" y="365"/>
                </a:cubicBezTo>
                <a:cubicBezTo>
                  <a:pt x="422" y="339"/>
                  <a:pt x="398" y="323"/>
                  <a:pt x="367" y="316"/>
                </a:cubicBezTo>
                <a:lnTo>
                  <a:pt x="275" y="315"/>
                </a:lnTo>
                <a:lnTo>
                  <a:pt x="184" y="315"/>
                </a:lnTo>
                <a:lnTo>
                  <a:pt x="184" y="440"/>
                </a:lnTo>
                <a:lnTo>
                  <a:pt x="184" y="516"/>
                </a:lnTo>
                <a:cubicBezTo>
                  <a:pt x="184" y="552"/>
                  <a:pt x="185" y="572"/>
                  <a:pt x="188" y="575"/>
                </a:cubicBezTo>
                <a:cubicBezTo>
                  <a:pt x="192" y="578"/>
                  <a:pt x="222" y="579"/>
                  <a:pt x="279" y="579"/>
                </a:cubicBezTo>
                <a:lnTo>
                  <a:pt x="324" y="579"/>
                </a:lnTo>
                <a:cubicBezTo>
                  <a:pt x="350" y="579"/>
                  <a:pt x="368" y="577"/>
                  <a:pt x="379" y="574"/>
                </a:cubicBezTo>
                <a:cubicBezTo>
                  <a:pt x="405" y="565"/>
                  <a:pt x="425" y="550"/>
                  <a:pt x="440" y="527"/>
                </a:cubicBezTo>
                <a:cubicBezTo>
                  <a:pt x="456" y="505"/>
                  <a:pt x="464" y="479"/>
                  <a:pt x="464" y="45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59" name=""/>
          <p:cNvSpPr/>
          <p:nvPr/>
        </p:nvSpPr>
        <p:spPr>
          <a:xfrm>
            <a:off x="4576320" y="3676320"/>
            <a:ext cx="200160" cy="237960"/>
          </a:xfrm>
          <a:custGeom>
            <a:avLst/>
            <a:gdLst/>
            <a:ahLst/>
            <a:rect l="0" t="0" r="r" b="b"/>
            <a:pathLst>
              <a:path w="556" h="661">
                <a:moveTo>
                  <a:pt x="0" y="331"/>
                </a:moveTo>
                <a:cubicBezTo>
                  <a:pt x="0" y="279"/>
                  <a:pt x="10" y="231"/>
                  <a:pt x="30" y="187"/>
                </a:cubicBezTo>
                <a:cubicBezTo>
                  <a:pt x="50" y="143"/>
                  <a:pt x="76" y="108"/>
                  <a:pt x="107" y="82"/>
                </a:cubicBezTo>
                <a:cubicBezTo>
                  <a:pt x="139" y="56"/>
                  <a:pt x="172" y="36"/>
                  <a:pt x="206" y="22"/>
                </a:cubicBezTo>
                <a:cubicBezTo>
                  <a:pt x="241" y="7"/>
                  <a:pt x="274" y="0"/>
                  <a:pt x="305" y="0"/>
                </a:cubicBezTo>
                <a:cubicBezTo>
                  <a:pt x="306" y="0"/>
                  <a:pt x="309" y="0"/>
                  <a:pt x="313" y="0"/>
                </a:cubicBezTo>
                <a:cubicBezTo>
                  <a:pt x="316" y="0"/>
                  <a:pt x="319" y="0"/>
                  <a:pt x="320" y="0"/>
                </a:cubicBezTo>
                <a:cubicBezTo>
                  <a:pt x="376" y="0"/>
                  <a:pt x="425" y="22"/>
                  <a:pt x="468" y="63"/>
                </a:cubicBezTo>
                <a:lnTo>
                  <a:pt x="479" y="74"/>
                </a:lnTo>
                <a:lnTo>
                  <a:pt x="507" y="39"/>
                </a:lnTo>
                <a:cubicBezTo>
                  <a:pt x="523" y="15"/>
                  <a:pt x="532" y="3"/>
                  <a:pt x="535" y="0"/>
                </a:cubicBezTo>
                <a:cubicBezTo>
                  <a:pt x="535" y="0"/>
                  <a:pt x="537" y="0"/>
                  <a:pt x="538" y="0"/>
                </a:cubicBezTo>
                <a:cubicBezTo>
                  <a:pt x="540" y="0"/>
                  <a:pt x="542" y="0"/>
                  <a:pt x="544" y="0"/>
                </a:cubicBezTo>
                <a:lnTo>
                  <a:pt x="548" y="0"/>
                </a:lnTo>
                <a:cubicBezTo>
                  <a:pt x="549" y="0"/>
                  <a:pt x="552" y="1"/>
                  <a:pt x="556" y="5"/>
                </a:cubicBezTo>
                <a:lnTo>
                  <a:pt x="556" y="261"/>
                </a:lnTo>
                <a:lnTo>
                  <a:pt x="550" y="266"/>
                </a:lnTo>
                <a:lnTo>
                  <a:pt x="519" y="266"/>
                </a:lnTo>
                <a:cubicBezTo>
                  <a:pt x="516" y="263"/>
                  <a:pt x="514" y="257"/>
                  <a:pt x="513" y="251"/>
                </a:cubicBezTo>
                <a:cubicBezTo>
                  <a:pt x="508" y="201"/>
                  <a:pt x="493" y="158"/>
                  <a:pt x="469" y="122"/>
                </a:cubicBezTo>
                <a:cubicBezTo>
                  <a:pt x="446" y="85"/>
                  <a:pt x="417" y="61"/>
                  <a:pt x="383" y="50"/>
                </a:cubicBezTo>
                <a:cubicBezTo>
                  <a:pt x="371" y="45"/>
                  <a:pt x="356" y="43"/>
                  <a:pt x="337" y="43"/>
                </a:cubicBezTo>
                <a:cubicBezTo>
                  <a:pt x="273" y="43"/>
                  <a:pt x="221" y="65"/>
                  <a:pt x="178" y="107"/>
                </a:cubicBezTo>
                <a:cubicBezTo>
                  <a:pt x="130" y="155"/>
                  <a:pt x="106" y="230"/>
                  <a:pt x="106" y="331"/>
                </a:cubicBezTo>
                <a:cubicBezTo>
                  <a:pt x="106" y="404"/>
                  <a:pt x="118" y="462"/>
                  <a:pt x="141" y="505"/>
                </a:cubicBezTo>
                <a:cubicBezTo>
                  <a:pt x="153" y="529"/>
                  <a:pt x="169" y="549"/>
                  <a:pt x="188" y="566"/>
                </a:cubicBezTo>
                <a:cubicBezTo>
                  <a:pt x="207" y="582"/>
                  <a:pt x="227" y="594"/>
                  <a:pt x="247" y="601"/>
                </a:cubicBezTo>
                <a:cubicBezTo>
                  <a:pt x="268" y="608"/>
                  <a:pt x="285" y="613"/>
                  <a:pt x="298" y="616"/>
                </a:cubicBezTo>
                <a:cubicBezTo>
                  <a:pt x="312" y="618"/>
                  <a:pt x="325" y="620"/>
                  <a:pt x="339" y="620"/>
                </a:cubicBezTo>
                <a:cubicBezTo>
                  <a:pt x="393" y="620"/>
                  <a:pt x="437" y="599"/>
                  <a:pt x="469" y="557"/>
                </a:cubicBezTo>
                <a:cubicBezTo>
                  <a:pt x="502" y="516"/>
                  <a:pt x="519" y="470"/>
                  <a:pt x="519" y="420"/>
                </a:cubicBezTo>
                <a:cubicBezTo>
                  <a:pt x="519" y="416"/>
                  <a:pt x="521" y="412"/>
                  <a:pt x="525" y="408"/>
                </a:cubicBezTo>
                <a:lnTo>
                  <a:pt x="550" y="408"/>
                </a:lnTo>
                <a:lnTo>
                  <a:pt x="556" y="414"/>
                </a:lnTo>
                <a:lnTo>
                  <a:pt x="556" y="427"/>
                </a:lnTo>
                <a:cubicBezTo>
                  <a:pt x="553" y="490"/>
                  <a:pt x="530" y="544"/>
                  <a:pt x="487" y="591"/>
                </a:cubicBezTo>
                <a:cubicBezTo>
                  <a:pt x="444" y="638"/>
                  <a:pt x="387" y="661"/>
                  <a:pt x="315" y="661"/>
                </a:cubicBezTo>
                <a:cubicBezTo>
                  <a:pt x="230" y="661"/>
                  <a:pt x="156" y="630"/>
                  <a:pt x="93" y="567"/>
                </a:cubicBezTo>
                <a:cubicBezTo>
                  <a:pt x="31" y="503"/>
                  <a:pt x="0" y="425"/>
                  <a:pt x="0" y="3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60" name=""/>
          <p:cNvSpPr/>
          <p:nvPr/>
        </p:nvSpPr>
        <p:spPr>
          <a:xfrm>
            <a:off x="4803120" y="3683520"/>
            <a:ext cx="223560" cy="223920"/>
          </a:xfrm>
          <a:custGeom>
            <a:avLst/>
            <a:gdLst/>
            <a:ahLst/>
            <a:rect l="0" t="0" r="r" b="b"/>
            <a:pathLst>
              <a:path w="621" h="622">
                <a:moveTo>
                  <a:pt x="94" y="56"/>
                </a:moveTo>
                <a:cubicBezTo>
                  <a:pt x="90" y="52"/>
                  <a:pt x="86" y="49"/>
                  <a:pt x="84" y="48"/>
                </a:cubicBezTo>
                <a:cubicBezTo>
                  <a:pt x="82" y="47"/>
                  <a:pt x="77" y="46"/>
                  <a:pt x="69" y="45"/>
                </a:cubicBezTo>
                <a:cubicBezTo>
                  <a:pt x="62" y="45"/>
                  <a:pt x="49" y="44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183" y="0"/>
                </a:lnTo>
                <a:cubicBezTo>
                  <a:pt x="287" y="0"/>
                  <a:pt x="345" y="0"/>
                  <a:pt x="357" y="0"/>
                </a:cubicBezTo>
                <a:cubicBezTo>
                  <a:pt x="369" y="0"/>
                  <a:pt x="382" y="2"/>
                  <a:pt x="395" y="6"/>
                </a:cubicBezTo>
                <a:cubicBezTo>
                  <a:pt x="421" y="11"/>
                  <a:pt x="447" y="23"/>
                  <a:pt x="473" y="39"/>
                </a:cubicBezTo>
                <a:cubicBezTo>
                  <a:pt x="498" y="55"/>
                  <a:pt x="522" y="75"/>
                  <a:pt x="545" y="101"/>
                </a:cubicBezTo>
                <a:cubicBezTo>
                  <a:pt x="568" y="126"/>
                  <a:pt x="587" y="157"/>
                  <a:pt x="600" y="194"/>
                </a:cubicBezTo>
                <a:cubicBezTo>
                  <a:pt x="613" y="231"/>
                  <a:pt x="620" y="272"/>
                  <a:pt x="621" y="316"/>
                </a:cubicBezTo>
                <a:cubicBezTo>
                  <a:pt x="621" y="393"/>
                  <a:pt x="599" y="459"/>
                  <a:pt x="553" y="516"/>
                </a:cubicBezTo>
                <a:cubicBezTo>
                  <a:pt x="508" y="573"/>
                  <a:pt x="450" y="608"/>
                  <a:pt x="378" y="619"/>
                </a:cubicBezTo>
                <a:cubicBezTo>
                  <a:pt x="370" y="621"/>
                  <a:pt x="305" y="621"/>
                  <a:pt x="183" y="622"/>
                </a:cubicBezTo>
                <a:lnTo>
                  <a:pt x="0" y="622"/>
                </a:lnTo>
                <a:lnTo>
                  <a:pt x="0" y="580"/>
                </a:lnTo>
                <a:lnTo>
                  <a:pt x="30" y="580"/>
                </a:lnTo>
                <a:cubicBezTo>
                  <a:pt x="56" y="580"/>
                  <a:pt x="71" y="579"/>
                  <a:pt x="77" y="577"/>
                </a:cubicBezTo>
                <a:cubicBezTo>
                  <a:pt x="82" y="576"/>
                  <a:pt x="88" y="573"/>
                  <a:pt x="94" y="567"/>
                </a:cubicBezTo>
                <a:lnTo>
                  <a:pt x="94" y="56"/>
                </a:lnTo>
                <a:moveTo>
                  <a:pt x="515" y="314"/>
                </a:moveTo>
                <a:cubicBezTo>
                  <a:pt x="515" y="253"/>
                  <a:pt x="509" y="204"/>
                  <a:pt x="495" y="166"/>
                </a:cubicBezTo>
                <a:cubicBezTo>
                  <a:pt x="482" y="129"/>
                  <a:pt x="458" y="98"/>
                  <a:pt x="424" y="74"/>
                </a:cubicBezTo>
                <a:cubicBezTo>
                  <a:pt x="392" y="53"/>
                  <a:pt x="350" y="42"/>
                  <a:pt x="299" y="42"/>
                </a:cubicBezTo>
                <a:lnTo>
                  <a:pt x="269" y="42"/>
                </a:lnTo>
                <a:lnTo>
                  <a:pt x="243" y="42"/>
                </a:lnTo>
                <a:cubicBezTo>
                  <a:pt x="209" y="42"/>
                  <a:pt x="191" y="45"/>
                  <a:pt x="189" y="51"/>
                </a:cubicBezTo>
                <a:cubicBezTo>
                  <a:pt x="187" y="53"/>
                  <a:pt x="186" y="139"/>
                  <a:pt x="186" y="309"/>
                </a:cubicBezTo>
                <a:cubicBezTo>
                  <a:pt x="186" y="480"/>
                  <a:pt x="186" y="567"/>
                  <a:pt x="187" y="568"/>
                </a:cubicBezTo>
                <a:cubicBezTo>
                  <a:pt x="187" y="574"/>
                  <a:pt x="192" y="578"/>
                  <a:pt x="201" y="578"/>
                </a:cubicBezTo>
                <a:cubicBezTo>
                  <a:pt x="211" y="579"/>
                  <a:pt x="238" y="580"/>
                  <a:pt x="284" y="580"/>
                </a:cubicBezTo>
                <a:lnTo>
                  <a:pt x="294" y="580"/>
                </a:lnTo>
                <a:cubicBezTo>
                  <a:pt x="359" y="580"/>
                  <a:pt x="409" y="565"/>
                  <a:pt x="444" y="536"/>
                </a:cubicBezTo>
                <a:cubicBezTo>
                  <a:pt x="472" y="513"/>
                  <a:pt x="491" y="483"/>
                  <a:pt x="501" y="448"/>
                </a:cubicBezTo>
                <a:cubicBezTo>
                  <a:pt x="510" y="413"/>
                  <a:pt x="515" y="368"/>
                  <a:pt x="515" y="31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61" name=""/>
          <p:cNvSpPr/>
          <p:nvPr/>
        </p:nvSpPr>
        <p:spPr>
          <a:xfrm>
            <a:off x="5075280" y="366156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0" y="456"/>
                </a:moveTo>
                <a:cubicBezTo>
                  <a:pt x="0" y="414"/>
                  <a:pt x="4" y="374"/>
                  <a:pt x="10" y="336"/>
                </a:cubicBezTo>
                <a:cubicBezTo>
                  <a:pt x="16" y="299"/>
                  <a:pt x="23" y="265"/>
                  <a:pt x="31" y="238"/>
                </a:cubicBezTo>
                <a:cubicBezTo>
                  <a:pt x="38" y="211"/>
                  <a:pt x="50" y="184"/>
                  <a:pt x="64" y="158"/>
                </a:cubicBezTo>
                <a:cubicBezTo>
                  <a:pt x="79" y="132"/>
                  <a:pt x="90" y="111"/>
                  <a:pt x="99" y="97"/>
                </a:cubicBezTo>
                <a:cubicBezTo>
                  <a:pt x="107" y="82"/>
                  <a:pt x="121" y="67"/>
                  <a:pt x="138" y="50"/>
                </a:cubicBezTo>
                <a:cubicBezTo>
                  <a:pt x="155" y="33"/>
                  <a:pt x="165" y="22"/>
                  <a:pt x="168" y="19"/>
                </a:cubicBezTo>
                <a:cubicBezTo>
                  <a:pt x="171" y="15"/>
                  <a:pt x="179" y="9"/>
                  <a:pt x="191" y="0"/>
                </a:cubicBezTo>
                <a:lnTo>
                  <a:pt x="203" y="0"/>
                </a:lnTo>
                <a:lnTo>
                  <a:pt x="206" y="0"/>
                </a:lnTo>
                <a:cubicBezTo>
                  <a:pt x="215" y="0"/>
                  <a:pt x="219" y="2"/>
                  <a:pt x="219" y="8"/>
                </a:cubicBezTo>
                <a:cubicBezTo>
                  <a:pt x="219" y="10"/>
                  <a:pt x="214" y="16"/>
                  <a:pt x="203" y="27"/>
                </a:cubicBezTo>
                <a:cubicBezTo>
                  <a:pt x="193" y="38"/>
                  <a:pt x="181" y="54"/>
                  <a:pt x="166" y="75"/>
                </a:cubicBezTo>
                <a:cubicBezTo>
                  <a:pt x="152" y="96"/>
                  <a:pt x="137" y="122"/>
                  <a:pt x="122" y="153"/>
                </a:cubicBezTo>
                <a:cubicBezTo>
                  <a:pt x="105" y="184"/>
                  <a:pt x="93" y="226"/>
                  <a:pt x="82" y="279"/>
                </a:cubicBezTo>
                <a:cubicBezTo>
                  <a:pt x="72" y="333"/>
                  <a:pt x="67" y="391"/>
                  <a:pt x="67" y="456"/>
                </a:cubicBezTo>
                <a:cubicBezTo>
                  <a:pt x="67" y="520"/>
                  <a:pt x="72" y="578"/>
                  <a:pt x="82" y="630"/>
                </a:cubicBezTo>
                <a:cubicBezTo>
                  <a:pt x="93" y="682"/>
                  <a:pt x="105" y="725"/>
                  <a:pt x="121" y="757"/>
                </a:cubicBezTo>
                <a:cubicBezTo>
                  <a:pt x="135" y="789"/>
                  <a:pt x="150" y="815"/>
                  <a:pt x="165" y="835"/>
                </a:cubicBezTo>
                <a:cubicBezTo>
                  <a:pt x="180" y="855"/>
                  <a:pt x="193" y="871"/>
                  <a:pt x="203" y="883"/>
                </a:cubicBezTo>
                <a:cubicBezTo>
                  <a:pt x="214" y="895"/>
                  <a:pt x="219" y="902"/>
                  <a:pt x="219" y="902"/>
                </a:cubicBezTo>
                <a:cubicBezTo>
                  <a:pt x="219" y="908"/>
                  <a:pt x="214" y="911"/>
                  <a:pt x="205" y="911"/>
                </a:cubicBezTo>
                <a:lnTo>
                  <a:pt x="203" y="911"/>
                </a:lnTo>
                <a:lnTo>
                  <a:pt x="191" y="911"/>
                </a:lnTo>
                <a:lnTo>
                  <a:pt x="165" y="889"/>
                </a:lnTo>
                <a:cubicBezTo>
                  <a:pt x="107" y="837"/>
                  <a:pt x="66" y="773"/>
                  <a:pt x="40" y="696"/>
                </a:cubicBezTo>
                <a:cubicBezTo>
                  <a:pt x="14" y="619"/>
                  <a:pt x="0" y="539"/>
                  <a:pt x="0" y="45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62" name=""/>
          <p:cNvSpPr/>
          <p:nvPr/>
        </p:nvSpPr>
        <p:spPr>
          <a:xfrm>
            <a:off x="5182200" y="3684240"/>
            <a:ext cx="235440" cy="223200"/>
          </a:xfrm>
          <a:custGeom>
            <a:avLst/>
            <a:gdLst/>
            <a:ahLst/>
            <a:rect l="0" t="0" r="r" b="b"/>
            <a:pathLst>
              <a:path w="654" h="620">
                <a:moveTo>
                  <a:pt x="16" y="619"/>
                </a:moveTo>
                <a:cubicBezTo>
                  <a:pt x="5" y="619"/>
                  <a:pt x="0" y="616"/>
                  <a:pt x="0" y="610"/>
                </a:cubicBezTo>
                <a:cubicBezTo>
                  <a:pt x="0" y="609"/>
                  <a:pt x="1" y="605"/>
                  <a:pt x="3" y="597"/>
                </a:cubicBezTo>
                <a:cubicBezTo>
                  <a:pt x="5" y="588"/>
                  <a:pt x="8" y="581"/>
                  <a:pt x="10" y="580"/>
                </a:cubicBezTo>
                <a:cubicBezTo>
                  <a:pt x="13" y="579"/>
                  <a:pt x="20" y="578"/>
                  <a:pt x="31" y="577"/>
                </a:cubicBezTo>
                <a:cubicBezTo>
                  <a:pt x="47" y="577"/>
                  <a:pt x="66" y="576"/>
                  <a:pt x="86" y="574"/>
                </a:cubicBezTo>
                <a:cubicBezTo>
                  <a:pt x="94" y="573"/>
                  <a:pt x="100" y="569"/>
                  <a:pt x="103" y="564"/>
                </a:cubicBezTo>
                <a:cubicBezTo>
                  <a:pt x="104" y="560"/>
                  <a:pt x="126" y="475"/>
                  <a:pt x="168" y="308"/>
                </a:cubicBezTo>
                <a:cubicBezTo>
                  <a:pt x="209" y="140"/>
                  <a:pt x="231" y="55"/>
                  <a:pt x="231" y="53"/>
                </a:cubicBezTo>
                <a:cubicBezTo>
                  <a:pt x="231" y="49"/>
                  <a:pt x="230" y="47"/>
                  <a:pt x="228" y="47"/>
                </a:cubicBezTo>
                <a:cubicBezTo>
                  <a:pt x="223" y="45"/>
                  <a:pt x="207" y="43"/>
                  <a:pt x="179" y="42"/>
                </a:cubicBezTo>
                <a:lnTo>
                  <a:pt x="151" y="42"/>
                </a:lnTo>
                <a:cubicBezTo>
                  <a:pt x="148" y="38"/>
                  <a:pt x="146" y="36"/>
                  <a:pt x="146" y="35"/>
                </a:cubicBezTo>
                <a:cubicBezTo>
                  <a:pt x="146" y="34"/>
                  <a:pt x="146" y="28"/>
                  <a:pt x="148" y="19"/>
                </a:cubicBezTo>
                <a:cubicBezTo>
                  <a:pt x="150" y="9"/>
                  <a:pt x="153" y="3"/>
                  <a:pt x="157" y="0"/>
                </a:cubicBezTo>
                <a:lnTo>
                  <a:pt x="648" y="0"/>
                </a:lnTo>
                <a:cubicBezTo>
                  <a:pt x="652" y="3"/>
                  <a:pt x="654" y="6"/>
                  <a:pt x="654" y="10"/>
                </a:cubicBezTo>
                <a:cubicBezTo>
                  <a:pt x="654" y="13"/>
                  <a:pt x="651" y="47"/>
                  <a:pt x="643" y="112"/>
                </a:cubicBezTo>
                <a:cubicBezTo>
                  <a:pt x="635" y="177"/>
                  <a:pt x="631" y="210"/>
                  <a:pt x="630" y="212"/>
                </a:cubicBezTo>
                <a:cubicBezTo>
                  <a:pt x="629" y="217"/>
                  <a:pt x="623" y="219"/>
                  <a:pt x="612" y="219"/>
                </a:cubicBezTo>
                <a:lnTo>
                  <a:pt x="601" y="219"/>
                </a:lnTo>
                <a:cubicBezTo>
                  <a:pt x="597" y="216"/>
                  <a:pt x="594" y="212"/>
                  <a:pt x="594" y="207"/>
                </a:cubicBezTo>
                <a:cubicBezTo>
                  <a:pt x="594" y="206"/>
                  <a:pt x="595" y="199"/>
                  <a:pt x="597" y="185"/>
                </a:cubicBezTo>
                <a:cubicBezTo>
                  <a:pt x="599" y="171"/>
                  <a:pt x="600" y="155"/>
                  <a:pt x="600" y="137"/>
                </a:cubicBezTo>
                <a:cubicBezTo>
                  <a:pt x="600" y="119"/>
                  <a:pt x="598" y="104"/>
                  <a:pt x="593" y="92"/>
                </a:cubicBezTo>
                <a:cubicBezTo>
                  <a:pt x="589" y="81"/>
                  <a:pt x="583" y="71"/>
                  <a:pt x="576" y="64"/>
                </a:cubicBezTo>
                <a:cubicBezTo>
                  <a:pt x="569" y="57"/>
                  <a:pt x="558" y="52"/>
                  <a:pt x="543" y="49"/>
                </a:cubicBezTo>
                <a:cubicBezTo>
                  <a:pt x="527" y="47"/>
                  <a:pt x="512" y="45"/>
                  <a:pt x="496" y="43"/>
                </a:cubicBezTo>
                <a:cubicBezTo>
                  <a:pt x="480" y="41"/>
                  <a:pt x="459" y="41"/>
                  <a:pt x="431" y="42"/>
                </a:cubicBezTo>
                <a:lnTo>
                  <a:pt x="410" y="42"/>
                </a:lnTo>
                <a:cubicBezTo>
                  <a:pt x="360" y="43"/>
                  <a:pt x="334" y="44"/>
                  <a:pt x="331" y="45"/>
                </a:cubicBezTo>
                <a:cubicBezTo>
                  <a:pt x="327" y="46"/>
                  <a:pt x="325" y="48"/>
                  <a:pt x="324" y="52"/>
                </a:cubicBezTo>
                <a:cubicBezTo>
                  <a:pt x="324" y="53"/>
                  <a:pt x="313" y="92"/>
                  <a:pt x="292" y="171"/>
                </a:cubicBezTo>
                <a:lnTo>
                  <a:pt x="263" y="289"/>
                </a:lnTo>
                <a:lnTo>
                  <a:pt x="314" y="289"/>
                </a:lnTo>
                <a:cubicBezTo>
                  <a:pt x="316" y="289"/>
                  <a:pt x="323" y="289"/>
                  <a:pt x="335" y="289"/>
                </a:cubicBezTo>
                <a:cubicBezTo>
                  <a:pt x="347" y="289"/>
                  <a:pt x="356" y="288"/>
                  <a:pt x="361" y="288"/>
                </a:cubicBezTo>
                <a:cubicBezTo>
                  <a:pt x="365" y="287"/>
                  <a:pt x="372" y="286"/>
                  <a:pt x="381" y="285"/>
                </a:cubicBezTo>
                <a:cubicBezTo>
                  <a:pt x="389" y="284"/>
                  <a:pt x="396" y="282"/>
                  <a:pt x="402" y="279"/>
                </a:cubicBezTo>
                <a:cubicBezTo>
                  <a:pt x="408" y="276"/>
                  <a:pt x="414" y="272"/>
                  <a:pt x="418" y="268"/>
                </a:cubicBezTo>
                <a:cubicBezTo>
                  <a:pt x="426" y="261"/>
                  <a:pt x="432" y="250"/>
                  <a:pt x="438" y="238"/>
                </a:cubicBezTo>
                <a:cubicBezTo>
                  <a:pt x="443" y="225"/>
                  <a:pt x="447" y="213"/>
                  <a:pt x="450" y="203"/>
                </a:cubicBezTo>
                <a:cubicBezTo>
                  <a:pt x="452" y="193"/>
                  <a:pt x="454" y="187"/>
                  <a:pt x="454" y="187"/>
                </a:cubicBezTo>
                <a:cubicBezTo>
                  <a:pt x="456" y="184"/>
                  <a:pt x="462" y="182"/>
                  <a:pt x="472" y="182"/>
                </a:cubicBezTo>
                <a:lnTo>
                  <a:pt x="482" y="182"/>
                </a:lnTo>
                <a:cubicBezTo>
                  <a:pt x="487" y="185"/>
                  <a:pt x="489" y="188"/>
                  <a:pt x="489" y="191"/>
                </a:cubicBezTo>
                <a:cubicBezTo>
                  <a:pt x="489" y="193"/>
                  <a:pt x="479" y="233"/>
                  <a:pt x="461" y="311"/>
                </a:cubicBezTo>
                <a:cubicBezTo>
                  <a:pt x="442" y="388"/>
                  <a:pt x="432" y="428"/>
                  <a:pt x="430" y="431"/>
                </a:cubicBezTo>
                <a:cubicBezTo>
                  <a:pt x="428" y="435"/>
                  <a:pt x="422" y="437"/>
                  <a:pt x="412" y="437"/>
                </a:cubicBezTo>
                <a:lnTo>
                  <a:pt x="401" y="437"/>
                </a:lnTo>
                <a:cubicBezTo>
                  <a:pt x="396" y="433"/>
                  <a:pt x="394" y="430"/>
                  <a:pt x="394" y="426"/>
                </a:cubicBezTo>
                <a:cubicBezTo>
                  <a:pt x="394" y="424"/>
                  <a:pt x="396" y="418"/>
                  <a:pt x="399" y="406"/>
                </a:cubicBezTo>
                <a:cubicBezTo>
                  <a:pt x="402" y="395"/>
                  <a:pt x="403" y="382"/>
                  <a:pt x="403" y="370"/>
                </a:cubicBezTo>
                <a:cubicBezTo>
                  <a:pt x="403" y="352"/>
                  <a:pt x="397" y="341"/>
                  <a:pt x="385" y="337"/>
                </a:cubicBezTo>
                <a:cubicBezTo>
                  <a:pt x="373" y="333"/>
                  <a:pt x="346" y="331"/>
                  <a:pt x="304" y="331"/>
                </a:cubicBezTo>
                <a:lnTo>
                  <a:pt x="253" y="331"/>
                </a:lnTo>
                <a:lnTo>
                  <a:pt x="224" y="446"/>
                </a:lnTo>
                <a:cubicBezTo>
                  <a:pt x="205" y="521"/>
                  <a:pt x="195" y="561"/>
                  <a:pt x="195" y="564"/>
                </a:cubicBezTo>
                <a:cubicBezTo>
                  <a:pt x="195" y="573"/>
                  <a:pt x="222" y="577"/>
                  <a:pt x="276" y="577"/>
                </a:cubicBezTo>
                <a:lnTo>
                  <a:pt x="300" y="577"/>
                </a:lnTo>
                <a:cubicBezTo>
                  <a:pt x="303" y="582"/>
                  <a:pt x="305" y="584"/>
                  <a:pt x="305" y="585"/>
                </a:cubicBezTo>
                <a:cubicBezTo>
                  <a:pt x="305" y="585"/>
                  <a:pt x="304" y="591"/>
                  <a:pt x="303" y="603"/>
                </a:cubicBezTo>
                <a:cubicBezTo>
                  <a:pt x="301" y="611"/>
                  <a:pt x="297" y="616"/>
                  <a:pt x="293" y="620"/>
                </a:cubicBezTo>
                <a:lnTo>
                  <a:pt x="278" y="620"/>
                </a:lnTo>
                <a:cubicBezTo>
                  <a:pt x="253" y="619"/>
                  <a:pt x="207" y="618"/>
                  <a:pt x="140" y="618"/>
                </a:cubicBezTo>
                <a:cubicBezTo>
                  <a:pt x="101" y="618"/>
                  <a:pt x="71" y="618"/>
                  <a:pt x="50" y="618"/>
                </a:cubicBezTo>
                <a:cubicBezTo>
                  <a:pt x="30" y="618"/>
                  <a:pt x="18" y="619"/>
                  <a:pt x="16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63" name=""/>
          <p:cNvSpPr/>
          <p:nvPr/>
        </p:nvSpPr>
        <p:spPr>
          <a:xfrm>
            <a:off x="5412600" y="3801960"/>
            <a:ext cx="80280" cy="154800"/>
          </a:xfrm>
          <a:custGeom>
            <a:avLst/>
            <a:gdLst/>
            <a:ahLst/>
            <a:rect l="0" t="0" r="r" b="b"/>
            <a:pathLst>
              <a:path w="223" h="430">
                <a:moveTo>
                  <a:pt x="84" y="57"/>
                </a:moveTo>
                <a:lnTo>
                  <a:pt x="76" y="60"/>
                </a:lnTo>
                <a:cubicBezTo>
                  <a:pt x="70" y="62"/>
                  <a:pt x="61" y="64"/>
                  <a:pt x="50" y="66"/>
                </a:cubicBezTo>
                <a:cubicBezTo>
                  <a:pt x="39" y="68"/>
                  <a:pt x="26" y="70"/>
                  <a:pt x="13" y="71"/>
                </a:cubicBezTo>
                <a:lnTo>
                  <a:pt x="0" y="71"/>
                </a:lnTo>
                <a:lnTo>
                  <a:pt x="0" y="41"/>
                </a:lnTo>
                <a:lnTo>
                  <a:pt x="13" y="41"/>
                </a:lnTo>
                <a:cubicBezTo>
                  <a:pt x="33" y="40"/>
                  <a:pt x="51" y="37"/>
                  <a:pt x="69" y="32"/>
                </a:cubicBezTo>
                <a:cubicBezTo>
                  <a:pt x="86" y="26"/>
                  <a:pt x="98" y="21"/>
                  <a:pt x="106" y="16"/>
                </a:cubicBezTo>
                <a:cubicBezTo>
                  <a:pt x="113" y="11"/>
                  <a:pt x="119" y="7"/>
                  <a:pt x="124" y="2"/>
                </a:cubicBezTo>
                <a:cubicBezTo>
                  <a:pt x="125" y="1"/>
                  <a:pt x="127" y="0"/>
                  <a:pt x="131" y="0"/>
                </a:cubicBezTo>
                <a:cubicBezTo>
                  <a:pt x="135" y="0"/>
                  <a:pt x="139" y="1"/>
                  <a:pt x="142" y="4"/>
                </a:cubicBezTo>
                <a:lnTo>
                  <a:pt x="142" y="196"/>
                </a:lnTo>
                <a:lnTo>
                  <a:pt x="143" y="390"/>
                </a:lnTo>
                <a:cubicBezTo>
                  <a:pt x="146" y="393"/>
                  <a:pt x="149" y="395"/>
                  <a:pt x="151" y="396"/>
                </a:cubicBezTo>
                <a:cubicBezTo>
                  <a:pt x="153" y="397"/>
                  <a:pt x="158" y="398"/>
                  <a:pt x="166" y="399"/>
                </a:cubicBezTo>
                <a:cubicBezTo>
                  <a:pt x="174" y="399"/>
                  <a:pt x="188" y="400"/>
                  <a:pt x="206" y="400"/>
                </a:cubicBezTo>
                <a:lnTo>
                  <a:pt x="223" y="400"/>
                </a:lnTo>
                <a:lnTo>
                  <a:pt x="223" y="430"/>
                </a:lnTo>
                <a:lnTo>
                  <a:pt x="216" y="430"/>
                </a:lnTo>
                <a:cubicBezTo>
                  <a:pt x="207" y="428"/>
                  <a:pt x="173" y="428"/>
                  <a:pt x="113" y="428"/>
                </a:cubicBezTo>
                <a:cubicBezTo>
                  <a:pt x="54" y="428"/>
                  <a:pt x="20" y="428"/>
                  <a:pt x="11" y="430"/>
                </a:cubicBezTo>
                <a:lnTo>
                  <a:pt x="4" y="430"/>
                </a:lnTo>
                <a:lnTo>
                  <a:pt x="4" y="400"/>
                </a:lnTo>
                <a:lnTo>
                  <a:pt x="20" y="400"/>
                </a:lnTo>
                <a:cubicBezTo>
                  <a:pt x="30" y="400"/>
                  <a:pt x="38" y="400"/>
                  <a:pt x="45" y="400"/>
                </a:cubicBezTo>
                <a:cubicBezTo>
                  <a:pt x="52" y="400"/>
                  <a:pt x="57" y="400"/>
                  <a:pt x="61" y="399"/>
                </a:cubicBezTo>
                <a:cubicBezTo>
                  <a:pt x="65" y="399"/>
                  <a:pt x="68" y="398"/>
                  <a:pt x="71" y="397"/>
                </a:cubicBezTo>
                <a:cubicBezTo>
                  <a:pt x="74" y="396"/>
                  <a:pt x="76" y="396"/>
                  <a:pt x="76" y="396"/>
                </a:cubicBezTo>
                <a:cubicBezTo>
                  <a:pt x="77" y="396"/>
                  <a:pt x="78" y="395"/>
                  <a:pt x="80" y="393"/>
                </a:cubicBezTo>
                <a:cubicBezTo>
                  <a:pt x="82" y="391"/>
                  <a:pt x="84" y="390"/>
                  <a:pt x="84" y="390"/>
                </a:cubicBezTo>
                <a:lnTo>
                  <a:pt x="84" y="5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64" name=""/>
          <p:cNvSpPr/>
          <p:nvPr/>
        </p:nvSpPr>
        <p:spPr>
          <a:xfrm>
            <a:off x="5551200" y="3867480"/>
            <a:ext cx="43560" cy="103680"/>
          </a:xfrm>
          <a:custGeom>
            <a:avLst/>
            <a:gdLst/>
            <a:ahLst/>
            <a:rect l="0" t="0" r="r" b="b"/>
            <a:pathLst>
              <a:path w="121" h="288">
                <a:moveTo>
                  <a:pt x="0" y="78"/>
                </a:moveTo>
                <a:cubicBezTo>
                  <a:pt x="0" y="78"/>
                  <a:pt x="0" y="71"/>
                  <a:pt x="0" y="55"/>
                </a:cubicBezTo>
                <a:cubicBezTo>
                  <a:pt x="0" y="40"/>
                  <a:pt x="5" y="27"/>
                  <a:pt x="15" y="16"/>
                </a:cubicBezTo>
                <a:cubicBezTo>
                  <a:pt x="25" y="5"/>
                  <a:pt x="38" y="0"/>
                  <a:pt x="54" y="0"/>
                </a:cubicBezTo>
                <a:cubicBezTo>
                  <a:pt x="71" y="0"/>
                  <a:pt x="86" y="8"/>
                  <a:pt x="99" y="23"/>
                </a:cubicBezTo>
                <a:cubicBezTo>
                  <a:pt x="113" y="38"/>
                  <a:pt x="121" y="65"/>
                  <a:pt x="121" y="103"/>
                </a:cubicBezTo>
                <a:cubicBezTo>
                  <a:pt x="121" y="124"/>
                  <a:pt x="118" y="145"/>
                  <a:pt x="112" y="165"/>
                </a:cubicBezTo>
                <a:cubicBezTo>
                  <a:pt x="107" y="185"/>
                  <a:pt x="100" y="202"/>
                  <a:pt x="93" y="216"/>
                </a:cubicBezTo>
                <a:cubicBezTo>
                  <a:pt x="86" y="231"/>
                  <a:pt x="78" y="243"/>
                  <a:pt x="69" y="254"/>
                </a:cubicBezTo>
                <a:cubicBezTo>
                  <a:pt x="61" y="264"/>
                  <a:pt x="54" y="273"/>
                  <a:pt x="48" y="279"/>
                </a:cubicBezTo>
                <a:cubicBezTo>
                  <a:pt x="42" y="285"/>
                  <a:pt x="38" y="288"/>
                  <a:pt x="36" y="288"/>
                </a:cubicBezTo>
                <a:cubicBezTo>
                  <a:pt x="33" y="288"/>
                  <a:pt x="29" y="285"/>
                  <a:pt x="24" y="279"/>
                </a:cubicBezTo>
                <a:cubicBezTo>
                  <a:pt x="18" y="274"/>
                  <a:pt x="16" y="270"/>
                  <a:pt x="16" y="267"/>
                </a:cubicBezTo>
                <a:cubicBezTo>
                  <a:pt x="16" y="264"/>
                  <a:pt x="19" y="259"/>
                  <a:pt x="26" y="252"/>
                </a:cubicBezTo>
                <a:cubicBezTo>
                  <a:pt x="32" y="245"/>
                  <a:pt x="40" y="236"/>
                  <a:pt x="48" y="225"/>
                </a:cubicBezTo>
                <a:cubicBezTo>
                  <a:pt x="57" y="214"/>
                  <a:pt x="65" y="199"/>
                  <a:pt x="72" y="179"/>
                </a:cubicBezTo>
                <a:cubicBezTo>
                  <a:pt x="79" y="160"/>
                  <a:pt x="84" y="138"/>
                  <a:pt x="87" y="113"/>
                </a:cubicBezTo>
                <a:lnTo>
                  <a:pt x="87" y="102"/>
                </a:lnTo>
                <a:lnTo>
                  <a:pt x="86" y="103"/>
                </a:lnTo>
                <a:cubicBezTo>
                  <a:pt x="85" y="103"/>
                  <a:pt x="83" y="104"/>
                  <a:pt x="81" y="105"/>
                </a:cubicBezTo>
                <a:cubicBezTo>
                  <a:pt x="79" y="105"/>
                  <a:pt x="78" y="106"/>
                  <a:pt x="76" y="107"/>
                </a:cubicBezTo>
                <a:cubicBezTo>
                  <a:pt x="74" y="109"/>
                  <a:pt x="71" y="109"/>
                  <a:pt x="68" y="109"/>
                </a:cubicBezTo>
                <a:cubicBezTo>
                  <a:pt x="64" y="109"/>
                  <a:pt x="60" y="109"/>
                  <a:pt x="57" y="110"/>
                </a:cubicBezTo>
                <a:cubicBezTo>
                  <a:pt x="40" y="110"/>
                  <a:pt x="27" y="105"/>
                  <a:pt x="17" y="95"/>
                </a:cubicBezTo>
                <a:lnTo>
                  <a:pt x="0" y="7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65" name=""/>
          <p:cNvSpPr/>
          <p:nvPr/>
        </p:nvSpPr>
        <p:spPr>
          <a:xfrm>
            <a:off x="5681520" y="3684240"/>
            <a:ext cx="235440" cy="223200"/>
          </a:xfrm>
          <a:custGeom>
            <a:avLst/>
            <a:gdLst/>
            <a:ahLst/>
            <a:rect l="0" t="0" r="r" b="b"/>
            <a:pathLst>
              <a:path w="654" h="620">
                <a:moveTo>
                  <a:pt x="16" y="619"/>
                </a:moveTo>
                <a:cubicBezTo>
                  <a:pt x="5" y="619"/>
                  <a:pt x="0" y="616"/>
                  <a:pt x="0" y="610"/>
                </a:cubicBezTo>
                <a:cubicBezTo>
                  <a:pt x="0" y="609"/>
                  <a:pt x="1" y="605"/>
                  <a:pt x="3" y="597"/>
                </a:cubicBezTo>
                <a:cubicBezTo>
                  <a:pt x="5" y="588"/>
                  <a:pt x="8" y="581"/>
                  <a:pt x="10" y="580"/>
                </a:cubicBezTo>
                <a:cubicBezTo>
                  <a:pt x="12" y="579"/>
                  <a:pt x="19" y="578"/>
                  <a:pt x="31" y="577"/>
                </a:cubicBezTo>
                <a:cubicBezTo>
                  <a:pt x="47" y="577"/>
                  <a:pt x="66" y="576"/>
                  <a:pt x="86" y="574"/>
                </a:cubicBezTo>
                <a:cubicBezTo>
                  <a:pt x="94" y="573"/>
                  <a:pt x="100" y="569"/>
                  <a:pt x="103" y="564"/>
                </a:cubicBezTo>
                <a:cubicBezTo>
                  <a:pt x="104" y="560"/>
                  <a:pt x="126" y="475"/>
                  <a:pt x="167" y="308"/>
                </a:cubicBezTo>
                <a:cubicBezTo>
                  <a:pt x="209" y="140"/>
                  <a:pt x="232" y="55"/>
                  <a:pt x="232" y="53"/>
                </a:cubicBezTo>
                <a:cubicBezTo>
                  <a:pt x="232" y="49"/>
                  <a:pt x="231" y="47"/>
                  <a:pt x="229" y="47"/>
                </a:cubicBezTo>
                <a:cubicBezTo>
                  <a:pt x="224" y="45"/>
                  <a:pt x="207" y="43"/>
                  <a:pt x="179" y="42"/>
                </a:cubicBezTo>
                <a:lnTo>
                  <a:pt x="151" y="42"/>
                </a:lnTo>
                <a:cubicBezTo>
                  <a:pt x="147" y="38"/>
                  <a:pt x="146" y="36"/>
                  <a:pt x="146" y="35"/>
                </a:cubicBezTo>
                <a:cubicBezTo>
                  <a:pt x="146" y="34"/>
                  <a:pt x="146" y="28"/>
                  <a:pt x="147" y="19"/>
                </a:cubicBezTo>
                <a:cubicBezTo>
                  <a:pt x="150" y="9"/>
                  <a:pt x="153" y="3"/>
                  <a:pt x="157" y="0"/>
                </a:cubicBezTo>
                <a:lnTo>
                  <a:pt x="648" y="0"/>
                </a:lnTo>
                <a:cubicBezTo>
                  <a:pt x="652" y="3"/>
                  <a:pt x="654" y="6"/>
                  <a:pt x="654" y="10"/>
                </a:cubicBezTo>
                <a:cubicBezTo>
                  <a:pt x="654" y="13"/>
                  <a:pt x="650" y="47"/>
                  <a:pt x="643" y="112"/>
                </a:cubicBezTo>
                <a:cubicBezTo>
                  <a:pt x="635" y="177"/>
                  <a:pt x="630" y="210"/>
                  <a:pt x="630" y="212"/>
                </a:cubicBezTo>
                <a:cubicBezTo>
                  <a:pt x="629" y="217"/>
                  <a:pt x="623" y="219"/>
                  <a:pt x="612" y="219"/>
                </a:cubicBezTo>
                <a:lnTo>
                  <a:pt x="601" y="219"/>
                </a:lnTo>
                <a:cubicBezTo>
                  <a:pt x="596" y="216"/>
                  <a:pt x="594" y="212"/>
                  <a:pt x="594" y="207"/>
                </a:cubicBezTo>
                <a:cubicBezTo>
                  <a:pt x="594" y="206"/>
                  <a:pt x="595" y="199"/>
                  <a:pt x="597" y="185"/>
                </a:cubicBezTo>
                <a:cubicBezTo>
                  <a:pt x="599" y="171"/>
                  <a:pt x="600" y="155"/>
                  <a:pt x="600" y="137"/>
                </a:cubicBezTo>
                <a:cubicBezTo>
                  <a:pt x="600" y="119"/>
                  <a:pt x="598" y="104"/>
                  <a:pt x="593" y="92"/>
                </a:cubicBezTo>
                <a:cubicBezTo>
                  <a:pt x="589" y="81"/>
                  <a:pt x="583" y="71"/>
                  <a:pt x="576" y="64"/>
                </a:cubicBezTo>
                <a:cubicBezTo>
                  <a:pt x="569" y="57"/>
                  <a:pt x="558" y="52"/>
                  <a:pt x="542" y="49"/>
                </a:cubicBezTo>
                <a:cubicBezTo>
                  <a:pt x="527" y="47"/>
                  <a:pt x="512" y="45"/>
                  <a:pt x="496" y="43"/>
                </a:cubicBezTo>
                <a:cubicBezTo>
                  <a:pt x="480" y="41"/>
                  <a:pt x="458" y="41"/>
                  <a:pt x="431" y="42"/>
                </a:cubicBezTo>
                <a:lnTo>
                  <a:pt x="410" y="42"/>
                </a:lnTo>
                <a:cubicBezTo>
                  <a:pt x="360" y="43"/>
                  <a:pt x="333" y="44"/>
                  <a:pt x="330" y="45"/>
                </a:cubicBezTo>
                <a:cubicBezTo>
                  <a:pt x="327" y="46"/>
                  <a:pt x="325" y="48"/>
                  <a:pt x="324" y="52"/>
                </a:cubicBezTo>
                <a:cubicBezTo>
                  <a:pt x="323" y="53"/>
                  <a:pt x="313" y="92"/>
                  <a:pt x="293" y="171"/>
                </a:cubicBezTo>
                <a:lnTo>
                  <a:pt x="264" y="289"/>
                </a:lnTo>
                <a:lnTo>
                  <a:pt x="314" y="289"/>
                </a:lnTo>
                <a:cubicBezTo>
                  <a:pt x="316" y="289"/>
                  <a:pt x="323" y="289"/>
                  <a:pt x="335" y="289"/>
                </a:cubicBezTo>
                <a:cubicBezTo>
                  <a:pt x="347" y="289"/>
                  <a:pt x="356" y="288"/>
                  <a:pt x="360" y="288"/>
                </a:cubicBezTo>
                <a:cubicBezTo>
                  <a:pt x="365" y="287"/>
                  <a:pt x="372" y="286"/>
                  <a:pt x="381" y="285"/>
                </a:cubicBezTo>
                <a:cubicBezTo>
                  <a:pt x="389" y="284"/>
                  <a:pt x="396" y="282"/>
                  <a:pt x="402" y="279"/>
                </a:cubicBezTo>
                <a:cubicBezTo>
                  <a:pt x="408" y="276"/>
                  <a:pt x="414" y="272"/>
                  <a:pt x="418" y="268"/>
                </a:cubicBezTo>
                <a:cubicBezTo>
                  <a:pt x="426" y="261"/>
                  <a:pt x="432" y="250"/>
                  <a:pt x="438" y="238"/>
                </a:cubicBezTo>
                <a:cubicBezTo>
                  <a:pt x="443" y="225"/>
                  <a:pt x="447" y="213"/>
                  <a:pt x="450" y="203"/>
                </a:cubicBezTo>
                <a:cubicBezTo>
                  <a:pt x="452" y="193"/>
                  <a:pt x="454" y="187"/>
                  <a:pt x="454" y="187"/>
                </a:cubicBezTo>
                <a:cubicBezTo>
                  <a:pt x="456" y="184"/>
                  <a:pt x="462" y="182"/>
                  <a:pt x="472" y="182"/>
                </a:cubicBezTo>
                <a:lnTo>
                  <a:pt x="482" y="182"/>
                </a:lnTo>
                <a:cubicBezTo>
                  <a:pt x="487" y="185"/>
                  <a:pt x="489" y="188"/>
                  <a:pt x="489" y="191"/>
                </a:cubicBezTo>
                <a:cubicBezTo>
                  <a:pt x="489" y="193"/>
                  <a:pt x="479" y="233"/>
                  <a:pt x="461" y="311"/>
                </a:cubicBezTo>
                <a:cubicBezTo>
                  <a:pt x="442" y="388"/>
                  <a:pt x="431" y="428"/>
                  <a:pt x="430" y="431"/>
                </a:cubicBezTo>
                <a:cubicBezTo>
                  <a:pt x="428" y="435"/>
                  <a:pt x="422" y="437"/>
                  <a:pt x="411" y="437"/>
                </a:cubicBezTo>
                <a:lnTo>
                  <a:pt x="401" y="437"/>
                </a:lnTo>
                <a:cubicBezTo>
                  <a:pt x="396" y="433"/>
                  <a:pt x="394" y="430"/>
                  <a:pt x="394" y="426"/>
                </a:cubicBezTo>
                <a:cubicBezTo>
                  <a:pt x="394" y="424"/>
                  <a:pt x="396" y="418"/>
                  <a:pt x="399" y="406"/>
                </a:cubicBezTo>
                <a:cubicBezTo>
                  <a:pt x="402" y="395"/>
                  <a:pt x="403" y="382"/>
                  <a:pt x="403" y="370"/>
                </a:cubicBezTo>
                <a:cubicBezTo>
                  <a:pt x="403" y="352"/>
                  <a:pt x="397" y="341"/>
                  <a:pt x="385" y="337"/>
                </a:cubicBezTo>
                <a:cubicBezTo>
                  <a:pt x="373" y="333"/>
                  <a:pt x="346" y="331"/>
                  <a:pt x="304" y="331"/>
                </a:cubicBezTo>
                <a:lnTo>
                  <a:pt x="254" y="331"/>
                </a:lnTo>
                <a:lnTo>
                  <a:pt x="225" y="446"/>
                </a:lnTo>
                <a:cubicBezTo>
                  <a:pt x="204" y="521"/>
                  <a:pt x="195" y="561"/>
                  <a:pt x="195" y="564"/>
                </a:cubicBezTo>
                <a:cubicBezTo>
                  <a:pt x="195" y="573"/>
                  <a:pt x="223" y="577"/>
                  <a:pt x="277" y="577"/>
                </a:cubicBezTo>
                <a:lnTo>
                  <a:pt x="300" y="577"/>
                </a:lnTo>
                <a:cubicBezTo>
                  <a:pt x="303" y="582"/>
                  <a:pt x="305" y="584"/>
                  <a:pt x="305" y="585"/>
                </a:cubicBezTo>
                <a:cubicBezTo>
                  <a:pt x="305" y="585"/>
                  <a:pt x="304" y="591"/>
                  <a:pt x="303" y="603"/>
                </a:cubicBezTo>
                <a:cubicBezTo>
                  <a:pt x="301" y="611"/>
                  <a:pt x="298" y="616"/>
                  <a:pt x="294" y="620"/>
                </a:cubicBezTo>
                <a:lnTo>
                  <a:pt x="279" y="620"/>
                </a:lnTo>
                <a:cubicBezTo>
                  <a:pt x="254" y="619"/>
                  <a:pt x="207" y="618"/>
                  <a:pt x="140" y="618"/>
                </a:cubicBezTo>
                <a:cubicBezTo>
                  <a:pt x="101" y="618"/>
                  <a:pt x="71" y="618"/>
                  <a:pt x="50" y="618"/>
                </a:cubicBezTo>
                <a:cubicBezTo>
                  <a:pt x="29" y="618"/>
                  <a:pt x="18" y="619"/>
                  <a:pt x="16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66" name=""/>
          <p:cNvSpPr/>
          <p:nvPr/>
        </p:nvSpPr>
        <p:spPr>
          <a:xfrm>
            <a:off x="5904360" y="3801960"/>
            <a:ext cx="92880" cy="154800"/>
          </a:xfrm>
          <a:custGeom>
            <a:avLst/>
            <a:gdLst/>
            <a:ahLst/>
            <a:rect l="0" t="0" r="r" b="b"/>
            <a:pathLst>
              <a:path w="258" h="430">
                <a:moveTo>
                  <a:pt x="38" y="153"/>
                </a:moveTo>
                <a:cubicBezTo>
                  <a:pt x="27" y="153"/>
                  <a:pt x="17" y="149"/>
                  <a:pt x="10" y="141"/>
                </a:cubicBezTo>
                <a:cubicBezTo>
                  <a:pt x="4" y="133"/>
                  <a:pt x="0" y="124"/>
                  <a:pt x="0" y="113"/>
                </a:cubicBezTo>
                <a:cubicBezTo>
                  <a:pt x="0" y="82"/>
                  <a:pt x="12" y="56"/>
                  <a:pt x="34" y="34"/>
                </a:cubicBezTo>
                <a:cubicBezTo>
                  <a:pt x="57" y="11"/>
                  <a:pt x="85" y="0"/>
                  <a:pt x="120" y="0"/>
                </a:cubicBezTo>
                <a:cubicBezTo>
                  <a:pt x="159" y="0"/>
                  <a:pt x="192" y="12"/>
                  <a:pt x="218" y="36"/>
                </a:cubicBezTo>
                <a:cubicBezTo>
                  <a:pt x="244" y="60"/>
                  <a:pt x="257" y="91"/>
                  <a:pt x="258" y="129"/>
                </a:cubicBezTo>
                <a:cubicBezTo>
                  <a:pt x="258" y="148"/>
                  <a:pt x="254" y="165"/>
                  <a:pt x="245" y="182"/>
                </a:cubicBezTo>
                <a:cubicBezTo>
                  <a:pt x="236" y="199"/>
                  <a:pt x="226" y="213"/>
                  <a:pt x="214" y="226"/>
                </a:cubicBezTo>
                <a:cubicBezTo>
                  <a:pt x="202" y="238"/>
                  <a:pt x="185" y="254"/>
                  <a:pt x="163" y="273"/>
                </a:cubicBezTo>
                <a:cubicBezTo>
                  <a:pt x="147" y="287"/>
                  <a:pt x="126" y="306"/>
                  <a:pt x="97" y="333"/>
                </a:cubicBezTo>
                <a:lnTo>
                  <a:pt x="59" y="370"/>
                </a:lnTo>
                <a:lnTo>
                  <a:pt x="108" y="370"/>
                </a:lnTo>
                <a:cubicBezTo>
                  <a:pt x="177" y="370"/>
                  <a:pt x="212" y="369"/>
                  <a:pt x="217" y="367"/>
                </a:cubicBezTo>
                <a:cubicBezTo>
                  <a:pt x="220" y="366"/>
                  <a:pt x="225" y="346"/>
                  <a:pt x="232" y="309"/>
                </a:cubicBezTo>
                <a:lnTo>
                  <a:pt x="232" y="307"/>
                </a:lnTo>
                <a:lnTo>
                  <a:pt x="258" y="307"/>
                </a:lnTo>
                <a:lnTo>
                  <a:pt x="258" y="309"/>
                </a:lnTo>
                <a:cubicBezTo>
                  <a:pt x="257" y="310"/>
                  <a:pt x="255" y="330"/>
                  <a:pt x="249" y="368"/>
                </a:cubicBezTo>
                <a:cubicBezTo>
                  <a:pt x="244" y="406"/>
                  <a:pt x="241" y="426"/>
                  <a:pt x="240" y="428"/>
                </a:cubicBezTo>
                <a:lnTo>
                  <a:pt x="240" y="430"/>
                </a:lnTo>
                <a:lnTo>
                  <a:pt x="0" y="430"/>
                </a:lnTo>
                <a:lnTo>
                  <a:pt x="0" y="417"/>
                </a:lnTo>
                <a:lnTo>
                  <a:pt x="0" y="410"/>
                </a:lnTo>
                <a:cubicBezTo>
                  <a:pt x="0" y="407"/>
                  <a:pt x="1" y="403"/>
                  <a:pt x="4" y="400"/>
                </a:cubicBezTo>
                <a:cubicBezTo>
                  <a:pt x="7" y="396"/>
                  <a:pt x="13" y="389"/>
                  <a:pt x="23" y="377"/>
                </a:cubicBezTo>
                <a:cubicBezTo>
                  <a:pt x="36" y="364"/>
                  <a:pt x="46" y="351"/>
                  <a:pt x="55" y="340"/>
                </a:cubicBezTo>
                <a:cubicBezTo>
                  <a:pt x="59" y="336"/>
                  <a:pt x="67" y="328"/>
                  <a:pt x="77" y="317"/>
                </a:cubicBezTo>
                <a:cubicBezTo>
                  <a:pt x="88" y="305"/>
                  <a:pt x="95" y="297"/>
                  <a:pt x="99" y="293"/>
                </a:cubicBezTo>
                <a:cubicBezTo>
                  <a:pt x="103" y="288"/>
                  <a:pt x="109" y="281"/>
                  <a:pt x="119" y="272"/>
                </a:cubicBezTo>
                <a:cubicBezTo>
                  <a:pt x="127" y="262"/>
                  <a:pt x="133" y="254"/>
                  <a:pt x="137" y="250"/>
                </a:cubicBezTo>
                <a:cubicBezTo>
                  <a:pt x="140" y="245"/>
                  <a:pt x="145" y="239"/>
                  <a:pt x="152" y="230"/>
                </a:cubicBezTo>
                <a:cubicBezTo>
                  <a:pt x="158" y="222"/>
                  <a:pt x="163" y="215"/>
                  <a:pt x="165" y="210"/>
                </a:cubicBezTo>
                <a:cubicBezTo>
                  <a:pt x="168" y="204"/>
                  <a:pt x="171" y="198"/>
                  <a:pt x="175" y="191"/>
                </a:cubicBezTo>
                <a:cubicBezTo>
                  <a:pt x="179" y="184"/>
                  <a:pt x="181" y="177"/>
                  <a:pt x="183" y="171"/>
                </a:cubicBezTo>
                <a:cubicBezTo>
                  <a:pt x="185" y="164"/>
                  <a:pt x="186" y="157"/>
                  <a:pt x="188" y="151"/>
                </a:cubicBezTo>
                <a:cubicBezTo>
                  <a:pt x="189" y="145"/>
                  <a:pt x="190" y="138"/>
                  <a:pt x="190" y="130"/>
                </a:cubicBezTo>
                <a:cubicBezTo>
                  <a:pt x="190" y="103"/>
                  <a:pt x="182" y="80"/>
                  <a:pt x="168" y="60"/>
                </a:cubicBezTo>
                <a:cubicBezTo>
                  <a:pt x="153" y="40"/>
                  <a:pt x="132" y="30"/>
                  <a:pt x="104" y="30"/>
                </a:cubicBezTo>
                <a:cubicBezTo>
                  <a:pt x="90" y="30"/>
                  <a:pt x="78" y="34"/>
                  <a:pt x="67" y="41"/>
                </a:cubicBezTo>
                <a:cubicBezTo>
                  <a:pt x="56" y="49"/>
                  <a:pt x="49" y="56"/>
                  <a:pt x="45" y="62"/>
                </a:cubicBezTo>
                <a:cubicBezTo>
                  <a:pt x="40" y="69"/>
                  <a:pt x="38" y="73"/>
                  <a:pt x="38" y="75"/>
                </a:cubicBezTo>
                <a:cubicBezTo>
                  <a:pt x="38" y="75"/>
                  <a:pt x="39" y="75"/>
                  <a:pt x="41" y="75"/>
                </a:cubicBezTo>
                <a:cubicBezTo>
                  <a:pt x="49" y="75"/>
                  <a:pt x="57" y="78"/>
                  <a:pt x="65" y="84"/>
                </a:cubicBezTo>
                <a:cubicBezTo>
                  <a:pt x="73" y="90"/>
                  <a:pt x="77" y="100"/>
                  <a:pt x="77" y="114"/>
                </a:cubicBezTo>
                <a:cubicBezTo>
                  <a:pt x="77" y="125"/>
                  <a:pt x="74" y="134"/>
                  <a:pt x="67" y="141"/>
                </a:cubicBezTo>
                <a:cubicBezTo>
                  <a:pt x="60" y="148"/>
                  <a:pt x="51" y="152"/>
                  <a:pt x="38" y="15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67" name=""/>
          <p:cNvSpPr/>
          <p:nvPr/>
        </p:nvSpPr>
        <p:spPr>
          <a:xfrm>
            <a:off x="6042960" y="366156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5" y="0"/>
                </a:moveTo>
                <a:lnTo>
                  <a:pt x="8" y="0"/>
                </a:lnTo>
                <a:cubicBezTo>
                  <a:pt x="12" y="0"/>
                  <a:pt x="15" y="0"/>
                  <a:pt x="18" y="0"/>
                </a:cubicBezTo>
                <a:lnTo>
                  <a:pt x="28" y="0"/>
                </a:lnTo>
                <a:lnTo>
                  <a:pt x="55" y="21"/>
                </a:lnTo>
                <a:cubicBezTo>
                  <a:pt x="112" y="73"/>
                  <a:pt x="154" y="137"/>
                  <a:pt x="180" y="214"/>
                </a:cubicBezTo>
                <a:cubicBezTo>
                  <a:pt x="206" y="292"/>
                  <a:pt x="219" y="372"/>
                  <a:pt x="219" y="456"/>
                </a:cubicBezTo>
                <a:cubicBezTo>
                  <a:pt x="219" y="497"/>
                  <a:pt x="216" y="537"/>
                  <a:pt x="210" y="575"/>
                </a:cubicBezTo>
                <a:cubicBezTo>
                  <a:pt x="204" y="613"/>
                  <a:pt x="197" y="645"/>
                  <a:pt x="189" y="672"/>
                </a:cubicBezTo>
                <a:cubicBezTo>
                  <a:pt x="181" y="699"/>
                  <a:pt x="170" y="725"/>
                  <a:pt x="155" y="752"/>
                </a:cubicBezTo>
                <a:cubicBezTo>
                  <a:pt x="141" y="779"/>
                  <a:pt x="129" y="799"/>
                  <a:pt x="120" y="813"/>
                </a:cubicBezTo>
                <a:cubicBezTo>
                  <a:pt x="112" y="827"/>
                  <a:pt x="100" y="843"/>
                  <a:pt x="83" y="860"/>
                </a:cubicBezTo>
                <a:cubicBezTo>
                  <a:pt x="67" y="877"/>
                  <a:pt x="57" y="887"/>
                  <a:pt x="54" y="890"/>
                </a:cubicBezTo>
                <a:cubicBezTo>
                  <a:pt x="51" y="893"/>
                  <a:pt x="44" y="898"/>
                  <a:pt x="33" y="907"/>
                </a:cubicBezTo>
                <a:cubicBezTo>
                  <a:pt x="30" y="909"/>
                  <a:pt x="29" y="910"/>
                  <a:pt x="28" y="911"/>
                </a:cubicBezTo>
                <a:lnTo>
                  <a:pt x="18" y="911"/>
                </a:lnTo>
                <a:cubicBezTo>
                  <a:pt x="13" y="911"/>
                  <a:pt x="9" y="911"/>
                  <a:pt x="8" y="911"/>
                </a:cubicBezTo>
                <a:cubicBezTo>
                  <a:pt x="6" y="911"/>
                  <a:pt x="4" y="910"/>
                  <a:pt x="3" y="908"/>
                </a:cubicBezTo>
                <a:cubicBezTo>
                  <a:pt x="2" y="906"/>
                  <a:pt x="1" y="903"/>
                  <a:pt x="0" y="900"/>
                </a:cubicBezTo>
                <a:cubicBezTo>
                  <a:pt x="1" y="899"/>
                  <a:pt x="4" y="895"/>
                  <a:pt x="10" y="888"/>
                </a:cubicBezTo>
                <a:cubicBezTo>
                  <a:pt x="105" y="790"/>
                  <a:pt x="152" y="646"/>
                  <a:pt x="152" y="456"/>
                </a:cubicBezTo>
                <a:cubicBezTo>
                  <a:pt x="152" y="264"/>
                  <a:pt x="105" y="120"/>
                  <a:pt x="10" y="22"/>
                </a:cubicBezTo>
                <a:cubicBezTo>
                  <a:pt x="4" y="15"/>
                  <a:pt x="1" y="11"/>
                  <a:pt x="0" y="10"/>
                </a:cubicBezTo>
                <a:cubicBezTo>
                  <a:pt x="0" y="6"/>
                  <a:pt x="2" y="2"/>
                  <a:pt x="5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68" name=""/>
          <p:cNvSpPr/>
          <p:nvPr/>
        </p:nvSpPr>
        <p:spPr>
          <a:xfrm>
            <a:off x="6261840" y="3786840"/>
            <a:ext cx="218520" cy="77040"/>
          </a:xfrm>
          <a:custGeom>
            <a:avLst/>
            <a:gdLst/>
            <a:ahLst/>
            <a:rect l="0" t="0" r="r" b="b"/>
            <a:pathLst>
              <a:path w="607" h="214">
                <a:moveTo>
                  <a:pt x="0" y="18"/>
                </a:moveTo>
                <a:cubicBezTo>
                  <a:pt x="0" y="10"/>
                  <a:pt x="4" y="4"/>
                  <a:pt x="13" y="0"/>
                </a:cubicBezTo>
                <a:lnTo>
                  <a:pt x="593" y="0"/>
                </a:lnTo>
                <a:cubicBezTo>
                  <a:pt x="602" y="5"/>
                  <a:pt x="607" y="11"/>
                  <a:pt x="607" y="18"/>
                </a:cubicBezTo>
                <a:cubicBezTo>
                  <a:pt x="607" y="25"/>
                  <a:pt x="603" y="31"/>
                  <a:pt x="594" y="36"/>
                </a:cubicBezTo>
                <a:lnTo>
                  <a:pt x="304" y="36"/>
                </a:lnTo>
                <a:lnTo>
                  <a:pt x="15" y="36"/>
                </a:lnTo>
                <a:cubicBezTo>
                  <a:pt x="5" y="33"/>
                  <a:pt x="0" y="27"/>
                  <a:pt x="0" y="18"/>
                </a:cubicBezTo>
                <a:moveTo>
                  <a:pt x="0" y="196"/>
                </a:moveTo>
                <a:cubicBezTo>
                  <a:pt x="0" y="186"/>
                  <a:pt x="5" y="180"/>
                  <a:pt x="15" y="177"/>
                </a:cubicBezTo>
                <a:lnTo>
                  <a:pt x="594" y="177"/>
                </a:lnTo>
                <a:cubicBezTo>
                  <a:pt x="603" y="183"/>
                  <a:pt x="607" y="190"/>
                  <a:pt x="607" y="196"/>
                </a:cubicBezTo>
                <a:cubicBezTo>
                  <a:pt x="607" y="204"/>
                  <a:pt x="602" y="210"/>
                  <a:pt x="593" y="214"/>
                </a:cubicBezTo>
                <a:lnTo>
                  <a:pt x="13" y="214"/>
                </a:lnTo>
                <a:cubicBezTo>
                  <a:pt x="4" y="210"/>
                  <a:pt x="0" y="204"/>
                  <a:pt x="0" y="19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69" name=""/>
          <p:cNvSpPr/>
          <p:nvPr/>
        </p:nvSpPr>
        <p:spPr>
          <a:xfrm>
            <a:off x="6678000" y="3450600"/>
            <a:ext cx="326880" cy="231480"/>
          </a:xfrm>
          <a:custGeom>
            <a:avLst/>
            <a:gdLst/>
            <a:ahLst/>
            <a:rect l="0" t="0" r="r" b="b"/>
            <a:pathLst>
              <a:path w="908" h="643">
                <a:moveTo>
                  <a:pt x="352" y="0"/>
                </a:moveTo>
                <a:cubicBezTo>
                  <a:pt x="360" y="0"/>
                  <a:pt x="375" y="1"/>
                  <a:pt x="397" y="1"/>
                </a:cubicBezTo>
                <a:cubicBezTo>
                  <a:pt x="419" y="2"/>
                  <a:pt x="439" y="3"/>
                  <a:pt x="458" y="3"/>
                </a:cubicBezTo>
                <a:cubicBezTo>
                  <a:pt x="489" y="3"/>
                  <a:pt x="515" y="3"/>
                  <a:pt x="535" y="2"/>
                </a:cubicBezTo>
                <a:cubicBezTo>
                  <a:pt x="556" y="2"/>
                  <a:pt x="568" y="1"/>
                  <a:pt x="571" y="1"/>
                </a:cubicBezTo>
                <a:cubicBezTo>
                  <a:pt x="582" y="1"/>
                  <a:pt x="587" y="4"/>
                  <a:pt x="587" y="9"/>
                </a:cubicBezTo>
                <a:cubicBezTo>
                  <a:pt x="587" y="11"/>
                  <a:pt x="586" y="16"/>
                  <a:pt x="585" y="22"/>
                </a:cubicBezTo>
                <a:cubicBezTo>
                  <a:pt x="581" y="33"/>
                  <a:pt x="579" y="39"/>
                  <a:pt x="576" y="41"/>
                </a:cubicBezTo>
                <a:cubicBezTo>
                  <a:pt x="574" y="42"/>
                  <a:pt x="567" y="42"/>
                  <a:pt x="556" y="42"/>
                </a:cubicBezTo>
                <a:cubicBezTo>
                  <a:pt x="541" y="43"/>
                  <a:pt x="529" y="44"/>
                  <a:pt x="520" y="47"/>
                </a:cubicBezTo>
                <a:cubicBezTo>
                  <a:pt x="511" y="49"/>
                  <a:pt x="504" y="52"/>
                  <a:pt x="501" y="54"/>
                </a:cubicBezTo>
                <a:cubicBezTo>
                  <a:pt x="497" y="57"/>
                  <a:pt x="496" y="59"/>
                  <a:pt x="498" y="62"/>
                </a:cubicBezTo>
                <a:cubicBezTo>
                  <a:pt x="498" y="70"/>
                  <a:pt x="503" y="142"/>
                  <a:pt x="513" y="279"/>
                </a:cubicBezTo>
                <a:cubicBezTo>
                  <a:pt x="522" y="417"/>
                  <a:pt x="527" y="490"/>
                  <a:pt x="527" y="497"/>
                </a:cubicBezTo>
                <a:lnTo>
                  <a:pt x="529" y="495"/>
                </a:lnTo>
                <a:cubicBezTo>
                  <a:pt x="530" y="493"/>
                  <a:pt x="532" y="490"/>
                  <a:pt x="534" y="486"/>
                </a:cubicBezTo>
                <a:cubicBezTo>
                  <a:pt x="537" y="481"/>
                  <a:pt x="541" y="476"/>
                  <a:pt x="545" y="468"/>
                </a:cubicBezTo>
                <a:cubicBezTo>
                  <a:pt x="550" y="461"/>
                  <a:pt x="555" y="452"/>
                  <a:pt x="561" y="441"/>
                </a:cubicBezTo>
                <a:cubicBezTo>
                  <a:pt x="566" y="430"/>
                  <a:pt x="574" y="418"/>
                  <a:pt x="583" y="404"/>
                </a:cubicBezTo>
                <a:cubicBezTo>
                  <a:pt x="592" y="390"/>
                  <a:pt x="601" y="373"/>
                  <a:pt x="610" y="355"/>
                </a:cubicBezTo>
                <a:cubicBezTo>
                  <a:pt x="619" y="335"/>
                  <a:pt x="631" y="314"/>
                  <a:pt x="645" y="293"/>
                </a:cubicBezTo>
                <a:cubicBezTo>
                  <a:pt x="709" y="181"/>
                  <a:pt x="744" y="117"/>
                  <a:pt x="753" y="101"/>
                </a:cubicBezTo>
                <a:cubicBezTo>
                  <a:pt x="761" y="86"/>
                  <a:pt x="766" y="76"/>
                  <a:pt x="766" y="72"/>
                </a:cubicBezTo>
                <a:cubicBezTo>
                  <a:pt x="766" y="63"/>
                  <a:pt x="761" y="56"/>
                  <a:pt x="749" y="51"/>
                </a:cubicBezTo>
                <a:cubicBezTo>
                  <a:pt x="738" y="45"/>
                  <a:pt x="725" y="42"/>
                  <a:pt x="711" y="42"/>
                </a:cubicBezTo>
                <a:cubicBezTo>
                  <a:pt x="702" y="42"/>
                  <a:pt x="698" y="39"/>
                  <a:pt x="698" y="33"/>
                </a:cubicBezTo>
                <a:cubicBezTo>
                  <a:pt x="698" y="31"/>
                  <a:pt x="699" y="27"/>
                  <a:pt x="700" y="21"/>
                </a:cubicBezTo>
                <a:cubicBezTo>
                  <a:pt x="702" y="12"/>
                  <a:pt x="704" y="6"/>
                  <a:pt x="706" y="4"/>
                </a:cubicBezTo>
                <a:cubicBezTo>
                  <a:pt x="707" y="2"/>
                  <a:pt x="711" y="1"/>
                  <a:pt x="718" y="1"/>
                </a:cubicBezTo>
                <a:cubicBezTo>
                  <a:pt x="720" y="1"/>
                  <a:pt x="725" y="1"/>
                  <a:pt x="734" y="1"/>
                </a:cubicBezTo>
                <a:cubicBezTo>
                  <a:pt x="742" y="1"/>
                  <a:pt x="754" y="1"/>
                  <a:pt x="769" y="1"/>
                </a:cubicBezTo>
                <a:cubicBezTo>
                  <a:pt x="784" y="1"/>
                  <a:pt x="801" y="2"/>
                  <a:pt x="818" y="2"/>
                </a:cubicBezTo>
                <a:cubicBezTo>
                  <a:pt x="858" y="2"/>
                  <a:pt x="884" y="2"/>
                  <a:pt x="896" y="0"/>
                </a:cubicBezTo>
                <a:cubicBezTo>
                  <a:pt x="904" y="0"/>
                  <a:pt x="908" y="4"/>
                  <a:pt x="908" y="10"/>
                </a:cubicBezTo>
                <a:cubicBezTo>
                  <a:pt x="908" y="14"/>
                  <a:pt x="908" y="19"/>
                  <a:pt x="906" y="26"/>
                </a:cubicBezTo>
                <a:cubicBezTo>
                  <a:pt x="904" y="33"/>
                  <a:pt x="902" y="37"/>
                  <a:pt x="899" y="40"/>
                </a:cubicBezTo>
                <a:cubicBezTo>
                  <a:pt x="897" y="42"/>
                  <a:pt x="894" y="43"/>
                  <a:pt x="890" y="42"/>
                </a:cubicBezTo>
                <a:cubicBezTo>
                  <a:pt x="877" y="42"/>
                  <a:pt x="865" y="44"/>
                  <a:pt x="854" y="48"/>
                </a:cubicBezTo>
                <a:cubicBezTo>
                  <a:pt x="843" y="51"/>
                  <a:pt x="834" y="56"/>
                  <a:pt x="827" y="61"/>
                </a:cubicBezTo>
                <a:cubicBezTo>
                  <a:pt x="819" y="65"/>
                  <a:pt x="814" y="71"/>
                  <a:pt x="809" y="76"/>
                </a:cubicBezTo>
                <a:cubicBezTo>
                  <a:pt x="805" y="81"/>
                  <a:pt x="801" y="86"/>
                  <a:pt x="798" y="91"/>
                </a:cubicBezTo>
                <a:lnTo>
                  <a:pt x="795" y="96"/>
                </a:lnTo>
                <a:lnTo>
                  <a:pt x="641" y="366"/>
                </a:lnTo>
                <a:cubicBezTo>
                  <a:pt x="539" y="546"/>
                  <a:pt x="488" y="636"/>
                  <a:pt x="487" y="637"/>
                </a:cubicBezTo>
                <a:cubicBezTo>
                  <a:pt x="483" y="641"/>
                  <a:pt x="476" y="643"/>
                  <a:pt x="465" y="643"/>
                </a:cubicBezTo>
                <a:cubicBezTo>
                  <a:pt x="456" y="643"/>
                  <a:pt x="450" y="641"/>
                  <a:pt x="448" y="638"/>
                </a:cubicBezTo>
                <a:cubicBezTo>
                  <a:pt x="446" y="637"/>
                  <a:pt x="440" y="562"/>
                  <a:pt x="431" y="415"/>
                </a:cubicBezTo>
                <a:cubicBezTo>
                  <a:pt x="421" y="266"/>
                  <a:pt x="416" y="190"/>
                  <a:pt x="415" y="185"/>
                </a:cubicBezTo>
                <a:lnTo>
                  <a:pt x="404" y="202"/>
                </a:lnTo>
                <a:cubicBezTo>
                  <a:pt x="391" y="224"/>
                  <a:pt x="352" y="292"/>
                  <a:pt x="288" y="405"/>
                </a:cubicBezTo>
                <a:cubicBezTo>
                  <a:pt x="201" y="558"/>
                  <a:pt x="156" y="635"/>
                  <a:pt x="155" y="637"/>
                </a:cubicBezTo>
                <a:cubicBezTo>
                  <a:pt x="154" y="638"/>
                  <a:pt x="152" y="639"/>
                  <a:pt x="150" y="640"/>
                </a:cubicBezTo>
                <a:cubicBezTo>
                  <a:pt x="147" y="642"/>
                  <a:pt x="142" y="643"/>
                  <a:pt x="134" y="643"/>
                </a:cubicBezTo>
                <a:cubicBezTo>
                  <a:pt x="123" y="643"/>
                  <a:pt x="116" y="641"/>
                  <a:pt x="115" y="637"/>
                </a:cubicBezTo>
                <a:cubicBezTo>
                  <a:pt x="115" y="635"/>
                  <a:pt x="108" y="538"/>
                  <a:pt x="95" y="345"/>
                </a:cubicBezTo>
                <a:cubicBezTo>
                  <a:pt x="82" y="154"/>
                  <a:pt x="75" y="57"/>
                  <a:pt x="74" y="56"/>
                </a:cubicBezTo>
                <a:cubicBezTo>
                  <a:pt x="73" y="51"/>
                  <a:pt x="70" y="47"/>
                  <a:pt x="65" y="46"/>
                </a:cubicBezTo>
                <a:cubicBezTo>
                  <a:pt x="60" y="45"/>
                  <a:pt x="48" y="44"/>
                  <a:pt x="28" y="42"/>
                </a:cubicBezTo>
                <a:lnTo>
                  <a:pt x="7" y="42"/>
                </a:lnTo>
                <a:cubicBezTo>
                  <a:pt x="2" y="38"/>
                  <a:pt x="0" y="35"/>
                  <a:pt x="0" y="32"/>
                </a:cubicBezTo>
                <a:cubicBezTo>
                  <a:pt x="1" y="18"/>
                  <a:pt x="5" y="8"/>
                  <a:pt x="12" y="0"/>
                </a:cubicBezTo>
                <a:lnTo>
                  <a:pt x="23" y="0"/>
                </a:lnTo>
                <a:cubicBezTo>
                  <a:pt x="49" y="2"/>
                  <a:pt x="80" y="3"/>
                  <a:pt x="115" y="3"/>
                </a:cubicBezTo>
                <a:cubicBezTo>
                  <a:pt x="191" y="3"/>
                  <a:pt x="232" y="2"/>
                  <a:pt x="240" y="0"/>
                </a:cubicBezTo>
                <a:lnTo>
                  <a:pt x="249" y="0"/>
                </a:lnTo>
                <a:cubicBezTo>
                  <a:pt x="252" y="4"/>
                  <a:pt x="254" y="7"/>
                  <a:pt x="254" y="9"/>
                </a:cubicBezTo>
                <a:cubicBezTo>
                  <a:pt x="254" y="10"/>
                  <a:pt x="254" y="16"/>
                  <a:pt x="252" y="25"/>
                </a:cubicBezTo>
                <a:cubicBezTo>
                  <a:pt x="249" y="34"/>
                  <a:pt x="247" y="40"/>
                  <a:pt x="244" y="42"/>
                </a:cubicBezTo>
                <a:lnTo>
                  <a:pt x="225" y="42"/>
                </a:lnTo>
                <a:cubicBezTo>
                  <a:pt x="188" y="44"/>
                  <a:pt x="168" y="49"/>
                  <a:pt x="166" y="58"/>
                </a:cubicBezTo>
                <a:cubicBezTo>
                  <a:pt x="184" y="337"/>
                  <a:pt x="194" y="485"/>
                  <a:pt x="197" y="499"/>
                </a:cubicBezTo>
                <a:lnTo>
                  <a:pt x="411" y="121"/>
                </a:lnTo>
                <a:lnTo>
                  <a:pt x="409" y="88"/>
                </a:lnTo>
                <a:cubicBezTo>
                  <a:pt x="407" y="62"/>
                  <a:pt x="404" y="49"/>
                  <a:pt x="400" y="47"/>
                </a:cubicBezTo>
                <a:cubicBezTo>
                  <a:pt x="396" y="44"/>
                  <a:pt x="383" y="43"/>
                  <a:pt x="362" y="42"/>
                </a:cubicBezTo>
                <a:cubicBezTo>
                  <a:pt x="350" y="42"/>
                  <a:pt x="342" y="42"/>
                  <a:pt x="339" y="41"/>
                </a:cubicBezTo>
                <a:cubicBezTo>
                  <a:pt x="335" y="39"/>
                  <a:pt x="333" y="37"/>
                  <a:pt x="333" y="32"/>
                </a:cubicBezTo>
                <a:cubicBezTo>
                  <a:pt x="333" y="31"/>
                  <a:pt x="334" y="27"/>
                  <a:pt x="335" y="21"/>
                </a:cubicBezTo>
                <a:cubicBezTo>
                  <a:pt x="336" y="19"/>
                  <a:pt x="336" y="16"/>
                  <a:pt x="337" y="13"/>
                </a:cubicBezTo>
                <a:cubicBezTo>
                  <a:pt x="338" y="10"/>
                  <a:pt x="338" y="8"/>
                  <a:pt x="338" y="7"/>
                </a:cubicBezTo>
                <a:cubicBezTo>
                  <a:pt x="338" y="6"/>
                  <a:pt x="339" y="4"/>
                  <a:pt x="341" y="3"/>
                </a:cubicBezTo>
                <a:cubicBezTo>
                  <a:pt x="342" y="2"/>
                  <a:pt x="344" y="1"/>
                  <a:pt x="344" y="1"/>
                </a:cubicBezTo>
                <a:cubicBezTo>
                  <a:pt x="345" y="1"/>
                  <a:pt x="347" y="1"/>
                  <a:pt x="352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70" name=""/>
          <p:cNvSpPr/>
          <p:nvPr/>
        </p:nvSpPr>
        <p:spPr>
          <a:xfrm>
            <a:off x="7000560" y="3569400"/>
            <a:ext cx="80280" cy="154440"/>
          </a:xfrm>
          <a:custGeom>
            <a:avLst/>
            <a:gdLst/>
            <a:ahLst/>
            <a:rect l="0" t="0" r="r" b="b"/>
            <a:pathLst>
              <a:path w="223" h="429">
                <a:moveTo>
                  <a:pt x="84" y="57"/>
                </a:moveTo>
                <a:lnTo>
                  <a:pt x="76" y="60"/>
                </a:lnTo>
                <a:cubicBezTo>
                  <a:pt x="69" y="62"/>
                  <a:pt x="61" y="64"/>
                  <a:pt x="50" y="66"/>
                </a:cubicBezTo>
                <a:cubicBezTo>
                  <a:pt x="39" y="68"/>
                  <a:pt x="26" y="70"/>
                  <a:pt x="12" y="71"/>
                </a:cubicBezTo>
                <a:lnTo>
                  <a:pt x="0" y="71"/>
                </a:lnTo>
                <a:lnTo>
                  <a:pt x="0" y="41"/>
                </a:lnTo>
                <a:lnTo>
                  <a:pt x="12" y="41"/>
                </a:lnTo>
                <a:cubicBezTo>
                  <a:pt x="33" y="40"/>
                  <a:pt x="51" y="37"/>
                  <a:pt x="68" y="32"/>
                </a:cubicBezTo>
                <a:cubicBezTo>
                  <a:pt x="86" y="26"/>
                  <a:pt x="98" y="21"/>
                  <a:pt x="104" y="16"/>
                </a:cubicBezTo>
                <a:cubicBezTo>
                  <a:pt x="111" y="11"/>
                  <a:pt x="118" y="7"/>
                  <a:pt x="123" y="2"/>
                </a:cubicBezTo>
                <a:cubicBezTo>
                  <a:pt x="124" y="1"/>
                  <a:pt x="127" y="0"/>
                  <a:pt x="131" y="0"/>
                </a:cubicBezTo>
                <a:cubicBezTo>
                  <a:pt x="135" y="0"/>
                  <a:pt x="139" y="1"/>
                  <a:pt x="142" y="4"/>
                </a:cubicBezTo>
                <a:lnTo>
                  <a:pt x="142" y="197"/>
                </a:lnTo>
                <a:lnTo>
                  <a:pt x="143" y="390"/>
                </a:lnTo>
                <a:cubicBezTo>
                  <a:pt x="146" y="393"/>
                  <a:pt x="148" y="395"/>
                  <a:pt x="150" y="396"/>
                </a:cubicBezTo>
                <a:cubicBezTo>
                  <a:pt x="153" y="397"/>
                  <a:pt x="158" y="398"/>
                  <a:pt x="166" y="399"/>
                </a:cubicBezTo>
                <a:cubicBezTo>
                  <a:pt x="174" y="399"/>
                  <a:pt x="187" y="400"/>
                  <a:pt x="206" y="400"/>
                </a:cubicBezTo>
                <a:lnTo>
                  <a:pt x="223" y="400"/>
                </a:lnTo>
                <a:lnTo>
                  <a:pt x="223" y="429"/>
                </a:lnTo>
                <a:lnTo>
                  <a:pt x="215" y="429"/>
                </a:lnTo>
                <a:cubicBezTo>
                  <a:pt x="206" y="428"/>
                  <a:pt x="172" y="428"/>
                  <a:pt x="112" y="428"/>
                </a:cubicBezTo>
                <a:cubicBezTo>
                  <a:pt x="54" y="428"/>
                  <a:pt x="20" y="428"/>
                  <a:pt x="11" y="429"/>
                </a:cubicBezTo>
                <a:lnTo>
                  <a:pt x="3" y="429"/>
                </a:lnTo>
                <a:lnTo>
                  <a:pt x="3" y="400"/>
                </a:lnTo>
                <a:lnTo>
                  <a:pt x="20" y="400"/>
                </a:lnTo>
                <a:cubicBezTo>
                  <a:pt x="30" y="400"/>
                  <a:pt x="38" y="400"/>
                  <a:pt x="45" y="400"/>
                </a:cubicBezTo>
                <a:cubicBezTo>
                  <a:pt x="51" y="400"/>
                  <a:pt x="57" y="400"/>
                  <a:pt x="61" y="399"/>
                </a:cubicBezTo>
                <a:cubicBezTo>
                  <a:pt x="65" y="399"/>
                  <a:pt x="68" y="398"/>
                  <a:pt x="71" y="397"/>
                </a:cubicBezTo>
                <a:cubicBezTo>
                  <a:pt x="74" y="396"/>
                  <a:pt x="76" y="396"/>
                  <a:pt x="76" y="396"/>
                </a:cubicBezTo>
                <a:cubicBezTo>
                  <a:pt x="77" y="396"/>
                  <a:pt x="78" y="395"/>
                  <a:pt x="80" y="393"/>
                </a:cubicBezTo>
                <a:cubicBezTo>
                  <a:pt x="82" y="391"/>
                  <a:pt x="83" y="390"/>
                  <a:pt x="84" y="390"/>
                </a:cubicBezTo>
                <a:lnTo>
                  <a:pt x="84" y="5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71" name=""/>
          <p:cNvSpPr/>
          <p:nvPr/>
        </p:nvSpPr>
        <p:spPr>
          <a:xfrm>
            <a:off x="7144560" y="342864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0" y="456"/>
                </a:moveTo>
                <a:cubicBezTo>
                  <a:pt x="0" y="415"/>
                  <a:pt x="3" y="375"/>
                  <a:pt x="9" y="337"/>
                </a:cubicBezTo>
                <a:cubicBezTo>
                  <a:pt x="16" y="300"/>
                  <a:pt x="23" y="267"/>
                  <a:pt x="31" y="240"/>
                </a:cubicBezTo>
                <a:cubicBezTo>
                  <a:pt x="39" y="213"/>
                  <a:pt x="50" y="186"/>
                  <a:pt x="64" y="160"/>
                </a:cubicBezTo>
                <a:cubicBezTo>
                  <a:pt x="79" y="134"/>
                  <a:pt x="90" y="113"/>
                  <a:pt x="99" y="99"/>
                </a:cubicBezTo>
                <a:cubicBezTo>
                  <a:pt x="107" y="84"/>
                  <a:pt x="120" y="69"/>
                  <a:pt x="137" y="52"/>
                </a:cubicBezTo>
                <a:cubicBezTo>
                  <a:pt x="154" y="35"/>
                  <a:pt x="164" y="24"/>
                  <a:pt x="167" y="20"/>
                </a:cubicBezTo>
                <a:cubicBezTo>
                  <a:pt x="170" y="16"/>
                  <a:pt x="178" y="10"/>
                  <a:pt x="190" y="0"/>
                </a:cubicBezTo>
                <a:lnTo>
                  <a:pt x="202" y="0"/>
                </a:lnTo>
                <a:lnTo>
                  <a:pt x="205" y="0"/>
                </a:lnTo>
                <a:cubicBezTo>
                  <a:pt x="214" y="0"/>
                  <a:pt x="218" y="3"/>
                  <a:pt x="218" y="9"/>
                </a:cubicBezTo>
                <a:cubicBezTo>
                  <a:pt x="218" y="11"/>
                  <a:pt x="213" y="17"/>
                  <a:pt x="203" y="29"/>
                </a:cubicBezTo>
                <a:cubicBezTo>
                  <a:pt x="192" y="40"/>
                  <a:pt x="180" y="56"/>
                  <a:pt x="165" y="77"/>
                </a:cubicBezTo>
                <a:cubicBezTo>
                  <a:pt x="151" y="98"/>
                  <a:pt x="136" y="124"/>
                  <a:pt x="121" y="155"/>
                </a:cubicBezTo>
                <a:cubicBezTo>
                  <a:pt x="106" y="186"/>
                  <a:pt x="93" y="228"/>
                  <a:pt x="83" y="281"/>
                </a:cubicBezTo>
                <a:cubicBezTo>
                  <a:pt x="72" y="334"/>
                  <a:pt x="67" y="392"/>
                  <a:pt x="67" y="456"/>
                </a:cubicBezTo>
                <a:cubicBezTo>
                  <a:pt x="67" y="521"/>
                  <a:pt x="72" y="579"/>
                  <a:pt x="83" y="631"/>
                </a:cubicBezTo>
                <a:cubicBezTo>
                  <a:pt x="93" y="683"/>
                  <a:pt x="105" y="726"/>
                  <a:pt x="120" y="758"/>
                </a:cubicBezTo>
                <a:cubicBezTo>
                  <a:pt x="134" y="790"/>
                  <a:pt x="149" y="816"/>
                  <a:pt x="164" y="836"/>
                </a:cubicBezTo>
                <a:cubicBezTo>
                  <a:pt x="180" y="856"/>
                  <a:pt x="192" y="872"/>
                  <a:pt x="203" y="884"/>
                </a:cubicBezTo>
                <a:cubicBezTo>
                  <a:pt x="213" y="896"/>
                  <a:pt x="218" y="903"/>
                  <a:pt x="218" y="903"/>
                </a:cubicBezTo>
                <a:cubicBezTo>
                  <a:pt x="218" y="909"/>
                  <a:pt x="214" y="911"/>
                  <a:pt x="204" y="911"/>
                </a:cubicBezTo>
                <a:lnTo>
                  <a:pt x="202" y="911"/>
                </a:lnTo>
                <a:lnTo>
                  <a:pt x="190" y="911"/>
                </a:lnTo>
                <a:lnTo>
                  <a:pt x="164" y="890"/>
                </a:lnTo>
                <a:cubicBezTo>
                  <a:pt x="107" y="838"/>
                  <a:pt x="66" y="774"/>
                  <a:pt x="40" y="697"/>
                </a:cubicBezTo>
                <a:cubicBezTo>
                  <a:pt x="14" y="620"/>
                  <a:pt x="0" y="540"/>
                  <a:pt x="0" y="45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72" name=""/>
          <p:cNvSpPr/>
          <p:nvPr/>
        </p:nvSpPr>
        <p:spPr>
          <a:xfrm>
            <a:off x="7251120" y="3451680"/>
            <a:ext cx="235800" cy="223200"/>
          </a:xfrm>
          <a:custGeom>
            <a:avLst/>
            <a:gdLst/>
            <a:ahLst/>
            <a:rect l="0" t="0" r="r" b="b"/>
            <a:pathLst>
              <a:path w="655" h="620">
                <a:moveTo>
                  <a:pt x="16" y="619"/>
                </a:moveTo>
                <a:cubicBezTo>
                  <a:pt x="5" y="619"/>
                  <a:pt x="0" y="616"/>
                  <a:pt x="0" y="610"/>
                </a:cubicBezTo>
                <a:cubicBezTo>
                  <a:pt x="0" y="608"/>
                  <a:pt x="1" y="603"/>
                  <a:pt x="3" y="596"/>
                </a:cubicBezTo>
                <a:cubicBezTo>
                  <a:pt x="5" y="587"/>
                  <a:pt x="8" y="581"/>
                  <a:pt x="10" y="580"/>
                </a:cubicBezTo>
                <a:cubicBezTo>
                  <a:pt x="13" y="579"/>
                  <a:pt x="20" y="578"/>
                  <a:pt x="31" y="577"/>
                </a:cubicBezTo>
                <a:cubicBezTo>
                  <a:pt x="48" y="577"/>
                  <a:pt x="66" y="576"/>
                  <a:pt x="86" y="574"/>
                </a:cubicBezTo>
                <a:cubicBezTo>
                  <a:pt x="94" y="573"/>
                  <a:pt x="100" y="569"/>
                  <a:pt x="103" y="563"/>
                </a:cubicBezTo>
                <a:cubicBezTo>
                  <a:pt x="104" y="560"/>
                  <a:pt x="126" y="475"/>
                  <a:pt x="168" y="308"/>
                </a:cubicBezTo>
                <a:cubicBezTo>
                  <a:pt x="210" y="140"/>
                  <a:pt x="231" y="55"/>
                  <a:pt x="231" y="53"/>
                </a:cubicBezTo>
                <a:cubicBezTo>
                  <a:pt x="231" y="49"/>
                  <a:pt x="230" y="47"/>
                  <a:pt x="228" y="47"/>
                </a:cubicBezTo>
                <a:cubicBezTo>
                  <a:pt x="223" y="45"/>
                  <a:pt x="207" y="43"/>
                  <a:pt x="180" y="42"/>
                </a:cubicBezTo>
                <a:lnTo>
                  <a:pt x="151" y="42"/>
                </a:lnTo>
                <a:cubicBezTo>
                  <a:pt x="148" y="38"/>
                  <a:pt x="146" y="36"/>
                  <a:pt x="146" y="35"/>
                </a:cubicBezTo>
                <a:cubicBezTo>
                  <a:pt x="146" y="34"/>
                  <a:pt x="146" y="28"/>
                  <a:pt x="148" y="19"/>
                </a:cubicBezTo>
                <a:cubicBezTo>
                  <a:pt x="150" y="9"/>
                  <a:pt x="153" y="3"/>
                  <a:pt x="157" y="0"/>
                </a:cubicBezTo>
                <a:lnTo>
                  <a:pt x="648" y="0"/>
                </a:lnTo>
                <a:cubicBezTo>
                  <a:pt x="652" y="3"/>
                  <a:pt x="655" y="6"/>
                  <a:pt x="655" y="10"/>
                </a:cubicBezTo>
                <a:cubicBezTo>
                  <a:pt x="655" y="13"/>
                  <a:pt x="651" y="47"/>
                  <a:pt x="643" y="112"/>
                </a:cubicBezTo>
                <a:cubicBezTo>
                  <a:pt x="635" y="177"/>
                  <a:pt x="631" y="210"/>
                  <a:pt x="630" y="212"/>
                </a:cubicBezTo>
                <a:cubicBezTo>
                  <a:pt x="629" y="216"/>
                  <a:pt x="623" y="219"/>
                  <a:pt x="612" y="219"/>
                </a:cubicBezTo>
                <a:lnTo>
                  <a:pt x="601" y="219"/>
                </a:lnTo>
                <a:cubicBezTo>
                  <a:pt x="597" y="216"/>
                  <a:pt x="595" y="212"/>
                  <a:pt x="595" y="207"/>
                </a:cubicBezTo>
                <a:cubicBezTo>
                  <a:pt x="595" y="206"/>
                  <a:pt x="595" y="199"/>
                  <a:pt x="597" y="185"/>
                </a:cubicBezTo>
                <a:cubicBezTo>
                  <a:pt x="599" y="171"/>
                  <a:pt x="600" y="155"/>
                  <a:pt x="600" y="137"/>
                </a:cubicBezTo>
                <a:cubicBezTo>
                  <a:pt x="600" y="118"/>
                  <a:pt x="598" y="104"/>
                  <a:pt x="594" y="92"/>
                </a:cubicBezTo>
                <a:cubicBezTo>
                  <a:pt x="589" y="81"/>
                  <a:pt x="584" y="71"/>
                  <a:pt x="576" y="64"/>
                </a:cubicBezTo>
                <a:cubicBezTo>
                  <a:pt x="569" y="57"/>
                  <a:pt x="558" y="52"/>
                  <a:pt x="543" y="49"/>
                </a:cubicBezTo>
                <a:cubicBezTo>
                  <a:pt x="528" y="47"/>
                  <a:pt x="512" y="45"/>
                  <a:pt x="496" y="43"/>
                </a:cubicBezTo>
                <a:cubicBezTo>
                  <a:pt x="481" y="41"/>
                  <a:pt x="459" y="41"/>
                  <a:pt x="431" y="42"/>
                </a:cubicBezTo>
                <a:lnTo>
                  <a:pt x="409" y="42"/>
                </a:lnTo>
                <a:cubicBezTo>
                  <a:pt x="359" y="43"/>
                  <a:pt x="333" y="44"/>
                  <a:pt x="330" y="45"/>
                </a:cubicBezTo>
                <a:cubicBezTo>
                  <a:pt x="327" y="46"/>
                  <a:pt x="325" y="48"/>
                  <a:pt x="323" y="52"/>
                </a:cubicBezTo>
                <a:cubicBezTo>
                  <a:pt x="323" y="53"/>
                  <a:pt x="312" y="92"/>
                  <a:pt x="292" y="171"/>
                </a:cubicBezTo>
                <a:lnTo>
                  <a:pt x="263" y="289"/>
                </a:lnTo>
                <a:lnTo>
                  <a:pt x="313" y="289"/>
                </a:lnTo>
                <a:cubicBezTo>
                  <a:pt x="315" y="289"/>
                  <a:pt x="322" y="289"/>
                  <a:pt x="334" y="289"/>
                </a:cubicBezTo>
                <a:cubicBezTo>
                  <a:pt x="346" y="289"/>
                  <a:pt x="355" y="288"/>
                  <a:pt x="360" y="288"/>
                </a:cubicBezTo>
                <a:cubicBezTo>
                  <a:pt x="365" y="287"/>
                  <a:pt x="371" y="286"/>
                  <a:pt x="380" y="285"/>
                </a:cubicBezTo>
                <a:cubicBezTo>
                  <a:pt x="388" y="284"/>
                  <a:pt x="395" y="282"/>
                  <a:pt x="402" y="279"/>
                </a:cubicBezTo>
                <a:cubicBezTo>
                  <a:pt x="408" y="276"/>
                  <a:pt x="413" y="272"/>
                  <a:pt x="417" y="268"/>
                </a:cubicBezTo>
                <a:cubicBezTo>
                  <a:pt x="425" y="260"/>
                  <a:pt x="433" y="250"/>
                  <a:pt x="438" y="238"/>
                </a:cubicBezTo>
                <a:cubicBezTo>
                  <a:pt x="444" y="225"/>
                  <a:pt x="447" y="213"/>
                  <a:pt x="450" y="203"/>
                </a:cubicBezTo>
                <a:cubicBezTo>
                  <a:pt x="452" y="193"/>
                  <a:pt x="454" y="187"/>
                  <a:pt x="454" y="187"/>
                </a:cubicBezTo>
                <a:cubicBezTo>
                  <a:pt x="456" y="184"/>
                  <a:pt x="462" y="182"/>
                  <a:pt x="472" y="182"/>
                </a:cubicBezTo>
                <a:lnTo>
                  <a:pt x="483" y="182"/>
                </a:lnTo>
                <a:cubicBezTo>
                  <a:pt x="487" y="185"/>
                  <a:pt x="489" y="188"/>
                  <a:pt x="489" y="191"/>
                </a:cubicBezTo>
                <a:cubicBezTo>
                  <a:pt x="489" y="193"/>
                  <a:pt x="480" y="233"/>
                  <a:pt x="461" y="310"/>
                </a:cubicBezTo>
                <a:cubicBezTo>
                  <a:pt x="442" y="388"/>
                  <a:pt x="432" y="428"/>
                  <a:pt x="430" y="431"/>
                </a:cubicBezTo>
                <a:cubicBezTo>
                  <a:pt x="429" y="435"/>
                  <a:pt x="422" y="437"/>
                  <a:pt x="411" y="437"/>
                </a:cubicBezTo>
                <a:lnTo>
                  <a:pt x="400" y="437"/>
                </a:lnTo>
                <a:cubicBezTo>
                  <a:pt x="395" y="433"/>
                  <a:pt x="393" y="430"/>
                  <a:pt x="393" y="426"/>
                </a:cubicBezTo>
                <a:cubicBezTo>
                  <a:pt x="393" y="424"/>
                  <a:pt x="395" y="418"/>
                  <a:pt x="398" y="406"/>
                </a:cubicBezTo>
                <a:cubicBezTo>
                  <a:pt x="401" y="395"/>
                  <a:pt x="402" y="382"/>
                  <a:pt x="402" y="370"/>
                </a:cubicBezTo>
                <a:cubicBezTo>
                  <a:pt x="402" y="352"/>
                  <a:pt x="396" y="341"/>
                  <a:pt x="384" y="337"/>
                </a:cubicBezTo>
                <a:cubicBezTo>
                  <a:pt x="372" y="333"/>
                  <a:pt x="345" y="331"/>
                  <a:pt x="303" y="331"/>
                </a:cubicBezTo>
                <a:lnTo>
                  <a:pt x="253" y="331"/>
                </a:lnTo>
                <a:lnTo>
                  <a:pt x="224" y="446"/>
                </a:lnTo>
                <a:cubicBezTo>
                  <a:pt x="205" y="521"/>
                  <a:pt x="195" y="561"/>
                  <a:pt x="195" y="564"/>
                </a:cubicBezTo>
                <a:cubicBezTo>
                  <a:pt x="195" y="573"/>
                  <a:pt x="222" y="577"/>
                  <a:pt x="276" y="577"/>
                </a:cubicBezTo>
                <a:lnTo>
                  <a:pt x="299" y="577"/>
                </a:lnTo>
                <a:cubicBezTo>
                  <a:pt x="302" y="581"/>
                  <a:pt x="304" y="583"/>
                  <a:pt x="304" y="583"/>
                </a:cubicBezTo>
                <a:cubicBezTo>
                  <a:pt x="304" y="584"/>
                  <a:pt x="304" y="590"/>
                  <a:pt x="302" y="602"/>
                </a:cubicBezTo>
                <a:cubicBezTo>
                  <a:pt x="300" y="611"/>
                  <a:pt x="297" y="616"/>
                  <a:pt x="293" y="620"/>
                </a:cubicBezTo>
                <a:lnTo>
                  <a:pt x="278" y="620"/>
                </a:lnTo>
                <a:cubicBezTo>
                  <a:pt x="253" y="619"/>
                  <a:pt x="207" y="618"/>
                  <a:pt x="140" y="618"/>
                </a:cubicBezTo>
                <a:cubicBezTo>
                  <a:pt x="101" y="618"/>
                  <a:pt x="71" y="618"/>
                  <a:pt x="50" y="618"/>
                </a:cubicBezTo>
                <a:cubicBezTo>
                  <a:pt x="30" y="618"/>
                  <a:pt x="18" y="618"/>
                  <a:pt x="16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73" name=""/>
          <p:cNvSpPr/>
          <p:nvPr/>
        </p:nvSpPr>
        <p:spPr>
          <a:xfrm>
            <a:off x="7481880" y="3569400"/>
            <a:ext cx="79920" cy="154440"/>
          </a:xfrm>
          <a:custGeom>
            <a:avLst/>
            <a:gdLst/>
            <a:ahLst/>
            <a:rect l="0" t="0" r="r" b="b"/>
            <a:pathLst>
              <a:path w="222" h="429">
                <a:moveTo>
                  <a:pt x="83" y="57"/>
                </a:moveTo>
                <a:lnTo>
                  <a:pt x="75" y="60"/>
                </a:lnTo>
                <a:cubicBezTo>
                  <a:pt x="69" y="62"/>
                  <a:pt x="60" y="64"/>
                  <a:pt x="49" y="66"/>
                </a:cubicBezTo>
                <a:cubicBezTo>
                  <a:pt x="38" y="68"/>
                  <a:pt x="26" y="70"/>
                  <a:pt x="12" y="71"/>
                </a:cubicBezTo>
                <a:lnTo>
                  <a:pt x="0" y="71"/>
                </a:lnTo>
                <a:lnTo>
                  <a:pt x="0" y="41"/>
                </a:lnTo>
                <a:lnTo>
                  <a:pt x="12" y="41"/>
                </a:lnTo>
                <a:cubicBezTo>
                  <a:pt x="32" y="40"/>
                  <a:pt x="51" y="37"/>
                  <a:pt x="68" y="32"/>
                </a:cubicBezTo>
                <a:cubicBezTo>
                  <a:pt x="85" y="26"/>
                  <a:pt x="97" y="21"/>
                  <a:pt x="105" y="16"/>
                </a:cubicBezTo>
                <a:cubicBezTo>
                  <a:pt x="112" y="11"/>
                  <a:pt x="118" y="7"/>
                  <a:pt x="123" y="2"/>
                </a:cubicBezTo>
                <a:cubicBezTo>
                  <a:pt x="124" y="1"/>
                  <a:pt x="126" y="0"/>
                  <a:pt x="131" y="0"/>
                </a:cubicBezTo>
                <a:cubicBezTo>
                  <a:pt x="134" y="0"/>
                  <a:pt x="138" y="1"/>
                  <a:pt x="141" y="4"/>
                </a:cubicBezTo>
                <a:lnTo>
                  <a:pt x="141" y="197"/>
                </a:lnTo>
                <a:lnTo>
                  <a:pt x="142" y="390"/>
                </a:lnTo>
                <a:cubicBezTo>
                  <a:pt x="145" y="393"/>
                  <a:pt x="148" y="395"/>
                  <a:pt x="150" y="396"/>
                </a:cubicBezTo>
                <a:cubicBezTo>
                  <a:pt x="152" y="397"/>
                  <a:pt x="157" y="398"/>
                  <a:pt x="165" y="399"/>
                </a:cubicBezTo>
                <a:cubicBezTo>
                  <a:pt x="173" y="399"/>
                  <a:pt x="187" y="400"/>
                  <a:pt x="205" y="400"/>
                </a:cubicBezTo>
                <a:lnTo>
                  <a:pt x="222" y="400"/>
                </a:lnTo>
                <a:lnTo>
                  <a:pt x="222" y="429"/>
                </a:lnTo>
                <a:lnTo>
                  <a:pt x="215" y="429"/>
                </a:lnTo>
                <a:cubicBezTo>
                  <a:pt x="206" y="428"/>
                  <a:pt x="172" y="428"/>
                  <a:pt x="113" y="428"/>
                </a:cubicBezTo>
                <a:cubicBezTo>
                  <a:pt x="53" y="428"/>
                  <a:pt x="20" y="428"/>
                  <a:pt x="11" y="429"/>
                </a:cubicBezTo>
                <a:lnTo>
                  <a:pt x="3" y="429"/>
                </a:lnTo>
                <a:lnTo>
                  <a:pt x="3" y="400"/>
                </a:lnTo>
                <a:lnTo>
                  <a:pt x="20" y="400"/>
                </a:lnTo>
                <a:cubicBezTo>
                  <a:pt x="29" y="400"/>
                  <a:pt x="37" y="400"/>
                  <a:pt x="44" y="400"/>
                </a:cubicBezTo>
                <a:cubicBezTo>
                  <a:pt x="51" y="400"/>
                  <a:pt x="56" y="400"/>
                  <a:pt x="60" y="399"/>
                </a:cubicBezTo>
                <a:cubicBezTo>
                  <a:pt x="64" y="399"/>
                  <a:pt x="67" y="398"/>
                  <a:pt x="70" y="397"/>
                </a:cubicBezTo>
                <a:cubicBezTo>
                  <a:pt x="73" y="396"/>
                  <a:pt x="75" y="396"/>
                  <a:pt x="75" y="396"/>
                </a:cubicBezTo>
                <a:cubicBezTo>
                  <a:pt x="76" y="396"/>
                  <a:pt x="77" y="395"/>
                  <a:pt x="79" y="393"/>
                </a:cubicBezTo>
                <a:cubicBezTo>
                  <a:pt x="82" y="391"/>
                  <a:pt x="83" y="390"/>
                  <a:pt x="83" y="390"/>
                </a:cubicBezTo>
                <a:lnTo>
                  <a:pt x="83" y="5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74" name=""/>
          <p:cNvSpPr/>
          <p:nvPr/>
        </p:nvSpPr>
        <p:spPr>
          <a:xfrm>
            <a:off x="7620120" y="3634920"/>
            <a:ext cx="43560" cy="103320"/>
          </a:xfrm>
          <a:custGeom>
            <a:avLst/>
            <a:gdLst/>
            <a:ahLst/>
            <a:rect l="0" t="0" r="r" b="b"/>
            <a:pathLst>
              <a:path w="121" h="287">
                <a:moveTo>
                  <a:pt x="0" y="79"/>
                </a:moveTo>
                <a:cubicBezTo>
                  <a:pt x="0" y="79"/>
                  <a:pt x="0" y="72"/>
                  <a:pt x="0" y="55"/>
                </a:cubicBezTo>
                <a:cubicBezTo>
                  <a:pt x="0" y="40"/>
                  <a:pt x="5" y="27"/>
                  <a:pt x="16" y="16"/>
                </a:cubicBezTo>
                <a:cubicBezTo>
                  <a:pt x="26" y="5"/>
                  <a:pt x="39" y="0"/>
                  <a:pt x="55" y="0"/>
                </a:cubicBezTo>
                <a:cubicBezTo>
                  <a:pt x="72" y="0"/>
                  <a:pt x="87" y="7"/>
                  <a:pt x="101" y="23"/>
                </a:cubicBezTo>
                <a:cubicBezTo>
                  <a:pt x="114" y="38"/>
                  <a:pt x="121" y="65"/>
                  <a:pt x="121" y="104"/>
                </a:cubicBezTo>
                <a:cubicBezTo>
                  <a:pt x="121" y="125"/>
                  <a:pt x="119" y="146"/>
                  <a:pt x="113" y="166"/>
                </a:cubicBezTo>
                <a:cubicBezTo>
                  <a:pt x="108" y="186"/>
                  <a:pt x="101" y="203"/>
                  <a:pt x="94" y="217"/>
                </a:cubicBezTo>
                <a:cubicBezTo>
                  <a:pt x="87" y="232"/>
                  <a:pt x="79" y="244"/>
                  <a:pt x="70" y="255"/>
                </a:cubicBezTo>
                <a:cubicBezTo>
                  <a:pt x="62" y="265"/>
                  <a:pt x="55" y="273"/>
                  <a:pt x="49" y="279"/>
                </a:cubicBezTo>
                <a:cubicBezTo>
                  <a:pt x="43" y="285"/>
                  <a:pt x="39" y="288"/>
                  <a:pt x="37" y="287"/>
                </a:cubicBezTo>
                <a:cubicBezTo>
                  <a:pt x="34" y="287"/>
                  <a:pt x="30" y="285"/>
                  <a:pt x="25" y="279"/>
                </a:cubicBezTo>
                <a:cubicBezTo>
                  <a:pt x="20" y="274"/>
                  <a:pt x="17" y="270"/>
                  <a:pt x="17" y="267"/>
                </a:cubicBezTo>
                <a:cubicBezTo>
                  <a:pt x="17" y="265"/>
                  <a:pt x="20" y="260"/>
                  <a:pt x="27" y="253"/>
                </a:cubicBezTo>
                <a:cubicBezTo>
                  <a:pt x="33" y="246"/>
                  <a:pt x="41" y="237"/>
                  <a:pt x="50" y="226"/>
                </a:cubicBezTo>
                <a:cubicBezTo>
                  <a:pt x="58" y="215"/>
                  <a:pt x="66" y="200"/>
                  <a:pt x="73" y="180"/>
                </a:cubicBezTo>
                <a:cubicBezTo>
                  <a:pt x="80" y="161"/>
                  <a:pt x="85" y="139"/>
                  <a:pt x="88" y="114"/>
                </a:cubicBezTo>
                <a:lnTo>
                  <a:pt x="88" y="103"/>
                </a:lnTo>
                <a:lnTo>
                  <a:pt x="87" y="104"/>
                </a:lnTo>
                <a:cubicBezTo>
                  <a:pt x="86" y="104"/>
                  <a:pt x="84" y="105"/>
                  <a:pt x="82" y="106"/>
                </a:cubicBezTo>
                <a:cubicBezTo>
                  <a:pt x="80" y="106"/>
                  <a:pt x="79" y="107"/>
                  <a:pt x="77" y="108"/>
                </a:cubicBezTo>
                <a:cubicBezTo>
                  <a:pt x="75" y="109"/>
                  <a:pt x="72" y="110"/>
                  <a:pt x="69" y="110"/>
                </a:cubicBezTo>
                <a:cubicBezTo>
                  <a:pt x="65" y="110"/>
                  <a:pt x="61" y="110"/>
                  <a:pt x="58" y="111"/>
                </a:cubicBezTo>
                <a:cubicBezTo>
                  <a:pt x="41" y="111"/>
                  <a:pt x="28" y="106"/>
                  <a:pt x="18" y="95"/>
                </a:cubicBezTo>
                <a:lnTo>
                  <a:pt x="0" y="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75" name=""/>
          <p:cNvSpPr/>
          <p:nvPr/>
        </p:nvSpPr>
        <p:spPr>
          <a:xfrm>
            <a:off x="7750440" y="3451680"/>
            <a:ext cx="235800" cy="223200"/>
          </a:xfrm>
          <a:custGeom>
            <a:avLst/>
            <a:gdLst/>
            <a:ahLst/>
            <a:rect l="0" t="0" r="r" b="b"/>
            <a:pathLst>
              <a:path w="655" h="620">
                <a:moveTo>
                  <a:pt x="16" y="619"/>
                </a:moveTo>
                <a:cubicBezTo>
                  <a:pt x="5" y="619"/>
                  <a:pt x="0" y="616"/>
                  <a:pt x="0" y="610"/>
                </a:cubicBezTo>
                <a:cubicBezTo>
                  <a:pt x="0" y="608"/>
                  <a:pt x="1" y="603"/>
                  <a:pt x="3" y="596"/>
                </a:cubicBezTo>
                <a:cubicBezTo>
                  <a:pt x="5" y="587"/>
                  <a:pt x="8" y="581"/>
                  <a:pt x="10" y="580"/>
                </a:cubicBezTo>
                <a:cubicBezTo>
                  <a:pt x="13" y="579"/>
                  <a:pt x="20" y="578"/>
                  <a:pt x="31" y="577"/>
                </a:cubicBezTo>
                <a:cubicBezTo>
                  <a:pt x="48" y="577"/>
                  <a:pt x="66" y="576"/>
                  <a:pt x="86" y="574"/>
                </a:cubicBezTo>
                <a:cubicBezTo>
                  <a:pt x="94" y="573"/>
                  <a:pt x="100" y="569"/>
                  <a:pt x="103" y="563"/>
                </a:cubicBezTo>
                <a:cubicBezTo>
                  <a:pt x="104" y="560"/>
                  <a:pt x="126" y="475"/>
                  <a:pt x="168" y="308"/>
                </a:cubicBezTo>
                <a:cubicBezTo>
                  <a:pt x="210" y="140"/>
                  <a:pt x="231" y="55"/>
                  <a:pt x="231" y="53"/>
                </a:cubicBezTo>
                <a:cubicBezTo>
                  <a:pt x="231" y="49"/>
                  <a:pt x="230" y="47"/>
                  <a:pt x="228" y="47"/>
                </a:cubicBezTo>
                <a:cubicBezTo>
                  <a:pt x="223" y="45"/>
                  <a:pt x="207" y="43"/>
                  <a:pt x="179" y="42"/>
                </a:cubicBezTo>
                <a:lnTo>
                  <a:pt x="151" y="42"/>
                </a:lnTo>
                <a:cubicBezTo>
                  <a:pt x="148" y="38"/>
                  <a:pt x="146" y="36"/>
                  <a:pt x="146" y="35"/>
                </a:cubicBezTo>
                <a:cubicBezTo>
                  <a:pt x="146" y="34"/>
                  <a:pt x="146" y="28"/>
                  <a:pt x="148" y="19"/>
                </a:cubicBezTo>
                <a:cubicBezTo>
                  <a:pt x="150" y="9"/>
                  <a:pt x="153" y="3"/>
                  <a:pt x="157" y="0"/>
                </a:cubicBezTo>
                <a:lnTo>
                  <a:pt x="648" y="0"/>
                </a:lnTo>
                <a:cubicBezTo>
                  <a:pt x="652" y="3"/>
                  <a:pt x="655" y="6"/>
                  <a:pt x="655" y="10"/>
                </a:cubicBezTo>
                <a:cubicBezTo>
                  <a:pt x="655" y="13"/>
                  <a:pt x="651" y="47"/>
                  <a:pt x="643" y="112"/>
                </a:cubicBezTo>
                <a:cubicBezTo>
                  <a:pt x="635" y="177"/>
                  <a:pt x="631" y="210"/>
                  <a:pt x="630" y="212"/>
                </a:cubicBezTo>
                <a:cubicBezTo>
                  <a:pt x="629" y="216"/>
                  <a:pt x="623" y="219"/>
                  <a:pt x="612" y="219"/>
                </a:cubicBezTo>
                <a:lnTo>
                  <a:pt x="601" y="219"/>
                </a:lnTo>
                <a:cubicBezTo>
                  <a:pt x="597" y="216"/>
                  <a:pt x="595" y="212"/>
                  <a:pt x="595" y="207"/>
                </a:cubicBezTo>
                <a:cubicBezTo>
                  <a:pt x="595" y="206"/>
                  <a:pt x="595" y="199"/>
                  <a:pt x="597" y="185"/>
                </a:cubicBezTo>
                <a:cubicBezTo>
                  <a:pt x="599" y="171"/>
                  <a:pt x="600" y="155"/>
                  <a:pt x="600" y="137"/>
                </a:cubicBezTo>
                <a:cubicBezTo>
                  <a:pt x="600" y="118"/>
                  <a:pt x="598" y="104"/>
                  <a:pt x="594" y="92"/>
                </a:cubicBezTo>
                <a:cubicBezTo>
                  <a:pt x="589" y="81"/>
                  <a:pt x="584" y="71"/>
                  <a:pt x="576" y="64"/>
                </a:cubicBezTo>
                <a:cubicBezTo>
                  <a:pt x="569" y="57"/>
                  <a:pt x="558" y="52"/>
                  <a:pt x="543" y="49"/>
                </a:cubicBezTo>
                <a:cubicBezTo>
                  <a:pt x="527" y="47"/>
                  <a:pt x="512" y="45"/>
                  <a:pt x="496" y="43"/>
                </a:cubicBezTo>
                <a:cubicBezTo>
                  <a:pt x="480" y="41"/>
                  <a:pt x="459" y="41"/>
                  <a:pt x="431" y="42"/>
                </a:cubicBezTo>
                <a:lnTo>
                  <a:pt x="410" y="42"/>
                </a:lnTo>
                <a:cubicBezTo>
                  <a:pt x="360" y="43"/>
                  <a:pt x="333" y="44"/>
                  <a:pt x="330" y="45"/>
                </a:cubicBezTo>
                <a:cubicBezTo>
                  <a:pt x="327" y="46"/>
                  <a:pt x="324" y="48"/>
                  <a:pt x="323" y="52"/>
                </a:cubicBezTo>
                <a:cubicBezTo>
                  <a:pt x="323" y="53"/>
                  <a:pt x="312" y="92"/>
                  <a:pt x="292" y="171"/>
                </a:cubicBezTo>
                <a:lnTo>
                  <a:pt x="263" y="289"/>
                </a:lnTo>
                <a:lnTo>
                  <a:pt x="313" y="289"/>
                </a:lnTo>
                <a:cubicBezTo>
                  <a:pt x="315" y="289"/>
                  <a:pt x="322" y="289"/>
                  <a:pt x="334" y="289"/>
                </a:cubicBezTo>
                <a:cubicBezTo>
                  <a:pt x="346" y="289"/>
                  <a:pt x="356" y="288"/>
                  <a:pt x="361" y="288"/>
                </a:cubicBezTo>
                <a:cubicBezTo>
                  <a:pt x="365" y="287"/>
                  <a:pt x="372" y="286"/>
                  <a:pt x="381" y="285"/>
                </a:cubicBezTo>
                <a:cubicBezTo>
                  <a:pt x="389" y="284"/>
                  <a:pt x="396" y="282"/>
                  <a:pt x="403" y="279"/>
                </a:cubicBezTo>
                <a:cubicBezTo>
                  <a:pt x="409" y="276"/>
                  <a:pt x="414" y="272"/>
                  <a:pt x="418" y="268"/>
                </a:cubicBezTo>
                <a:cubicBezTo>
                  <a:pt x="426" y="260"/>
                  <a:pt x="433" y="250"/>
                  <a:pt x="438" y="238"/>
                </a:cubicBezTo>
                <a:cubicBezTo>
                  <a:pt x="443" y="225"/>
                  <a:pt x="447" y="213"/>
                  <a:pt x="450" y="203"/>
                </a:cubicBezTo>
                <a:cubicBezTo>
                  <a:pt x="452" y="193"/>
                  <a:pt x="454" y="187"/>
                  <a:pt x="454" y="187"/>
                </a:cubicBezTo>
                <a:cubicBezTo>
                  <a:pt x="456" y="184"/>
                  <a:pt x="462" y="182"/>
                  <a:pt x="472" y="182"/>
                </a:cubicBezTo>
                <a:lnTo>
                  <a:pt x="483" y="182"/>
                </a:lnTo>
                <a:cubicBezTo>
                  <a:pt x="487" y="185"/>
                  <a:pt x="489" y="188"/>
                  <a:pt x="489" y="191"/>
                </a:cubicBezTo>
                <a:cubicBezTo>
                  <a:pt x="489" y="193"/>
                  <a:pt x="480" y="233"/>
                  <a:pt x="461" y="310"/>
                </a:cubicBezTo>
                <a:cubicBezTo>
                  <a:pt x="442" y="388"/>
                  <a:pt x="432" y="428"/>
                  <a:pt x="430" y="431"/>
                </a:cubicBezTo>
                <a:cubicBezTo>
                  <a:pt x="429" y="435"/>
                  <a:pt x="423" y="437"/>
                  <a:pt x="412" y="437"/>
                </a:cubicBezTo>
                <a:lnTo>
                  <a:pt x="401" y="437"/>
                </a:lnTo>
                <a:cubicBezTo>
                  <a:pt x="396" y="433"/>
                  <a:pt x="394" y="430"/>
                  <a:pt x="394" y="426"/>
                </a:cubicBezTo>
                <a:cubicBezTo>
                  <a:pt x="394" y="424"/>
                  <a:pt x="396" y="418"/>
                  <a:pt x="399" y="406"/>
                </a:cubicBezTo>
                <a:cubicBezTo>
                  <a:pt x="402" y="395"/>
                  <a:pt x="403" y="382"/>
                  <a:pt x="403" y="370"/>
                </a:cubicBezTo>
                <a:cubicBezTo>
                  <a:pt x="403" y="352"/>
                  <a:pt x="397" y="341"/>
                  <a:pt x="385" y="337"/>
                </a:cubicBezTo>
                <a:cubicBezTo>
                  <a:pt x="373" y="333"/>
                  <a:pt x="345" y="331"/>
                  <a:pt x="303" y="331"/>
                </a:cubicBezTo>
                <a:lnTo>
                  <a:pt x="253" y="331"/>
                </a:lnTo>
                <a:lnTo>
                  <a:pt x="224" y="446"/>
                </a:lnTo>
                <a:cubicBezTo>
                  <a:pt x="205" y="521"/>
                  <a:pt x="195" y="561"/>
                  <a:pt x="195" y="564"/>
                </a:cubicBezTo>
                <a:cubicBezTo>
                  <a:pt x="195" y="573"/>
                  <a:pt x="222" y="577"/>
                  <a:pt x="276" y="577"/>
                </a:cubicBezTo>
                <a:lnTo>
                  <a:pt x="299" y="577"/>
                </a:lnTo>
                <a:cubicBezTo>
                  <a:pt x="302" y="581"/>
                  <a:pt x="304" y="583"/>
                  <a:pt x="304" y="583"/>
                </a:cubicBezTo>
                <a:cubicBezTo>
                  <a:pt x="304" y="584"/>
                  <a:pt x="304" y="590"/>
                  <a:pt x="302" y="602"/>
                </a:cubicBezTo>
                <a:cubicBezTo>
                  <a:pt x="300" y="611"/>
                  <a:pt x="297" y="616"/>
                  <a:pt x="293" y="620"/>
                </a:cubicBezTo>
                <a:lnTo>
                  <a:pt x="278" y="620"/>
                </a:lnTo>
                <a:cubicBezTo>
                  <a:pt x="253" y="619"/>
                  <a:pt x="207" y="618"/>
                  <a:pt x="140" y="618"/>
                </a:cubicBezTo>
                <a:cubicBezTo>
                  <a:pt x="101" y="618"/>
                  <a:pt x="71" y="618"/>
                  <a:pt x="50" y="618"/>
                </a:cubicBezTo>
                <a:cubicBezTo>
                  <a:pt x="30" y="618"/>
                  <a:pt x="18" y="618"/>
                  <a:pt x="16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76" name=""/>
          <p:cNvSpPr/>
          <p:nvPr/>
        </p:nvSpPr>
        <p:spPr>
          <a:xfrm>
            <a:off x="7973280" y="3569400"/>
            <a:ext cx="92880" cy="154440"/>
          </a:xfrm>
          <a:custGeom>
            <a:avLst/>
            <a:gdLst/>
            <a:ahLst/>
            <a:rect l="0" t="0" r="r" b="b"/>
            <a:pathLst>
              <a:path w="258" h="429">
                <a:moveTo>
                  <a:pt x="38" y="153"/>
                </a:moveTo>
                <a:cubicBezTo>
                  <a:pt x="27" y="153"/>
                  <a:pt x="17" y="150"/>
                  <a:pt x="11" y="141"/>
                </a:cubicBezTo>
                <a:cubicBezTo>
                  <a:pt x="4" y="133"/>
                  <a:pt x="0" y="124"/>
                  <a:pt x="0" y="113"/>
                </a:cubicBezTo>
                <a:cubicBezTo>
                  <a:pt x="0" y="82"/>
                  <a:pt x="12" y="56"/>
                  <a:pt x="34" y="33"/>
                </a:cubicBezTo>
                <a:cubicBezTo>
                  <a:pt x="57" y="11"/>
                  <a:pt x="85" y="0"/>
                  <a:pt x="119" y="0"/>
                </a:cubicBezTo>
                <a:cubicBezTo>
                  <a:pt x="158" y="0"/>
                  <a:pt x="191" y="12"/>
                  <a:pt x="217" y="36"/>
                </a:cubicBezTo>
                <a:cubicBezTo>
                  <a:pt x="243" y="60"/>
                  <a:pt x="258" y="91"/>
                  <a:pt x="258" y="129"/>
                </a:cubicBezTo>
                <a:cubicBezTo>
                  <a:pt x="258" y="149"/>
                  <a:pt x="254" y="166"/>
                  <a:pt x="244" y="183"/>
                </a:cubicBezTo>
                <a:cubicBezTo>
                  <a:pt x="236" y="200"/>
                  <a:pt x="225" y="214"/>
                  <a:pt x="213" y="227"/>
                </a:cubicBezTo>
                <a:cubicBezTo>
                  <a:pt x="201" y="239"/>
                  <a:pt x="184" y="255"/>
                  <a:pt x="162" y="274"/>
                </a:cubicBezTo>
                <a:cubicBezTo>
                  <a:pt x="146" y="288"/>
                  <a:pt x="125" y="307"/>
                  <a:pt x="97" y="334"/>
                </a:cubicBezTo>
                <a:lnTo>
                  <a:pt x="59" y="370"/>
                </a:lnTo>
                <a:lnTo>
                  <a:pt x="108" y="370"/>
                </a:lnTo>
                <a:cubicBezTo>
                  <a:pt x="176" y="370"/>
                  <a:pt x="212" y="369"/>
                  <a:pt x="216" y="367"/>
                </a:cubicBezTo>
                <a:cubicBezTo>
                  <a:pt x="219" y="366"/>
                  <a:pt x="224" y="347"/>
                  <a:pt x="231" y="310"/>
                </a:cubicBezTo>
                <a:lnTo>
                  <a:pt x="231" y="308"/>
                </a:lnTo>
                <a:lnTo>
                  <a:pt x="258" y="308"/>
                </a:lnTo>
                <a:lnTo>
                  <a:pt x="258" y="310"/>
                </a:lnTo>
                <a:cubicBezTo>
                  <a:pt x="258" y="311"/>
                  <a:pt x="255" y="331"/>
                  <a:pt x="249" y="368"/>
                </a:cubicBezTo>
                <a:cubicBezTo>
                  <a:pt x="243" y="406"/>
                  <a:pt x="240" y="426"/>
                  <a:pt x="239" y="428"/>
                </a:cubicBezTo>
                <a:lnTo>
                  <a:pt x="239" y="429"/>
                </a:lnTo>
                <a:lnTo>
                  <a:pt x="0" y="429"/>
                </a:lnTo>
                <a:lnTo>
                  <a:pt x="0" y="417"/>
                </a:lnTo>
                <a:lnTo>
                  <a:pt x="0" y="410"/>
                </a:lnTo>
                <a:cubicBezTo>
                  <a:pt x="0" y="407"/>
                  <a:pt x="2" y="403"/>
                  <a:pt x="4" y="400"/>
                </a:cubicBezTo>
                <a:cubicBezTo>
                  <a:pt x="7" y="396"/>
                  <a:pt x="13" y="389"/>
                  <a:pt x="23" y="377"/>
                </a:cubicBezTo>
                <a:cubicBezTo>
                  <a:pt x="36" y="364"/>
                  <a:pt x="47" y="352"/>
                  <a:pt x="56" y="341"/>
                </a:cubicBezTo>
                <a:cubicBezTo>
                  <a:pt x="59" y="337"/>
                  <a:pt x="67" y="329"/>
                  <a:pt x="78" y="318"/>
                </a:cubicBezTo>
                <a:cubicBezTo>
                  <a:pt x="88" y="306"/>
                  <a:pt x="96" y="298"/>
                  <a:pt x="99" y="294"/>
                </a:cubicBezTo>
                <a:cubicBezTo>
                  <a:pt x="103" y="289"/>
                  <a:pt x="109" y="282"/>
                  <a:pt x="118" y="272"/>
                </a:cubicBezTo>
                <a:cubicBezTo>
                  <a:pt x="127" y="263"/>
                  <a:pt x="133" y="255"/>
                  <a:pt x="136" y="251"/>
                </a:cubicBezTo>
                <a:cubicBezTo>
                  <a:pt x="139" y="246"/>
                  <a:pt x="144" y="239"/>
                  <a:pt x="151" y="231"/>
                </a:cubicBezTo>
                <a:cubicBezTo>
                  <a:pt x="157" y="223"/>
                  <a:pt x="162" y="216"/>
                  <a:pt x="164" y="211"/>
                </a:cubicBezTo>
                <a:cubicBezTo>
                  <a:pt x="167" y="205"/>
                  <a:pt x="170" y="199"/>
                  <a:pt x="174" y="192"/>
                </a:cubicBezTo>
                <a:cubicBezTo>
                  <a:pt x="178" y="185"/>
                  <a:pt x="181" y="178"/>
                  <a:pt x="182" y="171"/>
                </a:cubicBezTo>
                <a:cubicBezTo>
                  <a:pt x="184" y="165"/>
                  <a:pt x="186" y="158"/>
                  <a:pt x="187" y="152"/>
                </a:cubicBezTo>
                <a:cubicBezTo>
                  <a:pt x="188" y="146"/>
                  <a:pt x="189" y="138"/>
                  <a:pt x="189" y="130"/>
                </a:cubicBezTo>
                <a:cubicBezTo>
                  <a:pt x="189" y="103"/>
                  <a:pt x="182" y="80"/>
                  <a:pt x="167" y="60"/>
                </a:cubicBezTo>
                <a:cubicBezTo>
                  <a:pt x="152" y="40"/>
                  <a:pt x="132" y="30"/>
                  <a:pt x="105" y="30"/>
                </a:cubicBezTo>
                <a:cubicBezTo>
                  <a:pt x="90" y="30"/>
                  <a:pt x="78" y="34"/>
                  <a:pt x="67" y="41"/>
                </a:cubicBezTo>
                <a:cubicBezTo>
                  <a:pt x="56" y="48"/>
                  <a:pt x="49" y="56"/>
                  <a:pt x="45" y="62"/>
                </a:cubicBezTo>
                <a:cubicBezTo>
                  <a:pt x="40" y="69"/>
                  <a:pt x="38" y="73"/>
                  <a:pt x="38" y="75"/>
                </a:cubicBezTo>
                <a:cubicBezTo>
                  <a:pt x="38" y="75"/>
                  <a:pt x="39" y="75"/>
                  <a:pt x="41" y="75"/>
                </a:cubicBezTo>
                <a:cubicBezTo>
                  <a:pt x="49" y="75"/>
                  <a:pt x="57" y="78"/>
                  <a:pt x="65" y="84"/>
                </a:cubicBezTo>
                <a:cubicBezTo>
                  <a:pt x="73" y="90"/>
                  <a:pt x="78" y="100"/>
                  <a:pt x="78" y="114"/>
                </a:cubicBezTo>
                <a:cubicBezTo>
                  <a:pt x="78" y="125"/>
                  <a:pt x="74" y="134"/>
                  <a:pt x="67" y="141"/>
                </a:cubicBezTo>
                <a:cubicBezTo>
                  <a:pt x="60" y="149"/>
                  <a:pt x="51" y="153"/>
                  <a:pt x="38" y="15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77" name=""/>
          <p:cNvSpPr/>
          <p:nvPr/>
        </p:nvSpPr>
        <p:spPr>
          <a:xfrm>
            <a:off x="8111880" y="342864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5" y="1"/>
                </a:moveTo>
                <a:lnTo>
                  <a:pt x="9" y="0"/>
                </a:lnTo>
                <a:cubicBezTo>
                  <a:pt x="12" y="0"/>
                  <a:pt x="15" y="0"/>
                  <a:pt x="18" y="0"/>
                </a:cubicBezTo>
                <a:lnTo>
                  <a:pt x="29" y="0"/>
                </a:lnTo>
                <a:lnTo>
                  <a:pt x="54" y="23"/>
                </a:lnTo>
                <a:cubicBezTo>
                  <a:pt x="111" y="75"/>
                  <a:pt x="154" y="139"/>
                  <a:pt x="180" y="216"/>
                </a:cubicBezTo>
                <a:cubicBezTo>
                  <a:pt x="206" y="293"/>
                  <a:pt x="219" y="373"/>
                  <a:pt x="219" y="456"/>
                </a:cubicBezTo>
                <a:cubicBezTo>
                  <a:pt x="219" y="498"/>
                  <a:pt x="216" y="537"/>
                  <a:pt x="210" y="576"/>
                </a:cubicBezTo>
                <a:cubicBezTo>
                  <a:pt x="204" y="614"/>
                  <a:pt x="197" y="646"/>
                  <a:pt x="189" y="673"/>
                </a:cubicBezTo>
                <a:cubicBezTo>
                  <a:pt x="181" y="700"/>
                  <a:pt x="170" y="726"/>
                  <a:pt x="155" y="753"/>
                </a:cubicBezTo>
                <a:cubicBezTo>
                  <a:pt x="140" y="780"/>
                  <a:pt x="128" y="800"/>
                  <a:pt x="120" y="814"/>
                </a:cubicBezTo>
                <a:cubicBezTo>
                  <a:pt x="111" y="828"/>
                  <a:pt x="99" y="844"/>
                  <a:pt x="82" y="860"/>
                </a:cubicBezTo>
                <a:cubicBezTo>
                  <a:pt x="66" y="877"/>
                  <a:pt x="56" y="887"/>
                  <a:pt x="53" y="891"/>
                </a:cubicBezTo>
                <a:cubicBezTo>
                  <a:pt x="50" y="894"/>
                  <a:pt x="43" y="899"/>
                  <a:pt x="32" y="908"/>
                </a:cubicBezTo>
                <a:cubicBezTo>
                  <a:pt x="30" y="910"/>
                  <a:pt x="29" y="911"/>
                  <a:pt x="29" y="911"/>
                </a:cubicBezTo>
                <a:lnTo>
                  <a:pt x="18" y="911"/>
                </a:lnTo>
                <a:cubicBezTo>
                  <a:pt x="13" y="911"/>
                  <a:pt x="9" y="911"/>
                  <a:pt x="8" y="911"/>
                </a:cubicBezTo>
                <a:cubicBezTo>
                  <a:pt x="6" y="911"/>
                  <a:pt x="4" y="911"/>
                  <a:pt x="3" y="909"/>
                </a:cubicBezTo>
                <a:cubicBezTo>
                  <a:pt x="2" y="907"/>
                  <a:pt x="1" y="904"/>
                  <a:pt x="0" y="901"/>
                </a:cubicBezTo>
                <a:cubicBezTo>
                  <a:pt x="1" y="900"/>
                  <a:pt x="4" y="896"/>
                  <a:pt x="10" y="889"/>
                </a:cubicBezTo>
                <a:cubicBezTo>
                  <a:pt x="104" y="791"/>
                  <a:pt x="152" y="647"/>
                  <a:pt x="152" y="456"/>
                </a:cubicBezTo>
                <a:cubicBezTo>
                  <a:pt x="152" y="266"/>
                  <a:pt x="104" y="122"/>
                  <a:pt x="10" y="24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7"/>
                  <a:pt x="2" y="3"/>
                  <a:pt x="5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78" name=""/>
          <p:cNvSpPr/>
          <p:nvPr/>
        </p:nvSpPr>
        <p:spPr>
          <a:xfrm>
            <a:off x="6799320" y="3908160"/>
            <a:ext cx="104400" cy="223920"/>
          </a:xfrm>
          <a:custGeom>
            <a:avLst/>
            <a:gdLst/>
            <a:ahLst/>
            <a:rect l="0" t="0" r="r" b="b"/>
            <a:pathLst>
              <a:path w="290" h="622">
                <a:moveTo>
                  <a:pt x="280" y="622"/>
                </a:moveTo>
                <a:cubicBezTo>
                  <a:pt x="268" y="620"/>
                  <a:pt x="223" y="620"/>
                  <a:pt x="146" y="620"/>
                </a:cubicBezTo>
                <a:cubicBezTo>
                  <a:pt x="69" y="620"/>
                  <a:pt x="23" y="620"/>
                  <a:pt x="10" y="622"/>
                </a:cubicBezTo>
                <a:lnTo>
                  <a:pt x="0" y="622"/>
                </a:lnTo>
                <a:lnTo>
                  <a:pt x="0" y="580"/>
                </a:lnTo>
                <a:lnTo>
                  <a:pt x="20" y="580"/>
                </a:lnTo>
                <a:cubicBezTo>
                  <a:pt x="51" y="580"/>
                  <a:pt x="70" y="579"/>
                  <a:pt x="78" y="578"/>
                </a:cubicBezTo>
                <a:cubicBezTo>
                  <a:pt x="87" y="576"/>
                  <a:pt x="93" y="573"/>
                  <a:pt x="97" y="568"/>
                </a:cubicBezTo>
                <a:cubicBezTo>
                  <a:pt x="98" y="566"/>
                  <a:pt x="98" y="480"/>
                  <a:pt x="98" y="311"/>
                </a:cubicBezTo>
                <a:cubicBezTo>
                  <a:pt x="98" y="142"/>
                  <a:pt x="98" y="57"/>
                  <a:pt x="97" y="55"/>
                </a:cubicBezTo>
                <a:cubicBezTo>
                  <a:pt x="94" y="52"/>
                  <a:pt x="92" y="50"/>
                  <a:pt x="89" y="49"/>
                </a:cubicBezTo>
                <a:cubicBezTo>
                  <a:pt x="87" y="48"/>
                  <a:pt x="80" y="46"/>
                  <a:pt x="69" y="44"/>
                </a:cubicBezTo>
                <a:cubicBezTo>
                  <a:pt x="58" y="43"/>
                  <a:pt x="41" y="42"/>
                  <a:pt x="20" y="43"/>
                </a:cubicBezTo>
                <a:lnTo>
                  <a:pt x="0" y="43"/>
                </a:lnTo>
                <a:lnTo>
                  <a:pt x="0" y="0"/>
                </a:lnTo>
                <a:lnTo>
                  <a:pt x="10" y="0"/>
                </a:lnTo>
                <a:cubicBezTo>
                  <a:pt x="23" y="2"/>
                  <a:pt x="69" y="2"/>
                  <a:pt x="146" y="2"/>
                </a:cubicBezTo>
                <a:cubicBezTo>
                  <a:pt x="223" y="2"/>
                  <a:pt x="268" y="2"/>
                  <a:pt x="280" y="0"/>
                </a:cubicBezTo>
                <a:lnTo>
                  <a:pt x="290" y="0"/>
                </a:lnTo>
                <a:lnTo>
                  <a:pt x="290" y="43"/>
                </a:lnTo>
                <a:lnTo>
                  <a:pt x="270" y="43"/>
                </a:lnTo>
                <a:cubicBezTo>
                  <a:pt x="241" y="43"/>
                  <a:pt x="222" y="44"/>
                  <a:pt x="213" y="45"/>
                </a:cubicBezTo>
                <a:cubicBezTo>
                  <a:pt x="205" y="47"/>
                  <a:pt x="199" y="50"/>
                  <a:pt x="195" y="55"/>
                </a:cubicBezTo>
                <a:cubicBezTo>
                  <a:pt x="194" y="57"/>
                  <a:pt x="193" y="142"/>
                  <a:pt x="193" y="311"/>
                </a:cubicBezTo>
                <a:cubicBezTo>
                  <a:pt x="193" y="480"/>
                  <a:pt x="194" y="566"/>
                  <a:pt x="195" y="568"/>
                </a:cubicBezTo>
                <a:cubicBezTo>
                  <a:pt x="197" y="571"/>
                  <a:pt x="200" y="573"/>
                  <a:pt x="202" y="574"/>
                </a:cubicBezTo>
                <a:cubicBezTo>
                  <a:pt x="205" y="575"/>
                  <a:pt x="211" y="577"/>
                  <a:pt x="222" y="579"/>
                </a:cubicBezTo>
                <a:cubicBezTo>
                  <a:pt x="233" y="580"/>
                  <a:pt x="249" y="581"/>
                  <a:pt x="270" y="580"/>
                </a:cubicBezTo>
                <a:lnTo>
                  <a:pt x="290" y="580"/>
                </a:lnTo>
                <a:lnTo>
                  <a:pt x="290" y="622"/>
                </a:lnTo>
                <a:lnTo>
                  <a:pt x="280" y="62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79" name=""/>
          <p:cNvSpPr/>
          <p:nvPr/>
        </p:nvSpPr>
        <p:spPr>
          <a:xfrm>
            <a:off x="6928920" y="3900960"/>
            <a:ext cx="220680" cy="294480"/>
          </a:xfrm>
          <a:custGeom>
            <a:avLst/>
            <a:gdLst/>
            <a:ahLst/>
            <a:rect l="0" t="0" r="r" b="b"/>
            <a:pathLst>
              <a:path w="613" h="818">
                <a:moveTo>
                  <a:pt x="0" y="332"/>
                </a:moveTo>
                <a:cubicBezTo>
                  <a:pt x="0" y="236"/>
                  <a:pt x="31" y="156"/>
                  <a:pt x="92" y="93"/>
                </a:cubicBezTo>
                <a:cubicBezTo>
                  <a:pt x="154" y="31"/>
                  <a:pt x="224" y="0"/>
                  <a:pt x="303" y="0"/>
                </a:cubicBezTo>
                <a:cubicBezTo>
                  <a:pt x="383" y="0"/>
                  <a:pt x="454" y="31"/>
                  <a:pt x="515" y="94"/>
                </a:cubicBezTo>
                <a:cubicBezTo>
                  <a:pt x="575" y="157"/>
                  <a:pt x="606" y="237"/>
                  <a:pt x="606" y="332"/>
                </a:cubicBezTo>
                <a:cubicBezTo>
                  <a:pt x="606" y="372"/>
                  <a:pt x="601" y="409"/>
                  <a:pt x="589" y="444"/>
                </a:cubicBezTo>
                <a:cubicBezTo>
                  <a:pt x="578" y="478"/>
                  <a:pt x="565" y="506"/>
                  <a:pt x="550" y="527"/>
                </a:cubicBezTo>
                <a:cubicBezTo>
                  <a:pt x="535" y="547"/>
                  <a:pt x="518" y="567"/>
                  <a:pt x="498" y="585"/>
                </a:cubicBezTo>
                <a:cubicBezTo>
                  <a:pt x="478" y="603"/>
                  <a:pt x="464" y="615"/>
                  <a:pt x="454" y="620"/>
                </a:cubicBezTo>
                <a:cubicBezTo>
                  <a:pt x="445" y="624"/>
                  <a:pt x="436" y="629"/>
                  <a:pt x="427" y="634"/>
                </a:cubicBezTo>
                <a:cubicBezTo>
                  <a:pt x="427" y="635"/>
                  <a:pt x="426" y="635"/>
                  <a:pt x="426" y="635"/>
                </a:cubicBezTo>
                <a:lnTo>
                  <a:pt x="425" y="635"/>
                </a:lnTo>
                <a:cubicBezTo>
                  <a:pt x="426" y="637"/>
                  <a:pt x="427" y="640"/>
                  <a:pt x="428" y="643"/>
                </a:cubicBezTo>
                <a:cubicBezTo>
                  <a:pt x="429" y="647"/>
                  <a:pt x="433" y="653"/>
                  <a:pt x="438" y="661"/>
                </a:cubicBezTo>
                <a:cubicBezTo>
                  <a:pt x="444" y="670"/>
                  <a:pt x="449" y="678"/>
                  <a:pt x="454" y="685"/>
                </a:cubicBezTo>
                <a:cubicBezTo>
                  <a:pt x="460" y="692"/>
                  <a:pt x="468" y="698"/>
                  <a:pt x="478" y="703"/>
                </a:cubicBezTo>
                <a:cubicBezTo>
                  <a:pt x="488" y="708"/>
                  <a:pt x="499" y="711"/>
                  <a:pt x="509" y="711"/>
                </a:cubicBezTo>
                <a:cubicBezTo>
                  <a:pt x="532" y="711"/>
                  <a:pt x="551" y="705"/>
                  <a:pt x="566" y="693"/>
                </a:cubicBezTo>
                <a:cubicBezTo>
                  <a:pt x="582" y="681"/>
                  <a:pt x="590" y="665"/>
                  <a:pt x="592" y="645"/>
                </a:cubicBezTo>
                <a:cubicBezTo>
                  <a:pt x="592" y="637"/>
                  <a:pt x="596" y="633"/>
                  <a:pt x="601" y="633"/>
                </a:cubicBezTo>
                <a:cubicBezTo>
                  <a:pt x="604" y="633"/>
                  <a:pt x="608" y="635"/>
                  <a:pt x="613" y="638"/>
                </a:cubicBezTo>
                <a:lnTo>
                  <a:pt x="612" y="654"/>
                </a:lnTo>
                <a:cubicBezTo>
                  <a:pt x="612" y="700"/>
                  <a:pt x="602" y="738"/>
                  <a:pt x="584" y="770"/>
                </a:cubicBezTo>
                <a:cubicBezTo>
                  <a:pt x="566" y="801"/>
                  <a:pt x="538" y="817"/>
                  <a:pt x="501" y="818"/>
                </a:cubicBezTo>
                <a:cubicBezTo>
                  <a:pt x="475" y="818"/>
                  <a:pt x="454" y="810"/>
                  <a:pt x="439" y="793"/>
                </a:cubicBezTo>
                <a:cubicBezTo>
                  <a:pt x="424" y="777"/>
                  <a:pt x="412" y="752"/>
                  <a:pt x="403" y="718"/>
                </a:cubicBezTo>
                <a:cubicBezTo>
                  <a:pt x="394" y="681"/>
                  <a:pt x="389" y="659"/>
                  <a:pt x="389" y="650"/>
                </a:cubicBezTo>
                <a:lnTo>
                  <a:pt x="378" y="652"/>
                </a:lnTo>
                <a:cubicBezTo>
                  <a:pt x="371" y="654"/>
                  <a:pt x="360" y="656"/>
                  <a:pt x="345" y="659"/>
                </a:cubicBezTo>
                <a:cubicBezTo>
                  <a:pt x="331" y="661"/>
                  <a:pt x="316" y="662"/>
                  <a:pt x="303" y="662"/>
                </a:cubicBezTo>
                <a:cubicBezTo>
                  <a:pt x="221" y="662"/>
                  <a:pt x="151" y="631"/>
                  <a:pt x="91" y="569"/>
                </a:cubicBezTo>
                <a:cubicBezTo>
                  <a:pt x="30" y="506"/>
                  <a:pt x="0" y="427"/>
                  <a:pt x="0" y="332"/>
                </a:cubicBezTo>
                <a:moveTo>
                  <a:pt x="502" y="334"/>
                </a:moveTo>
                <a:cubicBezTo>
                  <a:pt x="502" y="279"/>
                  <a:pt x="495" y="232"/>
                  <a:pt x="483" y="190"/>
                </a:cubicBezTo>
                <a:cubicBezTo>
                  <a:pt x="470" y="149"/>
                  <a:pt x="453" y="118"/>
                  <a:pt x="433" y="97"/>
                </a:cubicBezTo>
                <a:cubicBezTo>
                  <a:pt x="412" y="76"/>
                  <a:pt x="391" y="60"/>
                  <a:pt x="369" y="51"/>
                </a:cubicBezTo>
                <a:cubicBezTo>
                  <a:pt x="347" y="41"/>
                  <a:pt x="326" y="36"/>
                  <a:pt x="304" y="36"/>
                </a:cubicBezTo>
                <a:cubicBezTo>
                  <a:pt x="283" y="36"/>
                  <a:pt x="261" y="41"/>
                  <a:pt x="239" y="51"/>
                </a:cubicBezTo>
                <a:cubicBezTo>
                  <a:pt x="216" y="60"/>
                  <a:pt x="195" y="76"/>
                  <a:pt x="175" y="97"/>
                </a:cubicBezTo>
                <a:cubicBezTo>
                  <a:pt x="155" y="118"/>
                  <a:pt x="138" y="149"/>
                  <a:pt x="124" y="190"/>
                </a:cubicBezTo>
                <a:cubicBezTo>
                  <a:pt x="110" y="232"/>
                  <a:pt x="104" y="279"/>
                  <a:pt x="104" y="334"/>
                </a:cubicBezTo>
                <a:cubicBezTo>
                  <a:pt x="104" y="453"/>
                  <a:pt x="137" y="538"/>
                  <a:pt x="202" y="590"/>
                </a:cubicBezTo>
                <a:cubicBezTo>
                  <a:pt x="216" y="601"/>
                  <a:pt x="225" y="607"/>
                  <a:pt x="227" y="607"/>
                </a:cubicBezTo>
                <a:lnTo>
                  <a:pt x="226" y="604"/>
                </a:lnTo>
                <a:cubicBezTo>
                  <a:pt x="226" y="603"/>
                  <a:pt x="226" y="602"/>
                  <a:pt x="226" y="600"/>
                </a:cubicBezTo>
                <a:cubicBezTo>
                  <a:pt x="224" y="596"/>
                  <a:pt x="223" y="589"/>
                  <a:pt x="223" y="580"/>
                </a:cubicBezTo>
                <a:cubicBezTo>
                  <a:pt x="223" y="560"/>
                  <a:pt x="231" y="542"/>
                  <a:pt x="245" y="526"/>
                </a:cubicBezTo>
                <a:cubicBezTo>
                  <a:pt x="260" y="509"/>
                  <a:pt x="280" y="501"/>
                  <a:pt x="305" y="501"/>
                </a:cubicBezTo>
                <a:cubicBezTo>
                  <a:pt x="343" y="501"/>
                  <a:pt x="375" y="527"/>
                  <a:pt x="400" y="579"/>
                </a:cubicBezTo>
                <a:lnTo>
                  <a:pt x="405" y="589"/>
                </a:lnTo>
                <a:cubicBezTo>
                  <a:pt x="434" y="569"/>
                  <a:pt x="458" y="537"/>
                  <a:pt x="475" y="493"/>
                </a:cubicBezTo>
                <a:cubicBezTo>
                  <a:pt x="493" y="451"/>
                  <a:pt x="502" y="397"/>
                  <a:pt x="502" y="334"/>
                </a:cubicBezTo>
                <a:moveTo>
                  <a:pt x="300" y="626"/>
                </a:moveTo>
                <a:cubicBezTo>
                  <a:pt x="311" y="626"/>
                  <a:pt x="323" y="624"/>
                  <a:pt x="336" y="621"/>
                </a:cubicBezTo>
                <a:cubicBezTo>
                  <a:pt x="349" y="618"/>
                  <a:pt x="359" y="615"/>
                  <a:pt x="367" y="612"/>
                </a:cubicBezTo>
                <a:cubicBezTo>
                  <a:pt x="375" y="609"/>
                  <a:pt x="379" y="607"/>
                  <a:pt x="379" y="606"/>
                </a:cubicBezTo>
                <a:cubicBezTo>
                  <a:pt x="378" y="602"/>
                  <a:pt x="377" y="596"/>
                  <a:pt x="375" y="590"/>
                </a:cubicBezTo>
                <a:cubicBezTo>
                  <a:pt x="374" y="584"/>
                  <a:pt x="368" y="575"/>
                  <a:pt x="358" y="562"/>
                </a:cubicBezTo>
                <a:cubicBezTo>
                  <a:pt x="348" y="549"/>
                  <a:pt x="337" y="541"/>
                  <a:pt x="324" y="538"/>
                </a:cubicBezTo>
                <a:cubicBezTo>
                  <a:pt x="316" y="536"/>
                  <a:pt x="308" y="536"/>
                  <a:pt x="301" y="536"/>
                </a:cubicBezTo>
                <a:cubicBezTo>
                  <a:pt x="289" y="536"/>
                  <a:pt x="279" y="540"/>
                  <a:pt x="271" y="549"/>
                </a:cubicBezTo>
                <a:cubicBezTo>
                  <a:pt x="262" y="559"/>
                  <a:pt x="258" y="569"/>
                  <a:pt x="257" y="581"/>
                </a:cubicBezTo>
                <a:cubicBezTo>
                  <a:pt x="257" y="593"/>
                  <a:pt x="261" y="603"/>
                  <a:pt x="269" y="612"/>
                </a:cubicBezTo>
                <a:cubicBezTo>
                  <a:pt x="277" y="621"/>
                  <a:pt x="287" y="626"/>
                  <a:pt x="300" y="62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80" name=""/>
          <p:cNvSpPr/>
          <p:nvPr/>
        </p:nvSpPr>
        <p:spPr>
          <a:xfrm>
            <a:off x="7174440" y="3908160"/>
            <a:ext cx="231120" cy="231120"/>
          </a:xfrm>
          <a:custGeom>
            <a:avLst/>
            <a:gdLst/>
            <a:ahLst/>
            <a:rect l="0" t="0" r="r" b="b"/>
            <a:pathLst>
              <a:path w="642" h="642">
                <a:moveTo>
                  <a:pt x="94" y="55"/>
                </a:moveTo>
                <a:cubicBezTo>
                  <a:pt x="89" y="51"/>
                  <a:pt x="86" y="48"/>
                  <a:pt x="84" y="47"/>
                </a:cubicBezTo>
                <a:cubicBezTo>
                  <a:pt x="81" y="46"/>
                  <a:pt x="76" y="45"/>
                  <a:pt x="69" y="44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159" y="0"/>
                </a:lnTo>
                <a:lnTo>
                  <a:pt x="190" y="0"/>
                </a:lnTo>
                <a:lnTo>
                  <a:pt x="248" y="0"/>
                </a:lnTo>
                <a:cubicBezTo>
                  <a:pt x="295" y="0"/>
                  <a:pt x="331" y="2"/>
                  <a:pt x="356" y="5"/>
                </a:cubicBezTo>
                <a:cubicBezTo>
                  <a:pt x="381" y="9"/>
                  <a:pt x="406" y="18"/>
                  <a:pt x="431" y="32"/>
                </a:cubicBezTo>
                <a:cubicBezTo>
                  <a:pt x="489" y="61"/>
                  <a:pt x="522" y="100"/>
                  <a:pt x="531" y="151"/>
                </a:cubicBezTo>
                <a:cubicBezTo>
                  <a:pt x="531" y="154"/>
                  <a:pt x="531" y="159"/>
                  <a:pt x="531" y="165"/>
                </a:cubicBezTo>
                <a:cubicBezTo>
                  <a:pt x="531" y="185"/>
                  <a:pt x="527" y="204"/>
                  <a:pt x="517" y="222"/>
                </a:cubicBezTo>
                <a:cubicBezTo>
                  <a:pt x="507" y="239"/>
                  <a:pt x="496" y="254"/>
                  <a:pt x="482" y="265"/>
                </a:cubicBezTo>
                <a:cubicBezTo>
                  <a:pt x="469" y="275"/>
                  <a:pt x="455" y="285"/>
                  <a:pt x="441" y="293"/>
                </a:cubicBezTo>
                <a:cubicBezTo>
                  <a:pt x="427" y="301"/>
                  <a:pt x="416" y="306"/>
                  <a:pt x="406" y="309"/>
                </a:cubicBezTo>
                <a:lnTo>
                  <a:pt x="391" y="314"/>
                </a:lnTo>
                <a:cubicBezTo>
                  <a:pt x="393" y="316"/>
                  <a:pt x="397" y="317"/>
                  <a:pt x="401" y="319"/>
                </a:cubicBezTo>
                <a:cubicBezTo>
                  <a:pt x="420" y="329"/>
                  <a:pt x="434" y="339"/>
                  <a:pt x="446" y="350"/>
                </a:cubicBezTo>
                <a:cubicBezTo>
                  <a:pt x="457" y="361"/>
                  <a:pt x="466" y="375"/>
                  <a:pt x="472" y="391"/>
                </a:cubicBezTo>
                <a:cubicBezTo>
                  <a:pt x="478" y="407"/>
                  <a:pt x="483" y="420"/>
                  <a:pt x="485" y="430"/>
                </a:cubicBezTo>
                <a:cubicBezTo>
                  <a:pt x="487" y="441"/>
                  <a:pt x="490" y="458"/>
                  <a:pt x="493" y="481"/>
                </a:cubicBezTo>
                <a:cubicBezTo>
                  <a:pt x="496" y="505"/>
                  <a:pt x="499" y="523"/>
                  <a:pt x="502" y="537"/>
                </a:cubicBezTo>
                <a:cubicBezTo>
                  <a:pt x="508" y="566"/>
                  <a:pt x="516" y="585"/>
                  <a:pt x="524" y="594"/>
                </a:cubicBezTo>
                <a:cubicBezTo>
                  <a:pt x="533" y="603"/>
                  <a:pt x="544" y="608"/>
                  <a:pt x="559" y="608"/>
                </a:cubicBezTo>
                <a:lnTo>
                  <a:pt x="563" y="608"/>
                </a:lnTo>
                <a:cubicBezTo>
                  <a:pt x="572" y="608"/>
                  <a:pt x="581" y="603"/>
                  <a:pt x="590" y="593"/>
                </a:cubicBezTo>
                <a:cubicBezTo>
                  <a:pt x="598" y="583"/>
                  <a:pt x="604" y="567"/>
                  <a:pt x="606" y="543"/>
                </a:cubicBezTo>
                <a:cubicBezTo>
                  <a:pt x="606" y="536"/>
                  <a:pt x="607" y="532"/>
                  <a:pt x="610" y="530"/>
                </a:cubicBezTo>
                <a:cubicBezTo>
                  <a:pt x="612" y="529"/>
                  <a:pt x="617" y="527"/>
                  <a:pt x="624" y="527"/>
                </a:cubicBezTo>
                <a:cubicBezTo>
                  <a:pt x="632" y="526"/>
                  <a:pt x="636" y="527"/>
                  <a:pt x="639" y="529"/>
                </a:cubicBezTo>
                <a:cubicBezTo>
                  <a:pt x="641" y="530"/>
                  <a:pt x="642" y="534"/>
                  <a:pt x="642" y="540"/>
                </a:cubicBezTo>
                <a:cubicBezTo>
                  <a:pt x="642" y="559"/>
                  <a:pt x="638" y="578"/>
                  <a:pt x="628" y="598"/>
                </a:cubicBezTo>
                <a:cubicBezTo>
                  <a:pt x="618" y="617"/>
                  <a:pt x="605" y="630"/>
                  <a:pt x="588" y="637"/>
                </a:cubicBezTo>
                <a:cubicBezTo>
                  <a:pt x="578" y="640"/>
                  <a:pt x="565" y="642"/>
                  <a:pt x="550" y="642"/>
                </a:cubicBezTo>
                <a:cubicBezTo>
                  <a:pt x="459" y="639"/>
                  <a:pt x="407" y="605"/>
                  <a:pt x="393" y="540"/>
                </a:cubicBezTo>
                <a:cubicBezTo>
                  <a:pt x="392" y="534"/>
                  <a:pt x="391" y="512"/>
                  <a:pt x="391" y="474"/>
                </a:cubicBezTo>
                <a:cubicBezTo>
                  <a:pt x="391" y="436"/>
                  <a:pt x="389" y="411"/>
                  <a:pt x="385" y="398"/>
                </a:cubicBezTo>
                <a:cubicBezTo>
                  <a:pt x="373" y="363"/>
                  <a:pt x="350" y="340"/>
                  <a:pt x="316" y="330"/>
                </a:cubicBezTo>
                <a:lnTo>
                  <a:pt x="307" y="328"/>
                </a:lnTo>
                <a:lnTo>
                  <a:pt x="246" y="327"/>
                </a:lnTo>
                <a:lnTo>
                  <a:pt x="186" y="327"/>
                </a:lnTo>
                <a:lnTo>
                  <a:pt x="186" y="448"/>
                </a:lnTo>
                <a:lnTo>
                  <a:pt x="187" y="567"/>
                </a:lnTo>
                <a:cubicBezTo>
                  <a:pt x="190" y="573"/>
                  <a:pt x="195" y="576"/>
                  <a:pt x="202" y="578"/>
                </a:cubicBezTo>
                <a:cubicBezTo>
                  <a:pt x="209" y="579"/>
                  <a:pt x="224" y="580"/>
                  <a:pt x="249" y="580"/>
                </a:cubicBezTo>
                <a:lnTo>
                  <a:pt x="280" y="580"/>
                </a:lnTo>
                <a:lnTo>
                  <a:pt x="280" y="622"/>
                </a:lnTo>
                <a:lnTo>
                  <a:pt x="270" y="622"/>
                </a:lnTo>
                <a:cubicBezTo>
                  <a:pt x="257" y="620"/>
                  <a:pt x="214" y="620"/>
                  <a:pt x="140" y="620"/>
                </a:cubicBezTo>
                <a:cubicBezTo>
                  <a:pt x="66" y="620"/>
                  <a:pt x="23" y="620"/>
                  <a:pt x="10" y="622"/>
                </a:cubicBezTo>
                <a:lnTo>
                  <a:pt x="0" y="622"/>
                </a:lnTo>
                <a:lnTo>
                  <a:pt x="0" y="580"/>
                </a:lnTo>
                <a:lnTo>
                  <a:pt x="30" y="580"/>
                </a:lnTo>
                <a:cubicBezTo>
                  <a:pt x="55" y="580"/>
                  <a:pt x="71" y="579"/>
                  <a:pt x="76" y="578"/>
                </a:cubicBezTo>
                <a:cubicBezTo>
                  <a:pt x="82" y="576"/>
                  <a:pt x="88" y="573"/>
                  <a:pt x="94" y="567"/>
                </a:cubicBezTo>
                <a:lnTo>
                  <a:pt x="94" y="55"/>
                </a:lnTo>
                <a:moveTo>
                  <a:pt x="423" y="167"/>
                </a:moveTo>
                <a:lnTo>
                  <a:pt x="423" y="158"/>
                </a:lnTo>
                <a:cubicBezTo>
                  <a:pt x="423" y="147"/>
                  <a:pt x="423" y="138"/>
                  <a:pt x="422" y="131"/>
                </a:cubicBezTo>
                <a:cubicBezTo>
                  <a:pt x="422" y="124"/>
                  <a:pt x="419" y="114"/>
                  <a:pt x="414" y="103"/>
                </a:cubicBezTo>
                <a:cubicBezTo>
                  <a:pt x="409" y="91"/>
                  <a:pt x="403" y="82"/>
                  <a:pt x="397" y="74"/>
                </a:cubicBezTo>
                <a:cubicBezTo>
                  <a:pt x="390" y="67"/>
                  <a:pt x="379" y="60"/>
                  <a:pt x="362" y="54"/>
                </a:cubicBezTo>
                <a:cubicBezTo>
                  <a:pt x="346" y="48"/>
                  <a:pt x="327" y="44"/>
                  <a:pt x="306" y="43"/>
                </a:cubicBezTo>
                <a:cubicBezTo>
                  <a:pt x="305" y="43"/>
                  <a:pt x="298" y="43"/>
                  <a:pt x="286" y="43"/>
                </a:cubicBezTo>
                <a:cubicBezTo>
                  <a:pt x="274" y="43"/>
                  <a:pt x="262" y="42"/>
                  <a:pt x="252" y="42"/>
                </a:cubicBezTo>
                <a:lnTo>
                  <a:pt x="233" y="42"/>
                </a:lnTo>
                <a:cubicBezTo>
                  <a:pt x="206" y="42"/>
                  <a:pt x="191" y="44"/>
                  <a:pt x="188" y="50"/>
                </a:cubicBezTo>
                <a:cubicBezTo>
                  <a:pt x="187" y="52"/>
                  <a:pt x="186" y="93"/>
                  <a:pt x="186" y="174"/>
                </a:cubicBezTo>
                <a:lnTo>
                  <a:pt x="186" y="294"/>
                </a:lnTo>
                <a:lnTo>
                  <a:pt x="238" y="294"/>
                </a:lnTo>
                <a:cubicBezTo>
                  <a:pt x="301" y="294"/>
                  <a:pt x="345" y="288"/>
                  <a:pt x="371" y="277"/>
                </a:cubicBezTo>
                <a:cubicBezTo>
                  <a:pt x="398" y="266"/>
                  <a:pt x="415" y="243"/>
                  <a:pt x="421" y="206"/>
                </a:cubicBezTo>
                <a:cubicBezTo>
                  <a:pt x="423" y="200"/>
                  <a:pt x="423" y="187"/>
                  <a:pt x="423" y="16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81" name=""/>
          <p:cNvSpPr/>
          <p:nvPr/>
        </p:nvSpPr>
        <p:spPr>
          <a:xfrm>
            <a:off x="7422120" y="4104360"/>
            <a:ext cx="116640" cy="147600"/>
          </a:xfrm>
          <a:custGeom>
            <a:avLst/>
            <a:gdLst/>
            <a:ahLst/>
            <a:rect l="0" t="0" r="r" b="b"/>
            <a:pathLst>
              <a:path w="324" h="410">
                <a:moveTo>
                  <a:pt x="10" y="380"/>
                </a:moveTo>
                <a:lnTo>
                  <a:pt x="19" y="380"/>
                </a:lnTo>
                <a:cubicBezTo>
                  <a:pt x="36" y="380"/>
                  <a:pt x="46" y="377"/>
                  <a:pt x="50" y="371"/>
                </a:cubicBezTo>
                <a:lnTo>
                  <a:pt x="50" y="366"/>
                </a:lnTo>
                <a:cubicBezTo>
                  <a:pt x="50" y="363"/>
                  <a:pt x="50" y="359"/>
                  <a:pt x="50" y="354"/>
                </a:cubicBezTo>
                <a:cubicBezTo>
                  <a:pt x="50" y="349"/>
                  <a:pt x="50" y="342"/>
                  <a:pt x="50" y="335"/>
                </a:cubicBezTo>
                <a:cubicBezTo>
                  <a:pt x="50" y="327"/>
                  <a:pt x="50" y="319"/>
                  <a:pt x="50" y="310"/>
                </a:cubicBezTo>
                <a:cubicBezTo>
                  <a:pt x="51" y="301"/>
                  <a:pt x="51" y="291"/>
                  <a:pt x="50" y="281"/>
                </a:cubicBezTo>
                <a:cubicBezTo>
                  <a:pt x="50" y="271"/>
                  <a:pt x="50" y="261"/>
                  <a:pt x="50" y="249"/>
                </a:cubicBezTo>
                <a:cubicBezTo>
                  <a:pt x="51" y="238"/>
                  <a:pt x="51" y="227"/>
                  <a:pt x="50" y="216"/>
                </a:cubicBezTo>
                <a:cubicBezTo>
                  <a:pt x="50" y="201"/>
                  <a:pt x="50" y="186"/>
                  <a:pt x="50" y="170"/>
                </a:cubicBezTo>
                <a:cubicBezTo>
                  <a:pt x="50" y="154"/>
                  <a:pt x="50" y="140"/>
                  <a:pt x="50" y="128"/>
                </a:cubicBezTo>
                <a:cubicBezTo>
                  <a:pt x="50" y="115"/>
                  <a:pt x="50" y="104"/>
                  <a:pt x="50" y="94"/>
                </a:cubicBezTo>
                <a:cubicBezTo>
                  <a:pt x="50" y="83"/>
                  <a:pt x="50" y="75"/>
                  <a:pt x="50" y="69"/>
                </a:cubicBezTo>
                <a:cubicBezTo>
                  <a:pt x="49" y="62"/>
                  <a:pt x="49" y="59"/>
                  <a:pt x="50" y="58"/>
                </a:cubicBezTo>
                <a:cubicBezTo>
                  <a:pt x="48" y="50"/>
                  <a:pt x="45" y="45"/>
                  <a:pt x="41" y="42"/>
                </a:cubicBezTo>
                <a:cubicBezTo>
                  <a:pt x="36" y="40"/>
                  <a:pt x="26" y="38"/>
                  <a:pt x="12" y="36"/>
                </a:cubicBezTo>
                <a:lnTo>
                  <a:pt x="0" y="36"/>
                </a:lnTo>
                <a:lnTo>
                  <a:pt x="0" y="22"/>
                </a:lnTo>
                <a:cubicBezTo>
                  <a:pt x="0" y="12"/>
                  <a:pt x="0" y="7"/>
                  <a:pt x="1" y="7"/>
                </a:cubicBezTo>
                <a:lnTo>
                  <a:pt x="8" y="6"/>
                </a:lnTo>
                <a:cubicBezTo>
                  <a:pt x="12" y="6"/>
                  <a:pt x="18" y="5"/>
                  <a:pt x="26" y="5"/>
                </a:cubicBezTo>
                <a:cubicBezTo>
                  <a:pt x="35" y="4"/>
                  <a:pt x="42" y="4"/>
                  <a:pt x="50" y="4"/>
                </a:cubicBezTo>
                <a:cubicBezTo>
                  <a:pt x="57" y="3"/>
                  <a:pt x="65" y="3"/>
                  <a:pt x="74" y="2"/>
                </a:cubicBezTo>
                <a:cubicBezTo>
                  <a:pt x="83" y="2"/>
                  <a:pt x="89" y="1"/>
                  <a:pt x="93" y="0"/>
                </a:cubicBezTo>
                <a:cubicBezTo>
                  <a:pt x="98" y="0"/>
                  <a:pt x="100" y="-1"/>
                  <a:pt x="100" y="0"/>
                </a:cubicBezTo>
                <a:lnTo>
                  <a:pt x="102" y="0"/>
                </a:lnTo>
                <a:lnTo>
                  <a:pt x="102" y="16"/>
                </a:lnTo>
                <a:lnTo>
                  <a:pt x="103" y="33"/>
                </a:lnTo>
                <a:lnTo>
                  <a:pt x="108" y="29"/>
                </a:lnTo>
                <a:cubicBezTo>
                  <a:pt x="133" y="10"/>
                  <a:pt x="164" y="0"/>
                  <a:pt x="198" y="0"/>
                </a:cubicBezTo>
                <a:cubicBezTo>
                  <a:pt x="233" y="0"/>
                  <a:pt x="262" y="14"/>
                  <a:pt x="287" y="42"/>
                </a:cubicBezTo>
                <a:cubicBezTo>
                  <a:pt x="311" y="69"/>
                  <a:pt x="324" y="104"/>
                  <a:pt x="324" y="145"/>
                </a:cubicBezTo>
                <a:cubicBezTo>
                  <a:pt x="324" y="188"/>
                  <a:pt x="310" y="224"/>
                  <a:pt x="282" y="251"/>
                </a:cubicBezTo>
                <a:cubicBezTo>
                  <a:pt x="254" y="279"/>
                  <a:pt x="223" y="292"/>
                  <a:pt x="188" y="292"/>
                </a:cubicBezTo>
                <a:cubicBezTo>
                  <a:pt x="158" y="292"/>
                  <a:pt x="132" y="283"/>
                  <a:pt x="109" y="264"/>
                </a:cubicBezTo>
                <a:lnTo>
                  <a:pt x="104" y="259"/>
                </a:lnTo>
                <a:lnTo>
                  <a:pt x="104" y="314"/>
                </a:lnTo>
                <a:lnTo>
                  <a:pt x="104" y="350"/>
                </a:lnTo>
                <a:cubicBezTo>
                  <a:pt x="104" y="362"/>
                  <a:pt x="105" y="369"/>
                  <a:pt x="106" y="371"/>
                </a:cubicBezTo>
                <a:cubicBezTo>
                  <a:pt x="106" y="374"/>
                  <a:pt x="109" y="376"/>
                  <a:pt x="113" y="378"/>
                </a:cubicBezTo>
                <a:cubicBezTo>
                  <a:pt x="122" y="380"/>
                  <a:pt x="132" y="380"/>
                  <a:pt x="144" y="380"/>
                </a:cubicBezTo>
                <a:lnTo>
                  <a:pt x="155" y="380"/>
                </a:lnTo>
                <a:lnTo>
                  <a:pt x="155" y="410"/>
                </a:lnTo>
                <a:lnTo>
                  <a:pt x="149" y="410"/>
                </a:lnTo>
                <a:lnTo>
                  <a:pt x="134" y="409"/>
                </a:lnTo>
                <a:cubicBezTo>
                  <a:pt x="124" y="409"/>
                  <a:pt x="113" y="409"/>
                  <a:pt x="102" y="409"/>
                </a:cubicBezTo>
                <a:cubicBezTo>
                  <a:pt x="90" y="409"/>
                  <a:pt x="82" y="408"/>
                  <a:pt x="77" y="408"/>
                </a:cubicBezTo>
                <a:cubicBezTo>
                  <a:pt x="33" y="408"/>
                  <a:pt x="9" y="409"/>
                  <a:pt x="5" y="410"/>
                </a:cubicBezTo>
                <a:lnTo>
                  <a:pt x="0" y="410"/>
                </a:lnTo>
                <a:lnTo>
                  <a:pt x="0" y="380"/>
                </a:lnTo>
                <a:lnTo>
                  <a:pt x="10" y="380"/>
                </a:lnTo>
                <a:moveTo>
                  <a:pt x="261" y="144"/>
                </a:moveTo>
                <a:cubicBezTo>
                  <a:pt x="261" y="112"/>
                  <a:pt x="254" y="84"/>
                  <a:pt x="239" y="61"/>
                </a:cubicBezTo>
                <a:cubicBezTo>
                  <a:pt x="224" y="37"/>
                  <a:pt x="206" y="25"/>
                  <a:pt x="184" y="25"/>
                </a:cubicBezTo>
                <a:cubicBezTo>
                  <a:pt x="154" y="25"/>
                  <a:pt x="127" y="39"/>
                  <a:pt x="104" y="67"/>
                </a:cubicBezTo>
                <a:lnTo>
                  <a:pt x="104" y="221"/>
                </a:lnTo>
                <a:cubicBezTo>
                  <a:pt x="121" y="252"/>
                  <a:pt x="145" y="268"/>
                  <a:pt x="177" y="268"/>
                </a:cubicBezTo>
                <a:cubicBezTo>
                  <a:pt x="199" y="268"/>
                  <a:pt x="218" y="257"/>
                  <a:pt x="235" y="233"/>
                </a:cubicBezTo>
                <a:cubicBezTo>
                  <a:pt x="252" y="209"/>
                  <a:pt x="261" y="180"/>
                  <a:pt x="261" y="14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82" name=""/>
          <p:cNvSpPr/>
          <p:nvPr/>
        </p:nvSpPr>
        <p:spPr>
          <a:xfrm>
            <a:off x="7552800" y="4102920"/>
            <a:ext cx="102960" cy="106560"/>
          </a:xfrm>
          <a:custGeom>
            <a:avLst/>
            <a:gdLst/>
            <a:ahLst/>
            <a:rect l="0" t="0" r="r" b="b"/>
            <a:pathLst>
              <a:path w="286" h="296">
                <a:moveTo>
                  <a:pt x="0" y="150"/>
                </a:moveTo>
                <a:cubicBezTo>
                  <a:pt x="0" y="110"/>
                  <a:pt x="14" y="74"/>
                  <a:pt x="42" y="45"/>
                </a:cubicBezTo>
                <a:cubicBezTo>
                  <a:pt x="70" y="15"/>
                  <a:pt x="103" y="0"/>
                  <a:pt x="143" y="0"/>
                </a:cubicBezTo>
                <a:cubicBezTo>
                  <a:pt x="182" y="0"/>
                  <a:pt x="216" y="14"/>
                  <a:pt x="243" y="44"/>
                </a:cubicBezTo>
                <a:cubicBezTo>
                  <a:pt x="271" y="73"/>
                  <a:pt x="285" y="108"/>
                  <a:pt x="286" y="150"/>
                </a:cubicBezTo>
                <a:cubicBezTo>
                  <a:pt x="286" y="191"/>
                  <a:pt x="272" y="226"/>
                  <a:pt x="245" y="254"/>
                </a:cubicBezTo>
                <a:cubicBezTo>
                  <a:pt x="217" y="282"/>
                  <a:pt x="184" y="296"/>
                  <a:pt x="143" y="296"/>
                </a:cubicBezTo>
                <a:cubicBezTo>
                  <a:pt x="101" y="296"/>
                  <a:pt x="67" y="281"/>
                  <a:pt x="40" y="252"/>
                </a:cubicBezTo>
                <a:cubicBezTo>
                  <a:pt x="14" y="224"/>
                  <a:pt x="0" y="189"/>
                  <a:pt x="0" y="150"/>
                </a:cubicBezTo>
                <a:moveTo>
                  <a:pt x="143" y="270"/>
                </a:moveTo>
                <a:cubicBezTo>
                  <a:pt x="196" y="270"/>
                  <a:pt x="222" y="235"/>
                  <a:pt x="222" y="164"/>
                </a:cubicBezTo>
                <a:lnTo>
                  <a:pt x="222" y="143"/>
                </a:lnTo>
                <a:lnTo>
                  <a:pt x="222" y="127"/>
                </a:lnTo>
                <a:cubicBezTo>
                  <a:pt x="222" y="118"/>
                  <a:pt x="222" y="110"/>
                  <a:pt x="222" y="103"/>
                </a:cubicBezTo>
                <a:cubicBezTo>
                  <a:pt x="221" y="96"/>
                  <a:pt x="220" y="88"/>
                  <a:pt x="217" y="78"/>
                </a:cubicBezTo>
                <a:cubicBezTo>
                  <a:pt x="214" y="69"/>
                  <a:pt x="211" y="61"/>
                  <a:pt x="207" y="55"/>
                </a:cubicBezTo>
                <a:cubicBezTo>
                  <a:pt x="202" y="49"/>
                  <a:pt x="196" y="43"/>
                  <a:pt x="187" y="37"/>
                </a:cubicBezTo>
                <a:cubicBezTo>
                  <a:pt x="177" y="31"/>
                  <a:pt x="166" y="27"/>
                  <a:pt x="154" y="24"/>
                </a:cubicBezTo>
                <a:cubicBezTo>
                  <a:pt x="152" y="24"/>
                  <a:pt x="149" y="24"/>
                  <a:pt x="144" y="24"/>
                </a:cubicBezTo>
                <a:cubicBezTo>
                  <a:pt x="131" y="24"/>
                  <a:pt x="119" y="26"/>
                  <a:pt x="107" y="31"/>
                </a:cubicBezTo>
                <a:cubicBezTo>
                  <a:pt x="89" y="41"/>
                  <a:pt x="77" y="54"/>
                  <a:pt x="71" y="71"/>
                </a:cubicBezTo>
                <a:cubicBezTo>
                  <a:pt x="66" y="87"/>
                  <a:pt x="63" y="107"/>
                  <a:pt x="63" y="130"/>
                </a:cubicBezTo>
                <a:lnTo>
                  <a:pt x="63" y="143"/>
                </a:lnTo>
                <a:cubicBezTo>
                  <a:pt x="63" y="184"/>
                  <a:pt x="67" y="213"/>
                  <a:pt x="75" y="231"/>
                </a:cubicBezTo>
                <a:cubicBezTo>
                  <a:pt x="89" y="257"/>
                  <a:pt x="111" y="270"/>
                  <a:pt x="143" y="27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83" name=""/>
          <p:cNvSpPr/>
          <p:nvPr/>
        </p:nvSpPr>
        <p:spPr>
          <a:xfrm>
            <a:off x="7668720" y="4102920"/>
            <a:ext cx="102960" cy="106560"/>
          </a:xfrm>
          <a:custGeom>
            <a:avLst/>
            <a:gdLst/>
            <a:ahLst/>
            <a:rect l="0" t="0" r="r" b="b"/>
            <a:pathLst>
              <a:path w="286" h="296">
                <a:moveTo>
                  <a:pt x="0" y="150"/>
                </a:moveTo>
                <a:cubicBezTo>
                  <a:pt x="0" y="110"/>
                  <a:pt x="13" y="74"/>
                  <a:pt x="41" y="45"/>
                </a:cubicBezTo>
                <a:cubicBezTo>
                  <a:pt x="69" y="15"/>
                  <a:pt x="103" y="0"/>
                  <a:pt x="143" y="0"/>
                </a:cubicBezTo>
                <a:cubicBezTo>
                  <a:pt x="182" y="0"/>
                  <a:pt x="215" y="14"/>
                  <a:pt x="243" y="44"/>
                </a:cubicBezTo>
                <a:cubicBezTo>
                  <a:pt x="271" y="73"/>
                  <a:pt x="285" y="108"/>
                  <a:pt x="286" y="150"/>
                </a:cubicBezTo>
                <a:cubicBezTo>
                  <a:pt x="286" y="191"/>
                  <a:pt x="272" y="226"/>
                  <a:pt x="244" y="254"/>
                </a:cubicBezTo>
                <a:cubicBezTo>
                  <a:pt x="217" y="282"/>
                  <a:pt x="183" y="296"/>
                  <a:pt x="143" y="296"/>
                </a:cubicBezTo>
                <a:cubicBezTo>
                  <a:pt x="101" y="296"/>
                  <a:pt x="67" y="281"/>
                  <a:pt x="40" y="252"/>
                </a:cubicBezTo>
                <a:cubicBezTo>
                  <a:pt x="13" y="224"/>
                  <a:pt x="0" y="189"/>
                  <a:pt x="0" y="150"/>
                </a:cubicBezTo>
                <a:moveTo>
                  <a:pt x="143" y="270"/>
                </a:moveTo>
                <a:cubicBezTo>
                  <a:pt x="196" y="270"/>
                  <a:pt x="222" y="235"/>
                  <a:pt x="222" y="164"/>
                </a:cubicBezTo>
                <a:lnTo>
                  <a:pt x="222" y="143"/>
                </a:lnTo>
                <a:lnTo>
                  <a:pt x="222" y="127"/>
                </a:lnTo>
                <a:cubicBezTo>
                  <a:pt x="222" y="118"/>
                  <a:pt x="222" y="110"/>
                  <a:pt x="221" y="103"/>
                </a:cubicBezTo>
                <a:cubicBezTo>
                  <a:pt x="221" y="96"/>
                  <a:pt x="219" y="88"/>
                  <a:pt x="217" y="78"/>
                </a:cubicBezTo>
                <a:cubicBezTo>
                  <a:pt x="214" y="69"/>
                  <a:pt x="211" y="61"/>
                  <a:pt x="206" y="55"/>
                </a:cubicBezTo>
                <a:cubicBezTo>
                  <a:pt x="202" y="49"/>
                  <a:pt x="195" y="43"/>
                  <a:pt x="186" y="37"/>
                </a:cubicBezTo>
                <a:cubicBezTo>
                  <a:pt x="177" y="31"/>
                  <a:pt x="167" y="27"/>
                  <a:pt x="155" y="24"/>
                </a:cubicBezTo>
                <a:cubicBezTo>
                  <a:pt x="153" y="24"/>
                  <a:pt x="149" y="24"/>
                  <a:pt x="145" y="24"/>
                </a:cubicBezTo>
                <a:cubicBezTo>
                  <a:pt x="131" y="24"/>
                  <a:pt x="119" y="26"/>
                  <a:pt x="107" y="31"/>
                </a:cubicBezTo>
                <a:cubicBezTo>
                  <a:pt x="89" y="41"/>
                  <a:pt x="77" y="54"/>
                  <a:pt x="71" y="71"/>
                </a:cubicBezTo>
                <a:cubicBezTo>
                  <a:pt x="65" y="87"/>
                  <a:pt x="63" y="107"/>
                  <a:pt x="63" y="130"/>
                </a:cubicBezTo>
                <a:lnTo>
                  <a:pt x="63" y="143"/>
                </a:lnTo>
                <a:cubicBezTo>
                  <a:pt x="63" y="184"/>
                  <a:pt x="67" y="213"/>
                  <a:pt x="75" y="231"/>
                </a:cubicBezTo>
                <a:cubicBezTo>
                  <a:pt x="89" y="257"/>
                  <a:pt x="111" y="270"/>
                  <a:pt x="143" y="27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84" name=""/>
          <p:cNvSpPr/>
          <p:nvPr/>
        </p:nvSpPr>
        <p:spPr>
          <a:xfrm>
            <a:off x="7783920" y="4045680"/>
            <a:ext cx="55080" cy="161280"/>
          </a:xfrm>
          <a:custGeom>
            <a:avLst/>
            <a:gdLst/>
            <a:ahLst/>
            <a:rect l="0" t="0" r="r" b="b"/>
            <a:pathLst>
              <a:path w="153" h="448">
                <a:moveTo>
                  <a:pt x="10" y="418"/>
                </a:moveTo>
                <a:lnTo>
                  <a:pt x="19" y="418"/>
                </a:lnTo>
                <a:cubicBezTo>
                  <a:pt x="36" y="418"/>
                  <a:pt x="47" y="415"/>
                  <a:pt x="50" y="409"/>
                </a:cubicBezTo>
                <a:lnTo>
                  <a:pt x="50" y="404"/>
                </a:lnTo>
                <a:cubicBezTo>
                  <a:pt x="50" y="400"/>
                  <a:pt x="50" y="396"/>
                  <a:pt x="50" y="390"/>
                </a:cubicBezTo>
                <a:cubicBezTo>
                  <a:pt x="50" y="384"/>
                  <a:pt x="50" y="376"/>
                  <a:pt x="50" y="368"/>
                </a:cubicBezTo>
                <a:cubicBezTo>
                  <a:pt x="50" y="360"/>
                  <a:pt x="51" y="351"/>
                  <a:pt x="51" y="341"/>
                </a:cubicBezTo>
                <a:cubicBezTo>
                  <a:pt x="52" y="330"/>
                  <a:pt x="52" y="320"/>
                  <a:pt x="51" y="308"/>
                </a:cubicBezTo>
                <a:cubicBezTo>
                  <a:pt x="51" y="297"/>
                  <a:pt x="51" y="286"/>
                  <a:pt x="51" y="273"/>
                </a:cubicBezTo>
                <a:cubicBezTo>
                  <a:pt x="52" y="261"/>
                  <a:pt x="52" y="248"/>
                  <a:pt x="51" y="236"/>
                </a:cubicBezTo>
                <a:cubicBezTo>
                  <a:pt x="51" y="221"/>
                  <a:pt x="51" y="204"/>
                  <a:pt x="51" y="186"/>
                </a:cubicBezTo>
                <a:cubicBezTo>
                  <a:pt x="51" y="169"/>
                  <a:pt x="51" y="153"/>
                  <a:pt x="51" y="138"/>
                </a:cubicBezTo>
                <a:cubicBezTo>
                  <a:pt x="51" y="122"/>
                  <a:pt x="51" y="110"/>
                  <a:pt x="51" y="98"/>
                </a:cubicBezTo>
                <a:cubicBezTo>
                  <a:pt x="51" y="87"/>
                  <a:pt x="51" y="78"/>
                  <a:pt x="50" y="70"/>
                </a:cubicBezTo>
                <a:cubicBezTo>
                  <a:pt x="50" y="62"/>
                  <a:pt x="50" y="59"/>
                  <a:pt x="50" y="59"/>
                </a:cubicBezTo>
                <a:cubicBezTo>
                  <a:pt x="49" y="51"/>
                  <a:pt x="46" y="46"/>
                  <a:pt x="41" y="43"/>
                </a:cubicBezTo>
                <a:cubicBezTo>
                  <a:pt x="36" y="40"/>
                  <a:pt x="26" y="39"/>
                  <a:pt x="11" y="37"/>
                </a:cubicBezTo>
                <a:lnTo>
                  <a:pt x="0" y="37"/>
                </a:lnTo>
                <a:lnTo>
                  <a:pt x="0" y="22"/>
                </a:lnTo>
                <a:cubicBezTo>
                  <a:pt x="0" y="13"/>
                  <a:pt x="0" y="8"/>
                  <a:pt x="1" y="8"/>
                </a:cubicBezTo>
                <a:lnTo>
                  <a:pt x="8" y="7"/>
                </a:lnTo>
                <a:cubicBezTo>
                  <a:pt x="12" y="7"/>
                  <a:pt x="18" y="6"/>
                  <a:pt x="26" y="6"/>
                </a:cubicBezTo>
                <a:cubicBezTo>
                  <a:pt x="34" y="5"/>
                  <a:pt x="43" y="5"/>
                  <a:pt x="51" y="4"/>
                </a:cubicBezTo>
                <a:cubicBezTo>
                  <a:pt x="58" y="4"/>
                  <a:pt x="66" y="4"/>
                  <a:pt x="75" y="3"/>
                </a:cubicBezTo>
                <a:cubicBezTo>
                  <a:pt x="83" y="3"/>
                  <a:pt x="90" y="2"/>
                  <a:pt x="94" y="1"/>
                </a:cubicBezTo>
                <a:cubicBezTo>
                  <a:pt x="98" y="0"/>
                  <a:pt x="101" y="0"/>
                  <a:pt x="101" y="1"/>
                </a:cubicBezTo>
                <a:lnTo>
                  <a:pt x="103" y="1"/>
                </a:lnTo>
                <a:lnTo>
                  <a:pt x="103" y="204"/>
                </a:lnTo>
                <a:cubicBezTo>
                  <a:pt x="103" y="340"/>
                  <a:pt x="103" y="409"/>
                  <a:pt x="104" y="409"/>
                </a:cubicBezTo>
                <a:cubicBezTo>
                  <a:pt x="106" y="413"/>
                  <a:pt x="108" y="415"/>
                  <a:pt x="112" y="417"/>
                </a:cubicBezTo>
                <a:cubicBezTo>
                  <a:pt x="121" y="418"/>
                  <a:pt x="131" y="418"/>
                  <a:pt x="143" y="418"/>
                </a:cubicBezTo>
                <a:lnTo>
                  <a:pt x="153" y="418"/>
                </a:lnTo>
                <a:lnTo>
                  <a:pt x="153" y="448"/>
                </a:lnTo>
                <a:lnTo>
                  <a:pt x="148" y="448"/>
                </a:lnTo>
                <a:lnTo>
                  <a:pt x="133" y="447"/>
                </a:lnTo>
                <a:cubicBezTo>
                  <a:pt x="124" y="447"/>
                  <a:pt x="113" y="447"/>
                  <a:pt x="102" y="447"/>
                </a:cubicBezTo>
                <a:cubicBezTo>
                  <a:pt x="91" y="447"/>
                  <a:pt x="83" y="447"/>
                  <a:pt x="77" y="446"/>
                </a:cubicBezTo>
                <a:cubicBezTo>
                  <a:pt x="72" y="446"/>
                  <a:pt x="64" y="446"/>
                  <a:pt x="53" y="446"/>
                </a:cubicBezTo>
                <a:cubicBezTo>
                  <a:pt x="42" y="447"/>
                  <a:pt x="30" y="447"/>
                  <a:pt x="20" y="447"/>
                </a:cubicBezTo>
                <a:lnTo>
                  <a:pt x="5" y="448"/>
                </a:lnTo>
                <a:lnTo>
                  <a:pt x="0" y="448"/>
                </a:lnTo>
                <a:lnTo>
                  <a:pt x="0" y="418"/>
                </a:lnTo>
                <a:lnTo>
                  <a:pt x="10" y="41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85" name=""/>
          <p:cNvSpPr/>
          <p:nvPr/>
        </p:nvSpPr>
        <p:spPr>
          <a:xfrm>
            <a:off x="7848720" y="4102920"/>
            <a:ext cx="90000" cy="106560"/>
          </a:xfrm>
          <a:custGeom>
            <a:avLst/>
            <a:gdLst/>
            <a:ahLst/>
            <a:rect l="0" t="0" r="r" b="b"/>
            <a:pathLst>
              <a:path w="250" h="296">
                <a:moveTo>
                  <a:pt x="0" y="148"/>
                </a:moveTo>
                <a:cubicBezTo>
                  <a:pt x="0" y="124"/>
                  <a:pt x="4" y="103"/>
                  <a:pt x="13" y="84"/>
                </a:cubicBezTo>
                <a:cubicBezTo>
                  <a:pt x="21" y="64"/>
                  <a:pt x="32" y="49"/>
                  <a:pt x="45" y="37"/>
                </a:cubicBezTo>
                <a:cubicBezTo>
                  <a:pt x="58" y="25"/>
                  <a:pt x="72" y="16"/>
                  <a:pt x="87" y="10"/>
                </a:cubicBezTo>
                <a:cubicBezTo>
                  <a:pt x="102" y="4"/>
                  <a:pt x="116" y="0"/>
                  <a:pt x="129" y="0"/>
                </a:cubicBezTo>
                <a:cubicBezTo>
                  <a:pt x="153" y="0"/>
                  <a:pt x="173" y="4"/>
                  <a:pt x="189" y="11"/>
                </a:cubicBezTo>
                <a:cubicBezTo>
                  <a:pt x="205" y="19"/>
                  <a:pt x="218" y="30"/>
                  <a:pt x="226" y="44"/>
                </a:cubicBezTo>
                <a:cubicBezTo>
                  <a:pt x="235" y="57"/>
                  <a:pt x="241" y="71"/>
                  <a:pt x="244" y="85"/>
                </a:cubicBezTo>
                <a:cubicBezTo>
                  <a:pt x="248" y="99"/>
                  <a:pt x="250" y="114"/>
                  <a:pt x="250" y="130"/>
                </a:cubicBezTo>
                <a:cubicBezTo>
                  <a:pt x="250" y="133"/>
                  <a:pt x="249" y="136"/>
                  <a:pt x="246" y="139"/>
                </a:cubicBezTo>
                <a:lnTo>
                  <a:pt x="63" y="139"/>
                </a:lnTo>
                <a:lnTo>
                  <a:pt x="63" y="149"/>
                </a:lnTo>
                <a:cubicBezTo>
                  <a:pt x="63" y="213"/>
                  <a:pt x="85" y="251"/>
                  <a:pt x="127" y="266"/>
                </a:cubicBezTo>
                <a:cubicBezTo>
                  <a:pt x="136" y="268"/>
                  <a:pt x="145" y="270"/>
                  <a:pt x="157" y="270"/>
                </a:cubicBezTo>
                <a:cubicBezTo>
                  <a:pt x="175" y="270"/>
                  <a:pt x="190" y="263"/>
                  <a:pt x="203" y="248"/>
                </a:cubicBezTo>
                <a:cubicBezTo>
                  <a:pt x="210" y="241"/>
                  <a:pt x="216" y="232"/>
                  <a:pt x="220" y="221"/>
                </a:cubicBezTo>
                <a:lnTo>
                  <a:pt x="227" y="206"/>
                </a:lnTo>
                <a:cubicBezTo>
                  <a:pt x="228" y="204"/>
                  <a:pt x="232" y="204"/>
                  <a:pt x="237" y="204"/>
                </a:cubicBezTo>
                <a:lnTo>
                  <a:pt x="239" y="204"/>
                </a:lnTo>
                <a:cubicBezTo>
                  <a:pt x="246" y="204"/>
                  <a:pt x="250" y="206"/>
                  <a:pt x="250" y="210"/>
                </a:cubicBezTo>
                <a:cubicBezTo>
                  <a:pt x="250" y="212"/>
                  <a:pt x="249" y="215"/>
                  <a:pt x="248" y="219"/>
                </a:cubicBezTo>
                <a:cubicBezTo>
                  <a:pt x="240" y="242"/>
                  <a:pt x="226" y="262"/>
                  <a:pt x="208" y="276"/>
                </a:cubicBezTo>
                <a:cubicBezTo>
                  <a:pt x="189" y="289"/>
                  <a:pt x="167" y="296"/>
                  <a:pt x="143" y="296"/>
                </a:cubicBezTo>
                <a:cubicBezTo>
                  <a:pt x="102" y="296"/>
                  <a:pt x="68" y="281"/>
                  <a:pt x="41" y="251"/>
                </a:cubicBezTo>
                <a:cubicBezTo>
                  <a:pt x="14" y="221"/>
                  <a:pt x="0" y="187"/>
                  <a:pt x="0" y="148"/>
                </a:cubicBezTo>
                <a:moveTo>
                  <a:pt x="197" y="111"/>
                </a:moveTo>
                <a:cubicBezTo>
                  <a:pt x="193" y="56"/>
                  <a:pt x="172" y="27"/>
                  <a:pt x="135" y="24"/>
                </a:cubicBezTo>
                <a:lnTo>
                  <a:pt x="134" y="24"/>
                </a:lnTo>
                <a:cubicBezTo>
                  <a:pt x="130" y="24"/>
                  <a:pt x="127" y="24"/>
                  <a:pt x="124" y="24"/>
                </a:cubicBezTo>
                <a:cubicBezTo>
                  <a:pt x="120" y="25"/>
                  <a:pt x="115" y="26"/>
                  <a:pt x="107" y="29"/>
                </a:cubicBezTo>
                <a:cubicBezTo>
                  <a:pt x="100" y="32"/>
                  <a:pt x="94" y="37"/>
                  <a:pt x="89" y="43"/>
                </a:cubicBezTo>
                <a:cubicBezTo>
                  <a:pt x="84" y="49"/>
                  <a:pt x="79" y="58"/>
                  <a:pt x="74" y="69"/>
                </a:cubicBezTo>
                <a:cubicBezTo>
                  <a:pt x="69" y="81"/>
                  <a:pt x="66" y="95"/>
                  <a:pt x="64" y="112"/>
                </a:cubicBezTo>
                <a:lnTo>
                  <a:pt x="64" y="116"/>
                </a:lnTo>
                <a:lnTo>
                  <a:pt x="197" y="116"/>
                </a:lnTo>
                <a:lnTo>
                  <a:pt x="197" y="11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86" name=""/>
          <p:cNvSpPr/>
          <p:nvPr/>
        </p:nvSpPr>
        <p:spPr>
          <a:xfrm>
            <a:off x="7953120" y="4045680"/>
            <a:ext cx="116280" cy="163800"/>
          </a:xfrm>
          <a:custGeom>
            <a:avLst/>
            <a:gdLst/>
            <a:ahLst/>
            <a:rect l="0" t="0" r="r" b="b"/>
            <a:pathLst>
              <a:path w="323" h="455">
                <a:moveTo>
                  <a:pt x="220" y="129"/>
                </a:moveTo>
                <a:cubicBezTo>
                  <a:pt x="220" y="122"/>
                  <a:pt x="220" y="113"/>
                  <a:pt x="220" y="103"/>
                </a:cubicBezTo>
                <a:cubicBezTo>
                  <a:pt x="220" y="93"/>
                  <a:pt x="220" y="86"/>
                  <a:pt x="220" y="82"/>
                </a:cubicBezTo>
                <a:cubicBezTo>
                  <a:pt x="220" y="62"/>
                  <a:pt x="218" y="50"/>
                  <a:pt x="214" y="46"/>
                </a:cubicBezTo>
                <a:cubicBezTo>
                  <a:pt x="209" y="41"/>
                  <a:pt x="199" y="38"/>
                  <a:pt x="181" y="37"/>
                </a:cubicBezTo>
                <a:lnTo>
                  <a:pt x="169" y="37"/>
                </a:lnTo>
                <a:lnTo>
                  <a:pt x="169" y="22"/>
                </a:lnTo>
                <a:cubicBezTo>
                  <a:pt x="169" y="13"/>
                  <a:pt x="170" y="8"/>
                  <a:pt x="171" y="8"/>
                </a:cubicBezTo>
                <a:lnTo>
                  <a:pt x="177" y="7"/>
                </a:lnTo>
                <a:cubicBezTo>
                  <a:pt x="181" y="7"/>
                  <a:pt x="188" y="6"/>
                  <a:pt x="196" y="6"/>
                </a:cubicBezTo>
                <a:cubicBezTo>
                  <a:pt x="204" y="5"/>
                  <a:pt x="212" y="5"/>
                  <a:pt x="220" y="4"/>
                </a:cubicBezTo>
                <a:cubicBezTo>
                  <a:pt x="227" y="4"/>
                  <a:pt x="235" y="4"/>
                  <a:pt x="243" y="3"/>
                </a:cubicBezTo>
                <a:cubicBezTo>
                  <a:pt x="252" y="3"/>
                  <a:pt x="258" y="2"/>
                  <a:pt x="263" y="1"/>
                </a:cubicBezTo>
                <a:cubicBezTo>
                  <a:pt x="267" y="0"/>
                  <a:pt x="269" y="0"/>
                  <a:pt x="270" y="1"/>
                </a:cubicBezTo>
                <a:lnTo>
                  <a:pt x="272" y="1"/>
                </a:lnTo>
                <a:lnTo>
                  <a:pt x="272" y="196"/>
                </a:lnTo>
                <a:cubicBezTo>
                  <a:pt x="272" y="328"/>
                  <a:pt x="272" y="395"/>
                  <a:pt x="272" y="396"/>
                </a:cubicBezTo>
                <a:cubicBezTo>
                  <a:pt x="274" y="405"/>
                  <a:pt x="277" y="410"/>
                  <a:pt x="281" y="413"/>
                </a:cubicBezTo>
                <a:cubicBezTo>
                  <a:pt x="286" y="415"/>
                  <a:pt x="297" y="417"/>
                  <a:pt x="311" y="418"/>
                </a:cubicBezTo>
                <a:lnTo>
                  <a:pt x="323" y="418"/>
                </a:lnTo>
                <a:lnTo>
                  <a:pt x="323" y="448"/>
                </a:lnTo>
                <a:cubicBezTo>
                  <a:pt x="322" y="448"/>
                  <a:pt x="306" y="449"/>
                  <a:pt x="273" y="451"/>
                </a:cubicBezTo>
                <a:cubicBezTo>
                  <a:pt x="241" y="453"/>
                  <a:pt x="224" y="455"/>
                  <a:pt x="222" y="455"/>
                </a:cubicBezTo>
                <a:lnTo>
                  <a:pt x="218" y="455"/>
                </a:lnTo>
                <a:lnTo>
                  <a:pt x="218" y="420"/>
                </a:lnTo>
                <a:lnTo>
                  <a:pt x="212" y="424"/>
                </a:lnTo>
                <a:cubicBezTo>
                  <a:pt x="188" y="445"/>
                  <a:pt x="160" y="455"/>
                  <a:pt x="129" y="455"/>
                </a:cubicBezTo>
                <a:cubicBezTo>
                  <a:pt x="96" y="455"/>
                  <a:pt x="66" y="442"/>
                  <a:pt x="39" y="416"/>
                </a:cubicBezTo>
                <a:cubicBezTo>
                  <a:pt x="13" y="390"/>
                  <a:pt x="0" y="354"/>
                  <a:pt x="0" y="309"/>
                </a:cubicBezTo>
                <a:cubicBezTo>
                  <a:pt x="0" y="266"/>
                  <a:pt x="13" y="231"/>
                  <a:pt x="40" y="204"/>
                </a:cubicBezTo>
                <a:cubicBezTo>
                  <a:pt x="67" y="177"/>
                  <a:pt x="99" y="163"/>
                  <a:pt x="135" y="163"/>
                </a:cubicBezTo>
                <a:cubicBezTo>
                  <a:pt x="167" y="163"/>
                  <a:pt x="195" y="173"/>
                  <a:pt x="220" y="194"/>
                </a:cubicBezTo>
                <a:lnTo>
                  <a:pt x="220" y="129"/>
                </a:lnTo>
                <a:moveTo>
                  <a:pt x="218" y="227"/>
                </a:moveTo>
                <a:cubicBezTo>
                  <a:pt x="198" y="200"/>
                  <a:pt x="174" y="187"/>
                  <a:pt x="145" y="187"/>
                </a:cubicBezTo>
                <a:cubicBezTo>
                  <a:pt x="124" y="187"/>
                  <a:pt x="105" y="194"/>
                  <a:pt x="89" y="210"/>
                </a:cubicBezTo>
                <a:cubicBezTo>
                  <a:pt x="77" y="222"/>
                  <a:pt x="70" y="235"/>
                  <a:pt x="67" y="251"/>
                </a:cubicBezTo>
                <a:cubicBezTo>
                  <a:pt x="64" y="266"/>
                  <a:pt x="62" y="286"/>
                  <a:pt x="62" y="311"/>
                </a:cubicBezTo>
                <a:cubicBezTo>
                  <a:pt x="62" y="336"/>
                  <a:pt x="63" y="356"/>
                  <a:pt x="66" y="371"/>
                </a:cubicBezTo>
                <a:cubicBezTo>
                  <a:pt x="69" y="386"/>
                  <a:pt x="77" y="399"/>
                  <a:pt x="89" y="410"/>
                </a:cubicBezTo>
                <a:cubicBezTo>
                  <a:pt x="102" y="424"/>
                  <a:pt x="119" y="431"/>
                  <a:pt x="139" y="431"/>
                </a:cubicBezTo>
                <a:cubicBezTo>
                  <a:pt x="170" y="431"/>
                  <a:pt x="196" y="415"/>
                  <a:pt x="218" y="382"/>
                </a:cubicBezTo>
                <a:lnTo>
                  <a:pt x="218" y="22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87" name=""/>
          <p:cNvSpPr/>
          <p:nvPr/>
        </p:nvSpPr>
        <p:spPr>
          <a:xfrm>
            <a:off x="6628680" y="3815280"/>
            <a:ext cx="1625760" cy="20160"/>
          </a:xfrm>
          <a:custGeom>
            <a:avLst/>
            <a:gdLst/>
            <a:ahLst/>
            <a:rect l="0" t="0" r="r" b="b"/>
            <a:pathLst>
              <a:path w="4516" h="56">
                <a:moveTo>
                  <a:pt x="0" y="0"/>
                </a:moveTo>
                <a:lnTo>
                  <a:pt x="4516" y="0"/>
                </a:lnTo>
                <a:lnTo>
                  <a:pt x="4516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pic>
        <p:nvPicPr>
          <p:cNvPr id="288" name=""/>
          <p:cNvPicPr/>
          <p:nvPr/>
        </p:nvPicPr>
        <p:blipFill>
          <a:blip r:embed="rId1"/>
          <a:stretch/>
        </p:blipFill>
        <p:spPr>
          <a:xfrm>
            <a:off x="571320" y="4400640"/>
            <a:ext cx="5552640" cy="238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"/>
          <p:cNvSpPr txBox="1"/>
          <p:nvPr/>
        </p:nvSpPr>
        <p:spPr>
          <a:xfrm>
            <a:off x="571320" y="2952720"/>
            <a:ext cx="77824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プールされた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IQR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で正規化 —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1-IQR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の位置シフトで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nABCD = 1.0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90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571320" y="155520"/>
            <a:ext cx="956772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nABCD </a:t>
            </a:r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の定義 — 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Wasserstein-1 </a:t>
            </a:r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を 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IQR </a:t>
            </a:r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で正規化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11927520" y="6657840"/>
            <a:ext cx="13284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98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99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00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01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02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03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04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05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06" name=""/>
          <p:cNvSpPr/>
          <p:nvPr/>
        </p:nvSpPr>
        <p:spPr>
          <a:xfrm>
            <a:off x="3197880" y="2545920"/>
            <a:ext cx="326880" cy="231480"/>
          </a:xfrm>
          <a:custGeom>
            <a:avLst/>
            <a:gdLst/>
            <a:ahLst/>
            <a:rect l="0" t="0" r="r" b="b"/>
            <a:pathLst>
              <a:path w="908" h="643">
                <a:moveTo>
                  <a:pt x="351" y="0"/>
                </a:moveTo>
                <a:cubicBezTo>
                  <a:pt x="359" y="0"/>
                  <a:pt x="374" y="1"/>
                  <a:pt x="396" y="1"/>
                </a:cubicBezTo>
                <a:cubicBezTo>
                  <a:pt x="418" y="2"/>
                  <a:pt x="438" y="2"/>
                  <a:pt x="457" y="3"/>
                </a:cubicBezTo>
                <a:cubicBezTo>
                  <a:pt x="488" y="3"/>
                  <a:pt x="514" y="3"/>
                  <a:pt x="534" y="2"/>
                </a:cubicBezTo>
                <a:cubicBezTo>
                  <a:pt x="555" y="2"/>
                  <a:pt x="567" y="1"/>
                  <a:pt x="570" y="1"/>
                </a:cubicBezTo>
                <a:cubicBezTo>
                  <a:pt x="581" y="1"/>
                  <a:pt x="586" y="4"/>
                  <a:pt x="586" y="9"/>
                </a:cubicBezTo>
                <a:cubicBezTo>
                  <a:pt x="586" y="11"/>
                  <a:pt x="585" y="15"/>
                  <a:pt x="584" y="22"/>
                </a:cubicBezTo>
                <a:cubicBezTo>
                  <a:pt x="580" y="33"/>
                  <a:pt x="578" y="39"/>
                  <a:pt x="575" y="40"/>
                </a:cubicBezTo>
                <a:cubicBezTo>
                  <a:pt x="573" y="42"/>
                  <a:pt x="566" y="42"/>
                  <a:pt x="555" y="42"/>
                </a:cubicBezTo>
                <a:cubicBezTo>
                  <a:pt x="540" y="43"/>
                  <a:pt x="528" y="44"/>
                  <a:pt x="519" y="47"/>
                </a:cubicBezTo>
                <a:cubicBezTo>
                  <a:pt x="510" y="49"/>
                  <a:pt x="503" y="52"/>
                  <a:pt x="500" y="54"/>
                </a:cubicBezTo>
                <a:cubicBezTo>
                  <a:pt x="496" y="56"/>
                  <a:pt x="495" y="59"/>
                  <a:pt x="497" y="62"/>
                </a:cubicBezTo>
                <a:cubicBezTo>
                  <a:pt x="497" y="69"/>
                  <a:pt x="502" y="142"/>
                  <a:pt x="512" y="279"/>
                </a:cubicBezTo>
                <a:cubicBezTo>
                  <a:pt x="521" y="417"/>
                  <a:pt x="526" y="489"/>
                  <a:pt x="526" y="497"/>
                </a:cubicBezTo>
                <a:lnTo>
                  <a:pt x="528" y="495"/>
                </a:lnTo>
                <a:cubicBezTo>
                  <a:pt x="529" y="493"/>
                  <a:pt x="531" y="490"/>
                  <a:pt x="533" y="485"/>
                </a:cubicBezTo>
                <a:cubicBezTo>
                  <a:pt x="536" y="481"/>
                  <a:pt x="540" y="475"/>
                  <a:pt x="544" y="468"/>
                </a:cubicBezTo>
                <a:cubicBezTo>
                  <a:pt x="549" y="461"/>
                  <a:pt x="554" y="452"/>
                  <a:pt x="560" y="441"/>
                </a:cubicBezTo>
                <a:cubicBezTo>
                  <a:pt x="565" y="430"/>
                  <a:pt x="573" y="417"/>
                  <a:pt x="582" y="404"/>
                </a:cubicBezTo>
                <a:cubicBezTo>
                  <a:pt x="591" y="390"/>
                  <a:pt x="600" y="373"/>
                  <a:pt x="609" y="354"/>
                </a:cubicBezTo>
                <a:cubicBezTo>
                  <a:pt x="618" y="336"/>
                  <a:pt x="630" y="315"/>
                  <a:pt x="645" y="292"/>
                </a:cubicBezTo>
                <a:cubicBezTo>
                  <a:pt x="709" y="181"/>
                  <a:pt x="744" y="117"/>
                  <a:pt x="753" y="101"/>
                </a:cubicBezTo>
                <a:cubicBezTo>
                  <a:pt x="761" y="86"/>
                  <a:pt x="766" y="76"/>
                  <a:pt x="767" y="72"/>
                </a:cubicBezTo>
                <a:cubicBezTo>
                  <a:pt x="767" y="63"/>
                  <a:pt x="761" y="56"/>
                  <a:pt x="749" y="50"/>
                </a:cubicBezTo>
                <a:cubicBezTo>
                  <a:pt x="738" y="45"/>
                  <a:pt x="725" y="42"/>
                  <a:pt x="711" y="42"/>
                </a:cubicBezTo>
                <a:cubicBezTo>
                  <a:pt x="703" y="42"/>
                  <a:pt x="698" y="39"/>
                  <a:pt x="698" y="33"/>
                </a:cubicBezTo>
                <a:cubicBezTo>
                  <a:pt x="698" y="31"/>
                  <a:pt x="699" y="27"/>
                  <a:pt x="700" y="21"/>
                </a:cubicBezTo>
                <a:cubicBezTo>
                  <a:pt x="703" y="12"/>
                  <a:pt x="704" y="6"/>
                  <a:pt x="706" y="4"/>
                </a:cubicBezTo>
                <a:cubicBezTo>
                  <a:pt x="707" y="2"/>
                  <a:pt x="711" y="1"/>
                  <a:pt x="718" y="1"/>
                </a:cubicBezTo>
                <a:cubicBezTo>
                  <a:pt x="720" y="1"/>
                  <a:pt x="725" y="1"/>
                  <a:pt x="734" y="1"/>
                </a:cubicBezTo>
                <a:cubicBezTo>
                  <a:pt x="742" y="1"/>
                  <a:pt x="754" y="1"/>
                  <a:pt x="769" y="1"/>
                </a:cubicBezTo>
                <a:cubicBezTo>
                  <a:pt x="784" y="1"/>
                  <a:pt x="801" y="2"/>
                  <a:pt x="818" y="2"/>
                </a:cubicBezTo>
                <a:cubicBezTo>
                  <a:pt x="858" y="2"/>
                  <a:pt x="884" y="2"/>
                  <a:pt x="896" y="0"/>
                </a:cubicBezTo>
                <a:cubicBezTo>
                  <a:pt x="904" y="0"/>
                  <a:pt x="908" y="4"/>
                  <a:pt x="908" y="10"/>
                </a:cubicBezTo>
                <a:cubicBezTo>
                  <a:pt x="908" y="14"/>
                  <a:pt x="908" y="19"/>
                  <a:pt x="906" y="26"/>
                </a:cubicBezTo>
                <a:cubicBezTo>
                  <a:pt x="904" y="32"/>
                  <a:pt x="902" y="37"/>
                  <a:pt x="899" y="39"/>
                </a:cubicBezTo>
                <a:cubicBezTo>
                  <a:pt x="897" y="42"/>
                  <a:pt x="894" y="43"/>
                  <a:pt x="890" y="42"/>
                </a:cubicBezTo>
                <a:cubicBezTo>
                  <a:pt x="877" y="42"/>
                  <a:pt x="865" y="44"/>
                  <a:pt x="854" y="48"/>
                </a:cubicBezTo>
                <a:cubicBezTo>
                  <a:pt x="843" y="51"/>
                  <a:pt x="834" y="56"/>
                  <a:pt x="827" y="60"/>
                </a:cubicBezTo>
                <a:cubicBezTo>
                  <a:pt x="819" y="65"/>
                  <a:pt x="814" y="70"/>
                  <a:pt x="809" y="76"/>
                </a:cubicBezTo>
                <a:cubicBezTo>
                  <a:pt x="805" y="81"/>
                  <a:pt x="801" y="86"/>
                  <a:pt x="798" y="90"/>
                </a:cubicBezTo>
                <a:lnTo>
                  <a:pt x="795" y="96"/>
                </a:lnTo>
                <a:lnTo>
                  <a:pt x="640" y="366"/>
                </a:lnTo>
                <a:cubicBezTo>
                  <a:pt x="538" y="546"/>
                  <a:pt x="487" y="636"/>
                  <a:pt x="486" y="637"/>
                </a:cubicBezTo>
                <a:cubicBezTo>
                  <a:pt x="483" y="641"/>
                  <a:pt x="475" y="643"/>
                  <a:pt x="464" y="643"/>
                </a:cubicBezTo>
                <a:cubicBezTo>
                  <a:pt x="455" y="643"/>
                  <a:pt x="449" y="641"/>
                  <a:pt x="447" y="638"/>
                </a:cubicBezTo>
                <a:cubicBezTo>
                  <a:pt x="445" y="637"/>
                  <a:pt x="439" y="562"/>
                  <a:pt x="430" y="414"/>
                </a:cubicBezTo>
                <a:cubicBezTo>
                  <a:pt x="420" y="266"/>
                  <a:pt x="415" y="190"/>
                  <a:pt x="414" y="185"/>
                </a:cubicBezTo>
                <a:lnTo>
                  <a:pt x="403" y="201"/>
                </a:lnTo>
                <a:cubicBezTo>
                  <a:pt x="390" y="224"/>
                  <a:pt x="351" y="292"/>
                  <a:pt x="287" y="405"/>
                </a:cubicBezTo>
                <a:cubicBezTo>
                  <a:pt x="199" y="558"/>
                  <a:pt x="155" y="635"/>
                  <a:pt x="154" y="637"/>
                </a:cubicBezTo>
                <a:cubicBezTo>
                  <a:pt x="153" y="638"/>
                  <a:pt x="151" y="639"/>
                  <a:pt x="149" y="640"/>
                </a:cubicBezTo>
                <a:cubicBezTo>
                  <a:pt x="146" y="642"/>
                  <a:pt x="141" y="643"/>
                  <a:pt x="133" y="643"/>
                </a:cubicBezTo>
                <a:cubicBezTo>
                  <a:pt x="122" y="643"/>
                  <a:pt x="115" y="641"/>
                  <a:pt x="114" y="637"/>
                </a:cubicBezTo>
                <a:cubicBezTo>
                  <a:pt x="114" y="635"/>
                  <a:pt x="107" y="538"/>
                  <a:pt x="94" y="346"/>
                </a:cubicBezTo>
                <a:cubicBezTo>
                  <a:pt x="81" y="154"/>
                  <a:pt x="74" y="57"/>
                  <a:pt x="73" y="56"/>
                </a:cubicBezTo>
                <a:cubicBezTo>
                  <a:pt x="72" y="50"/>
                  <a:pt x="69" y="47"/>
                  <a:pt x="64" y="46"/>
                </a:cubicBezTo>
                <a:cubicBezTo>
                  <a:pt x="59" y="45"/>
                  <a:pt x="47" y="43"/>
                  <a:pt x="28" y="42"/>
                </a:cubicBezTo>
                <a:lnTo>
                  <a:pt x="7" y="42"/>
                </a:lnTo>
                <a:cubicBezTo>
                  <a:pt x="2" y="38"/>
                  <a:pt x="0" y="35"/>
                  <a:pt x="0" y="32"/>
                </a:cubicBezTo>
                <a:cubicBezTo>
                  <a:pt x="1" y="18"/>
                  <a:pt x="5" y="8"/>
                  <a:pt x="12" y="0"/>
                </a:cubicBezTo>
                <a:lnTo>
                  <a:pt x="23" y="0"/>
                </a:lnTo>
                <a:cubicBezTo>
                  <a:pt x="48" y="2"/>
                  <a:pt x="79" y="3"/>
                  <a:pt x="114" y="3"/>
                </a:cubicBezTo>
                <a:cubicBezTo>
                  <a:pt x="190" y="3"/>
                  <a:pt x="231" y="2"/>
                  <a:pt x="239" y="0"/>
                </a:cubicBezTo>
                <a:lnTo>
                  <a:pt x="248" y="0"/>
                </a:lnTo>
                <a:cubicBezTo>
                  <a:pt x="251" y="4"/>
                  <a:pt x="253" y="7"/>
                  <a:pt x="253" y="9"/>
                </a:cubicBezTo>
                <a:cubicBezTo>
                  <a:pt x="253" y="10"/>
                  <a:pt x="253" y="16"/>
                  <a:pt x="251" y="25"/>
                </a:cubicBezTo>
                <a:cubicBezTo>
                  <a:pt x="248" y="34"/>
                  <a:pt x="246" y="40"/>
                  <a:pt x="243" y="42"/>
                </a:cubicBezTo>
                <a:lnTo>
                  <a:pt x="224" y="42"/>
                </a:lnTo>
                <a:cubicBezTo>
                  <a:pt x="187" y="44"/>
                  <a:pt x="167" y="49"/>
                  <a:pt x="165" y="58"/>
                </a:cubicBezTo>
                <a:cubicBezTo>
                  <a:pt x="183" y="338"/>
                  <a:pt x="193" y="485"/>
                  <a:pt x="196" y="499"/>
                </a:cubicBezTo>
                <a:lnTo>
                  <a:pt x="410" y="121"/>
                </a:lnTo>
                <a:lnTo>
                  <a:pt x="408" y="88"/>
                </a:lnTo>
                <a:cubicBezTo>
                  <a:pt x="406" y="62"/>
                  <a:pt x="403" y="49"/>
                  <a:pt x="399" y="47"/>
                </a:cubicBezTo>
                <a:cubicBezTo>
                  <a:pt x="395" y="44"/>
                  <a:pt x="382" y="43"/>
                  <a:pt x="361" y="42"/>
                </a:cubicBezTo>
                <a:cubicBezTo>
                  <a:pt x="349" y="42"/>
                  <a:pt x="341" y="42"/>
                  <a:pt x="338" y="40"/>
                </a:cubicBezTo>
                <a:cubicBezTo>
                  <a:pt x="334" y="39"/>
                  <a:pt x="332" y="36"/>
                  <a:pt x="332" y="32"/>
                </a:cubicBezTo>
                <a:cubicBezTo>
                  <a:pt x="332" y="31"/>
                  <a:pt x="333" y="27"/>
                  <a:pt x="334" y="21"/>
                </a:cubicBezTo>
                <a:cubicBezTo>
                  <a:pt x="335" y="19"/>
                  <a:pt x="335" y="16"/>
                  <a:pt x="336" y="13"/>
                </a:cubicBezTo>
                <a:cubicBezTo>
                  <a:pt x="337" y="10"/>
                  <a:pt x="337" y="8"/>
                  <a:pt x="337" y="7"/>
                </a:cubicBezTo>
                <a:cubicBezTo>
                  <a:pt x="337" y="5"/>
                  <a:pt x="338" y="4"/>
                  <a:pt x="340" y="3"/>
                </a:cubicBezTo>
                <a:cubicBezTo>
                  <a:pt x="341" y="2"/>
                  <a:pt x="343" y="1"/>
                  <a:pt x="343" y="1"/>
                </a:cubicBezTo>
                <a:cubicBezTo>
                  <a:pt x="344" y="1"/>
                  <a:pt x="346" y="1"/>
                  <a:pt x="351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07" name=""/>
          <p:cNvSpPr/>
          <p:nvPr/>
        </p:nvSpPr>
        <p:spPr>
          <a:xfrm>
            <a:off x="3520440" y="2664720"/>
            <a:ext cx="80280" cy="154440"/>
          </a:xfrm>
          <a:custGeom>
            <a:avLst/>
            <a:gdLst/>
            <a:ahLst/>
            <a:rect l="0" t="0" r="r" b="b"/>
            <a:pathLst>
              <a:path w="223" h="429">
                <a:moveTo>
                  <a:pt x="85" y="56"/>
                </a:moveTo>
                <a:lnTo>
                  <a:pt x="77" y="60"/>
                </a:lnTo>
                <a:cubicBezTo>
                  <a:pt x="71" y="62"/>
                  <a:pt x="62" y="64"/>
                  <a:pt x="50" y="66"/>
                </a:cubicBezTo>
                <a:cubicBezTo>
                  <a:pt x="39" y="68"/>
                  <a:pt x="26" y="70"/>
                  <a:pt x="12" y="71"/>
                </a:cubicBezTo>
                <a:lnTo>
                  <a:pt x="0" y="71"/>
                </a:lnTo>
                <a:lnTo>
                  <a:pt x="0" y="41"/>
                </a:lnTo>
                <a:lnTo>
                  <a:pt x="12" y="41"/>
                </a:lnTo>
                <a:cubicBezTo>
                  <a:pt x="33" y="40"/>
                  <a:pt x="51" y="37"/>
                  <a:pt x="69" y="31"/>
                </a:cubicBezTo>
                <a:cubicBezTo>
                  <a:pt x="87" y="26"/>
                  <a:pt x="99" y="21"/>
                  <a:pt x="105" y="16"/>
                </a:cubicBezTo>
                <a:cubicBezTo>
                  <a:pt x="112" y="11"/>
                  <a:pt x="118" y="7"/>
                  <a:pt x="124" y="2"/>
                </a:cubicBezTo>
                <a:cubicBezTo>
                  <a:pt x="124" y="1"/>
                  <a:pt x="127" y="0"/>
                  <a:pt x="131" y="0"/>
                </a:cubicBezTo>
                <a:cubicBezTo>
                  <a:pt x="135" y="0"/>
                  <a:pt x="139" y="1"/>
                  <a:pt x="142" y="4"/>
                </a:cubicBezTo>
                <a:lnTo>
                  <a:pt x="142" y="197"/>
                </a:lnTo>
                <a:lnTo>
                  <a:pt x="143" y="390"/>
                </a:lnTo>
                <a:cubicBezTo>
                  <a:pt x="146" y="393"/>
                  <a:pt x="148" y="395"/>
                  <a:pt x="151" y="396"/>
                </a:cubicBezTo>
                <a:cubicBezTo>
                  <a:pt x="153" y="397"/>
                  <a:pt x="158" y="398"/>
                  <a:pt x="166" y="398"/>
                </a:cubicBezTo>
                <a:cubicBezTo>
                  <a:pt x="174" y="399"/>
                  <a:pt x="187" y="400"/>
                  <a:pt x="206" y="400"/>
                </a:cubicBezTo>
                <a:lnTo>
                  <a:pt x="223" y="400"/>
                </a:lnTo>
                <a:lnTo>
                  <a:pt x="223" y="429"/>
                </a:lnTo>
                <a:lnTo>
                  <a:pt x="216" y="429"/>
                </a:lnTo>
                <a:cubicBezTo>
                  <a:pt x="207" y="428"/>
                  <a:pt x="172" y="427"/>
                  <a:pt x="113" y="427"/>
                </a:cubicBezTo>
                <a:cubicBezTo>
                  <a:pt x="54" y="427"/>
                  <a:pt x="20" y="428"/>
                  <a:pt x="11" y="429"/>
                </a:cubicBezTo>
                <a:lnTo>
                  <a:pt x="3" y="429"/>
                </a:lnTo>
                <a:lnTo>
                  <a:pt x="3" y="400"/>
                </a:lnTo>
                <a:lnTo>
                  <a:pt x="20" y="400"/>
                </a:lnTo>
                <a:cubicBezTo>
                  <a:pt x="30" y="400"/>
                  <a:pt x="38" y="400"/>
                  <a:pt x="45" y="400"/>
                </a:cubicBezTo>
                <a:cubicBezTo>
                  <a:pt x="52" y="400"/>
                  <a:pt x="58" y="400"/>
                  <a:pt x="62" y="399"/>
                </a:cubicBezTo>
                <a:cubicBezTo>
                  <a:pt x="66" y="399"/>
                  <a:pt x="69" y="398"/>
                  <a:pt x="72" y="397"/>
                </a:cubicBezTo>
                <a:cubicBezTo>
                  <a:pt x="75" y="396"/>
                  <a:pt x="77" y="396"/>
                  <a:pt x="77" y="396"/>
                </a:cubicBezTo>
                <a:cubicBezTo>
                  <a:pt x="78" y="396"/>
                  <a:pt x="79" y="395"/>
                  <a:pt x="81" y="393"/>
                </a:cubicBezTo>
                <a:cubicBezTo>
                  <a:pt x="83" y="391"/>
                  <a:pt x="84" y="390"/>
                  <a:pt x="85" y="390"/>
                </a:cubicBezTo>
                <a:lnTo>
                  <a:pt x="85" y="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08" name=""/>
          <p:cNvSpPr/>
          <p:nvPr/>
        </p:nvSpPr>
        <p:spPr>
          <a:xfrm>
            <a:off x="3664440" y="252396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0" y="455"/>
                </a:moveTo>
                <a:cubicBezTo>
                  <a:pt x="0" y="413"/>
                  <a:pt x="3" y="374"/>
                  <a:pt x="9" y="336"/>
                </a:cubicBezTo>
                <a:cubicBezTo>
                  <a:pt x="15" y="299"/>
                  <a:pt x="22" y="266"/>
                  <a:pt x="30" y="239"/>
                </a:cubicBezTo>
                <a:cubicBezTo>
                  <a:pt x="38" y="211"/>
                  <a:pt x="49" y="185"/>
                  <a:pt x="63" y="159"/>
                </a:cubicBezTo>
                <a:cubicBezTo>
                  <a:pt x="78" y="133"/>
                  <a:pt x="89" y="112"/>
                  <a:pt x="98" y="98"/>
                </a:cubicBezTo>
                <a:cubicBezTo>
                  <a:pt x="106" y="83"/>
                  <a:pt x="119" y="67"/>
                  <a:pt x="137" y="50"/>
                </a:cubicBezTo>
                <a:cubicBezTo>
                  <a:pt x="154" y="33"/>
                  <a:pt x="164" y="23"/>
                  <a:pt x="167" y="19"/>
                </a:cubicBezTo>
                <a:cubicBezTo>
                  <a:pt x="170" y="16"/>
                  <a:pt x="178" y="9"/>
                  <a:pt x="190" y="0"/>
                </a:cubicBezTo>
                <a:lnTo>
                  <a:pt x="202" y="0"/>
                </a:lnTo>
                <a:lnTo>
                  <a:pt x="205" y="0"/>
                </a:lnTo>
                <a:cubicBezTo>
                  <a:pt x="214" y="0"/>
                  <a:pt x="218" y="3"/>
                  <a:pt x="218" y="9"/>
                </a:cubicBezTo>
                <a:cubicBezTo>
                  <a:pt x="218" y="10"/>
                  <a:pt x="213" y="17"/>
                  <a:pt x="203" y="28"/>
                </a:cubicBezTo>
                <a:cubicBezTo>
                  <a:pt x="192" y="39"/>
                  <a:pt x="180" y="55"/>
                  <a:pt x="165" y="76"/>
                </a:cubicBezTo>
                <a:cubicBezTo>
                  <a:pt x="151" y="97"/>
                  <a:pt x="136" y="123"/>
                  <a:pt x="120" y="154"/>
                </a:cubicBezTo>
                <a:cubicBezTo>
                  <a:pt x="105" y="185"/>
                  <a:pt x="92" y="227"/>
                  <a:pt x="82" y="280"/>
                </a:cubicBezTo>
                <a:cubicBezTo>
                  <a:pt x="71" y="333"/>
                  <a:pt x="66" y="391"/>
                  <a:pt x="66" y="455"/>
                </a:cubicBezTo>
                <a:cubicBezTo>
                  <a:pt x="66" y="520"/>
                  <a:pt x="71" y="578"/>
                  <a:pt x="82" y="630"/>
                </a:cubicBezTo>
                <a:cubicBezTo>
                  <a:pt x="92" y="682"/>
                  <a:pt x="104" y="725"/>
                  <a:pt x="119" y="758"/>
                </a:cubicBezTo>
                <a:cubicBezTo>
                  <a:pt x="134" y="790"/>
                  <a:pt x="149" y="816"/>
                  <a:pt x="164" y="836"/>
                </a:cubicBezTo>
                <a:cubicBezTo>
                  <a:pt x="180" y="856"/>
                  <a:pt x="192" y="872"/>
                  <a:pt x="203" y="884"/>
                </a:cubicBezTo>
                <a:cubicBezTo>
                  <a:pt x="213" y="896"/>
                  <a:pt x="218" y="903"/>
                  <a:pt x="218" y="903"/>
                </a:cubicBezTo>
                <a:cubicBezTo>
                  <a:pt x="218" y="909"/>
                  <a:pt x="214" y="911"/>
                  <a:pt x="205" y="911"/>
                </a:cubicBezTo>
                <a:lnTo>
                  <a:pt x="202" y="911"/>
                </a:lnTo>
                <a:lnTo>
                  <a:pt x="190" y="911"/>
                </a:lnTo>
                <a:lnTo>
                  <a:pt x="164" y="890"/>
                </a:lnTo>
                <a:cubicBezTo>
                  <a:pt x="106" y="838"/>
                  <a:pt x="65" y="774"/>
                  <a:pt x="39" y="696"/>
                </a:cubicBezTo>
                <a:cubicBezTo>
                  <a:pt x="13" y="619"/>
                  <a:pt x="0" y="538"/>
                  <a:pt x="0" y="4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09" name=""/>
          <p:cNvSpPr/>
          <p:nvPr/>
        </p:nvSpPr>
        <p:spPr>
          <a:xfrm>
            <a:off x="3771000" y="2547000"/>
            <a:ext cx="235800" cy="223200"/>
          </a:xfrm>
          <a:custGeom>
            <a:avLst/>
            <a:gdLst/>
            <a:ahLst/>
            <a:rect l="0" t="0" r="r" b="b"/>
            <a:pathLst>
              <a:path w="655" h="620">
                <a:moveTo>
                  <a:pt x="16" y="619"/>
                </a:moveTo>
                <a:cubicBezTo>
                  <a:pt x="6" y="619"/>
                  <a:pt x="0" y="616"/>
                  <a:pt x="0" y="610"/>
                </a:cubicBezTo>
                <a:cubicBezTo>
                  <a:pt x="0" y="609"/>
                  <a:pt x="1" y="604"/>
                  <a:pt x="3" y="597"/>
                </a:cubicBezTo>
                <a:cubicBezTo>
                  <a:pt x="6" y="587"/>
                  <a:pt x="8" y="582"/>
                  <a:pt x="10" y="581"/>
                </a:cubicBezTo>
                <a:cubicBezTo>
                  <a:pt x="13" y="580"/>
                  <a:pt x="20" y="579"/>
                  <a:pt x="31" y="578"/>
                </a:cubicBezTo>
                <a:cubicBezTo>
                  <a:pt x="48" y="578"/>
                  <a:pt x="66" y="577"/>
                  <a:pt x="86" y="575"/>
                </a:cubicBezTo>
                <a:cubicBezTo>
                  <a:pt x="94" y="573"/>
                  <a:pt x="100" y="570"/>
                  <a:pt x="103" y="564"/>
                </a:cubicBezTo>
                <a:cubicBezTo>
                  <a:pt x="104" y="561"/>
                  <a:pt x="126" y="476"/>
                  <a:pt x="168" y="309"/>
                </a:cubicBezTo>
                <a:cubicBezTo>
                  <a:pt x="210" y="141"/>
                  <a:pt x="231" y="56"/>
                  <a:pt x="231" y="54"/>
                </a:cubicBezTo>
                <a:cubicBezTo>
                  <a:pt x="231" y="50"/>
                  <a:pt x="230" y="47"/>
                  <a:pt x="228" y="47"/>
                </a:cubicBezTo>
                <a:cubicBezTo>
                  <a:pt x="223" y="46"/>
                  <a:pt x="207" y="44"/>
                  <a:pt x="180" y="43"/>
                </a:cubicBezTo>
                <a:lnTo>
                  <a:pt x="151" y="43"/>
                </a:lnTo>
                <a:cubicBezTo>
                  <a:pt x="148" y="39"/>
                  <a:pt x="146" y="37"/>
                  <a:pt x="146" y="36"/>
                </a:cubicBezTo>
                <a:cubicBezTo>
                  <a:pt x="146" y="34"/>
                  <a:pt x="147" y="28"/>
                  <a:pt x="148" y="19"/>
                </a:cubicBezTo>
                <a:cubicBezTo>
                  <a:pt x="150" y="9"/>
                  <a:pt x="153" y="2"/>
                  <a:pt x="157" y="0"/>
                </a:cubicBezTo>
                <a:lnTo>
                  <a:pt x="648" y="0"/>
                </a:lnTo>
                <a:cubicBezTo>
                  <a:pt x="653" y="2"/>
                  <a:pt x="655" y="6"/>
                  <a:pt x="655" y="10"/>
                </a:cubicBezTo>
                <a:cubicBezTo>
                  <a:pt x="655" y="13"/>
                  <a:pt x="651" y="48"/>
                  <a:pt x="643" y="113"/>
                </a:cubicBezTo>
                <a:cubicBezTo>
                  <a:pt x="635" y="178"/>
                  <a:pt x="631" y="211"/>
                  <a:pt x="630" y="213"/>
                </a:cubicBezTo>
                <a:cubicBezTo>
                  <a:pt x="629" y="217"/>
                  <a:pt x="623" y="219"/>
                  <a:pt x="612" y="219"/>
                </a:cubicBezTo>
                <a:lnTo>
                  <a:pt x="601" y="219"/>
                </a:lnTo>
                <a:cubicBezTo>
                  <a:pt x="597" y="216"/>
                  <a:pt x="595" y="212"/>
                  <a:pt x="595" y="208"/>
                </a:cubicBezTo>
                <a:cubicBezTo>
                  <a:pt x="595" y="207"/>
                  <a:pt x="596" y="200"/>
                  <a:pt x="597" y="186"/>
                </a:cubicBezTo>
                <a:cubicBezTo>
                  <a:pt x="599" y="172"/>
                  <a:pt x="600" y="156"/>
                  <a:pt x="600" y="138"/>
                </a:cubicBezTo>
                <a:cubicBezTo>
                  <a:pt x="600" y="119"/>
                  <a:pt x="598" y="104"/>
                  <a:pt x="594" y="93"/>
                </a:cubicBezTo>
                <a:cubicBezTo>
                  <a:pt x="590" y="81"/>
                  <a:pt x="584" y="72"/>
                  <a:pt x="576" y="65"/>
                </a:cubicBezTo>
                <a:cubicBezTo>
                  <a:pt x="569" y="57"/>
                  <a:pt x="558" y="53"/>
                  <a:pt x="543" y="50"/>
                </a:cubicBezTo>
                <a:cubicBezTo>
                  <a:pt x="528" y="48"/>
                  <a:pt x="512" y="46"/>
                  <a:pt x="496" y="44"/>
                </a:cubicBezTo>
                <a:cubicBezTo>
                  <a:pt x="481" y="42"/>
                  <a:pt x="459" y="42"/>
                  <a:pt x="431" y="43"/>
                </a:cubicBezTo>
                <a:lnTo>
                  <a:pt x="410" y="43"/>
                </a:lnTo>
                <a:cubicBezTo>
                  <a:pt x="360" y="44"/>
                  <a:pt x="334" y="44"/>
                  <a:pt x="331" y="46"/>
                </a:cubicBezTo>
                <a:cubicBezTo>
                  <a:pt x="328" y="47"/>
                  <a:pt x="326" y="49"/>
                  <a:pt x="324" y="53"/>
                </a:cubicBezTo>
                <a:cubicBezTo>
                  <a:pt x="324" y="54"/>
                  <a:pt x="313" y="93"/>
                  <a:pt x="292" y="172"/>
                </a:cubicBezTo>
                <a:lnTo>
                  <a:pt x="263" y="290"/>
                </a:lnTo>
                <a:lnTo>
                  <a:pt x="314" y="290"/>
                </a:lnTo>
                <a:cubicBezTo>
                  <a:pt x="316" y="290"/>
                  <a:pt x="323" y="290"/>
                  <a:pt x="335" y="290"/>
                </a:cubicBezTo>
                <a:cubicBezTo>
                  <a:pt x="347" y="290"/>
                  <a:pt x="356" y="289"/>
                  <a:pt x="361" y="289"/>
                </a:cubicBezTo>
                <a:cubicBezTo>
                  <a:pt x="366" y="288"/>
                  <a:pt x="372" y="287"/>
                  <a:pt x="381" y="286"/>
                </a:cubicBezTo>
                <a:cubicBezTo>
                  <a:pt x="389" y="285"/>
                  <a:pt x="397" y="283"/>
                  <a:pt x="403" y="280"/>
                </a:cubicBezTo>
                <a:cubicBezTo>
                  <a:pt x="409" y="276"/>
                  <a:pt x="414" y="273"/>
                  <a:pt x="418" y="269"/>
                </a:cubicBezTo>
                <a:cubicBezTo>
                  <a:pt x="426" y="261"/>
                  <a:pt x="433" y="251"/>
                  <a:pt x="438" y="239"/>
                </a:cubicBezTo>
                <a:cubicBezTo>
                  <a:pt x="444" y="226"/>
                  <a:pt x="448" y="214"/>
                  <a:pt x="450" y="204"/>
                </a:cubicBezTo>
                <a:cubicBezTo>
                  <a:pt x="452" y="194"/>
                  <a:pt x="454" y="188"/>
                  <a:pt x="455" y="188"/>
                </a:cubicBezTo>
                <a:cubicBezTo>
                  <a:pt x="456" y="185"/>
                  <a:pt x="462" y="183"/>
                  <a:pt x="472" y="183"/>
                </a:cubicBezTo>
                <a:lnTo>
                  <a:pt x="483" y="183"/>
                </a:lnTo>
                <a:cubicBezTo>
                  <a:pt x="487" y="186"/>
                  <a:pt x="489" y="189"/>
                  <a:pt x="489" y="192"/>
                </a:cubicBezTo>
                <a:cubicBezTo>
                  <a:pt x="489" y="194"/>
                  <a:pt x="480" y="234"/>
                  <a:pt x="461" y="311"/>
                </a:cubicBezTo>
                <a:cubicBezTo>
                  <a:pt x="442" y="389"/>
                  <a:pt x="432" y="429"/>
                  <a:pt x="430" y="431"/>
                </a:cubicBezTo>
                <a:cubicBezTo>
                  <a:pt x="429" y="436"/>
                  <a:pt x="423" y="438"/>
                  <a:pt x="412" y="438"/>
                </a:cubicBezTo>
                <a:lnTo>
                  <a:pt x="401" y="438"/>
                </a:lnTo>
                <a:cubicBezTo>
                  <a:pt x="397" y="434"/>
                  <a:pt x="394" y="431"/>
                  <a:pt x="394" y="427"/>
                </a:cubicBezTo>
                <a:cubicBezTo>
                  <a:pt x="394" y="425"/>
                  <a:pt x="396" y="418"/>
                  <a:pt x="399" y="407"/>
                </a:cubicBezTo>
                <a:cubicBezTo>
                  <a:pt x="402" y="395"/>
                  <a:pt x="404" y="383"/>
                  <a:pt x="404" y="371"/>
                </a:cubicBezTo>
                <a:cubicBezTo>
                  <a:pt x="404" y="353"/>
                  <a:pt x="398" y="342"/>
                  <a:pt x="385" y="338"/>
                </a:cubicBezTo>
                <a:cubicBezTo>
                  <a:pt x="373" y="334"/>
                  <a:pt x="346" y="331"/>
                  <a:pt x="304" y="331"/>
                </a:cubicBezTo>
                <a:lnTo>
                  <a:pt x="253" y="331"/>
                </a:lnTo>
                <a:lnTo>
                  <a:pt x="224" y="447"/>
                </a:lnTo>
                <a:cubicBezTo>
                  <a:pt x="205" y="522"/>
                  <a:pt x="195" y="562"/>
                  <a:pt x="195" y="565"/>
                </a:cubicBezTo>
                <a:cubicBezTo>
                  <a:pt x="195" y="574"/>
                  <a:pt x="222" y="578"/>
                  <a:pt x="276" y="578"/>
                </a:cubicBezTo>
                <a:lnTo>
                  <a:pt x="299" y="578"/>
                </a:lnTo>
                <a:cubicBezTo>
                  <a:pt x="303" y="582"/>
                  <a:pt x="305" y="584"/>
                  <a:pt x="305" y="584"/>
                </a:cubicBezTo>
                <a:cubicBezTo>
                  <a:pt x="305" y="585"/>
                  <a:pt x="305" y="591"/>
                  <a:pt x="303" y="603"/>
                </a:cubicBezTo>
                <a:cubicBezTo>
                  <a:pt x="301" y="610"/>
                  <a:pt x="297" y="616"/>
                  <a:pt x="293" y="620"/>
                </a:cubicBezTo>
                <a:lnTo>
                  <a:pt x="278" y="620"/>
                </a:lnTo>
                <a:cubicBezTo>
                  <a:pt x="253" y="619"/>
                  <a:pt x="207" y="618"/>
                  <a:pt x="140" y="618"/>
                </a:cubicBezTo>
                <a:cubicBezTo>
                  <a:pt x="101" y="618"/>
                  <a:pt x="71" y="618"/>
                  <a:pt x="50" y="618"/>
                </a:cubicBezTo>
                <a:cubicBezTo>
                  <a:pt x="30" y="618"/>
                  <a:pt x="18" y="618"/>
                  <a:pt x="16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10" name=""/>
          <p:cNvSpPr/>
          <p:nvPr/>
        </p:nvSpPr>
        <p:spPr>
          <a:xfrm>
            <a:off x="4001760" y="2664720"/>
            <a:ext cx="79920" cy="154440"/>
          </a:xfrm>
          <a:custGeom>
            <a:avLst/>
            <a:gdLst/>
            <a:ahLst/>
            <a:rect l="0" t="0" r="r" b="b"/>
            <a:pathLst>
              <a:path w="222" h="429">
                <a:moveTo>
                  <a:pt x="84" y="56"/>
                </a:moveTo>
                <a:lnTo>
                  <a:pt x="76" y="60"/>
                </a:lnTo>
                <a:cubicBezTo>
                  <a:pt x="70" y="62"/>
                  <a:pt x="61" y="64"/>
                  <a:pt x="50" y="66"/>
                </a:cubicBezTo>
                <a:cubicBezTo>
                  <a:pt x="38" y="68"/>
                  <a:pt x="26" y="70"/>
                  <a:pt x="12" y="71"/>
                </a:cubicBezTo>
                <a:lnTo>
                  <a:pt x="0" y="71"/>
                </a:lnTo>
                <a:lnTo>
                  <a:pt x="0" y="41"/>
                </a:lnTo>
                <a:lnTo>
                  <a:pt x="12" y="41"/>
                </a:lnTo>
                <a:cubicBezTo>
                  <a:pt x="32" y="40"/>
                  <a:pt x="52" y="37"/>
                  <a:pt x="69" y="31"/>
                </a:cubicBezTo>
                <a:cubicBezTo>
                  <a:pt x="86" y="26"/>
                  <a:pt x="98" y="21"/>
                  <a:pt x="105" y="16"/>
                </a:cubicBezTo>
                <a:cubicBezTo>
                  <a:pt x="112" y="11"/>
                  <a:pt x="118" y="7"/>
                  <a:pt x="123" y="2"/>
                </a:cubicBezTo>
                <a:cubicBezTo>
                  <a:pt x="124" y="1"/>
                  <a:pt x="126" y="0"/>
                  <a:pt x="131" y="0"/>
                </a:cubicBezTo>
                <a:cubicBezTo>
                  <a:pt x="135" y="0"/>
                  <a:pt x="138" y="1"/>
                  <a:pt x="142" y="4"/>
                </a:cubicBezTo>
                <a:lnTo>
                  <a:pt x="142" y="197"/>
                </a:lnTo>
                <a:lnTo>
                  <a:pt x="142" y="390"/>
                </a:lnTo>
                <a:cubicBezTo>
                  <a:pt x="145" y="393"/>
                  <a:pt x="148" y="395"/>
                  <a:pt x="150" y="396"/>
                </a:cubicBezTo>
                <a:cubicBezTo>
                  <a:pt x="152" y="397"/>
                  <a:pt x="157" y="398"/>
                  <a:pt x="165" y="398"/>
                </a:cubicBezTo>
                <a:cubicBezTo>
                  <a:pt x="174" y="399"/>
                  <a:pt x="187" y="400"/>
                  <a:pt x="205" y="400"/>
                </a:cubicBezTo>
                <a:lnTo>
                  <a:pt x="222" y="400"/>
                </a:lnTo>
                <a:lnTo>
                  <a:pt x="222" y="429"/>
                </a:lnTo>
                <a:lnTo>
                  <a:pt x="215" y="429"/>
                </a:lnTo>
                <a:cubicBezTo>
                  <a:pt x="206" y="428"/>
                  <a:pt x="172" y="427"/>
                  <a:pt x="113" y="427"/>
                </a:cubicBezTo>
                <a:cubicBezTo>
                  <a:pt x="54" y="427"/>
                  <a:pt x="20" y="428"/>
                  <a:pt x="11" y="429"/>
                </a:cubicBezTo>
                <a:lnTo>
                  <a:pt x="3" y="429"/>
                </a:lnTo>
                <a:lnTo>
                  <a:pt x="3" y="400"/>
                </a:lnTo>
                <a:lnTo>
                  <a:pt x="20" y="400"/>
                </a:lnTo>
                <a:cubicBezTo>
                  <a:pt x="29" y="400"/>
                  <a:pt x="37" y="400"/>
                  <a:pt x="44" y="400"/>
                </a:cubicBezTo>
                <a:cubicBezTo>
                  <a:pt x="52" y="400"/>
                  <a:pt x="57" y="400"/>
                  <a:pt x="61" y="399"/>
                </a:cubicBezTo>
                <a:cubicBezTo>
                  <a:pt x="65" y="399"/>
                  <a:pt x="68" y="398"/>
                  <a:pt x="71" y="397"/>
                </a:cubicBezTo>
                <a:cubicBezTo>
                  <a:pt x="74" y="396"/>
                  <a:pt x="76" y="396"/>
                  <a:pt x="77" y="396"/>
                </a:cubicBezTo>
                <a:cubicBezTo>
                  <a:pt x="77" y="396"/>
                  <a:pt x="78" y="395"/>
                  <a:pt x="80" y="393"/>
                </a:cubicBezTo>
                <a:cubicBezTo>
                  <a:pt x="83" y="391"/>
                  <a:pt x="84" y="390"/>
                  <a:pt x="84" y="390"/>
                </a:cubicBezTo>
                <a:lnTo>
                  <a:pt x="84" y="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11" name=""/>
          <p:cNvSpPr/>
          <p:nvPr/>
        </p:nvSpPr>
        <p:spPr>
          <a:xfrm>
            <a:off x="4140000" y="2730240"/>
            <a:ext cx="43920" cy="103320"/>
          </a:xfrm>
          <a:custGeom>
            <a:avLst/>
            <a:gdLst/>
            <a:ahLst/>
            <a:rect l="0" t="0" r="r" b="b"/>
            <a:pathLst>
              <a:path w="122" h="287">
                <a:moveTo>
                  <a:pt x="0" y="78"/>
                </a:moveTo>
                <a:cubicBezTo>
                  <a:pt x="0" y="78"/>
                  <a:pt x="0" y="70"/>
                  <a:pt x="0" y="55"/>
                </a:cubicBezTo>
                <a:cubicBezTo>
                  <a:pt x="0" y="40"/>
                  <a:pt x="5" y="27"/>
                  <a:pt x="15" y="16"/>
                </a:cubicBezTo>
                <a:cubicBezTo>
                  <a:pt x="25" y="5"/>
                  <a:pt x="38" y="0"/>
                  <a:pt x="54" y="0"/>
                </a:cubicBezTo>
                <a:cubicBezTo>
                  <a:pt x="71" y="0"/>
                  <a:pt x="87" y="7"/>
                  <a:pt x="101" y="22"/>
                </a:cubicBezTo>
                <a:cubicBezTo>
                  <a:pt x="114" y="38"/>
                  <a:pt x="121" y="64"/>
                  <a:pt x="122" y="103"/>
                </a:cubicBezTo>
                <a:cubicBezTo>
                  <a:pt x="122" y="124"/>
                  <a:pt x="119" y="144"/>
                  <a:pt x="113" y="164"/>
                </a:cubicBezTo>
                <a:cubicBezTo>
                  <a:pt x="108" y="184"/>
                  <a:pt x="102" y="202"/>
                  <a:pt x="94" y="216"/>
                </a:cubicBezTo>
                <a:cubicBezTo>
                  <a:pt x="87" y="231"/>
                  <a:pt x="78" y="243"/>
                  <a:pt x="70" y="254"/>
                </a:cubicBezTo>
                <a:cubicBezTo>
                  <a:pt x="61" y="264"/>
                  <a:pt x="54" y="272"/>
                  <a:pt x="48" y="278"/>
                </a:cubicBezTo>
                <a:cubicBezTo>
                  <a:pt x="42" y="285"/>
                  <a:pt x="38" y="288"/>
                  <a:pt x="36" y="287"/>
                </a:cubicBezTo>
                <a:cubicBezTo>
                  <a:pt x="34" y="287"/>
                  <a:pt x="30" y="285"/>
                  <a:pt x="24" y="278"/>
                </a:cubicBezTo>
                <a:cubicBezTo>
                  <a:pt x="19" y="273"/>
                  <a:pt x="16" y="269"/>
                  <a:pt x="16" y="266"/>
                </a:cubicBezTo>
                <a:cubicBezTo>
                  <a:pt x="16" y="264"/>
                  <a:pt x="19" y="259"/>
                  <a:pt x="26" y="252"/>
                </a:cubicBezTo>
                <a:cubicBezTo>
                  <a:pt x="33" y="245"/>
                  <a:pt x="40" y="235"/>
                  <a:pt x="49" y="225"/>
                </a:cubicBezTo>
                <a:cubicBezTo>
                  <a:pt x="57" y="214"/>
                  <a:pt x="65" y="198"/>
                  <a:pt x="72" y="179"/>
                </a:cubicBezTo>
                <a:cubicBezTo>
                  <a:pt x="81" y="160"/>
                  <a:pt x="86" y="137"/>
                  <a:pt x="88" y="113"/>
                </a:cubicBezTo>
                <a:lnTo>
                  <a:pt x="88" y="102"/>
                </a:lnTo>
                <a:lnTo>
                  <a:pt x="87" y="103"/>
                </a:lnTo>
                <a:cubicBezTo>
                  <a:pt x="86" y="103"/>
                  <a:pt x="84" y="104"/>
                  <a:pt x="82" y="104"/>
                </a:cubicBezTo>
                <a:cubicBezTo>
                  <a:pt x="81" y="105"/>
                  <a:pt x="78" y="106"/>
                  <a:pt x="76" y="107"/>
                </a:cubicBezTo>
                <a:cubicBezTo>
                  <a:pt x="74" y="108"/>
                  <a:pt x="71" y="109"/>
                  <a:pt x="68" y="109"/>
                </a:cubicBezTo>
                <a:cubicBezTo>
                  <a:pt x="64" y="109"/>
                  <a:pt x="61" y="109"/>
                  <a:pt x="57" y="110"/>
                </a:cubicBezTo>
                <a:cubicBezTo>
                  <a:pt x="41" y="110"/>
                  <a:pt x="27" y="105"/>
                  <a:pt x="17" y="94"/>
                </a:cubicBezTo>
                <a:lnTo>
                  <a:pt x="0" y="7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12" name=""/>
          <p:cNvSpPr/>
          <p:nvPr/>
        </p:nvSpPr>
        <p:spPr>
          <a:xfrm>
            <a:off x="4270320" y="2547000"/>
            <a:ext cx="235800" cy="223200"/>
          </a:xfrm>
          <a:custGeom>
            <a:avLst/>
            <a:gdLst/>
            <a:ahLst/>
            <a:rect l="0" t="0" r="r" b="b"/>
            <a:pathLst>
              <a:path w="655" h="620">
                <a:moveTo>
                  <a:pt x="16" y="619"/>
                </a:moveTo>
                <a:cubicBezTo>
                  <a:pt x="6" y="619"/>
                  <a:pt x="0" y="616"/>
                  <a:pt x="0" y="610"/>
                </a:cubicBezTo>
                <a:cubicBezTo>
                  <a:pt x="0" y="609"/>
                  <a:pt x="1" y="604"/>
                  <a:pt x="3" y="597"/>
                </a:cubicBezTo>
                <a:cubicBezTo>
                  <a:pt x="6" y="587"/>
                  <a:pt x="8" y="582"/>
                  <a:pt x="10" y="581"/>
                </a:cubicBezTo>
                <a:cubicBezTo>
                  <a:pt x="13" y="580"/>
                  <a:pt x="20" y="579"/>
                  <a:pt x="31" y="578"/>
                </a:cubicBezTo>
                <a:cubicBezTo>
                  <a:pt x="48" y="578"/>
                  <a:pt x="66" y="577"/>
                  <a:pt x="86" y="575"/>
                </a:cubicBezTo>
                <a:cubicBezTo>
                  <a:pt x="94" y="573"/>
                  <a:pt x="100" y="570"/>
                  <a:pt x="103" y="564"/>
                </a:cubicBezTo>
                <a:cubicBezTo>
                  <a:pt x="104" y="561"/>
                  <a:pt x="126" y="476"/>
                  <a:pt x="168" y="309"/>
                </a:cubicBezTo>
                <a:cubicBezTo>
                  <a:pt x="210" y="141"/>
                  <a:pt x="232" y="56"/>
                  <a:pt x="233" y="54"/>
                </a:cubicBezTo>
                <a:cubicBezTo>
                  <a:pt x="233" y="50"/>
                  <a:pt x="231" y="47"/>
                  <a:pt x="229" y="47"/>
                </a:cubicBezTo>
                <a:cubicBezTo>
                  <a:pt x="224" y="46"/>
                  <a:pt x="207" y="44"/>
                  <a:pt x="180" y="43"/>
                </a:cubicBezTo>
                <a:lnTo>
                  <a:pt x="151" y="43"/>
                </a:lnTo>
                <a:cubicBezTo>
                  <a:pt x="148" y="39"/>
                  <a:pt x="146" y="37"/>
                  <a:pt x="146" y="36"/>
                </a:cubicBezTo>
                <a:cubicBezTo>
                  <a:pt x="146" y="34"/>
                  <a:pt x="147" y="28"/>
                  <a:pt x="148" y="19"/>
                </a:cubicBezTo>
                <a:cubicBezTo>
                  <a:pt x="150" y="9"/>
                  <a:pt x="153" y="2"/>
                  <a:pt x="157" y="0"/>
                </a:cubicBezTo>
                <a:lnTo>
                  <a:pt x="648" y="0"/>
                </a:lnTo>
                <a:cubicBezTo>
                  <a:pt x="653" y="2"/>
                  <a:pt x="655" y="6"/>
                  <a:pt x="655" y="10"/>
                </a:cubicBezTo>
                <a:cubicBezTo>
                  <a:pt x="655" y="13"/>
                  <a:pt x="651" y="48"/>
                  <a:pt x="643" y="113"/>
                </a:cubicBezTo>
                <a:cubicBezTo>
                  <a:pt x="635" y="178"/>
                  <a:pt x="631" y="211"/>
                  <a:pt x="630" y="213"/>
                </a:cubicBezTo>
                <a:cubicBezTo>
                  <a:pt x="629" y="217"/>
                  <a:pt x="623" y="219"/>
                  <a:pt x="612" y="219"/>
                </a:cubicBezTo>
                <a:lnTo>
                  <a:pt x="601" y="219"/>
                </a:lnTo>
                <a:cubicBezTo>
                  <a:pt x="597" y="216"/>
                  <a:pt x="595" y="212"/>
                  <a:pt x="595" y="208"/>
                </a:cubicBezTo>
                <a:cubicBezTo>
                  <a:pt x="595" y="207"/>
                  <a:pt x="596" y="200"/>
                  <a:pt x="597" y="186"/>
                </a:cubicBezTo>
                <a:cubicBezTo>
                  <a:pt x="599" y="172"/>
                  <a:pt x="600" y="156"/>
                  <a:pt x="600" y="138"/>
                </a:cubicBezTo>
                <a:cubicBezTo>
                  <a:pt x="600" y="119"/>
                  <a:pt x="598" y="104"/>
                  <a:pt x="594" y="93"/>
                </a:cubicBezTo>
                <a:cubicBezTo>
                  <a:pt x="590" y="81"/>
                  <a:pt x="584" y="72"/>
                  <a:pt x="577" y="65"/>
                </a:cubicBezTo>
                <a:cubicBezTo>
                  <a:pt x="569" y="57"/>
                  <a:pt x="558" y="53"/>
                  <a:pt x="543" y="50"/>
                </a:cubicBezTo>
                <a:cubicBezTo>
                  <a:pt x="528" y="48"/>
                  <a:pt x="512" y="46"/>
                  <a:pt x="496" y="44"/>
                </a:cubicBezTo>
                <a:cubicBezTo>
                  <a:pt x="481" y="42"/>
                  <a:pt x="459" y="42"/>
                  <a:pt x="431" y="43"/>
                </a:cubicBezTo>
                <a:lnTo>
                  <a:pt x="410" y="43"/>
                </a:lnTo>
                <a:cubicBezTo>
                  <a:pt x="360" y="44"/>
                  <a:pt x="334" y="44"/>
                  <a:pt x="331" y="46"/>
                </a:cubicBezTo>
                <a:cubicBezTo>
                  <a:pt x="328" y="47"/>
                  <a:pt x="326" y="49"/>
                  <a:pt x="324" y="53"/>
                </a:cubicBezTo>
                <a:cubicBezTo>
                  <a:pt x="324" y="54"/>
                  <a:pt x="314" y="93"/>
                  <a:pt x="294" y="172"/>
                </a:cubicBezTo>
                <a:lnTo>
                  <a:pt x="264" y="290"/>
                </a:lnTo>
                <a:lnTo>
                  <a:pt x="314" y="290"/>
                </a:lnTo>
                <a:cubicBezTo>
                  <a:pt x="316" y="290"/>
                  <a:pt x="323" y="290"/>
                  <a:pt x="335" y="290"/>
                </a:cubicBezTo>
                <a:cubicBezTo>
                  <a:pt x="348" y="290"/>
                  <a:pt x="356" y="289"/>
                  <a:pt x="361" y="289"/>
                </a:cubicBezTo>
                <a:cubicBezTo>
                  <a:pt x="366" y="288"/>
                  <a:pt x="372" y="287"/>
                  <a:pt x="381" y="286"/>
                </a:cubicBezTo>
                <a:cubicBezTo>
                  <a:pt x="389" y="285"/>
                  <a:pt x="397" y="283"/>
                  <a:pt x="403" y="280"/>
                </a:cubicBezTo>
                <a:cubicBezTo>
                  <a:pt x="409" y="276"/>
                  <a:pt x="414" y="273"/>
                  <a:pt x="418" y="269"/>
                </a:cubicBezTo>
                <a:cubicBezTo>
                  <a:pt x="426" y="261"/>
                  <a:pt x="433" y="251"/>
                  <a:pt x="438" y="239"/>
                </a:cubicBezTo>
                <a:cubicBezTo>
                  <a:pt x="444" y="226"/>
                  <a:pt x="448" y="214"/>
                  <a:pt x="450" y="204"/>
                </a:cubicBezTo>
                <a:cubicBezTo>
                  <a:pt x="452" y="194"/>
                  <a:pt x="454" y="188"/>
                  <a:pt x="455" y="188"/>
                </a:cubicBezTo>
                <a:cubicBezTo>
                  <a:pt x="456" y="185"/>
                  <a:pt x="462" y="183"/>
                  <a:pt x="472" y="183"/>
                </a:cubicBezTo>
                <a:lnTo>
                  <a:pt x="483" y="183"/>
                </a:lnTo>
                <a:cubicBezTo>
                  <a:pt x="487" y="186"/>
                  <a:pt x="489" y="189"/>
                  <a:pt x="489" y="192"/>
                </a:cubicBezTo>
                <a:cubicBezTo>
                  <a:pt x="489" y="194"/>
                  <a:pt x="480" y="234"/>
                  <a:pt x="461" y="311"/>
                </a:cubicBezTo>
                <a:cubicBezTo>
                  <a:pt x="442" y="389"/>
                  <a:pt x="432" y="429"/>
                  <a:pt x="430" y="431"/>
                </a:cubicBezTo>
                <a:cubicBezTo>
                  <a:pt x="429" y="436"/>
                  <a:pt x="423" y="438"/>
                  <a:pt x="412" y="438"/>
                </a:cubicBezTo>
                <a:lnTo>
                  <a:pt x="401" y="438"/>
                </a:lnTo>
                <a:cubicBezTo>
                  <a:pt x="397" y="434"/>
                  <a:pt x="395" y="431"/>
                  <a:pt x="395" y="427"/>
                </a:cubicBezTo>
                <a:cubicBezTo>
                  <a:pt x="395" y="425"/>
                  <a:pt x="396" y="418"/>
                  <a:pt x="399" y="407"/>
                </a:cubicBezTo>
                <a:cubicBezTo>
                  <a:pt x="402" y="395"/>
                  <a:pt x="404" y="383"/>
                  <a:pt x="404" y="371"/>
                </a:cubicBezTo>
                <a:cubicBezTo>
                  <a:pt x="404" y="353"/>
                  <a:pt x="398" y="342"/>
                  <a:pt x="385" y="338"/>
                </a:cubicBezTo>
                <a:cubicBezTo>
                  <a:pt x="373" y="334"/>
                  <a:pt x="346" y="331"/>
                  <a:pt x="304" y="331"/>
                </a:cubicBezTo>
                <a:lnTo>
                  <a:pt x="254" y="331"/>
                </a:lnTo>
                <a:lnTo>
                  <a:pt x="225" y="447"/>
                </a:lnTo>
                <a:cubicBezTo>
                  <a:pt x="205" y="522"/>
                  <a:pt x="195" y="562"/>
                  <a:pt x="195" y="565"/>
                </a:cubicBezTo>
                <a:cubicBezTo>
                  <a:pt x="195" y="574"/>
                  <a:pt x="223" y="578"/>
                  <a:pt x="277" y="578"/>
                </a:cubicBezTo>
                <a:lnTo>
                  <a:pt x="300" y="578"/>
                </a:lnTo>
                <a:cubicBezTo>
                  <a:pt x="304" y="582"/>
                  <a:pt x="305" y="584"/>
                  <a:pt x="305" y="584"/>
                </a:cubicBezTo>
                <a:cubicBezTo>
                  <a:pt x="305" y="585"/>
                  <a:pt x="305" y="591"/>
                  <a:pt x="304" y="603"/>
                </a:cubicBezTo>
                <a:cubicBezTo>
                  <a:pt x="301" y="610"/>
                  <a:pt x="298" y="616"/>
                  <a:pt x="294" y="620"/>
                </a:cubicBezTo>
                <a:lnTo>
                  <a:pt x="279" y="620"/>
                </a:lnTo>
                <a:cubicBezTo>
                  <a:pt x="254" y="619"/>
                  <a:pt x="207" y="618"/>
                  <a:pt x="141" y="618"/>
                </a:cubicBezTo>
                <a:cubicBezTo>
                  <a:pt x="101" y="618"/>
                  <a:pt x="71" y="618"/>
                  <a:pt x="50" y="618"/>
                </a:cubicBezTo>
                <a:cubicBezTo>
                  <a:pt x="30" y="618"/>
                  <a:pt x="18" y="618"/>
                  <a:pt x="16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13" name=""/>
          <p:cNvSpPr/>
          <p:nvPr/>
        </p:nvSpPr>
        <p:spPr>
          <a:xfrm>
            <a:off x="4493520" y="2664720"/>
            <a:ext cx="92520" cy="154440"/>
          </a:xfrm>
          <a:custGeom>
            <a:avLst/>
            <a:gdLst/>
            <a:ahLst/>
            <a:rect l="0" t="0" r="r" b="b"/>
            <a:pathLst>
              <a:path w="257" h="429">
                <a:moveTo>
                  <a:pt x="37" y="153"/>
                </a:moveTo>
                <a:cubicBezTo>
                  <a:pt x="26" y="153"/>
                  <a:pt x="17" y="149"/>
                  <a:pt x="10" y="142"/>
                </a:cubicBezTo>
                <a:cubicBezTo>
                  <a:pt x="3" y="134"/>
                  <a:pt x="0" y="125"/>
                  <a:pt x="0" y="113"/>
                </a:cubicBezTo>
                <a:cubicBezTo>
                  <a:pt x="0" y="82"/>
                  <a:pt x="11" y="56"/>
                  <a:pt x="34" y="33"/>
                </a:cubicBezTo>
                <a:cubicBezTo>
                  <a:pt x="56" y="11"/>
                  <a:pt x="85" y="0"/>
                  <a:pt x="119" y="0"/>
                </a:cubicBezTo>
                <a:cubicBezTo>
                  <a:pt x="158" y="0"/>
                  <a:pt x="191" y="12"/>
                  <a:pt x="217" y="36"/>
                </a:cubicBezTo>
                <a:cubicBezTo>
                  <a:pt x="244" y="60"/>
                  <a:pt x="257" y="92"/>
                  <a:pt x="257" y="130"/>
                </a:cubicBezTo>
                <a:cubicBezTo>
                  <a:pt x="257" y="149"/>
                  <a:pt x="253" y="166"/>
                  <a:pt x="244" y="183"/>
                </a:cubicBezTo>
                <a:cubicBezTo>
                  <a:pt x="236" y="200"/>
                  <a:pt x="225" y="214"/>
                  <a:pt x="213" y="227"/>
                </a:cubicBezTo>
                <a:cubicBezTo>
                  <a:pt x="201" y="239"/>
                  <a:pt x="183" y="255"/>
                  <a:pt x="161" y="274"/>
                </a:cubicBezTo>
                <a:cubicBezTo>
                  <a:pt x="146" y="288"/>
                  <a:pt x="124" y="307"/>
                  <a:pt x="97" y="333"/>
                </a:cubicBezTo>
                <a:lnTo>
                  <a:pt x="59" y="370"/>
                </a:lnTo>
                <a:lnTo>
                  <a:pt x="108" y="370"/>
                </a:lnTo>
                <a:cubicBezTo>
                  <a:pt x="175" y="370"/>
                  <a:pt x="212" y="369"/>
                  <a:pt x="216" y="367"/>
                </a:cubicBezTo>
                <a:cubicBezTo>
                  <a:pt x="219" y="366"/>
                  <a:pt x="224" y="347"/>
                  <a:pt x="231" y="310"/>
                </a:cubicBezTo>
                <a:lnTo>
                  <a:pt x="231" y="308"/>
                </a:lnTo>
                <a:lnTo>
                  <a:pt x="257" y="308"/>
                </a:lnTo>
                <a:lnTo>
                  <a:pt x="257" y="310"/>
                </a:lnTo>
                <a:cubicBezTo>
                  <a:pt x="257" y="311"/>
                  <a:pt x="254" y="330"/>
                  <a:pt x="249" y="368"/>
                </a:cubicBezTo>
                <a:cubicBezTo>
                  <a:pt x="244" y="406"/>
                  <a:pt x="240" y="426"/>
                  <a:pt x="239" y="427"/>
                </a:cubicBezTo>
                <a:lnTo>
                  <a:pt x="239" y="429"/>
                </a:lnTo>
                <a:lnTo>
                  <a:pt x="0" y="429"/>
                </a:lnTo>
                <a:lnTo>
                  <a:pt x="0" y="417"/>
                </a:lnTo>
                <a:lnTo>
                  <a:pt x="0" y="409"/>
                </a:lnTo>
                <a:cubicBezTo>
                  <a:pt x="0" y="406"/>
                  <a:pt x="1" y="403"/>
                  <a:pt x="3" y="400"/>
                </a:cubicBezTo>
                <a:cubicBezTo>
                  <a:pt x="6" y="396"/>
                  <a:pt x="12" y="389"/>
                  <a:pt x="23" y="377"/>
                </a:cubicBezTo>
                <a:cubicBezTo>
                  <a:pt x="35" y="364"/>
                  <a:pt x="46" y="352"/>
                  <a:pt x="55" y="341"/>
                </a:cubicBezTo>
                <a:cubicBezTo>
                  <a:pt x="59" y="337"/>
                  <a:pt x="66" y="329"/>
                  <a:pt x="77" y="317"/>
                </a:cubicBezTo>
                <a:cubicBezTo>
                  <a:pt x="87" y="306"/>
                  <a:pt x="95" y="298"/>
                  <a:pt x="99" y="294"/>
                </a:cubicBezTo>
                <a:cubicBezTo>
                  <a:pt x="102" y="289"/>
                  <a:pt x="109" y="282"/>
                  <a:pt x="117" y="272"/>
                </a:cubicBezTo>
                <a:cubicBezTo>
                  <a:pt x="126" y="263"/>
                  <a:pt x="132" y="255"/>
                  <a:pt x="135" y="250"/>
                </a:cubicBezTo>
                <a:cubicBezTo>
                  <a:pt x="139" y="246"/>
                  <a:pt x="144" y="239"/>
                  <a:pt x="150" y="231"/>
                </a:cubicBezTo>
                <a:cubicBezTo>
                  <a:pt x="157" y="223"/>
                  <a:pt x="161" y="216"/>
                  <a:pt x="164" y="211"/>
                </a:cubicBezTo>
                <a:cubicBezTo>
                  <a:pt x="166" y="205"/>
                  <a:pt x="169" y="199"/>
                  <a:pt x="173" y="192"/>
                </a:cubicBezTo>
                <a:cubicBezTo>
                  <a:pt x="177" y="185"/>
                  <a:pt x="180" y="178"/>
                  <a:pt x="182" y="171"/>
                </a:cubicBezTo>
                <a:cubicBezTo>
                  <a:pt x="183" y="165"/>
                  <a:pt x="185" y="158"/>
                  <a:pt x="186" y="152"/>
                </a:cubicBezTo>
                <a:cubicBezTo>
                  <a:pt x="187" y="146"/>
                  <a:pt x="188" y="139"/>
                  <a:pt x="188" y="131"/>
                </a:cubicBezTo>
                <a:cubicBezTo>
                  <a:pt x="188" y="104"/>
                  <a:pt x="181" y="79"/>
                  <a:pt x="166" y="60"/>
                </a:cubicBezTo>
                <a:cubicBezTo>
                  <a:pt x="152" y="40"/>
                  <a:pt x="131" y="30"/>
                  <a:pt x="104" y="30"/>
                </a:cubicBezTo>
                <a:cubicBezTo>
                  <a:pt x="90" y="30"/>
                  <a:pt x="77" y="34"/>
                  <a:pt x="66" y="41"/>
                </a:cubicBezTo>
                <a:cubicBezTo>
                  <a:pt x="56" y="48"/>
                  <a:pt x="48" y="55"/>
                  <a:pt x="44" y="62"/>
                </a:cubicBezTo>
                <a:cubicBezTo>
                  <a:pt x="40" y="69"/>
                  <a:pt x="37" y="73"/>
                  <a:pt x="37" y="75"/>
                </a:cubicBezTo>
                <a:cubicBezTo>
                  <a:pt x="37" y="75"/>
                  <a:pt x="39" y="75"/>
                  <a:pt x="41" y="75"/>
                </a:cubicBezTo>
                <a:cubicBezTo>
                  <a:pt x="48" y="75"/>
                  <a:pt x="56" y="78"/>
                  <a:pt x="65" y="84"/>
                </a:cubicBezTo>
                <a:cubicBezTo>
                  <a:pt x="73" y="91"/>
                  <a:pt x="77" y="101"/>
                  <a:pt x="77" y="115"/>
                </a:cubicBezTo>
                <a:cubicBezTo>
                  <a:pt x="77" y="125"/>
                  <a:pt x="73" y="134"/>
                  <a:pt x="66" y="142"/>
                </a:cubicBezTo>
                <a:cubicBezTo>
                  <a:pt x="60" y="149"/>
                  <a:pt x="50" y="153"/>
                  <a:pt x="37" y="15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14" name=""/>
          <p:cNvSpPr/>
          <p:nvPr/>
        </p:nvSpPr>
        <p:spPr>
          <a:xfrm>
            <a:off x="4632120" y="252396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4" y="22"/>
                </a:lnTo>
                <a:cubicBezTo>
                  <a:pt x="111" y="74"/>
                  <a:pt x="153" y="138"/>
                  <a:pt x="179" y="215"/>
                </a:cubicBezTo>
                <a:cubicBezTo>
                  <a:pt x="205" y="292"/>
                  <a:pt x="218" y="372"/>
                  <a:pt x="218" y="455"/>
                </a:cubicBezTo>
                <a:cubicBezTo>
                  <a:pt x="218" y="497"/>
                  <a:pt x="215" y="536"/>
                  <a:pt x="209" y="575"/>
                </a:cubicBezTo>
                <a:cubicBezTo>
                  <a:pt x="203" y="613"/>
                  <a:pt x="196" y="645"/>
                  <a:pt x="188" y="672"/>
                </a:cubicBezTo>
                <a:cubicBezTo>
                  <a:pt x="180" y="699"/>
                  <a:pt x="169" y="726"/>
                  <a:pt x="154" y="753"/>
                </a:cubicBezTo>
                <a:cubicBezTo>
                  <a:pt x="140" y="780"/>
                  <a:pt x="128" y="800"/>
                  <a:pt x="120" y="814"/>
                </a:cubicBezTo>
                <a:cubicBezTo>
                  <a:pt x="111" y="828"/>
                  <a:pt x="99" y="843"/>
                  <a:pt x="82" y="860"/>
                </a:cubicBezTo>
                <a:cubicBezTo>
                  <a:pt x="66" y="877"/>
                  <a:pt x="56" y="887"/>
                  <a:pt x="53" y="890"/>
                </a:cubicBezTo>
                <a:cubicBezTo>
                  <a:pt x="50" y="893"/>
                  <a:pt x="42" y="899"/>
                  <a:pt x="31" y="908"/>
                </a:cubicBezTo>
                <a:cubicBezTo>
                  <a:pt x="30" y="910"/>
                  <a:pt x="28" y="911"/>
                  <a:pt x="28" y="911"/>
                </a:cubicBezTo>
                <a:lnTo>
                  <a:pt x="17" y="911"/>
                </a:lnTo>
                <a:cubicBezTo>
                  <a:pt x="12" y="911"/>
                  <a:pt x="9" y="911"/>
                  <a:pt x="7" y="911"/>
                </a:cubicBezTo>
                <a:cubicBezTo>
                  <a:pt x="5" y="911"/>
                  <a:pt x="4" y="910"/>
                  <a:pt x="2" y="909"/>
                </a:cubicBezTo>
                <a:cubicBezTo>
                  <a:pt x="1" y="907"/>
                  <a:pt x="0" y="904"/>
                  <a:pt x="0" y="900"/>
                </a:cubicBezTo>
                <a:cubicBezTo>
                  <a:pt x="0" y="900"/>
                  <a:pt x="4" y="896"/>
                  <a:pt x="10" y="889"/>
                </a:cubicBezTo>
                <a:cubicBezTo>
                  <a:pt x="105" y="791"/>
                  <a:pt x="152" y="646"/>
                  <a:pt x="152" y="455"/>
                </a:cubicBezTo>
                <a:cubicBezTo>
                  <a:pt x="152" y="265"/>
                  <a:pt x="105" y="121"/>
                  <a:pt x="10" y="23"/>
                </a:cubicBezTo>
                <a:cubicBezTo>
                  <a:pt x="4" y="16"/>
                  <a:pt x="0" y="12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15" name=""/>
          <p:cNvSpPr/>
          <p:nvPr/>
        </p:nvSpPr>
        <p:spPr>
          <a:xfrm>
            <a:off x="4850640" y="2649600"/>
            <a:ext cx="218520" cy="77040"/>
          </a:xfrm>
          <a:custGeom>
            <a:avLst/>
            <a:gdLst/>
            <a:ahLst/>
            <a:rect l="0" t="0" r="r" b="b"/>
            <a:pathLst>
              <a:path w="607" h="214">
                <a:moveTo>
                  <a:pt x="0" y="18"/>
                </a:moveTo>
                <a:cubicBezTo>
                  <a:pt x="0" y="10"/>
                  <a:pt x="5" y="4"/>
                  <a:pt x="13" y="0"/>
                </a:cubicBezTo>
                <a:lnTo>
                  <a:pt x="594" y="0"/>
                </a:lnTo>
                <a:cubicBezTo>
                  <a:pt x="603" y="5"/>
                  <a:pt x="607" y="11"/>
                  <a:pt x="607" y="18"/>
                </a:cubicBezTo>
                <a:cubicBezTo>
                  <a:pt x="607" y="25"/>
                  <a:pt x="603" y="31"/>
                  <a:pt x="595" y="35"/>
                </a:cubicBezTo>
                <a:lnTo>
                  <a:pt x="305" y="36"/>
                </a:lnTo>
                <a:lnTo>
                  <a:pt x="15" y="36"/>
                </a:lnTo>
                <a:cubicBezTo>
                  <a:pt x="5" y="33"/>
                  <a:pt x="0" y="27"/>
                  <a:pt x="0" y="18"/>
                </a:cubicBezTo>
                <a:moveTo>
                  <a:pt x="0" y="196"/>
                </a:moveTo>
                <a:cubicBezTo>
                  <a:pt x="0" y="187"/>
                  <a:pt x="5" y="180"/>
                  <a:pt x="15" y="177"/>
                </a:cubicBezTo>
                <a:lnTo>
                  <a:pt x="595" y="177"/>
                </a:lnTo>
                <a:cubicBezTo>
                  <a:pt x="603" y="183"/>
                  <a:pt x="607" y="190"/>
                  <a:pt x="607" y="196"/>
                </a:cubicBezTo>
                <a:cubicBezTo>
                  <a:pt x="607" y="204"/>
                  <a:pt x="603" y="210"/>
                  <a:pt x="594" y="214"/>
                </a:cubicBezTo>
                <a:lnTo>
                  <a:pt x="13" y="214"/>
                </a:lnTo>
                <a:cubicBezTo>
                  <a:pt x="5" y="210"/>
                  <a:pt x="0" y="204"/>
                  <a:pt x="0" y="19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16" name=""/>
          <p:cNvSpPr/>
          <p:nvPr/>
        </p:nvSpPr>
        <p:spPr>
          <a:xfrm>
            <a:off x="5398920" y="2622960"/>
            <a:ext cx="107280" cy="150840"/>
          </a:xfrm>
          <a:custGeom>
            <a:avLst/>
            <a:gdLst/>
            <a:ahLst/>
            <a:rect l="0" t="0" r="r" b="b"/>
            <a:pathLst>
              <a:path w="298" h="419">
                <a:moveTo>
                  <a:pt x="239" y="121"/>
                </a:moveTo>
                <a:cubicBezTo>
                  <a:pt x="239" y="97"/>
                  <a:pt x="231" y="76"/>
                  <a:pt x="214" y="59"/>
                </a:cubicBezTo>
                <a:cubicBezTo>
                  <a:pt x="198" y="41"/>
                  <a:pt x="174" y="32"/>
                  <a:pt x="143" y="32"/>
                </a:cubicBezTo>
                <a:cubicBezTo>
                  <a:pt x="121" y="32"/>
                  <a:pt x="103" y="36"/>
                  <a:pt x="87" y="44"/>
                </a:cubicBezTo>
                <a:cubicBezTo>
                  <a:pt x="69" y="55"/>
                  <a:pt x="60" y="71"/>
                  <a:pt x="60" y="91"/>
                </a:cubicBezTo>
                <a:cubicBezTo>
                  <a:pt x="59" y="94"/>
                  <a:pt x="59" y="98"/>
                  <a:pt x="60" y="103"/>
                </a:cubicBezTo>
                <a:cubicBezTo>
                  <a:pt x="60" y="108"/>
                  <a:pt x="65" y="115"/>
                  <a:pt x="74" y="125"/>
                </a:cubicBezTo>
                <a:cubicBezTo>
                  <a:pt x="83" y="135"/>
                  <a:pt x="96" y="142"/>
                  <a:pt x="113" y="148"/>
                </a:cubicBezTo>
                <a:cubicBezTo>
                  <a:pt x="124" y="151"/>
                  <a:pt x="137" y="153"/>
                  <a:pt x="153" y="156"/>
                </a:cubicBezTo>
                <a:cubicBezTo>
                  <a:pt x="169" y="158"/>
                  <a:pt x="182" y="161"/>
                  <a:pt x="193" y="164"/>
                </a:cubicBezTo>
                <a:cubicBezTo>
                  <a:pt x="204" y="167"/>
                  <a:pt x="214" y="171"/>
                  <a:pt x="222" y="176"/>
                </a:cubicBezTo>
                <a:cubicBezTo>
                  <a:pt x="233" y="181"/>
                  <a:pt x="243" y="187"/>
                  <a:pt x="253" y="194"/>
                </a:cubicBezTo>
                <a:cubicBezTo>
                  <a:pt x="263" y="201"/>
                  <a:pt x="273" y="214"/>
                  <a:pt x="283" y="231"/>
                </a:cubicBezTo>
                <a:cubicBezTo>
                  <a:pt x="292" y="249"/>
                  <a:pt x="297" y="268"/>
                  <a:pt x="298" y="288"/>
                </a:cubicBezTo>
                <a:cubicBezTo>
                  <a:pt x="298" y="325"/>
                  <a:pt x="287" y="356"/>
                  <a:pt x="263" y="381"/>
                </a:cubicBezTo>
                <a:cubicBezTo>
                  <a:pt x="239" y="405"/>
                  <a:pt x="202" y="417"/>
                  <a:pt x="151" y="418"/>
                </a:cubicBezTo>
                <a:lnTo>
                  <a:pt x="143" y="418"/>
                </a:lnTo>
                <a:cubicBezTo>
                  <a:pt x="112" y="418"/>
                  <a:pt x="83" y="407"/>
                  <a:pt x="56" y="385"/>
                </a:cubicBezTo>
                <a:lnTo>
                  <a:pt x="49" y="392"/>
                </a:lnTo>
                <a:lnTo>
                  <a:pt x="40" y="400"/>
                </a:lnTo>
                <a:cubicBezTo>
                  <a:pt x="37" y="403"/>
                  <a:pt x="33" y="407"/>
                  <a:pt x="29" y="410"/>
                </a:cubicBezTo>
                <a:lnTo>
                  <a:pt x="19" y="419"/>
                </a:lnTo>
                <a:lnTo>
                  <a:pt x="12" y="419"/>
                </a:lnTo>
                <a:lnTo>
                  <a:pt x="9" y="419"/>
                </a:lnTo>
                <a:cubicBezTo>
                  <a:pt x="7" y="419"/>
                  <a:pt x="4" y="417"/>
                  <a:pt x="0" y="413"/>
                </a:cubicBezTo>
                <a:lnTo>
                  <a:pt x="0" y="342"/>
                </a:lnTo>
                <a:lnTo>
                  <a:pt x="0" y="289"/>
                </a:lnTo>
                <a:cubicBezTo>
                  <a:pt x="0" y="276"/>
                  <a:pt x="1" y="268"/>
                  <a:pt x="2" y="266"/>
                </a:cubicBezTo>
                <a:cubicBezTo>
                  <a:pt x="3" y="264"/>
                  <a:pt x="6" y="262"/>
                  <a:pt x="11" y="261"/>
                </a:cubicBezTo>
                <a:lnTo>
                  <a:pt x="19" y="261"/>
                </a:lnTo>
                <a:cubicBezTo>
                  <a:pt x="27" y="261"/>
                  <a:pt x="32" y="263"/>
                  <a:pt x="34" y="265"/>
                </a:cubicBezTo>
                <a:cubicBezTo>
                  <a:pt x="36" y="268"/>
                  <a:pt x="38" y="271"/>
                  <a:pt x="39" y="276"/>
                </a:cubicBezTo>
                <a:cubicBezTo>
                  <a:pt x="39" y="281"/>
                  <a:pt x="41" y="289"/>
                  <a:pt x="45" y="301"/>
                </a:cubicBezTo>
                <a:cubicBezTo>
                  <a:pt x="49" y="312"/>
                  <a:pt x="54" y="325"/>
                  <a:pt x="62" y="339"/>
                </a:cubicBezTo>
                <a:cubicBezTo>
                  <a:pt x="83" y="370"/>
                  <a:pt x="113" y="385"/>
                  <a:pt x="151" y="385"/>
                </a:cubicBezTo>
                <a:cubicBezTo>
                  <a:pt x="209" y="385"/>
                  <a:pt x="239" y="362"/>
                  <a:pt x="239" y="314"/>
                </a:cubicBezTo>
                <a:cubicBezTo>
                  <a:pt x="239" y="297"/>
                  <a:pt x="233" y="282"/>
                  <a:pt x="222" y="271"/>
                </a:cubicBezTo>
                <a:cubicBezTo>
                  <a:pt x="210" y="257"/>
                  <a:pt x="185" y="246"/>
                  <a:pt x="147" y="239"/>
                </a:cubicBezTo>
                <a:cubicBezTo>
                  <a:pt x="109" y="231"/>
                  <a:pt x="83" y="224"/>
                  <a:pt x="71" y="218"/>
                </a:cubicBezTo>
                <a:cubicBezTo>
                  <a:pt x="50" y="207"/>
                  <a:pt x="32" y="193"/>
                  <a:pt x="19" y="176"/>
                </a:cubicBezTo>
                <a:cubicBezTo>
                  <a:pt x="7" y="158"/>
                  <a:pt x="0" y="139"/>
                  <a:pt x="0" y="119"/>
                </a:cubicBezTo>
                <a:cubicBezTo>
                  <a:pt x="0" y="96"/>
                  <a:pt x="6" y="76"/>
                  <a:pt x="16" y="59"/>
                </a:cubicBezTo>
                <a:cubicBezTo>
                  <a:pt x="26" y="43"/>
                  <a:pt x="39" y="31"/>
                  <a:pt x="55" y="23"/>
                </a:cubicBezTo>
                <a:cubicBezTo>
                  <a:pt x="71" y="15"/>
                  <a:pt x="86" y="9"/>
                  <a:pt x="100" y="6"/>
                </a:cubicBezTo>
                <a:cubicBezTo>
                  <a:pt x="115" y="3"/>
                  <a:pt x="128" y="1"/>
                  <a:pt x="141" y="1"/>
                </a:cubicBezTo>
                <a:lnTo>
                  <a:pt x="151" y="1"/>
                </a:lnTo>
                <a:cubicBezTo>
                  <a:pt x="175" y="1"/>
                  <a:pt x="196" y="6"/>
                  <a:pt x="214" y="16"/>
                </a:cubicBezTo>
                <a:lnTo>
                  <a:pt x="228" y="23"/>
                </a:lnTo>
                <a:lnTo>
                  <a:pt x="236" y="17"/>
                </a:lnTo>
                <a:cubicBezTo>
                  <a:pt x="242" y="10"/>
                  <a:pt x="250" y="5"/>
                  <a:pt x="257" y="0"/>
                </a:cubicBezTo>
                <a:lnTo>
                  <a:pt x="264" y="0"/>
                </a:lnTo>
                <a:lnTo>
                  <a:pt x="268" y="0"/>
                </a:lnTo>
                <a:cubicBezTo>
                  <a:pt x="270" y="0"/>
                  <a:pt x="273" y="2"/>
                  <a:pt x="276" y="6"/>
                </a:cubicBezTo>
                <a:lnTo>
                  <a:pt x="276" y="127"/>
                </a:lnTo>
                <a:lnTo>
                  <a:pt x="271" y="132"/>
                </a:lnTo>
                <a:lnTo>
                  <a:pt x="244" y="132"/>
                </a:lnTo>
                <a:cubicBezTo>
                  <a:pt x="241" y="129"/>
                  <a:pt x="239" y="125"/>
                  <a:pt x="239" y="12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17" name=""/>
          <p:cNvSpPr/>
          <p:nvPr/>
        </p:nvSpPr>
        <p:spPr>
          <a:xfrm>
            <a:off x="5525640" y="2624760"/>
            <a:ext cx="169560" cy="149040"/>
          </a:xfrm>
          <a:custGeom>
            <a:avLst/>
            <a:gdLst/>
            <a:ahLst/>
            <a:rect l="0" t="0" r="r" b="b"/>
            <a:pathLst>
              <a:path w="471" h="414">
                <a:moveTo>
                  <a:pt x="325" y="351"/>
                </a:moveTo>
                <a:cubicBezTo>
                  <a:pt x="291" y="392"/>
                  <a:pt x="253" y="413"/>
                  <a:pt x="210" y="413"/>
                </a:cubicBezTo>
                <a:lnTo>
                  <a:pt x="203" y="413"/>
                </a:lnTo>
                <a:cubicBezTo>
                  <a:pt x="128" y="413"/>
                  <a:pt x="84" y="383"/>
                  <a:pt x="72" y="322"/>
                </a:cubicBezTo>
                <a:cubicBezTo>
                  <a:pt x="72" y="318"/>
                  <a:pt x="71" y="276"/>
                  <a:pt x="71" y="197"/>
                </a:cubicBezTo>
                <a:cubicBezTo>
                  <a:pt x="70" y="131"/>
                  <a:pt x="70" y="94"/>
                  <a:pt x="70" y="86"/>
                </a:cubicBezTo>
                <a:cubicBezTo>
                  <a:pt x="70" y="78"/>
                  <a:pt x="68" y="72"/>
                  <a:pt x="64" y="67"/>
                </a:cubicBezTo>
                <a:cubicBezTo>
                  <a:pt x="58" y="57"/>
                  <a:pt x="40" y="53"/>
                  <a:pt x="10" y="53"/>
                </a:cubicBezTo>
                <a:lnTo>
                  <a:pt x="0" y="53"/>
                </a:lnTo>
                <a:lnTo>
                  <a:pt x="0" y="32"/>
                </a:lnTo>
                <a:cubicBezTo>
                  <a:pt x="0" y="18"/>
                  <a:pt x="0" y="11"/>
                  <a:pt x="1" y="11"/>
                </a:cubicBezTo>
                <a:lnTo>
                  <a:pt x="11" y="10"/>
                </a:lnTo>
                <a:cubicBezTo>
                  <a:pt x="18" y="9"/>
                  <a:pt x="26" y="9"/>
                  <a:pt x="38" y="8"/>
                </a:cubicBezTo>
                <a:cubicBezTo>
                  <a:pt x="49" y="7"/>
                  <a:pt x="61" y="7"/>
                  <a:pt x="72" y="6"/>
                </a:cubicBezTo>
                <a:cubicBezTo>
                  <a:pt x="83" y="5"/>
                  <a:pt x="94" y="5"/>
                  <a:pt x="106" y="4"/>
                </a:cubicBezTo>
                <a:cubicBezTo>
                  <a:pt x="118" y="4"/>
                  <a:pt x="127" y="3"/>
                  <a:pt x="133" y="2"/>
                </a:cubicBezTo>
                <a:cubicBezTo>
                  <a:pt x="139" y="0"/>
                  <a:pt x="143" y="0"/>
                  <a:pt x="144" y="1"/>
                </a:cubicBezTo>
                <a:lnTo>
                  <a:pt x="147" y="1"/>
                </a:lnTo>
                <a:lnTo>
                  <a:pt x="147" y="165"/>
                </a:lnTo>
                <a:cubicBezTo>
                  <a:pt x="148" y="277"/>
                  <a:pt x="149" y="338"/>
                  <a:pt x="150" y="346"/>
                </a:cubicBezTo>
                <a:cubicBezTo>
                  <a:pt x="152" y="355"/>
                  <a:pt x="156" y="362"/>
                  <a:pt x="163" y="367"/>
                </a:cubicBezTo>
                <a:cubicBezTo>
                  <a:pt x="175" y="376"/>
                  <a:pt x="193" y="380"/>
                  <a:pt x="217" y="380"/>
                </a:cubicBezTo>
                <a:cubicBezTo>
                  <a:pt x="233" y="380"/>
                  <a:pt x="247" y="377"/>
                  <a:pt x="260" y="372"/>
                </a:cubicBezTo>
                <a:cubicBezTo>
                  <a:pt x="273" y="367"/>
                  <a:pt x="282" y="360"/>
                  <a:pt x="289" y="351"/>
                </a:cubicBezTo>
                <a:cubicBezTo>
                  <a:pt x="296" y="343"/>
                  <a:pt x="302" y="333"/>
                  <a:pt x="307" y="321"/>
                </a:cubicBezTo>
                <a:cubicBezTo>
                  <a:pt x="313" y="310"/>
                  <a:pt x="316" y="301"/>
                  <a:pt x="318" y="294"/>
                </a:cubicBezTo>
                <a:cubicBezTo>
                  <a:pt x="320" y="286"/>
                  <a:pt x="321" y="279"/>
                  <a:pt x="322" y="272"/>
                </a:cubicBezTo>
                <a:cubicBezTo>
                  <a:pt x="322" y="271"/>
                  <a:pt x="322" y="266"/>
                  <a:pt x="322" y="256"/>
                </a:cubicBezTo>
                <a:cubicBezTo>
                  <a:pt x="322" y="247"/>
                  <a:pt x="322" y="235"/>
                  <a:pt x="323" y="220"/>
                </a:cubicBezTo>
                <a:cubicBezTo>
                  <a:pt x="323" y="205"/>
                  <a:pt x="323" y="191"/>
                  <a:pt x="323" y="177"/>
                </a:cubicBezTo>
                <a:lnTo>
                  <a:pt x="323" y="116"/>
                </a:lnTo>
                <a:cubicBezTo>
                  <a:pt x="323" y="88"/>
                  <a:pt x="320" y="71"/>
                  <a:pt x="314" y="64"/>
                </a:cubicBezTo>
                <a:cubicBezTo>
                  <a:pt x="308" y="58"/>
                  <a:pt x="292" y="54"/>
                  <a:pt x="268" y="53"/>
                </a:cubicBezTo>
                <a:lnTo>
                  <a:pt x="252" y="53"/>
                </a:lnTo>
                <a:lnTo>
                  <a:pt x="252" y="11"/>
                </a:lnTo>
                <a:cubicBezTo>
                  <a:pt x="253" y="11"/>
                  <a:pt x="276" y="9"/>
                  <a:pt x="321" y="6"/>
                </a:cubicBezTo>
                <a:cubicBezTo>
                  <a:pt x="366" y="3"/>
                  <a:pt x="390" y="1"/>
                  <a:pt x="393" y="1"/>
                </a:cubicBezTo>
                <a:lnTo>
                  <a:pt x="400" y="1"/>
                </a:lnTo>
                <a:lnTo>
                  <a:pt x="400" y="163"/>
                </a:lnTo>
                <a:cubicBezTo>
                  <a:pt x="400" y="272"/>
                  <a:pt x="400" y="327"/>
                  <a:pt x="401" y="329"/>
                </a:cubicBezTo>
                <a:cubicBezTo>
                  <a:pt x="403" y="342"/>
                  <a:pt x="407" y="350"/>
                  <a:pt x="414" y="354"/>
                </a:cubicBezTo>
                <a:cubicBezTo>
                  <a:pt x="420" y="357"/>
                  <a:pt x="434" y="360"/>
                  <a:pt x="455" y="362"/>
                </a:cubicBezTo>
                <a:lnTo>
                  <a:pt x="471" y="362"/>
                </a:lnTo>
                <a:lnTo>
                  <a:pt x="471" y="404"/>
                </a:lnTo>
                <a:cubicBezTo>
                  <a:pt x="470" y="404"/>
                  <a:pt x="447" y="405"/>
                  <a:pt x="403" y="408"/>
                </a:cubicBezTo>
                <a:cubicBezTo>
                  <a:pt x="358" y="411"/>
                  <a:pt x="334" y="413"/>
                  <a:pt x="332" y="414"/>
                </a:cubicBezTo>
                <a:lnTo>
                  <a:pt x="325" y="414"/>
                </a:lnTo>
                <a:lnTo>
                  <a:pt x="325" y="3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18" name=""/>
          <p:cNvSpPr/>
          <p:nvPr/>
        </p:nvSpPr>
        <p:spPr>
          <a:xfrm>
            <a:off x="5706000" y="2624760"/>
            <a:ext cx="164880" cy="208800"/>
          </a:xfrm>
          <a:custGeom>
            <a:avLst/>
            <a:gdLst/>
            <a:ahLst/>
            <a:rect l="0" t="0" r="r" b="b"/>
            <a:pathLst>
              <a:path w="458" h="580">
                <a:moveTo>
                  <a:pt x="15" y="539"/>
                </a:moveTo>
                <a:lnTo>
                  <a:pt x="27" y="539"/>
                </a:lnTo>
                <a:cubicBezTo>
                  <a:pt x="51" y="539"/>
                  <a:pt x="65" y="534"/>
                  <a:pt x="70" y="525"/>
                </a:cubicBezTo>
                <a:lnTo>
                  <a:pt x="70" y="518"/>
                </a:lnTo>
                <a:cubicBezTo>
                  <a:pt x="70" y="513"/>
                  <a:pt x="70" y="508"/>
                  <a:pt x="70" y="500"/>
                </a:cubicBezTo>
                <a:cubicBezTo>
                  <a:pt x="70" y="493"/>
                  <a:pt x="70" y="484"/>
                  <a:pt x="70" y="473"/>
                </a:cubicBezTo>
                <a:cubicBezTo>
                  <a:pt x="70" y="462"/>
                  <a:pt x="70" y="450"/>
                  <a:pt x="71" y="437"/>
                </a:cubicBezTo>
                <a:cubicBezTo>
                  <a:pt x="72" y="425"/>
                  <a:pt x="72" y="411"/>
                  <a:pt x="71" y="397"/>
                </a:cubicBezTo>
                <a:cubicBezTo>
                  <a:pt x="70" y="383"/>
                  <a:pt x="70" y="369"/>
                  <a:pt x="71" y="353"/>
                </a:cubicBezTo>
                <a:cubicBezTo>
                  <a:pt x="72" y="337"/>
                  <a:pt x="72" y="322"/>
                  <a:pt x="71" y="306"/>
                </a:cubicBezTo>
                <a:cubicBezTo>
                  <a:pt x="71" y="286"/>
                  <a:pt x="71" y="264"/>
                  <a:pt x="71" y="242"/>
                </a:cubicBezTo>
                <a:cubicBezTo>
                  <a:pt x="71" y="219"/>
                  <a:pt x="71" y="199"/>
                  <a:pt x="71" y="182"/>
                </a:cubicBezTo>
                <a:cubicBezTo>
                  <a:pt x="71" y="164"/>
                  <a:pt x="71" y="148"/>
                  <a:pt x="71" y="133"/>
                </a:cubicBezTo>
                <a:cubicBezTo>
                  <a:pt x="71" y="119"/>
                  <a:pt x="71" y="107"/>
                  <a:pt x="70" y="98"/>
                </a:cubicBezTo>
                <a:cubicBezTo>
                  <a:pt x="70" y="89"/>
                  <a:pt x="70" y="84"/>
                  <a:pt x="70" y="83"/>
                </a:cubicBezTo>
                <a:cubicBezTo>
                  <a:pt x="68" y="72"/>
                  <a:pt x="64" y="64"/>
                  <a:pt x="57" y="61"/>
                </a:cubicBezTo>
                <a:cubicBezTo>
                  <a:pt x="51" y="57"/>
                  <a:pt x="37" y="54"/>
                  <a:pt x="16" y="53"/>
                </a:cubicBezTo>
                <a:lnTo>
                  <a:pt x="0" y="53"/>
                </a:lnTo>
                <a:lnTo>
                  <a:pt x="0" y="32"/>
                </a:lnTo>
                <a:cubicBezTo>
                  <a:pt x="0" y="18"/>
                  <a:pt x="1" y="11"/>
                  <a:pt x="2" y="11"/>
                </a:cubicBezTo>
                <a:lnTo>
                  <a:pt x="11" y="10"/>
                </a:lnTo>
                <a:cubicBezTo>
                  <a:pt x="17" y="9"/>
                  <a:pt x="26" y="9"/>
                  <a:pt x="37" y="8"/>
                </a:cubicBezTo>
                <a:cubicBezTo>
                  <a:pt x="49" y="7"/>
                  <a:pt x="60" y="7"/>
                  <a:pt x="71" y="6"/>
                </a:cubicBezTo>
                <a:cubicBezTo>
                  <a:pt x="81" y="5"/>
                  <a:pt x="93" y="5"/>
                  <a:pt x="105" y="4"/>
                </a:cubicBezTo>
                <a:cubicBezTo>
                  <a:pt x="117" y="4"/>
                  <a:pt x="126" y="3"/>
                  <a:pt x="132" y="2"/>
                </a:cubicBezTo>
                <a:cubicBezTo>
                  <a:pt x="138" y="0"/>
                  <a:pt x="141" y="0"/>
                  <a:pt x="142" y="1"/>
                </a:cubicBezTo>
                <a:lnTo>
                  <a:pt x="145" y="1"/>
                </a:lnTo>
                <a:lnTo>
                  <a:pt x="145" y="24"/>
                </a:lnTo>
                <a:lnTo>
                  <a:pt x="146" y="48"/>
                </a:lnTo>
                <a:lnTo>
                  <a:pt x="153" y="42"/>
                </a:lnTo>
                <a:cubicBezTo>
                  <a:pt x="189" y="15"/>
                  <a:pt x="231" y="2"/>
                  <a:pt x="279" y="2"/>
                </a:cubicBezTo>
                <a:cubicBezTo>
                  <a:pt x="328" y="2"/>
                  <a:pt x="371" y="21"/>
                  <a:pt x="405" y="60"/>
                </a:cubicBezTo>
                <a:cubicBezTo>
                  <a:pt x="440" y="99"/>
                  <a:pt x="457" y="147"/>
                  <a:pt x="458" y="206"/>
                </a:cubicBezTo>
                <a:cubicBezTo>
                  <a:pt x="458" y="268"/>
                  <a:pt x="438" y="317"/>
                  <a:pt x="399" y="356"/>
                </a:cubicBezTo>
                <a:cubicBezTo>
                  <a:pt x="359" y="394"/>
                  <a:pt x="314" y="413"/>
                  <a:pt x="264" y="413"/>
                </a:cubicBezTo>
                <a:cubicBezTo>
                  <a:pt x="223" y="413"/>
                  <a:pt x="186" y="400"/>
                  <a:pt x="155" y="373"/>
                </a:cubicBezTo>
                <a:lnTo>
                  <a:pt x="147" y="366"/>
                </a:lnTo>
                <a:lnTo>
                  <a:pt x="147" y="444"/>
                </a:lnTo>
                <a:lnTo>
                  <a:pt x="147" y="495"/>
                </a:lnTo>
                <a:cubicBezTo>
                  <a:pt x="147" y="511"/>
                  <a:pt x="148" y="521"/>
                  <a:pt x="149" y="525"/>
                </a:cubicBezTo>
                <a:cubicBezTo>
                  <a:pt x="151" y="529"/>
                  <a:pt x="154" y="533"/>
                  <a:pt x="159" y="536"/>
                </a:cubicBezTo>
                <a:cubicBezTo>
                  <a:pt x="172" y="538"/>
                  <a:pt x="187" y="539"/>
                  <a:pt x="204" y="539"/>
                </a:cubicBezTo>
                <a:lnTo>
                  <a:pt x="218" y="539"/>
                </a:lnTo>
                <a:lnTo>
                  <a:pt x="218" y="580"/>
                </a:lnTo>
                <a:lnTo>
                  <a:pt x="211" y="580"/>
                </a:lnTo>
                <a:lnTo>
                  <a:pt x="189" y="579"/>
                </a:lnTo>
                <a:cubicBezTo>
                  <a:pt x="175" y="579"/>
                  <a:pt x="160" y="579"/>
                  <a:pt x="144" y="579"/>
                </a:cubicBezTo>
                <a:cubicBezTo>
                  <a:pt x="127" y="579"/>
                  <a:pt x="116" y="578"/>
                  <a:pt x="109" y="578"/>
                </a:cubicBezTo>
                <a:cubicBezTo>
                  <a:pt x="47" y="578"/>
                  <a:pt x="13" y="579"/>
                  <a:pt x="7" y="580"/>
                </a:cubicBezTo>
                <a:lnTo>
                  <a:pt x="0" y="580"/>
                </a:lnTo>
                <a:lnTo>
                  <a:pt x="0" y="539"/>
                </a:lnTo>
                <a:lnTo>
                  <a:pt x="15" y="539"/>
                </a:lnTo>
                <a:moveTo>
                  <a:pt x="369" y="204"/>
                </a:moveTo>
                <a:cubicBezTo>
                  <a:pt x="369" y="160"/>
                  <a:pt x="358" y="120"/>
                  <a:pt x="337" y="87"/>
                </a:cubicBezTo>
                <a:cubicBezTo>
                  <a:pt x="316" y="54"/>
                  <a:pt x="290" y="37"/>
                  <a:pt x="259" y="37"/>
                </a:cubicBezTo>
                <a:cubicBezTo>
                  <a:pt x="216" y="37"/>
                  <a:pt x="179" y="57"/>
                  <a:pt x="147" y="96"/>
                </a:cubicBezTo>
                <a:lnTo>
                  <a:pt x="147" y="314"/>
                </a:lnTo>
                <a:cubicBezTo>
                  <a:pt x="172" y="357"/>
                  <a:pt x="206" y="379"/>
                  <a:pt x="249" y="379"/>
                </a:cubicBezTo>
                <a:cubicBezTo>
                  <a:pt x="280" y="379"/>
                  <a:pt x="308" y="363"/>
                  <a:pt x="331" y="330"/>
                </a:cubicBezTo>
                <a:cubicBezTo>
                  <a:pt x="356" y="297"/>
                  <a:pt x="368" y="255"/>
                  <a:pt x="369" y="20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19" name=""/>
          <p:cNvSpPr/>
          <p:nvPr/>
        </p:nvSpPr>
        <p:spPr>
          <a:xfrm>
            <a:off x="5208840" y="2887920"/>
            <a:ext cx="55080" cy="232200"/>
          </a:xfrm>
          <a:custGeom>
            <a:avLst/>
            <a:gdLst/>
            <a:ahLst/>
            <a:rect l="0" t="0" r="r" b="b"/>
            <a:pathLst>
              <a:path w="153" h="645">
                <a:moveTo>
                  <a:pt x="1" y="9"/>
                </a:moveTo>
                <a:cubicBezTo>
                  <a:pt x="3" y="3"/>
                  <a:pt x="7" y="0"/>
                  <a:pt x="14" y="0"/>
                </a:cubicBezTo>
                <a:cubicBezTo>
                  <a:pt x="18" y="0"/>
                  <a:pt x="22" y="3"/>
                  <a:pt x="24" y="7"/>
                </a:cubicBezTo>
                <a:cubicBezTo>
                  <a:pt x="25" y="9"/>
                  <a:pt x="26" y="115"/>
                  <a:pt x="26" y="323"/>
                </a:cubicBezTo>
                <a:cubicBezTo>
                  <a:pt x="26" y="531"/>
                  <a:pt x="25" y="636"/>
                  <a:pt x="24" y="638"/>
                </a:cubicBezTo>
                <a:cubicBezTo>
                  <a:pt x="22" y="642"/>
                  <a:pt x="18" y="645"/>
                  <a:pt x="13" y="645"/>
                </a:cubicBezTo>
                <a:cubicBezTo>
                  <a:pt x="9" y="645"/>
                  <a:pt x="6" y="644"/>
                  <a:pt x="4" y="641"/>
                </a:cubicBezTo>
                <a:lnTo>
                  <a:pt x="3" y="640"/>
                </a:lnTo>
                <a:cubicBezTo>
                  <a:pt x="2" y="639"/>
                  <a:pt x="1" y="626"/>
                  <a:pt x="1" y="599"/>
                </a:cubicBezTo>
                <a:cubicBezTo>
                  <a:pt x="1" y="573"/>
                  <a:pt x="0" y="481"/>
                  <a:pt x="0" y="323"/>
                </a:cubicBezTo>
                <a:cubicBezTo>
                  <a:pt x="0" y="117"/>
                  <a:pt x="0" y="12"/>
                  <a:pt x="1" y="9"/>
                </a:cubicBezTo>
                <a:moveTo>
                  <a:pt x="128" y="7"/>
                </a:moveTo>
                <a:cubicBezTo>
                  <a:pt x="130" y="3"/>
                  <a:pt x="134" y="0"/>
                  <a:pt x="139" y="0"/>
                </a:cubicBezTo>
                <a:cubicBezTo>
                  <a:pt x="142" y="0"/>
                  <a:pt x="145" y="2"/>
                  <a:pt x="148" y="4"/>
                </a:cubicBezTo>
                <a:lnTo>
                  <a:pt x="149" y="5"/>
                </a:lnTo>
                <a:cubicBezTo>
                  <a:pt x="151" y="6"/>
                  <a:pt x="152" y="21"/>
                  <a:pt x="152" y="47"/>
                </a:cubicBezTo>
                <a:cubicBezTo>
                  <a:pt x="152" y="74"/>
                  <a:pt x="152" y="166"/>
                  <a:pt x="152" y="323"/>
                </a:cubicBezTo>
                <a:cubicBezTo>
                  <a:pt x="153" y="481"/>
                  <a:pt x="153" y="572"/>
                  <a:pt x="152" y="598"/>
                </a:cubicBezTo>
                <a:cubicBezTo>
                  <a:pt x="152" y="625"/>
                  <a:pt x="151" y="639"/>
                  <a:pt x="149" y="640"/>
                </a:cubicBezTo>
                <a:lnTo>
                  <a:pt x="148" y="641"/>
                </a:lnTo>
                <a:cubicBezTo>
                  <a:pt x="146" y="644"/>
                  <a:pt x="143" y="645"/>
                  <a:pt x="139" y="645"/>
                </a:cubicBezTo>
                <a:cubicBezTo>
                  <a:pt x="134" y="645"/>
                  <a:pt x="130" y="642"/>
                  <a:pt x="128" y="638"/>
                </a:cubicBezTo>
                <a:cubicBezTo>
                  <a:pt x="127" y="636"/>
                  <a:pt x="127" y="531"/>
                  <a:pt x="127" y="323"/>
                </a:cubicBezTo>
                <a:cubicBezTo>
                  <a:pt x="127" y="115"/>
                  <a:pt x="127" y="9"/>
                  <a:pt x="128" y="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20" name=""/>
          <p:cNvSpPr/>
          <p:nvPr/>
        </p:nvSpPr>
        <p:spPr>
          <a:xfrm>
            <a:off x="5306760" y="2898360"/>
            <a:ext cx="115200" cy="211320"/>
          </a:xfrm>
          <a:custGeom>
            <a:avLst/>
            <a:gdLst/>
            <a:ahLst/>
            <a:rect l="0" t="0" r="r" b="b"/>
            <a:pathLst>
              <a:path w="320" h="587">
                <a:moveTo>
                  <a:pt x="41" y="559"/>
                </a:moveTo>
                <a:cubicBezTo>
                  <a:pt x="42" y="559"/>
                  <a:pt x="43" y="560"/>
                  <a:pt x="45" y="560"/>
                </a:cubicBezTo>
                <a:cubicBezTo>
                  <a:pt x="47" y="561"/>
                  <a:pt x="50" y="562"/>
                  <a:pt x="53" y="562"/>
                </a:cubicBezTo>
                <a:cubicBezTo>
                  <a:pt x="56" y="563"/>
                  <a:pt x="58" y="563"/>
                  <a:pt x="60" y="563"/>
                </a:cubicBezTo>
                <a:cubicBezTo>
                  <a:pt x="66" y="563"/>
                  <a:pt x="71" y="560"/>
                  <a:pt x="76" y="555"/>
                </a:cubicBezTo>
                <a:cubicBezTo>
                  <a:pt x="81" y="549"/>
                  <a:pt x="84" y="543"/>
                  <a:pt x="86" y="536"/>
                </a:cubicBezTo>
                <a:cubicBezTo>
                  <a:pt x="90" y="524"/>
                  <a:pt x="98" y="492"/>
                  <a:pt x="108" y="438"/>
                </a:cubicBezTo>
                <a:cubicBezTo>
                  <a:pt x="118" y="383"/>
                  <a:pt x="128" y="331"/>
                  <a:pt x="138" y="282"/>
                </a:cubicBezTo>
                <a:cubicBezTo>
                  <a:pt x="147" y="233"/>
                  <a:pt x="152" y="209"/>
                  <a:pt x="152" y="208"/>
                </a:cubicBezTo>
                <a:lnTo>
                  <a:pt x="152" y="206"/>
                </a:lnTo>
                <a:lnTo>
                  <a:pt x="122" y="206"/>
                </a:lnTo>
                <a:cubicBezTo>
                  <a:pt x="101" y="206"/>
                  <a:pt x="91" y="206"/>
                  <a:pt x="89" y="205"/>
                </a:cubicBezTo>
                <a:cubicBezTo>
                  <a:pt x="88" y="204"/>
                  <a:pt x="87" y="202"/>
                  <a:pt x="87" y="199"/>
                </a:cubicBezTo>
                <a:lnTo>
                  <a:pt x="91" y="181"/>
                </a:lnTo>
                <a:cubicBezTo>
                  <a:pt x="92" y="178"/>
                  <a:pt x="94" y="177"/>
                  <a:pt x="96" y="177"/>
                </a:cubicBezTo>
                <a:cubicBezTo>
                  <a:pt x="99" y="177"/>
                  <a:pt x="109" y="177"/>
                  <a:pt x="127" y="177"/>
                </a:cubicBezTo>
                <a:cubicBezTo>
                  <a:pt x="147" y="177"/>
                  <a:pt x="158" y="176"/>
                  <a:pt x="158" y="176"/>
                </a:cubicBezTo>
                <a:cubicBezTo>
                  <a:pt x="158" y="175"/>
                  <a:pt x="159" y="164"/>
                  <a:pt x="163" y="144"/>
                </a:cubicBezTo>
                <a:cubicBezTo>
                  <a:pt x="167" y="123"/>
                  <a:pt x="170" y="111"/>
                  <a:pt x="171" y="107"/>
                </a:cubicBezTo>
                <a:cubicBezTo>
                  <a:pt x="187" y="36"/>
                  <a:pt x="218" y="0"/>
                  <a:pt x="265" y="0"/>
                </a:cubicBezTo>
                <a:cubicBezTo>
                  <a:pt x="281" y="1"/>
                  <a:pt x="294" y="6"/>
                  <a:pt x="304" y="15"/>
                </a:cubicBezTo>
                <a:cubicBezTo>
                  <a:pt x="315" y="23"/>
                  <a:pt x="320" y="34"/>
                  <a:pt x="320" y="49"/>
                </a:cubicBezTo>
                <a:cubicBezTo>
                  <a:pt x="320" y="64"/>
                  <a:pt x="315" y="75"/>
                  <a:pt x="306" y="82"/>
                </a:cubicBezTo>
                <a:cubicBezTo>
                  <a:pt x="297" y="89"/>
                  <a:pt x="288" y="93"/>
                  <a:pt x="279" y="93"/>
                </a:cubicBezTo>
                <a:cubicBezTo>
                  <a:pt x="260" y="93"/>
                  <a:pt x="251" y="84"/>
                  <a:pt x="251" y="66"/>
                </a:cubicBezTo>
                <a:cubicBezTo>
                  <a:pt x="251" y="58"/>
                  <a:pt x="253" y="51"/>
                  <a:pt x="258" y="45"/>
                </a:cubicBezTo>
                <a:cubicBezTo>
                  <a:pt x="263" y="39"/>
                  <a:pt x="268" y="34"/>
                  <a:pt x="273" y="31"/>
                </a:cubicBezTo>
                <a:lnTo>
                  <a:pt x="279" y="28"/>
                </a:lnTo>
                <a:cubicBezTo>
                  <a:pt x="272" y="25"/>
                  <a:pt x="266" y="24"/>
                  <a:pt x="260" y="24"/>
                </a:cubicBezTo>
                <a:cubicBezTo>
                  <a:pt x="255" y="24"/>
                  <a:pt x="250" y="26"/>
                  <a:pt x="245" y="31"/>
                </a:cubicBezTo>
                <a:cubicBezTo>
                  <a:pt x="240" y="35"/>
                  <a:pt x="237" y="41"/>
                  <a:pt x="235" y="49"/>
                </a:cubicBezTo>
                <a:cubicBezTo>
                  <a:pt x="232" y="61"/>
                  <a:pt x="229" y="78"/>
                  <a:pt x="225" y="99"/>
                </a:cubicBezTo>
                <a:cubicBezTo>
                  <a:pt x="221" y="120"/>
                  <a:pt x="218" y="138"/>
                  <a:pt x="215" y="152"/>
                </a:cubicBezTo>
                <a:cubicBezTo>
                  <a:pt x="212" y="167"/>
                  <a:pt x="210" y="175"/>
                  <a:pt x="210" y="175"/>
                </a:cubicBezTo>
                <a:cubicBezTo>
                  <a:pt x="210" y="176"/>
                  <a:pt x="222" y="177"/>
                  <a:pt x="246" y="177"/>
                </a:cubicBezTo>
                <a:cubicBezTo>
                  <a:pt x="265" y="177"/>
                  <a:pt x="276" y="177"/>
                  <a:pt x="279" y="177"/>
                </a:cubicBezTo>
                <a:cubicBezTo>
                  <a:pt x="282" y="178"/>
                  <a:pt x="284" y="179"/>
                  <a:pt x="286" y="181"/>
                </a:cubicBezTo>
                <a:cubicBezTo>
                  <a:pt x="287" y="183"/>
                  <a:pt x="286" y="187"/>
                  <a:pt x="285" y="192"/>
                </a:cubicBezTo>
                <a:cubicBezTo>
                  <a:pt x="284" y="198"/>
                  <a:pt x="283" y="201"/>
                  <a:pt x="282" y="202"/>
                </a:cubicBezTo>
                <a:cubicBezTo>
                  <a:pt x="281" y="205"/>
                  <a:pt x="279" y="206"/>
                  <a:pt x="276" y="206"/>
                </a:cubicBezTo>
                <a:cubicBezTo>
                  <a:pt x="273" y="206"/>
                  <a:pt x="261" y="206"/>
                  <a:pt x="241" y="206"/>
                </a:cubicBezTo>
                <a:lnTo>
                  <a:pt x="205" y="206"/>
                </a:lnTo>
                <a:lnTo>
                  <a:pt x="190" y="285"/>
                </a:lnTo>
                <a:cubicBezTo>
                  <a:pt x="170" y="391"/>
                  <a:pt x="155" y="459"/>
                  <a:pt x="147" y="485"/>
                </a:cubicBezTo>
                <a:cubicBezTo>
                  <a:pt x="136" y="522"/>
                  <a:pt x="121" y="549"/>
                  <a:pt x="102" y="566"/>
                </a:cubicBezTo>
                <a:cubicBezTo>
                  <a:pt x="86" y="580"/>
                  <a:pt x="71" y="587"/>
                  <a:pt x="55" y="587"/>
                </a:cubicBezTo>
                <a:cubicBezTo>
                  <a:pt x="41" y="587"/>
                  <a:pt x="28" y="583"/>
                  <a:pt x="17" y="575"/>
                </a:cubicBezTo>
                <a:cubicBezTo>
                  <a:pt x="6" y="566"/>
                  <a:pt x="0" y="555"/>
                  <a:pt x="0" y="540"/>
                </a:cubicBezTo>
                <a:cubicBezTo>
                  <a:pt x="0" y="524"/>
                  <a:pt x="5" y="512"/>
                  <a:pt x="14" y="505"/>
                </a:cubicBezTo>
                <a:cubicBezTo>
                  <a:pt x="23" y="498"/>
                  <a:pt x="32" y="494"/>
                  <a:pt x="41" y="494"/>
                </a:cubicBezTo>
                <a:cubicBezTo>
                  <a:pt x="61" y="494"/>
                  <a:pt x="70" y="503"/>
                  <a:pt x="70" y="521"/>
                </a:cubicBezTo>
                <a:cubicBezTo>
                  <a:pt x="70" y="529"/>
                  <a:pt x="68" y="536"/>
                  <a:pt x="63" y="542"/>
                </a:cubicBezTo>
                <a:cubicBezTo>
                  <a:pt x="58" y="548"/>
                  <a:pt x="53" y="553"/>
                  <a:pt x="48" y="556"/>
                </a:cubicBezTo>
                <a:lnTo>
                  <a:pt x="41" y="55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21" name=""/>
          <p:cNvSpPr/>
          <p:nvPr/>
        </p:nvSpPr>
        <p:spPr>
          <a:xfrm>
            <a:off x="5452200" y="2887920"/>
            <a:ext cx="54720" cy="232200"/>
          </a:xfrm>
          <a:custGeom>
            <a:avLst/>
            <a:gdLst/>
            <a:ahLst/>
            <a:rect l="0" t="0" r="r" b="b"/>
            <a:pathLst>
              <a:path w="152" h="645">
                <a:moveTo>
                  <a:pt x="0" y="9"/>
                </a:moveTo>
                <a:cubicBezTo>
                  <a:pt x="2" y="3"/>
                  <a:pt x="7" y="0"/>
                  <a:pt x="13" y="0"/>
                </a:cubicBezTo>
                <a:cubicBezTo>
                  <a:pt x="18" y="0"/>
                  <a:pt x="21" y="3"/>
                  <a:pt x="24" y="7"/>
                </a:cubicBezTo>
                <a:cubicBezTo>
                  <a:pt x="25" y="9"/>
                  <a:pt x="25" y="115"/>
                  <a:pt x="25" y="323"/>
                </a:cubicBezTo>
                <a:cubicBezTo>
                  <a:pt x="25" y="531"/>
                  <a:pt x="25" y="636"/>
                  <a:pt x="24" y="638"/>
                </a:cubicBezTo>
                <a:cubicBezTo>
                  <a:pt x="21" y="642"/>
                  <a:pt x="18" y="645"/>
                  <a:pt x="12" y="645"/>
                </a:cubicBezTo>
                <a:cubicBezTo>
                  <a:pt x="9" y="645"/>
                  <a:pt x="6" y="644"/>
                  <a:pt x="3" y="641"/>
                </a:cubicBezTo>
                <a:lnTo>
                  <a:pt x="3" y="640"/>
                </a:lnTo>
                <a:cubicBezTo>
                  <a:pt x="1" y="639"/>
                  <a:pt x="0" y="626"/>
                  <a:pt x="0" y="599"/>
                </a:cubicBezTo>
                <a:cubicBezTo>
                  <a:pt x="0" y="573"/>
                  <a:pt x="0" y="481"/>
                  <a:pt x="0" y="323"/>
                </a:cubicBezTo>
                <a:cubicBezTo>
                  <a:pt x="0" y="117"/>
                  <a:pt x="0" y="12"/>
                  <a:pt x="0" y="9"/>
                </a:cubicBezTo>
                <a:moveTo>
                  <a:pt x="127" y="7"/>
                </a:moveTo>
                <a:cubicBezTo>
                  <a:pt x="129" y="3"/>
                  <a:pt x="133" y="0"/>
                  <a:pt x="138" y="0"/>
                </a:cubicBezTo>
                <a:cubicBezTo>
                  <a:pt x="141" y="0"/>
                  <a:pt x="144" y="2"/>
                  <a:pt x="148" y="4"/>
                </a:cubicBezTo>
                <a:lnTo>
                  <a:pt x="149" y="5"/>
                </a:lnTo>
                <a:cubicBezTo>
                  <a:pt x="150" y="6"/>
                  <a:pt x="151" y="21"/>
                  <a:pt x="151" y="47"/>
                </a:cubicBezTo>
                <a:cubicBezTo>
                  <a:pt x="151" y="74"/>
                  <a:pt x="151" y="166"/>
                  <a:pt x="152" y="323"/>
                </a:cubicBezTo>
                <a:cubicBezTo>
                  <a:pt x="152" y="481"/>
                  <a:pt x="152" y="572"/>
                  <a:pt x="152" y="598"/>
                </a:cubicBezTo>
                <a:cubicBezTo>
                  <a:pt x="151" y="625"/>
                  <a:pt x="150" y="639"/>
                  <a:pt x="149" y="640"/>
                </a:cubicBezTo>
                <a:lnTo>
                  <a:pt x="148" y="641"/>
                </a:lnTo>
                <a:cubicBezTo>
                  <a:pt x="145" y="644"/>
                  <a:pt x="142" y="645"/>
                  <a:pt x="139" y="645"/>
                </a:cubicBezTo>
                <a:cubicBezTo>
                  <a:pt x="134" y="645"/>
                  <a:pt x="130" y="642"/>
                  <a:pt x="127" y="638"/>
                </a:cubicBezTo>
                <a:cubicBezTo>
                  <a:pt x="126" y="636"/>
                  <a:pt x="126" y="531"/>
                  <a:pt x="126" y="323"/>
                </a:cubicBezTo>
                <a:cubicBezTo>
                  <a:pt x="126" y="115"/>
                  <a:pt x="126" y="9"/>
                  <a:pt x="127" y="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22" name=""/>
          <p:cNvSpPr/>
          <p:nvPr/>
        </p:nvSpPr>
        <p:spPr>
          <a:xfrm>
            <a:off x="5549040" y="2984760"/>
            <a:ext cx="91440" cy="111960"/>
          </a:xfrm>
          <a:custGeom>
            <a:avLst/>
            <a:gdLst/>
            <a:ahLst/>
            <a:rect l="0" t="0" r="r" b="b"/>
            <a:pathLst>
              <a:path w="254" h="311">
                <a:moveTo>
                  <a:pt x="47" y="28"/>
                </a:moveTo>
                <a:cubicBezTo>
                  <a:pt x="45" y="25"/>
                  <a:pt x="43" y="24"/>
                  <a:pt x="42" y="23"/>
                </a:cubicBezTo>
                <a:cubicBezTo>
                  <a:pt x="41" y="23"/>
                  <a:pt x="38" y="22"/>
                  <a:pt x="35" y="22"/>
                </a:cubicBezTo>
                <a:cubicBezTo>
                  <a:pt x="31" y="22"/>
                  <a:pt x="24" y="21"/>
                  <a:pt x="15" y="21"/>
                </a:cubicBezTo>
                <a:lnTo>
                  <a:pt x="0" y="21"/>
                </a:lnTo>
                <a:lnTo>
                  <a:pt x="0" y="0"/>
                </a:lnTo>
                <a:lnTo>
                  <a:pt x="5" y="0"/>
                </a:lnTo>
                <a:cubicBezTo>
                  <a:pt x="9" y="1"/>
                  <a:pt x="31" y="1"/>
                  <a:pt x="71" y="1"/>
                </a:cubicBezTo>
                <a:cubicBezTo>
                  <a:pt x="114" y="1"/>
                  <a:pt x="140" y="1"/>
                  <a:pt x="148" y="0"/>
                </a:cubicBezTo>
                <a:lnTo>
                  <a:pt x="153" y="0"/>
                </a:lnTo>
                <a:lnTo>
                  <a:pt x="153" y="21"/>
                </a:lnTo>
                <a:lnTo>
                  <a:pt x="140" y="21"/>
                </a:lnTo>
                <a:cubicBezTo>
                  <a:pt x="122" y="21"/>
                  <a:pt x="110" y="21"/>
                  <a:pt x="106" y="22"/>
                </a:cubicBezTo>
                <a:cubicBezTo>
                  <a:pt x="101" y="22"/>
                  <a:pt x="98" y="24"/>
                  <a:pt x="95" y="28"/>
                </a:cubicBezTo>
                <a:lnTo>
                  <a:pt x="94" y="155"/>
                </a:lnTo>
                <a:lnTo>
                  <a:pt x="94" y="253"/>
                </a:lnTo>
                <a:cubicBezTo>
                  <a:pt x="94" y="275"/>
                  <a:pt x="95" y="286"/>
                  <a:pt x="96" y="288"/>
                </a:cubicBezTo>
                <a:cubicBezTo>
                  <a:pt x="98" y="289"/>
                  <a:pt x="110" y="290"/>
                  <a:pt x="131" y="290"/>
                </a:cubicBezTo>
                <a:cubicBezTo>
                  <a:pt x="153" y="290"/>
                  <a:pt x="168" y="289"/>
                  <a:pt x="176" y="287"/>
                </a:cubicBezTo>
                <a:cubicBezTo>
                  <a:pt x="194" y="282"/>
                  <a:pt x="208" y="274"/>
                  <a:pt x="216" y="261"/>
                </a:cubicBezTo>
                <a:cubicBezTo>
                  <a:pt x="225" y="249"/>
                  <a:pt x="230" y="231"/>
                  <a:pt x="233" y="210"/>
                </a:cubicBezTo>
                <a:cubicBezTo>
                  <a:pt x="233" y="208"/>
                  <a:pt x="234" y="206"/>
                  <a:pt x="234" y="202"/>
                </a:cubicBezTo>
                <a:cubicBezTo>
                  <a:pt x="234" y="199"/>
                  <a:pt x="235" y="195"/>
                  <a:pt x="235" y="192"/>
                </a:cubicBezTo>
                <a:cubicBezTo>
                  <a:pt x="236" y="188"/>
                  <a:pt x="236" y="187"/>
                  <a:pt x="236" y="187"/>
                </a:cubicBezTo>
                <a:cubicBezTo>
                  <a:pt x="236" y="187"/>
                  <a:pt x="239" y="187"/>
                  <a:pt x="245" y="186"/>
                </a:cubicBezTo>
                <a:lnTo>
                  <a:pt x="254" y="186"/>
                </a:lnTo>
                <a:lnTo>
                  <a:pt x="254" y="189"/>
                </a:lnTo>
                <a:cubicBezTo>
                  <a:pt x="254" y="189"/>
                  <a:pt x="252" y="209"/>
                  <a:pt x="248" y="249"/>
                </a:cubicBezTo>
                <a:cubicBezTo>
                  <a:pt x="244" y="288"/>
                  <a:pt x="242" y="308"/>
                  <a:pt x="242" y="309"/>
                </a:cubicBezTo>
                <a:lnTo>
                  <a:pt x="242" y="311"/>
                </a:lnTo>
                <a:lnTo>
                  <a:pt x="0" y="311"/>
                </a:lnTo>
                <a:lnTo>
                  <a:pt x="0" y="291"/>
                </a:lnTo>
                <a:lnTo>
                  <a:pt x="15" y="291"/>
                </a:lnTo>
                <a:cubicBezTo>
                  <a:pt x="28" y="290"/>
                  <a:pt x="35" y="290"/>
                  <a:pt x="38" y="289"/>
                </a:cubicBezTo>
                <a:cubicBezTo>
                  <a:pt x="41" y="289"/>
                  <a:pt x="44" y="287"/>
                  <a:pt x="47" y="284"/>
                </a:cubicBezTo>
                <a:lnTo>
                  <a:pt x="47" y="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23" name=""/>
          <p:cNvSpPr/>
          <p:nvPr/>
        </p:nvSpPr>
        <p:spPr>
          <a:xfrm>
            <a:off x="5651640" y="2986920"/>
            <a:ext cx="37800" cy="109800"/>
          </a:xfrm>
          <a:custGeom>
            <a:avLst/>
            <a:gdLst/>
            <a:ahLst/>
            <a:rect l="0" t="0" r="r" b="b"/>
            <a:pathLst>
              <a:path w="105" h="305">
                <a:moveTo>
                  <a:pt x="19" y="27"/>
                </a:moveTo>
                <a:cubicBezTo>
                  <a:pt x="19" y="19"/>
                  <a:pt x="22" y="12"/>
                  <a:pt x="27" y="7"/>
                </a:cubicBezTo>
                <a:cubicBezTo>
                  <a:pt x="33" y="3"/>
                  <a:pt x="40" y="0"/>
                  <a:pt x="47" y="0"/>
                </a:cubicBezTo>
                <a:cubicBezTo>
                  <a:pt x="54" y="1"/>
                  <a:pt x="62" y="3"/>
                  <a:pt x="67" y="8"/>
                </a:cubicBezTo>
                <a:cubicBezTo>
                  <a:pt x="72" y="12"/>
                  <a:pt x="74" y="19"/>
                  <a:pt x="74" y="27"/>
                </a:cubicBezTo>
                <a:cubicBezTo>
                  <a:pt x="74" y="37"/>
                  <a:pt x="72" y="43"/>
                  <a:pt x="67" y="48"/>
                </a:cubicBezTo>
                <a:cubicBezTo>
                  <a:pt x="62" y="52"/>
                  <a:pt x="54" y="55"/>
                  <a:pt x="47" y="55"/>
                </a:cubicBezTo>
                <a:cubicBezTo>
                  <a:pt x="39" y="55"/>
                  <a:pt x="33" y="52"/>
                  <a:pt x="27" y="48"/>
                </a:cubicBezTo>
                <a:cubicBezTo>
                  <a:pt x="22" y="43"/>
                  <a:pt x="20" y="37"/>
                  <a:pt x="19" y="27"/>
                </a:cubicBezTo>
                <a:moveTo>
                  <a:pt x="101" y="305"/>
                </a:moveTo>
                <a:cubicBezTo>
                  <a:pt x="97" y="305"/>
                  <a:pt x="81" y="304"/>
                  <a:pt x="53" y="304"/>
                </a:cubicBezTo>
                <a:cubicBezTo>
                  <a:pt x="50" y="304"/>
                  <a:pt x="44" y="304"/>
                  <a:pt x="36" y="304"/>
                </a:cubicBezTo>
                <a:cubicBezTo>
                  <a:pt x="28" y="304"/>
                  <a:pt x="21" y="304"/>
                  <a:pt x="13" y="305"/>
                </a:cubicBezTo>
                <a:lnTo>
                  <a:pt x="3" y="305"/>
                </a:lnTo>
                <a:lnTo>
                  <a:pt x="0" y="305"/>
                </a:lnTo>
                <a:lnTo>
                  <a:pt x="0" y="285"/>
                </a:lnTo>
                <a:lnTo>
                  <a:pt x="7" y="285"/>
                </a:lnTo>
                <a:cubicBezTo>
                  <a:pt x="15" y="285"/>
                  <a:pt x="23" y="284"/>
                  <a:pt x="29" y="283"/>
                </a:cubicBezTo>
                <a:cubicBezTo>
                  <a:pt x="32" y="282"/>
                  <a:pt x="34" y="280"/>
                  <a:pt x="34" y="278"/>
                </a:cubicBezTo>
                <a:cubicBezTo>
                  <a:pt x="35" y="276"/>
                  <a:pt x="35" y="270"/>
                  <a:pt x="35" y="259"/>
                </a:cubicBezTo>
                <a:lnTo>
                  <a:pt x="35" y="212"/>
                </a:lnTo>
                <a:lnTo>
                  <a:pt x="35" y="172"/>
                </a:lnTo>
                <a:cubicBezTo>
                  <a:pt x="35" y="156"/>
                  <a:pt x="35" y="146"/>
                  <a:pt x="34" y="142"/>
                </a:cubicBezTo>
                <a:cubicBezTo>
                  <a:pt x="34" y="138"/>
                  <a:pt x="32" y="135"/>
                  <a:pt x="28" y="134"/>
                </a:cubicBezTo>
                <a:cubicBezTo>
                  <a:pt x="24" y="131"/>
                  <a:pt x="17" y="130"/>
                  <a:pt x="7" y="130"/>
                </a:cubicBezTo>
                <a:lnTo>
                  <a:pt x="2" y="130"/>
                </a:lnTo>
                <a:lnTo>
                  <a:pt x="2" y="120"/>
                </a:lnTo>
                <a:cubicBezTo>
                  <a:pt x="2" y="113"/>
                  <a:pt x="2" y="109"/>
                  <a:pt x="2" y="109"/>
                </a:cubicBezTo>
                <a:lnTo>
                  <a:pt x="7" y="109"/>
                </a:lnTo>
                <a:cubicBezTo>
                  <a:pt x="10" y="109"/>
                  <a:pt x="14" y="108"/>
                  <a:pt x="20" y="108"/>
                </a:cubicBezTo>
                <a:cubicBezTo>
                  <a:pt x="25" y="108"/>
                  <a:pt x="31" y="107"/>
                  <a:pt x="36" y="107"/>
                </a:cubicBezTo>
                <a:cubicBezTo>
                  <a:pt x="41" y="107"/>
                  <a:pt x="47" y="107"/>
                  <a:pt x="52" y="106"/>
                </a:cubicBezTo>
                <a:cubicBezTo>
                  <a:pt x="59" y="106"/>
                  <a:pt x="64" y="105"/>
                  <a:pt x="67" y="105"/>
                </a:cubicBezTo>
                <a:cubicBezTo>
                  <a:pt x="70" y="104"/>
                  <a:pt x="71" y="104"/>
                  <a:pt x="72" y="104"/>
                </a:cubicBezTo>
                <a:lnTo>
                  <a:pt x="73" y="104"/>
                </a:lnTo>
                <a:lnTo>
                  <a:pt x="73" y="277"/>
                </a:lnTo>
                <a:cubicBezTo>
                  <a:pt x="75" y="280"/>
                  <a:pt x="76" y="282"/>
                  <a:pt x="78" y="283"/>
                </a:cubicBezTo>
                <a:cubicBezTo>
                  <a:pt x="81" y="283"/>
                  <a:pt x="86" y="284"/>
                  <a:pt x="94" y="285"/>
                </a:cubicBezTo>
                <a:lnTo>
                  <a:pt x="105" y="285"/>
                </a:lnTo>
                <a:lnTo>
                  <a:pt x="105" y="305"/>
                </a:lnTo>
                <a:lnTo>
                  <a:pt x="101" y="30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24" name=""/>
          <p:cNvSpPr/>
          <p:nvPr/>
        </p:nvSpPr>
        <p:spPr>
          <a:xfrm>
            <a:off x="5695920" y="3024000"/>
            <a:ext cx="82800" cy="104760"/>
          </a:xfrm>
          <a:custGeom>
            <a:avLst/>
            <a:gdLst/>
            <a:ahLst/>
            <a:rect l="0" t="0" r="r" b="b"/>
            <a:pathLst>
              <a:path w="230" h="291">
                <a:moveTo>
                  <a:pt x="8" y="270"/>
                </a:moveTo>
                <a:lnTo>
                  <a:pt x="14" y="270"/>
                </a:lnTo>
                <a:cubicBezTo>
                  <a:pt x="27" y="270"/>
                  <a:pt x="34" y="268"/>
                  <a:pt x="36" y="263"/>
                </a:cubicBezTo>
                <a:lnTo>
                  <a:pt x="36" y="260"/>
                </a:lnTo>
                <a:cubicBezTo>
                  <a:pt x="36" y="258"/>
                  <a:pt x="36" y="255"/>
                  <a:pt x="36" y="251"/>
                </a:cubicBezTo>
                <a:cubicBezTo>
                  <a:pt x="36" y="247"/>
                  <a:pt x="36" y="243"/>
                  <a:pt x="36" y="237"/>
                </a:cubicBezTo>
                <a:cubicBezTo>
                  <a:pt x="36" y="232"/>
                  <a:pt x="37" y="226"/>
                  <a:pt x="37" y="220"/>
                </a:cubicBezTo>
                <a:cubicBezTo>
                  <a:pt x="37" y="213"/>
                  <a:pt x="37" y="207"/>
                  <a:pt x="37" y="200"/>
                </a:cubicBezTo>
                <a:cubicBezTo>
                  <a:pt x="37" y="193"/>
                  <a:pt x="37" y="185"/>
                  <a:pt x="37" y="177"/>
                </a:cubicBezTo>
                <a:cubicBezTo>
                  <a:pt x="37" y="170"/>
                  <a:pt x="37" y="162"/>
                  <a:pt x="37" y="154"/>
                </a:cubicBezTo>
                <a:cubicBezTo>
                  <a:pt x="37" y="144"/>
                  <a:pt x="37" y="133"/>
                  <a:pt x="37" y="121"/>
                </a:cubicBezTo>
                <a:cubicBezTo>
                  <a:pt x="37" y="110"/>
                  <a:pt x="37" y="100"/>
                  <a:pt x="37" y="91"/>
                </a:cubicBezTo>
                <a:cubicBezTo>
                  <a:pt x="37" y="82"/>
                  <a:pt x="37" y="74"/>
                  <a:pt x="37" y="67"/>
                </a:cubicBezTo>
                <a:cubicBezTo>
                  <a:pt x="37" y="60"/>
                  <a:pt x="37" y="54"/>
                  <a:pt x="36" y="49"/>
                </a:cubicBezTo>
                <a:cubicBezTo>
                  <a:pt x="36" y="45"/>
                  <a:pt x="36" y="42"/>
                  <a:pt x="36" y="42"/>
                </a:cubicBezTo>
                <a:cubicBezTo>
                  <a:pt x="36" y="36"/>
                  <a:pt x="33" y="32"/>
                  <a:pt x="30" y="30"/>
                </a:cubicBezTo>
                <a:cubicBezTo>
                  <a:pt x="27" y="29"/>
                  <a:pt x="19" y="27"/>
                  <a:pt x="9" y="26"/>
                </a:cubicBezTo>
                <a:lnTo>
                  <a:pt x="0" y="26"/>
                </a:lnTo>
                <a:lnTo>
                  <a:pt x="0" y="16"/>
                </a:lnTo>
                <a:cubicBezTo>
                  <a:pt x="0" y="9"/>
                  <a:pt x="1" y="5"/>
                  <a:pt x="1" y="5"/>
                </a:cubicBezTo>
                <a:lnTo>
                  <a:pt x="6" y="5"/>
                </a:lnTo>
                <a:cubicBezTo>
                  <a:pt x="9" y="5"/>
                  <a:pt x="13" y="4"/>
                  <a:pt x="19" y="4"/>
                </a:cubicBezTo>
                <a:cubicBezTo>
                  <a:pt x="26" y="4"/>
                  <a:pt x="31" y="3"/>
                  <a:pt x="37" y="3"/>
                </a:cubicBezTo>
                <a:cubicBezTo>
                  <a:pt x="42" y="3"/>
                  <a:pt x="48" y="3"/>
                  <a:pt x="54" y="2"/>
                </a:cubicBezTo>
                <a:cubicBezTo>
                  <a:pt x="60" y="2"/>
                  <a:pt x="64" y="1"/>
                  <a:pt x="67" y="1"/>
                </a:cubicBezTo>
                <a:cubicBezTo>
                  <a:pt x="70" y="0"/>
                  <a:pt x="72" y="0"/>
                  <a:pt x="72" y="0"/>
                </a:cubicBezTo>
                <a:lnTo>
                  <a:pt x="74" y="0"/>
                </a:lnTo>
                <a:lnTo>
                  <a:pt x="74" y="12"/>
                </a:lnTo>
                <a:lnTo>
                  <a:pt x="74" y="24"/>
                </a:lnTo>
                <a:lnTo>
                  <a:pt x="78" y="21"/>
                </a:lnTo>
                <a:cubicBezTo>
                  <a:pt x="96" y="8"/>
                  <a:pt x="117" y="1"/>
                  <a:pt x="141" y="1"/>
                </a:cubicBezTo>
                <a:cubicBezTo>
                  <a:pt x="165" y="1"/>
                  <a:pt x="186" y="11"/>
                  <a:pt x="203" y="30"/>
                </a:cubicBezTo>
                <a:cubicBezTo>
                  <a:pt x="221" y="49"/>
                  <a:pt x="229" y="74"/>
                  <a:pt x="230" y="103"/>
                </a:cubicBezTo>
                <a:cubicBezTo>
                  <a:pt x="230" y="135"/>
                  <a:pt x="220" y="160"/>
                  <a:pt x="200" y="179"/>
                </a:cubicBezTo>
                <a:cubicBezTo>
                  <a:pt x="180" y="198"/>
                  <a:pt x="158" y="207"/>
                  <a:pt x="133" y="207"/>
                </a:cubicBezTo>
                <a:cubicBezTo>
                  <a:pt x="113" y="207"/>
                  <a:pt x="95" y="201"/>
                  <a:pt x="79" y="187"/>
                </a:cubicBezTo>
                <a:lnTo>
                  <a:pt x="75" y="184"/>
                </a:lnTo>
                <a:lnTo>
                  <a:pt x="75" y="223"/>
                </a:lnTo>
                <a:lnTo>
                  <a:pt x="75" y="248"/>
                </a:lnTo>
                <a:cubicBezTo>
                  <a:pt x="75" y="257"/>
                  <a:pt x="75" y="262"/>
                  <a:pt x="76" y="263"/>
                </a:cubicBezTo>
                <a:cubicBezTo>
                  <a:pt x="77" y="265"/>
                  <a:pt x="78" y="267"/>
                  <a:pt x="81" y="268"/>
                </a:cubicBezTo>
                <a:cubicBezTo>
                  <a:pt x="87" y="269"/>
                  <a:pt x="95" y="270"/>
                  <a:pt x="103" y="270"/>
                </a:cubicBezTo>
                <a:lnTo>
                  <a:pt x="111" y="270"/>
                </a:lnTo>
                <a:lnTo>
                  <a:pt x="111" y="291"/>
                </a:lnTo>
                <a:lnTo>
                  <a:pt x="107" y="291"/>
                </a:lnTo>
                <a:lnTo>
                  <a:pt x="96" y="290"/>
                </a:lnTo>
                <a:cubicBezTo>
                  <a:pt x="89" y="290"/>
                  <a:pt x="81" y="290"/>
                  <a:pt x="73" y="290"/>
                </a:cubicBezTo>
                <a:cubicBezTo>
                  <a:pt x="65" y="290"/>
                  <a:pt x="59" y="290"/>
                  <a:pt x="56" y="289"/>
                </a:cubicBezTo>
                <a:cubicBezTo>
                  <a:pt x="24" y="289"/>
                  <a:pt x="7" y="290"/>
                  <a:pt x="4" y="291"/>
                </a:cubicBezTo>
                <a:lnTo>
                  <a:pt x="0" y="291"/>
                </a:lnTo>
                <a:lnTo>
                  <a:pt x="0" y="270"/>
                </a:lnTo>
                <a:lnTo>
                  <a:pt x="8" y="270"/>
                </a:lnTo>
                <a:moveTo>
                  <a:pt x="185" y="102"/>
                </a:moveTo>
                <a:cubicBezTo>
                  <a:pt x="185" y="80"/>
                  <a:pt x="180" y="60"/>
                  <a:pt x="170" y="44"/>
                </a:cubicBezTo>
                <a:cubicBezTo>
                  <a:pt x="159" y="27"/>
                  <a:pt x="147" y="19"/>
                  <a:pt x="131" y="19"/>
                </a:cubicBezTo>
                <a:cubicBezTo>
                  <a:pt x="110" y="19"/>
                  <a:pt x="91" y="28"/>
                  <a:pt x="75" y="48"/>
                </a:cubicBezTo>
                <a:lnTo>
                  <a:pt x="75" y="158"/>
                </a:lnTo>
                <a:cubicBezTo>
                  <a:pt x="87" y="180"/>
                  <a:pt x="104" y="191"/>
                  <a:pt x="126" y="191"/>
                </a:cubicBezTo>
                <a:cubicBezTo>
                  <a:pt x="142" y="191"/>
                  <a:pt x="155" y="182"/>
                  <a:pt x="167" y="166"/>
                </a:cubicBezTo>
                <a:cubicBezTo>
                  <a:pt x="179" y="150"/>
                  <a:pt x="185" y="129"/>
                  <a:pt x="185" y="10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25" name=""/>
          <p:cNvSpPr/>
          <p:nvPr/>
        </p:nvSpPr>
        <p:spPr>
          <a:xfrm>
            <a:off x="5814720" y="2914560"/>
            <a:ext cx="141840" cy="179640"/>
          </a:xfrm>
          <a:custGeom>
            <a:avLst/>
            <a:gdLst/>
            <a:ahLst/>
            <a:rect l="0" t="0" r="r" b="b"/>
            <a:pathLst>
              <a:path w="394" h="499">
                <a:moveTo>
                  <a:pt x="381" y="0"/>
                </a:moveTo>
                <a:cubicBezTo>
                  <a:pt x="385" y="0"/>
                  <a:pt x="388" y="1"/>
                  <a:pt x="390" y="4"/>
                </a:cubicBezTo>
                <a:cubicBezTo>
                  <a:pt x="393" y="6"/>
                  <a:pt x="394" y="9"/>
                  <a:pt x="394" y="13"/>
                </a:cubicBezTo>
                <a:cubicBezTo>
                  <a:pt x="394" y="17"/>
                  <a:pt x="393" y="20"/>
                  <a:pt x="390" y="22"/>
                </a:cubicBezTo>
                <a:cubicBezTo>
                  <a:pt x="389" y="23"/>
                  <a:pt x="331" y="50"/>
                  <a:pt x="216" y="106"/>
                </a:cubicBezTo>
                <a:lnTo>
                  <a:pt x="44" y="187"/>
                </a:lnTo>
                <a:lnTo>
                  <a:pt x="204" y="263"/>
                </a:lnTo>
                <a:cubicBezTo>
                  <a:pt x="328" y="322"/>
                  <a:pt x="390" y="352"/>
                  <a:pt x="392" y="354"/>
                </a:cubicBezTo>
                <a:cubicBezTo>
                  <a:pt x="393" y="357"/>
                  <a:pt x="394" y="359"/>
                  <a:pt x="394" y="361"/>
                </a:cubicBezTo>
                <a:cubicBezTo>
                  <a:pt x="394" y="369"/>
                  <a:pt x="390" y="373"/>
                  <a:pt x="382" y="374"/>
                </a:cubicBezTo>
                <a:lnTo>
                  <a:pt x="379" y="374"/>
                </a:lnTo>
                <a:lnTo>
                  <a:pt x="193" y="286"/>
                </a:lnTo>
                <a:cubicBezTo>
                  <a:pt x="68" y="228"/>
                  <a:pt x="5" y="198"/>
                  <a:pt x="4" y="197"/>
                </a:cubicBezTo>
                <a:cubicBezTo>
                  <a:pt x="1" y="195"/>
                  <a:pt x="0" y="191"/>
                  <a:pt x="0" y="186"/>
                </a:cubicBezTo>
                <a:cubicBezTo>
                  <a:pt x="0" y="181"/>
                  <a:pt x="3" y="178"/>
                  <a:pt x="8" y="175"/>
                </a:cubicBezTo>
                <a:cubicBezTo>
                  <a:pt x="12" y="173"/>
                  <a:pt x="73" y="144"/>
                  <a:pt x="193" y="87"/>
                </a:cubicBezTo>
                <a:cubicBezTo>
                  <a:pt x="313" y="31"/>
                  <a:pt x="373" y="2"/>
                  <a:pt x="375" y="1"/>
                </a:cubicBezTo>
                <a:cubicBezTo>
                  <a:pt x="377" y="0"/>
                  <a:pt x="379" y="0"/>
                  <a:pt x="381" y="0"/>
                </a:cubicBezTo>
                <a:moveTo>
                  <a:pt x="1" y="486"/>
                </a:moveTo>
                <a:cubicBezTo>
                  <a:pt x="1" y="482"/>
                  <a:pt x="4" y="477"/>
                  <a:pt x="10" y="473"/>
                </a:cubicBezTo>
                <a:lnTo>
                  <a:pt x="384" y="473"/>
                </a:lnTo>
                <a:cubicBezTo>
                  <a:pt x="391" y="476"/>
                  <a:pt x="394" y="480"/>
                  <a:pt x="394" y="486"/>
                </a:cubicBezTo>
                <a:cubicBezTo>
                  <a:pt x="394" y="491"/>
                  <a:pt x="391" y="495"/>
                  <a:pt x="384" y="499"/>
                </a:cubicBezTo>
                <a:lnTo>
                  <a:pt x="10" y="499"/>
                </a:lnTo>
                <a:cubicBezTo>
                  <a:pt x="4" y="496"/>
                  <a:pt x="1" y="491"/>
                  <a:pt x="1" y="48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26" name=""/>
          <p:cNvSpPr/>
          <p:nvPr/>
        </p:nvSpPr>
        <p:spPr>
          <a:xfrm>
            <a:off x="5994720" y="2907360"/>
            <a:ext cx="80280" cy="154800"/>
          </a:xfrm>
          <a:custGeom>
            <a:avLst/>
            <a:gdLst/>
            <a:ahLst/>
            <a:rect l="0" t="0" r="r" b="b"/>
            <a:pathLst>
              <a:path w="223" h="430">
                <a:moveTo>
                  <a:pt x="85" y="57"/>
                </a:moveTo>
                <a:lnTo>
                  <a:pt x="77" y="60"/>
                </a:lnTo>
                <a:cubicBezTo>
                  <a:pt x="71" y="62"/>
                  <a:pt x="62" y="65"/>
                  <a:pt x="51" y="67"/>
                </a:cubicBezTo>
                <a:cubicBezTo>
                  <a:pt x="40" y="69"/>
                  <a:pt x="26" y="70"/>
                  <a:pt x="13" y="71"/>
                </a:cubicBezTo>
                <a:lnTo>
                  <a:pt x="0" y="71"/>
                </a:lnTo>
                <a:lnTo>
                  <a:pt x="0" y="42"/>
                </a:lnTo>
                <a:lnTo>
                  <a:pt x="13" y="42"/>
                </a:lnTo>
                <a:cubicBezTo>
                  <a:pt x="33" y="41"/>
                  <a:pt x="53" y="38"/>
                  <a:pt x="70" y="32"/>
                </a:cubicBezTo>
                <a:cubicBezTo>
                  <a:pt x="87" y="26"/>
                  <a:pt x="99" y="21"/>
                  <a:pt x="106" y="17"/>
                </a:cubicBezTo>
                <a:cubicBezTo>
                  <a:pt x="113" y="12"/>
                  <a:pt x="119" y="7"/>
                  <a:pt x="124" y="2"/>
                </a:cubicBezTo>
                <a:cubicBezTo>
                  <a:pt x="125" y="1"/>
                  <a:pt x="127" y="0"/>
                  <a:pt x="131" y="0"/>
                </a:cubicBezTo>
                <a:cubicBezTo>
                  <a:pt x="135" y="0"/>
                  <a:pt x="139" y="2"/>
                  <a:pt x="142" y="4"/>
                </a:cubicBezTo>
                <a:lnTo>
                  <a:pt x="142" y="197"/>
                </a:lnTo>
                <a:lnTo>
                  <a:pt x="143" y="391"/>
                </a:lnTo>
                <a:cubicBezTo>
                  <a:pt x="146" y="394"/>
                  <a:pt x="149" y="396"/>
                  <a:pt x="151" y="396"/>
                </a:cubicBezTo>
                <a:cubicBezTo>
                  <a:pt x="153" y="397"/>
                  <a:pt x="158" y="398"/>
                  <a:pt x="166" y="399"/>
                </a:cubicBezTo>
                <a:cubicBezTo>
                  <a:pt x="174" y="400"/>
                  <a:pt x="188" y="400"/>
                  <a:pt x="206" y="400"/>
                </a:cubicBezTo>
                <a:lnTo>
                  <a:pt x="223" y="400"/>
                </a:lnTo>
                <a:lnTo>
                  <a:pt x="223" y="430"/>
                </a:lnTo>
                <a:lnTo>
                  <a:pt x="216" y="430"/>
                </a:lnTo>
                <a:cubicBezTo>
                  <a:pt x="207" y="429"/>
                  <a:pt x="173" y="428"/>
                  <a:pt x="113" y="428"/>
                </a:cubicBezTo>
                <a:cubicBezTo>
                  <a:pt x="55" y="428"/>
                  <a:pt x="20" y="429"/>
                  <a:pt x="11" y="430"/>
                </a:cubicBezTo>
                <a:lnTo>
                  <a:pt x="4" y="430"/>
                </a:lnTo>
                <a:lnTo>
                  <a:pt x="4" y="400"/>
                </a:lnTo>
                <a:lnTo>
                  <a:pt x="20" y="400"/>
                </a:lnTo>
                <a:cubicBezTo>
                  <a:pt x="30" y="400"/>
                  <a:pt x="39" y="400"/>
                  <a:pt x="46" y="400"/>
                </a:cubicBezTo>
                <a:cubicBezTo>
                  <a:pt x="53" y="400"/>
                  <a:pt x="58" y="400"/>
                  <a:pt x="62" y="400"/>
                </a:cubicBezTo>
                <a:cubicBezTo>
                  <a:pt x="66" y="399"/>
                  <a:pt x="69" y="399"/>
                  <a:pt x="72" y="398"/>
                </a:cubicBezTo>
                <a:cubicBezTo>
                  <a:pt x="75" y="397"/>
                  <a:pt x="77" y="396"/>
                  <a:pt x="77" y="396"/>
                </a:cubicBezTo>
                <a:cubicBezTo>
                  <a:pt x="78" y="396"/>
                  <a:pt x="79" y="395"/>
                  <a:pt x="81" y="393"/>
                </a:cubicBezTo>
                <a:cubicBezTo>
                  <a:pt x="83" y="391"/>
                  <a:pt x="85" y="390"/>
                  <a:pt x="85" y="391"/>
                </a:cubicBezTo>
                <a:lnTo>
                  <a:pt x="85" y="5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27" name=""/>
          <p:cNvSpPr/>
          <p:nvPr/>
        </p:nvSpPr>
        <p:spPr>
          <a:xfrm>
            <a:off x="6194160" y="2323800"/>
            <a:ext cx="13320" cy="728280"/>
          </a:xfrm>
          <a:custGeom>
            <a:avLst/>
            <a:gdLst/>
            <a:ahLst/>
            <a:rect l="0" t="0" r="r" b="b"/>
            <a:pathLst>
              <a:path w="37" h="2023">
                <a:moveTo>
                  <a:pt x="0" y="2023"/>
                </a:moveTo>
                <a:lnTo>
                  <a:pt x="0" y="1011"/>
                </a:lnTo>
                <a:lnTo>
                  <a:pt x="1" y="0"/>
                </a:lnTo>
                <a:lnTo>
                  <a:pt x="37" y="0"/>
                </a:lnTo>
                <a:lnTo>
                  <a:pt x="37" y="2023"/>
                </a:lnTo>
                <a:lnTo>
                  <a:pt x="0" y="202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28" name=""/>
          <p:cNvSpPr/>
          <p:nvPr/>
        </p:nvSpPr>
        <p:spPr>
          <a:xfrm>
            <a:off x="6273360" y="2323800"/>
            <a:ext cx="291600" cy="728280"/>
          </a:xfrm>
          <a:custGeom>
            <a:avLst/>
            <a:gdLst/>
            <a:ahLst/>
            <a:rect l="0" t="0" r="r" b="b"/>
            <a:pathLst>
              <a:path w="810" h="2023">
                <a:moveTo>
                  <a:pt x="54" y="1965"/>
                </a:moveTo>
                <a:cubicBezTo>
                  <a:pt x="64" y="1981"/>
                  <a:pt x="80" y="1989"/>
                  <a:pt x="100" y="1989"/>
                </a:cubicBezTo>
                <a:lnTo>
                  <a:pt x="102" y="1989"/>
                </a:lnTo>
                <a:cubicBezTo>
                  <a:pt x="119" y="1989"/>
                  <a:pt x="136" y="1971"/>
                  <a:pt x="153" y="1934"/>
                </a:cubicBezTo>
                <a:cubicBezTo>
                  <a:pt x="170" y="1898"/>
                  <a:pt x="185" y="1848"/>
                  <a:pt x="200" y="1785"/>
                </a:cubicBezTo>
                <a:cubicBezTo>
                  <a:pt x="215" y="1722"/>
                  <a:pt x="228" y="1658"/>
                  <a:pt x="241" y="1595"/>
                </a:cubicBezTo>
                <a:cubicBezTo>
                  <a:pt x="254" y="1531"/>
                  <a:pt x="266" y="1462"/>
                  <a:pt x="279" y="1388"/>
                </a:cubicBezTo>
                <a:cubicBezTo>
                  <a:pt x="281" y="1375"/>
                  <a:pt x="283" y="1366"/>
                  <a:pt x="284" y="1360"/>
                </a:cubicBezTo>
                <a:cubicBezTo>
                  <a:pt x="327" y="1102"/>
                  <a:pt x="375" y="863"/>
                  <a:pt x="426" y="643"/>
                </a:cubicBezTo>
                <a:cubicBezTo>
                  <a:pt x="477" y="422"/>
                  <a:pt x="514" y="278"/>
                  <a:pt x="537" y="212"/>
                </a:cubicBezTo>
                <a:cubicBezTo>
                  <a:pt x="540" y="201"/>
                  <a:pt x="543" y="192"/>
                  <a:pt x="546" y="185"/>
                </a:cubicBezTo>
                <a:cubicBezTo>
                  <a:pt x="548" y="178"/>
                  <a:pt x="553" y="164"/>
                  <a:pt x="561" y="145"/>
                </a:cubicBezTo>
                <a:cubicBezTo>
                  <a:pt x="569" y="126"/>
                  <a:pt x="577" y="109"/>
                  <a:pt x="586" y="94"/>
                </a:cubicBezTo>
                <a:cubicBezTo>
                  <a:pt x="594" y="80"/>
                  <a:pt x="605" y="65"/>
                  <a:pt x="617" y="49"/>
                </a:cubicBezTo>
                <a:cubicBezTo>
                  <a:pt x="629" y="34"/>
                  <a:pt x="642" y="22"/>
                  <a:pt x="657" y="13"/>
                </a:cubicBezTo>
                <a:cubicBezTo>
                  <a:pt x="671" y="4"/>
                  <a:pt x="687" y="0"/>
                  <a:pt x="703" y="0"/>
                </a:cubicBezTo>
                <a:cubicBezTo>
                  <a:pt x="737" y="0"/>
                  <a:pt x="764" y="11"/>
                  <a:pt x="781" y="32"/>
                </a:cubicBezTo>
                <a:cubicBezTo>
                  <a:pt x="798" y="53"/>
                  <a:pt x="807" y="78"/>
                  <a:pt x="810" y="105"/>
                </a:cubicBezTo>
                <a:cubicBezTo>
                  <a:pt x="810" y="120"/>
                  <a:pt x="806" y="132"/>
                  <a:pt x="799" y="141"/>
                </a:cubicBezTo>
                <a:cubicBezTo>
                  <a:pt x="792" y="150"/>
                  <a:pt x="785" y="156"/>
                  <a:pt x="778" y="159"/>
                </a:cubicBezTo>
                <a:cubicBezTo>
                  <a:pt x="771" y="161"/>
                  <a:pt x="765" y="162"/>
                  <a:pt x="758" y="161"/>
                </a:cubicBezTo>
                <a:cubicBezTo>
                  <a:pt x="744" y="161"/>
                  <a:pt x="733" y="157"/>
                  <a:pt x="722" y="148"/>
                </a:cubicBezTo>
                <a:cubicBezTo>
                  <a:pt x="712" y="139"/>
                  <a:pt x="707" y="126"/>
                  <a:pt x="707" y="110"/>
                </a:cubicBezTo>
                <a:cubicBezTo>
                  <a:pt x="707" y="81"/>
                  <a:pt x="723" y="64"/>
                  <a:pt x="756" y="59"/>
                </a:cubicBezTo>
                <a:lnTo>
                  <a:pt x="752" y="55"/>
                </a:lnTo>
                <a:cubicBezTo>
                  <a:pt x="751" y="53"/>
                  <a:pt x="748" y="51"/>
                  <a:pt x="745" y="49"/>
                </a:cubicBezTo>
                <a:cubicBezTo>
                  <a:pt x="742" y="46"/>
                  <a:pt x="740" y="44"/>
                  <a:pt x="738" y="43"/>
                </a:cubicBezTo>
                <a:cubicBezTo>
                  <a:pt x="729" y="37"/>
                  <a:pt x="719" y="34"/>
                  <a:pt x="708" y="34"/>
                </a:cubicBezTo>
                <a:cubicBezTo>
                  <a:pt x="699" y="34"/>
                  <a:pt x="691" y="38"/>
                  <a:pt x="684" y="45"/>
                </a:cubicBezTo>
                <a:cubicBezTo>
                  <a:pt x="677" y="52"/>
                  <a:pt x="667" y="69"/>
                  <a:pt x="655" y="96"/>
                </a:cubicBezTo>
                <a:cubicBezTo>
                  <a:pt x="643" y="123"/>
                  <a:pt x="631" y="158"/>
                  <a:pt x="620" y="201"/>
                </a:cubicBezTo>
                <a:cubicBezTo>
                  <a:pt x="608" y="245"/>
                  <a:pt x="594" y="307"/>
                  <a:pt x="577" y="386"/>
                </a:cubicBezTo>
                <a:cubicBezTo>
                  <a:pt x="560" y="466"/>
                  <a:pt x="543" y="559"/>
                  <a:pt x="526" y="667"/>
                </a:cubicBezTo>
                <a:cubicBezTo>
                  <a:pt x="490" y="871"/>
                  <a:pt x="453" y="1063"/>
                  <a:pt x="414" y="1243"/>
                </a:cubicBezTo>
                <a:cubicBezTo>
                  <a:pt x="375" y="1424"/>
                  <a:pt x="345" y="1555"/>
                  <a:pt x="323" y="1637"/>
                </a:cubicBezTo>
                <a:cubicBezTo>
                  <a:pt x="301" y="1718"/>
                  <a:pt x="284" y="1776"/>
                  <a:pt x="273" y="1811"/>
                </a:cubicBezTo>
                <a:cubicBezTo>
                  <a:pt x="226" y="1953"/>
                  <a:pt x="168" y="2023"/>
                  <a:pt x="100" y="2023"/>
                </a:cubicBezTo>
                <a:cubicBezTo>
                  <a:pt x="76" y="2023"/>
                  <a:pt x="54" y="2014"/>
                  <a:pt x="34" y="1995"/>
                </a:cubicBezTo>
                <a:cubicBezTo>
                  <a:pt x="13" y="1976"/>
                  <a:pt x="2" y="1951"/>
                  <a:pt x="0" y="1918"/>
                </a:cubicBezTo>
                <a:cubicBezTo>
                  <a:pt x="0" y="1897"/>
                  <a:pt x="6" y="1882"/>
                  <a:pt x="17" y="1874"/>
                </a:cubicBezTo>
                <a:cubicBezTo>
                  <a:pt x="29" y="1866"/>
                  <a:pt x="40" y="1862"/>
                  <a:pt x="52" y="1862"/>
                </a:cubicBezTo>
                <a:cubicBezTo>
                  <a:pt x="64" y="1862"/>
                  <a:pt x="76" y="1867"/>
                  <a:pt x="86" y="1876"/>
                </a:cubicBezTo>
                <a:cubicBezTo>
                  <a:pt x="97" y="1885"/>
                  <a:pt x="102" y="1897"/>
                  <a:pt x="102" y="1913"/>
                </a:cubicBezTo>
                <a:cubicBezTo>
                  <a:pt x="102" y="1942"/>
                  <a:pt x="86" y="1960"/>
                  <a:pt x="54" y="196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29" name=""/>
          <p:cNvSpPr/>
          <p:nvPr/>
        </p:nvSpPr>
        <p:spPr>
          <a:xfrm>
            <a:off x="6637320" y="2538720"/>
            <a:ext cx="162360" cy="298440"/>
          </a:xfrm>
          <a:custGeom>
            <a:avLst/>
            <a:gdLst/>
            <a:ahLst/>
            <a:rect l="0" t="0" r="r" b="b"/>
            <a:pathLst>
              <a:path w="451" h="829">
                <a:moveTo>
                  <a:pt x="57" y="789"/>
                </a:moveTo>
                <a:cubicBezTo>
                  <a:pt x="58" y="789"/>
                  <a:pt x="60" y="790"/>
                  <a:pt x="62" y="791"/>
                </a:cubicBezTo>
                <a:cubicBezTo>
                  <a:pt x="65" y="792"/>
                  <a:pt x="68" y="793"/>
                  <a:pt x="72" y="794"/>
                </a:cubicBezTo>
                <a:cubicBezTo>
                  <a:pt x="77" y="794"/>
                  <a:pt x="80" y="795"/>
                  <a:pt x="83" y="795"/>
                </a:cubicBezTo>
                <a:cubicBezTo>
                  <a:pt x="91" y="795"/>
                  <a:pt x="98" y="791"/>
                  <a:pt x="105" y="783"/>
                </a:cubicBezTo>
                <a:cubicBezTo>
                  <a:pt x="112" y="775"/>
                  <a:pt x="117" y="766"/>
                  <a:pt x="120" y="757"/>
                </a:cubicBezTo>
                <a:cubicBezTo>
                  <a:pt x="126" y="740"/>
                  <a:pt x="136" y="694"/>
                  <a:pt x="151" y="617"/>
                </a:cubicBezTo>
                <a:cubicBezTo>
                  <a:pt x="165" y="541"/>
                  <a:pt x="179" y="468"/>
                  <a:pt x="193" y="399"/>
                </a:cubicBezTo>
                <a:cubicBezTo>
                  <a:pt x="206" y="330"/>
                  <a:pt x="213" y="295"/>
                  <a:pt x="213" y="294"/>
                </a:cubicBezTo>
                <a:lnTo>
                  <a:pt x="213" y="292"/>
                </a:lnTo>
                <a:lnTo>
                  <a:pt x="170" y="292"/>
                </a:lnTo>
                <a:cubicBezTo>
                  <a:pt x="141" y="292"/>
                  <a:pt x="126" y="291"/>
                  <a:pt x="124" y="290"/>
                </a:cubicBezTo>
                <a:cubicBezTo>
                  <a:pt x="122" y="288"/>
                  <a:pt x="121" y="285"/>
                  <a:pt x="121" y="281"/>
                </a:cubicBezTo>
                <a:lnTo>
                  <a:pt x="127" y="255"/>
                </a:lnTo>
                <a:cubicBezTo>
                  <a:pt x="128" y="252"/>
                  <a:pt x="131" y="251"/>
                  <a:pt x="134" y="251"/>
                </a:cubicBezTo>
                <a:cubicBezTo>
                  <a:pt x="138" y="251"/>
                  <a:pt x="152" y="250"/>
                  <a:pt x="177" y="250"/>
                </a:cubicBezTo>
                <a:cubicBezTo>
                  <a:pt x="206" y="250"/>
                  <a:pt x="221" y="249"/>
                  <a:pt x="221" y="249"/>
                </a:cubicBezTo>
                <a:cubicBezTo>
                  <a:pt x="221" y="248"/>
                  <a:pt x="223" y="232"/>
                  <a:pt x="229" y="203"/>
                </a:cubicBezTo>
                <a:cubicBezTo>
                  <a:pt x="234" y="174"/>
                  <a:pt x="239" y="157"/>
                  <a:pt x="241" y="150"/>
                </a:cubicBezTo>
                <a:cubicBezTo>
                  <a:pt x="263" y="50"/>
                  <a:pt x="308" y="0"/>
                  <a:pt x="374" y="0"/>
                </a:cubicBezTo>
                <a:cubicBezTo>
                  <a:pt x="396" y="2"/>
                  <a:pt x="415" y="8"/>
                  <a:pt x="429" y="20"/>
                </a:cubicBezTo>
                <a:cubicBezTo>
                  <a:pt x="444" y="32"/>
                  <a:pt x="451" y="49"/>
                  <a:pt x="451" y="69"/>
                </a:cubicBezTo>
                <a:cubicBezTo>
                  <a:pt x="451" y="90"/>
                  <a:pt x="445" y="106"/>
                  <a:pt x="432" y="116"/>
                </a:cubicBezTo>
                <a:cubicBezTo>
                  <a:pt x="419" y="126"/>
                  <a:pt x="406" y="131"/>
                  <a:pt x="394" y="131"/>
                </a:cubicBezTo>
                <a:cubicBezTo>
                  <a:pt x="367" y="131"/>
                  <a:pt x="354" y="119"/>
                  <a:pt x="354" y="93"/>
                </a:cubicBezTo>
                <a:cubicBezTo>
                  <a:pt x="354" y="82"/>
                  <a:pt x="357" y="72"/>
                  <a:pt x="364" y="63"/>
                </a:cubicBezTo>
                <a:cubicBezTo>
                  <a:pt x="370" y="55"/>
                  <a:pt x="378" y="48"/>
                  <a:pt x="386" y="44"/>
                </a:cubicBezTo>
                <a:lnTo>
                  <a:pt x="394" y="39"/>
                </a:lnTo>
                <a:cubicBezTo>
                  <a:pt x="384" y="36"/>
                  <a:pt x="375" y="34"/>
                  <a:pt x="366" y="34"/>
                </a:cubicBezTo>
                <a:cubicBezTo>
                  <a:pt x="359" y="34"/>
                  <a:pt x="352" y="37"/>
                  <a:pt x="345" y="43"/>
                </a:cubicBezTo>
                <a:cubicBezTo>
                  <a:pt x="339" y="49"/>
                  <a:pt x="334" y="58"/>
                  <a:pt x="332" y="69"/>
                </a:cubicBezTo>
                <a:cubicBezTo>
                  <a:pt x="328" y="86"/>
                  <a:pt x="323" y="110"/>
                  <a:pt x="317" y="140"/>
                </a:cubicBezTo>
                <a:cubicBezTo>
                  <a:pt x="312" y="169"/>
                  <a:pt x="307" y="194"/>
                  <a:pt x="303" y="215"/>
                </a:cubicBezTo>
                <a:cubicBezTo>
                  <a:pt x="298" y="236"/>
                  <a:pt x="296" y="247"/>
                  <a:pt x="296" y="248"/>
                </a:cubicBezTo>
                <a:cubicBezTo>
                  <a:pt x="296" y="249"/>
                  <a:pt x="313" y="250"/>
                  <a:pt x="346" y="250"/>
                </a:cubicBezTo>
                <a:cubicBezTo>
                  <a:pt x="374" y="250"/>
                  <a:pt x="389" y="250"/>
                  <a:pt x="394" y="251"/>
                </a:cubicBezTo>
                <a:cubicBezTo>
                  <a:pt x="398" y="251"/>
                  <a:pt x="401" y="253"/>
                  <a:pt x="404" y="256"/>
                </a:cubicBezTo>
                <a:cubicBezTo>
                  <a:pt x="404" y="258"/>
                  <a:pt x="404" y="264"/>
                  <a:pt x="402" y="271"/>
                </a:cubicBezTo>
                <a:cubicBezTo>
                  <a:pt x="400" y="279"/>
                  <a:pt x="399" y="284"/>
                  <a:pt x="397" y="286"/>
                </a:cubicBezTo>
                <a:cubicBezTo>
                  <a:pt x="396" y="289"/>
                  <a:pt x="393" y="291"/>
                  <a:pt x="389" y="291"/>
                </a:cubicBezTo>
                <a:cubicBezTo>
                  <a:pt x="385" y="291"/>
                  <a:pt x="369" y="291"/>
                  <a:pt x="340" y="292"/>
                </a:cubicBezTo>
                <a:lnTo>
                  <a:pt x="289" y="292"/>
                </a:lnTo>
                <a:lnTo>
                  <a:pt x="268" y="403"/>
                </a:lnTo>
                <a:cubicBezTo>
                  <a:pt x="239" y="553"/>
                  <a:pt x="218" y="647"/>
                  <a:pt x="206" y="685"/>
                </a:cubicBezTo>
                <a:cubicBezTo>
                  <a:pt x="190" y="736"/>
                  <a:pt x="169" y="774"/>
                  <a:pt x="142" y="799"/>
                </a:cubicBezTo>
                <a:cubicBezTo>
                  <a:pt x="120" y="820"/>
                  <a:pt x="98" y="829"/>
                  <a:pt x="76" y="829"/>
                </a:cubicBezTo>
                <a:cubicBezTo>
                  <a:pt x="57" y="829"/>
                  <a:pt x="39" y="824"/>
                  <a:pt x="23" y="811"/>
                </a:cubicBezTo>
                <a:cubicBezTo>
                  <a:pt x="7" y="800"/>
                  <a:pt x="0" y="783"/>
                  <a:pt x="0" y="762"/>
                </a:cubicBezTo>
                <a:cubicBezTo>
                  <a:pt x="0" y="740"/>
                  <a:pt x="6" y="723"/>
                  <a:pt x="19" y="713"/>
                </a:cubicBezTo>
                <a:cubicBezTo>
                  <a:pt x="31" y="703"/>
                  <a:pt x="44" y="697"/>
                  <a:pt x="57" y="697"/>
                </a:cubicBezTo>
                <a:cubicBezTo>
                  <a:pt x="84" y="697"/>
                  <a:pt x="97" y="710"/>
                  <a:pt x="97" y="736"/>
                </a:cubicBezTo>
                <a:cubicBezTo>
                  <a:pt x="97" y="747"/>
                  <a:pt x="94" y="757"/>
                  <a:pt x="87" y="766"/>
                </a:cubicBezTo>
                <a:cubicBezTo>
                  <a:pt x="80" y="774"/>
                  <a:pt x="73" y="780"/>
                  <a:pt x="65" y="785"/>
                </a:cubicBezTo>
                <a:lnTo>
                  <a:pt x="57" y="78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30" name=""/>
          <p:cNvSpPr/>
          <p:nvPr/>
        </p:nvSpPr>
        <p:spPr>
          <a:xfrm>
            <a:off x="6864840" y="2542320"/>
            <a:ext cx="160920" cy="231120"/>
          </a:xfrm>
          <a:custGeom>
            <a:avLst/>
            <a:gdLst/>
            <a:ahLst/>
            <a:rect l="0" t="0" r="r" b="b"/>
            <a:pathLst>
              <a:path w="447" h="642">
                <a:moveTo>
                  <a:pt x="304" y="10"/>
                </a:moveTo>
                <a:cubicBezTo>
                  <a:pt x="305" y="10"/>
                  <a:pt x="327" y="9"/>
                  <a:pt x="370" y="6"/>
                </a:cubicBezTo>
                <a:cubicBezTo>
                  <a:pt x="413" y="3"/>
                  <a:pt x="435" y="1"/>
                  <a:pt x="436" y="0"/>
                </a:cubicBezTo>
                <a:cubicBezTo>
                  <a:pt x="443" y="0"/>
                  <a:pt x="447" y="3"/>
                  <a:pt x="447" y="8"/>
                </a:cubicBezTo>
                <a:cubicBezTo>
                  <a:pt x="447" y="12"/>
                  <a:pt x="425" y="103"/>
                  <a:pt x="381" y="282"/>
                </a:cubicBezTo>
                <a:cubicBezTo>
                  <a:pt x="336" y="462"/>
                  <a:pt x="313" y="554"/>
                  <a:pt x="312" y="557"/>
                </a:cubicBezTo>
                <a:cubicBezTo>
                  <a:pt x="311" y="561"/>
                  <a:pt x="311" y="566"/>
                  <a:pt x="311" y="571"/>
                </a:cubicBezTo>
                <a:cubicBezTo>
                  <a:pt x="311" y="596"/>
                  <a:pt x="320" y="609"/>
                  <a:pt x="337" y="609"/>
                </a:cubicBezTo>
                <a:cubicBezTo>
                  <a:pt x="342" y="609"/>
                  <a:pt x="348" y="606"/>
                  <a:pt x="355" y="601"/>
                </a:cubicBezTo>
                <a:cubicBezTo>
                  <a:pt x="368" y="589"/>
                  <a:pt x="380" y="560"/>
                  <a:pt x="392" y="514"/>
                </a:cubicBezTo>
                <a:cubicBezTo>
                  <a:pt x="396" y="502"/>
                  <a:pt x="399" y="495"/>
                  <a:pt x="401" y="495"/>
                </a:cubicBezTo>
                <a:cubicBezTo>
                  <a:pt x="403" y="494"/>
                  <a:pt x="406" y="494"/>
                  <a:pt x="411" y="494"/>
                </a:cubicBezTo>
                <a:lnTo>
                  <a:pt x="414" y="494"/>
                </a:lnTo>
                <a:lnTo>
                  <a:pt x="418" y="494"/>
                </a:lnTo>
                <a:cubicBezTo>
                  <a:pt x="427" y="494"/>
                  <a:pt x="431" y="496"/>
                  <a:pt x="431" y="501"/>
                </a:cubicBezTo>
                <a:cubicBezTo>
                  <a:pt x="431" y="504"/>
                  <a:pt x="431" y="509"/>
                  <a:pt x="429" y="515"/>
                </a:cubicBezTo>
                <a:cubicBezTo>
                  <a:pt x="421" y="546"/>
                  <a:pt x="412" y="570"/>
                  <a:pt x="401" y="589"/>
                </a:cubicBezTo>
                <a:cubicBezTo>
                  <a:pt x="391" y="608"/>
                  <a:pt x="383" y="620"/>
                  <a:pt x="376" y="626"/>
                </a:cubicBezTo>
                <a:cubicBezTo>
                  <a:pt x="369" y="631"/>
                  <a:pt x="361" y="636"/>
                  <a:pt x="350" y="640"/>
                </a:cubicBezTo>
                <a:cubicBezTo>
                  <a:pt x="346" y="641"/>
                  <a:pt x="338" y="642"/>
                  <a:pt x="329" y="642"/>
                </a:cubicBezTo>
                <a:cubicBezTo>
                  <a:pt x="308" y="642"/>
                  <a:pt x="291" y="637"/>
                  <a:pt x="276" y="628"/>
                </a:cubicBezTo>
                <a:cubicBezTo>
                  <a:pt x="262" y="619"/>
                  <a:pt x="253" y="610"/>
                  <a:pt x="248" y="600"/>
                </a:cubicBezTo>
                <a:lnTo>
                  <a:pt x="243" y="586"/>
                </a:lnTo>
                <a:cubicBezTo>
                  <a:pt x="242" y="586"/>
                  <a:pt x="241" y="586"/>
                  <a:pt x="239" y="587"/>
                </a:cubicBezTo>
                <a:cubicBezTo>
                  <a:pt x="238" y="589"/>
                  <a:pt x="237" y="590"/>
                  <a:pt x="236" y="591"/>
                </a:cubicBezTo>
                <a:cubicBezTo>
                  <a:pt x="200" y="625"/>
                  <a:pt x="164" y="642"/>
                  <a:pt x="127" y="642"/>
                </a:cubicBezTo>
                <a:cubicBezTo>
                  <a:pt x="93" y="642"/>
                  <a:pt x="64" y="630"/>
                  <a:pt x="38" y="606"/>
                </a:cubicBezTo>
                <a:cubicBezTo>
                  <a:pt x="13" y="581"/>
                  <a:pt x="0" y="543"/>
                  <a:pt x="0" y="490"/>
                </a:cubicBezTo>
                <a:cubicBezTo>
                  <a:pt x="0" y="461"/>
                  <a:pt x="6" y="431"/>
                  <a:pt x="18" y="401"/>
                </a:cubicBezTo>
                <a:cubicBezTo>
                  <a:pt x="30" y="370"/>
                  <a:pt x="45" y="344"/>
                  <a:pt x="62" y="323"/>
                </a:cubicBezTo>
                <a:cubicBezTo>
                  <a:pt x="90" y="287"/>
                  <a:pt x="119" y="263"/>
                  <a:pt x="147" y="250"/>
                </a:cubicBezTo>
                <a:cubicBezTo>
                  <a:pt x="176" y="236"/>
                  <a:pt x="202" y="230"/>
                  <a:pt x="225" y="230"/>
                </a:cubicBezTo>
                <a:cubicBezTo>
                  <a:pt x="259" y="230"/>
                  <a:pt x="284" y="242"/>
                  <a:pt x="302" y="268"/>
                </a:cubicBezTo>
                <a:cubicBezTo>
                  <a:pt x="305" y="271"/>
                  <a:pt x="307" y="273"/>
                  <a:pt x="307" y="271"/>
                </a:cubicBezTo>
                <a:cubicBezTo>
                  <a:pt x="307" y="269"/>
                  <a:pt x="316" y="236"/>
                  <a:pt x="331" y="172"/>
                </a:cubicBezTo>
                <a:cubicBezTo>
                  <a:pt x="347" y="109"/>
                  <a:pt x="356" y="75"/>
                  <a:pt x="357" y="71"/>
                </a:cubicBezTo>
                <a:cubicBezTo>
                  <a:pt x="357" y="63"/>
                  <a:pt x="355" y="59"/>
                  <a:pt x="350" y="57"/>
                </a:cubicBezTo>
                <a:cubicBezTo>
                  <a:pt x="346" y="55"/>
                  <a:pt x="334" y="53"/>
                  <a:pt x="315" y="52"/>
                </a:cubicBezTo>
                <a:lnTo>
                  <a:pt x="296" y="52"/>
                </a:lnTo>
                <a:cubicBezTo>
                  <a:pt x="292" y="49"/>
                  <a:pt x="290" y="46"/>
                  <a:pt x="290" y="45"/>
                </a:cubicBezTo>
                <a:cubicBezTo>
                  <a:pt x="290" y="44"/>
                  <a:pt x="291" y="38"/>
                  <a:pt x="292" y="28"/>
                </a:cubicBezTo>
                <a:cubicBezTo>
                  <a:pt x="295" y="16"/>
                  <a:pt x="299" y="10"/>
                  <a:pt x="304" y="10"/>
                </a:cubicBezTo>
                <a:moveTo>
                  <a:pt x="291" y="336"/>
                </a:moveTo>
                <a:cubicBezTo>
                  <a:pt x="276" y="287"/>
                  <a:pt x="254" y="263"/>
                  <a:pt x="222" y="263"/>
                </a:cubicBezTo>
                <a:cubicBezTo>
                  <a:pt x="201" y="263"/>
                  <a:pt x="181" y="273"/>
                  <a:pt x="161" y="292"/>
                </a:cubicBezTo>
                <a:cubicBezTo>
                  <a:pt x="142" y="311"/>
                  <a:pt x="127" y="336"/>
                  <a:pt x="116" y="366"/>
                </a:cubicBezTo>
                <a:cubicBezTo>
                  <a:pt x="98" y="414"/>
                  <a:pt x="86" y="464"/>
                  <a:pt x="78" y="515"/>
                </a:cubicBezTo>
                <a:cubicBezTo>
                  <a:pt x="78" y="517"/>
                  <a:pt x="78" y="521"/>
                  <a:pt x="78" y="525"/>
                </a:cubicBezTo>
                <a:cubicBezTo>
                  <a:pt x="78" y="530"/>
                  <a:pt x="78" y="534"/>
                  <a:pt x="77" y="536"/>
                </a:cubicBezTo>
                <a:cubicBezTo>
                  <a:pt x="77" y="564"/>
                  <a:pt x="83" y="583"/>
                  <a:pt x="94" y="593"/>
                </a:cubicBezTo>
                <a:cubicBezTo>
                  <a:pt x="105" y="603"/>
                  <a:pt x="118" y="609"/>
                  <a:pt x="133" y="609"/>
                </a:cubicBezTo>
                <a:cubicBezTo>
                  <a:pt x="166" y="609"/>
                  <a:pt x="199" y="587"/>
                  <a:pt x="234" y="544"/>
                </a:cubicBezTo>
                <a:lnTo>
                  <a:pt x="241" y="534"/>
                </a:lnTo>
                <a:lnTo>
                  <a:pt x="291" y="33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31" name=""/>
          <p:cNvSpPr/>
          <p:nvPr/>
        </p:nvSpPr>
        <p:spPr>
          <a:xfrm>
            <a:off x="7034400" y="2547000"/>
            <a:ext cx="235800" cy="223200"/>
          </a:xfrm>
          <a:custGeom>
            <a:avLst/>
            <a:gdLst/>
            <a:ahLst/>
            <a:rect l="0" t="0" r="r" b="b"/>
            <a:pathLst>
              <a:path w="655" h="620">
                <a:moveTo>
                  <a:pt x="16" y="619"/>
                </a:moveTo>
                <a:cubicBezTo>
                  <a:pt x="6" y="619"/>
                  <a:pt x="0" y="616"/>
                  <a:pt x="0" y="610"/>
                </a:cubicBezTo>
                <a:cubicBezTo>
                  <a:pt x="0" y="609"/>
                  <a:pt x="1" y="604"/>
                  <a:pt x="3" y="597"/>
                </a:cubicBezTo>
                <a:cubicBezTo>
                  <a:pt x="6" y="587"/>
                  <a:pt x="8" y="582"/>
                  <a:pt x="10" y="581"/>
                </a:cubicBezTo>
                <a:cubicBezTo>
                  <a:pt x="13" y="580"/>
                  <a:pt x="20" y="579"/>
                  <a:pt x="31" y="578"/>
                </a:cubicBezTo>
                <a:cubicBezTo>
                  <a:pt x="48" y="578"/>
                  <a:pt x="66" y="577"/>
                  <a:pt x="86" y="575"/>
                </a:cubicBezTo>
                <a:cubicBezTo>
                  <a:pt x="94" y="573"/>
                  <a:pt x="100" y="570"/>
                  <a:pt x="103" y="564"/>
                </a:cubicBezTo>
                <a:cubicBezTo>
                  <a:pt x="104" y="561"/>
                  <a:pt x="126" y="476"/>
                  <a:pt x="168" y="309"/>
                </a:cubicBezTo>
                <a:cubicBezTo>
                  <a:pt x="210" y="141"/>
                  <a:pt x="231" y="56"/>
                  <a:pt x="232" y="54"/>
                </a:cubicBezTo>
                <a:cubicBezTo>
                  <a:pt x="232" y="50"/>
                  <a:pt x="230" y="47"/>
                  <a:pt x="228" y="47"/>
                </a:cubicBezTo>
                <a:cubicBezTo>
                  <a:pt x="223" y="46"/>
                  <a:pt x="207" y="44"/>
                  <a:pt x="180" y="43"/>
                </a:cubicBezTo>
                <a:lnTo>
                  <a:pt x="151" y="43"/>
                </a:lnTo>
                <a:cubicBezTo>
                  <a:pt x="148" y="39"/>
                  <a:pt x="146" y="37"/>
                  <a:pt x="146" y="36"/>
                </a:cubicBezTo>
                <a:cubicBezTo>
                  <a:pt x="146" y="34"/>
                  <a:pt x="147" y="28"/>
                  <a:pt x="148" y="19"/>
                </a:cubicBezTo>
                <a:cubicBezTo>
                  <a:pt x="150" y="9"/>
                  <a:pt x="153" y="2"/>
                  <a:pt x="157" y="0"/>
                </a:cubicBezTo>
                <a:lnTo>
                  <a:pt x="648" y="0"/>
                </a:lnTo>
                <a:cubicBezTo>
                  <a:pt x="653" y="2"/>
                  <a:pt x="655" y="6"/>
                  <a:pt x="655" y="10"/>
                </a:cubicBezTo>
                <a:cubicBezTo>
                  <a:pt x="655" y="13"/>
                  <a:pt x="651" y="48"/>
                  <a:pt x="643" y="113"/>
                </a:cubicBezTo>
                <a:cubicBezTo>
                  <a:pt x="635" y="178"/>
                  <a:pt x="631" y="211"/>
                  <a:pt x="630" y="213"/>
                </a:cubicBezTo>
                <a:cubicBezTo>
                  <a:pt x="629" y="217"/>
                  <a:pt x="623" y="219"/>
                  <a:pt x="612" y="219"/>
                </a:cubicBezTo>
                <a:lnTo>
                  <a:pt x="601" y="219"/>
                </a:lnTo>
                <a:cubicBezTo>
                  <a:pt x="597" y="216"/>
                  <a:pt x="595" y="212"/>
                  <a:pt x="595" y="208"/>
                </a:cubicBezTo>
                <a:cubicBezTo>
                  <a:pt x="595" y="207"/>
                  <a:pt x="596" y="200"/>
                  <a:pt x="597" y="186"/>
                </a:cubicBezTo>
                <a:cubicBezTo>
                  <a:pt x="599" y="172"/>
                  <a:pt x="600" y="156"/>
                  <a:pt x="600" y="138"/>
                </a:cubicBezTo>
                <a:cubicBezTo>
                  <a:pt x="600" y="119"/>
                  <a:pt x="598" y="104"/>
                  <a:pt x="594" y="93"/>
                </a:cubicBezTo>
                <a:cubicBezTo>
                  <a:pt x="590" y="81"/>
                  <a:pt x="584" y="72"/>
                  <a:pt x="577" y="65"/>
                </a:cubicBezTo>
                <a:cubicBezTo>
                  <a:pt x="569" y="57"/>
                  <a:pt x="558" y="53"/>
                  <a:pt x="543" y="50"/>
                </a:cubicBezTo>
                <a:cubicBezTo>
                  <a:pt x="528" y="48"/>
                  <a:pt x="512" y="46"/>
                  <a:pt x="496" y="44"/>
                </a:cubicBezTo>
                <a:cubicBezTo>
                  <a:pt x="481" y="42"/>
                  <a:pt x="459" y="42"/>
                  <a:pt x="431" y="43"/>
                </a:cubicBezTo>
                <a:lnTo>
                  <a:pt x="410" y="43"/>
                </a:lnTo>
                <a:cubicBezTo>
                  <a:pt x="359" y="44"/>
                  <a:pt x="333" y="44"/>
                  <a:pt x="330" y="46"/>
                </a:cubicBezTo>
                <a:cubicBezTo>
                  <a:pt x="327" y="47"/>
                  <a:pt x="325" y="49"/>
                  <a:pt x="323" y="53"/>
                </a:cubicBezTo>
                <a:cubicBezTo>
                  <a:pt x="323" y="54"/>
                  <a:pt x="313" y="93"/>
                  <a:pt x="293" y="172"/>
                </a:cubicBezTo>
                <a:lnTo>
                  <a:pt x="263" y="290"/>
                </a:lnTo>
                <a:lnTo>
                  <a:pt x="313" y="290"/>
                </a:lnTo>
                <a:cubicBezTo>
                  <a:pt x="315" y="290"/>
                  <a:pt x="322" y="290"/>
                  <a:pt x="334" y="290"/>
                </a:cubicBezTo>
                <a:cubicBezTo>
                  <a:pt x="347" y="290"/>
                  <a:pt x="355" y="289"/>
                  <a:pt x="360" y="289"/>
                </a:cubicBezTo>
                <a:cubicBezTo>
                  <a:pt x="365" y="288"/>
                  <a:pt x="371" y="287"/>
                  <a:pt x="381" y="286"/>
                </a:cubicBezTo>
                <a:cubicBezTo>
                  <a:pt x="389" y="285"/>
                  <a:pt x="397" y="283"/>
                  <a:pt x="403" y="280"/>
                </a:cubicBezTo>
                <a:cubicBezTo>
                  <a:pt x="409" y="276"/>
                  <a:pt x="414" y="273"/>
                  <a:pt x="418" y="269"/>
                </a:cubicBezTo>
                <a:cubicBezTo>
                  <a:pt x="426" y="261"/>
                  <a:pt x="433" y="251"/>
                  <a:pt x="438" y="239"/>
                </a:cubicBezTo>
                <a:cubicBezTo>
                  <a:pt x="444" y="226"/>
                  <a:pt x="448" y="214"/>
                  <a:pt x="450" y="204"/>
                </a:cubicBezTo>
                <a:cubicBezTo>
                  <a:pt x="452" y="194"/>
                  <a:pt x="454" y="188"/>
                  <a:pt x="455" y="188"/>
                </a:cubicBezTo>
                <a:cubicBezTo>
                  <a:pt x="456" y="185"/>
                  <a:pt x="462" y="183"/>
                  <a:pt x="472" y="183"/>
                </a:cubicBezTo>
                <a:lnTo>
                  <a:pt x="483" y="183"/>
                </a:lnTo>
                <a:cubicBezTo>
                  <a:pt x="487" y="186"/>
                  <a:pt x="489" y="189"/>
                  <a:pt x="489" y="192"/>
                </a:cubicBezTo>
                <a:cubicBezTo>
                  <a:pt x="489" y="194"/>
                  <a:pt x="480" y="234"/>
                  <a:pt x="461" y="311"/>
                </a:cubicBezTo>
                <a:cubicBezTo>
                  <a:pt x="442" y="389"/>
                  <a:pt x="432" y="429"/>
                  <a:pt x="430" y="431"/>
                </a:cubicBezTo>
                <a:cubicBezTo>
                  <a:pt x="429" y="436"/>
                  <a:pt x="423" y="438"/>
                  <a:pt x="412" y="438"/>
                </a:cubicBezTo>
                <a:lnTo>
                  <a:pt x="401" y="438"/>
                </a:lnTo>
                <a:cubicBezTo>
                  <a:pt x="397" y="434"/>
                  <a:pt x="395" y="431"/>
                  <a:pt x="395" y="427"/>
                </a:cubicBezTo>
                <a:cubicBezTo>
                  <a:pt x="395" y="425"/>
                  <a:pt x="396" y="418"/>
                  <a:pt x="399" y="407"/>
                </a:cubicBezTo>
                <a:cubicBezTo>
                  <a:pt x="402" y="395"/>
                  <a:pt x="404" y="383"/>
                  <a:pt x="404" y="371"/>
                </a:cubicBezTo>
                <a:cubicBezTo>
                  <a:pt x="404" y="353"/>
                  <a:pt x="398" y="342"/>
                  <a:pt x="385" y="338"/>
                </a:cubicBezTo>
                <a:cubicBezTo>
                  <a:pt x="372" y="334"/>
                  <a:pt x="345" y="331"/>
                  <a:pt x="303" y="331"/>
                </a:cubicBezTo>
                <a:lnTo>
                  <a:pt x="253" y="331"/>
                </a:lnTo>
                <a:lnTo>
                  <a:pt x="224" y="447"/>
                </a:lnTo>
                <a:cubicBezTo>
                  <a:pt x="205" y="522"/>
                  <a:pt x="195" y="562"/>
                  <a:pt x="195" y="565"/>
                </a:cubicBezTo>
                <a:cubicBezTo>
                  <a:pt x="195" y="574"/>
                  <a:pt x="222" y="578"/>
                  <a:pt x="276" y="578"/>
                </a:cubicBezTo>
                <a:lnTo>
                  <a:pt x="299" y="578"/>
                </a:lnTo>
                <a:cubicBezTo>
                  <a:pt x="303" y="582"/>
                  <a:pt x="304" y="584"/>
                  <a:pt x="304" y="584"/>
                </a:cubicBezTo>
                <a:cubicBezTo>
                  <a:pt x="304" y="585"/>
                  <a:pt x="304" y="591"/>
                  <a:pt x="303" y="603"/>
                </a:cubicBezTo>
                <a:cubicBezTo>
                  <a:pt x="300" y="610"/>
                  <a:pt x="297" y="616"/>
                  <a:pt x="293" y="620"/>
                </a:cubicBezTo>
                <a:lnTo>
                  <a:pt x="278" y="620"/>
                </a:lnTo>
                <a:cubicBezTo>
                  <a:pt x="253" y="619"/>
                  <a:pt x="207" y="618"/>
                  <a:pt x="141" y="618"/>
                </a:cubicBezTo>
                <a:cubicBezTo>
                  <a:pt x="101" y="618"/>
                  <a:pt x="71" y="618"/>
                  <a:pt x="50" y="618"/>
                </a:cubicBezTo>
                <a:cubicBezTo>
                  <a:pt x="30" y="618"/>
                  <a:pt x="18" y="618"/>
                  <a:pt x="16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32" name=""/>
          <p:cNvSpPr/>
          <p:nvPr/>
        </p:nvSpPr>
        <p:spPr>
          <a:xfrm>
            <a:off x="7265160" y="2664720"/>
            <a:ext cx="79920" cy="154440"/>
          </a:xfrm>
          <a:custGeom>
            <a:avLst/>
            <a:gdLst/>
            <a:ahLst/>
            <a:rect l="0" t="0" r="r" b="b"/>
            <a:pathLst>
              <a:path w="222" h="429">
                <a:moveTo>
                  <a:pt x="84" y="56"/>
                </a:moveTo>
                <a:lnTo>
                  <a:pt x="76" y="60"/>
                </a:lnTo>
                <a:cubicBezTo>
                  <a:pt x="70" y="62"/>
                  <a:pt x="61" y="64"/>
                  <a:pt x="50" y="66"/>
                </a:cubicBezTo>
                <a:cubicBezTo>
                  <a:pt x="38" y="68"/>
                  <a:pt x="26" y="70"/>
                  <a:pt x="12" y="71"/>
                </a:cubicBezTo>
                <a:lnTo>
                  <a:pt x="0" y="71"/>
                </a:lnTo>
                <a:lnTo>
                  <a:pt x="0" y="41"/>
                </a:lnTo>
                <a:lnTo>
                  <a:pt x="12" y="41"/>
                </a:lnTo>
                <a:cubicBezTo>
                  <a:pt x="32" y="40"/>
                  <a:pt x="52" y="37"/>
                  <a:pt x="69" y="31"/>
                </a:cubicBezTo>
                <a:cubicBezTo>
                  <a:pt x="86" y="26"/>
                  <a:pt x="98" y="21"/>
                  <a:pt x="105" y="16"/>
                </a:cubicBezTo>
                <a:cubicBezTo>
                  <a:pt x="112" y="11"/>
                  <a:pt x="118" y="7"/>
                  <a:pt x="123" y="2"/>
                </a:cubicBezTo>
                <a:cubicBezTo>
                  <a:pt x="124" y="1"/>
                  <a:pt x="126" y="0"/>
                  <a:pt x="131" y="0"/>
                </a:cubicBezTo>
                <a:cubicBezTo>
                  <a:pt x="135" y="0"/>
                  <a:pt x="138" y="1"/>
                  <a:pt x="142" y="4"/>
                </a:cubicBezTo>
                <a:lnTo>
                  <a:pt x="142" y="197"/>
                </a:lnTo>
                <a:lnTo>
                  <a:pt x="142" y="390"/>
                </a:lnTo>
                <a:cubicBezTo>
                  <a:pt x="145" y="393"/>
                  <a:pt x="148" y="395"/>
                  <a:pt x="150" y="396"/>
                </a:cubicBezTo>
                <a:cubicBezTo>
                  <a:pt x="152" y="397"/>
                  <a:pt x="157" y="398"/>
                  <a:pt x="165" y="398"/>
                </a:cubicBezTo>
                <a:cubicBezTo>
                  <a:pt x="174" y="399"/>
                  <a:pt x="187" y="400"/>
                  <a:pt x="205" y="400"/>
                </a:cubicBezTo>
                <a:lnTo>
                  <a:pt x="222" y="400"/>
                </a:lnTo>
                <a:lnTo>
                  <a:pt x="222" y="429"/>
                </a:lnTo>
                <a:lnTo>
                  <a:pt x="215" y="429"/>
                </a:lnTo>
                <a:cubicBezTo>
                  <a:pt x="206" y="428"/>
                  <a:pt x="172" y="427"/>
                  <a:pt x="113" y="427"/>
                </a:cubicBezTo>
                <a:cubicBezTo>
                  <a:pt x="54" y="427"/>
                  <a:pt x="20" y="428"/>
                  <a:pt x="11" y="429"/>
                </a:cubicBezTo>
                <a:lnTo>
                  <a:pt x="3" y="429"/>
                </a:lnTo>
                <a:lnTo>
                  <a:pt x="3" y="400"/>
                </a:lnTo>
                <a:lnTo>
                  <a:pt x="20" y="400"/>
                </a:lnTo>
                <a:cubicBezTo>
                  <a:pt x="29" y="400"/>
                  <a:pt x="37" y="400"/>
                  <a:pt x="45" y="400"/>
                </a:cubicBezTo>
                <a:cubicBezTo>
                  <a:pt x="52" y="400"/>
                  <a:pt x="57" y="400"/>
                  <a:pt x="61" y="399"/>
                </a:cubicBezTo>
                <a:cubicBezTo>
                  <a:pt x="65" y="399"/>
                  <a:pt x="69" y="398"/>
                  <a:pt x="72" y="397"/>
                </a:cubicBezTo>
                <a:cubicBezTo>
                  <a:pt x="75" y="396"/>
                  <a:pt x="76" y="396"/>
                  <a:pt x="77" y="396"/>
                </a:cubicBezTo>
                <a:cubicBezTo>
                  <a:pt x="77" y="396"/>
                  <a:pt x="78" y="395"/>
                  <a:pt x="81" y="393"/>
                </a:cubicBezTo>
                <a:cubicBezTo>
                  <a:pt x="83" y="391"/>
                  <a:pt x="84" y="390"/>
                  <a:pt x="84" y="390"/>
                </a:cubicBezTo>
                <a:lnTo>
                  <a:pt x="84" y="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33" name=""/>
          <p:cNvSpPr/>
          <p:nvPr/>
        </p:nvSpPr>
        <p:spPr>
          <a:xfrm>
            <a:off x="7478280" y="2681280"/>
            <a:ext cx="200160" cy="13680"/>
          </a:xfrm>
          <a:custGeom>
            <a:avLst/>
            <a:gdLst/>
            <a:ahLst/>
            <a:rect l="0" t="0" r="r" b="b"/>
            <a:pathLst>
              <a:path w="556" h="38">
                <a:moveTo>
                  <a:pt x="13" y="0"/>
                </a:moveTo>
                <a:lnTo>
                  <a:pt x="543" y="0"/>
                </a:lnTo>
                <a:cubicBezTo>
                  <a:pt x="552" y="5"/>
                  <a:pt x="556" y="11"/>
                  <a:pt x="556" y="18"/>
                </a:cubicBezTo>
                <a:cubicBezTo>
                  <a:pt x="556" y="27"/>
                  <a:pt x="552" y="33"/>
                  <a:pt x="543" y="38"/>
                </a:cubicBezTo>
                <a:lnTo>
                  <a:pt x="13" y="38"/>
                </a:lnTo>
                <a:cubicBezTo>
                  <a:pt x="4" y="33"/>
                  <a:pt x="0" y="27"/>
                  <a:pt x="0" y="18"/>
                </a:cubicBezTo>
                <a:cubicBezTo>
                  <a:pt x="0" y="10"/>
                  <a:pt x="4" y="4"/>
                  <a:pt x="13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34" name=""/>
          <p:cNvSpPr/>
          <p:nvPr/>
        </p:nvSpPr>
        <p:spPr>
          <a:xfrm>
            <a:off x="7796520" y="2323800"/>
            <a:ext cx="291600" cy="728280"/>
          </a:xfrm>
          <a:custGeom>
            <a:avLst/>
            <a:gdLst/>
            <a:ahLst/>
            <a:rect l="0" t="0" r="r" b="b"/>
            <a:pathLst>
              <a:path w="810" h="2023">
                <a:moveTo>
                  <a:pt x="54" y="1965"/>
                </a:moveTo>
                <a:cubicBezTo>
                  <a:pt x="65" y="1981"/>
                  <a:pt x="80" y="1989"/>
                  <a:pt x="100" y="1989"/>
                </a:cubicBezTo>
                <a:lnTo>
                  <a:pt x="102" y="1989"/>
                </a:lnTo>
                <a:cubicBezTo>
                  <a:pt x="119" y="1989"/>
                  <a:pt x="136" y="1971"/>
                  <a:pt x="153" y="1934"/>
                </a:cubicBezTo>
                <a:cubicBezTo>
                  <a:pt x="170" y="1898"/>
                  <a:pt x="186" y="1848"/>
                  <a:pt x="200" y="1785"/>
                </a:cubicBezTo>
                <a:cubicBezTo>
                  <a:pt x="215" y="1722"/>
                  <a:pt x="229" y="1658"/>
                  <a:pt x="241" y="1595"/>
                </a:cubicBezTo>
                <a:cubicBezTo>
                  <a:pt x="254" y="1531"/>
                  <a:pt x="267" y="1462"/>
                  <a:pt x="279" y="1388"/>
                </a:cubicBezTo>
                <a:cubicBezTo>
                  <a:pt x="281" y="1375"/>
                  <a:pt x="283" y="1366"/>
                  <a:pt x="284" y="1360"/>
                </a:cubicBezTo>
                <a:cubicBezTo>
                  <a:pt x="328" y="1102"/>
                  <a:pt x="375" y="863"/>
                  <a:pt x="426" y="643"/>
                </a:cubicBezTo>
                <a:cubicBezTo>
                  <a:pt x="477" y="422"/>
                  <a:pt x="514" y="278"/>
                  <a:pt x="537" y="212"/>
                </a:cubicBezTo>
                <a:cubicBezTo>
                  <a:pt x="541" y="201"/>
                  <a:pt x="544" y="192"/>
                  <a:pt x="546" y="185"/>
                </a:cubicBezTo>
                <a:cubicBezTo>
                  <a:pt x="549" y="178"/>
                  <a:pt x="554" y="164"/>
                  <a:pt x="562" y="145"/>
                </a:cubicBezTo>
                <a:cubicBezTo>
                  <a:pt x="570" y="126"/>
                  <a:pt x="579" y="109"/>
                  <a:pt x="587" y="94"/>
                </a:cubicBezTo>
                <a:cubicBezTo>
                  <a:pt x="596" y="80"/>
                  <a:pt x="606" y="65"/>
                  <a:pt x="618" y="49"/>
                </a:cubicBezTo>
                <a:cubicBezTo>
                  <a:pt x="630" y="34"/>
                  <a:pt x="644" y="22"/>
                  <a:pt x="658" y="13"/>
                </a:cubicBezTo>
                <a:cubicBezTo>
                  <a:pt x="673" y="4"/>
                  <a:pt x="688" y="0"/>
                  <a:pt x="705" y="0"/>
                </a:cubicBezTo>
                <a:cubicBezTo>
                  <a:pt x="739" y="0"/>
                  <a:pt x="764" y="11"/>
                  <a:pt x="781" y="32"/>
                </a:cubicBezTo>
                <a:cubicBezTo>
                  <a:pt x="798" y="53"/>
                  <a:pt x="808" y="78"/>
                  <a:pt x="810" y="105"/>
                </a:cubicBezTo>
                <a:cubicBezTo>
                  <a:pt x="810" y="120"/>
                  <a:pt x="806" y="132"/>
                  <a:pt x="799" y="141"/>
                </a:cubicBezTo>
                <a:cubicBezTo>
                  <a:pt x="792" y="150"/>
                  <a:pt x="785" y="156"/>
                  <a:pt x="778" y="159"/>
                </a:cubicBezTo>
                <a:cubicBezTo>
                  <a:pt x="772" y="161"/>
                  <a:pt x="765" y="162"/>
                  <a:pt x="758" y="161"/>
                </a:cubicBezTo>
                <a:cubicBezTo>
                  <a:pt x="745" y="161"/>
                  <a:pt x="734" y="157"/>
                  <a:pt x="724" y="148"/>
                </a:cubicBezTo>
                <a:cubicBezTo>
                  <a:pt x="713" y="139"/>
                  <a:pt x="708" y="126"/>
                  <a:pt x="708" y="110"/>
                </a:cubicBezTo>
                <a:cubicBezTo>
                  <a:pt x="708" y="81"/>
                  <a:pt x="724" y="64"/>
                  <a:pt x="756" y="59"/>
                </a:cubicBezTo>
                <a:lnTo>
                  <a:pt x="754" y="55"/>
                </a:lnTo>
                <a:cubicBezTo>
                  <a:pt x="752" y="53"/>
                  <a:pt x="749" y="51"/>
                  <a:pt x="746" y="49"/>
                </a:cubicBezTo>
                <a:cubicBezTo>
                  <a:pt x="743" y="46"/>
                  <a:pt x="741" y="44"/>
                  <a:pt x="739" y="43"/>
                </a:cubicBezTo>
                <a:cubicBezTo>
                  <a:pt x="730" y="37"/>
                  <a:pt x="720" y="34"/>
                  <a:pt x="709" y="34"/>
                </a:cubicBezTo>
                <a:cubicBezTo>
                  <a:pt x="701" y="34"/>
                  <a:pt x="693" y="38"/>
                  <a:pt x="685" y="45"/>
                </a:cubicBezTo>
                <a:cubicBezTo>
                  <a:pt x="678" y="52"/>
                  <a:pt x="668" y="69"/>
                  <a:pt x="656" y="96"/>
                </a:cubicBezTo>
                <a:cubicBezTo>
                  <a:pt x="644" y="123"/>
                  <a:pt x="632" y="158"/>
                  <a:pt x="621" y="201"/>
                </a:cubicBezTo>
                <a:cubicBezTo>
                  <a:pt x="609" y="245"/>
                  <a:pt x="595" y="307"/>
                  <a:pt x="578" y="386"/>
                </a:cubicBezTo>
                <a:cubicBezTo>
                  <a:pt x="560" y="466"/>
                  <a:pt x="543" y="559"/>
                  <a:pt x="526" y="667"/>
                </a:cubicBezTo>
                <a:cubicBezTo>
                  <a:pt x="490" y="871"/>
                  <a:pt x="453" y="1063"/>
                  <a:pt x="414" y="1243"/>
                </a:cubicBezTo>
                <a:cubicBezTo>
                  <a:pt x="375" y="1424"/>
                  <a:pt x="345" y="1555"/>
                  <a:pt x="323" y="1637"/>
                </a:cubicBezTo>
                <a:cubicBezTo>
                  <a:pt x="301" y="1718"/>
                  <a:pt x="285" y="1776"/>
                  <a:pt x="273" y="1811"/>
                </a:cubicBezTo>
                <a:cubicBezTo>
                  <a:pt x="226" y="1953"/>
                  <a:pt x="169" y="2023"/>
                  <a:pt x="100" y="2023"/>
                </a:cubicBezTo>
                <a:cubicBezTo>
                  <a:pt x="76" y="2023"/>
                  <a:pt x="54" y="2014"/>
                  <a:pt x="34" y="1995"/>
                </a:cubicBezTo>
                <a:cubicBezTo>
                  <a:pt x="14" y="1976"/>
                  <a:pt x="3" y="1951"/>
                  <a:pt x="0" y="1918"/>
                </a:cubicBezTo>
                <a:cubicBezTo>
                  <a:pt x="0" y="1897"/>
                  <a:pt x="6" y="1882"/>
                  <a:pt x="17" y="1874"/>
                </a:cubicBezTo>
                <a:cubicBezTo>
                  <a:pt x="29" y="1866"/>
                  <a:pt x="40" y="1862"/>
                  <a:pt x="52" y="1862"/>
                </a:cubicBezTo>
                <a:cubicBezTo>
                  <a:pt x="65" y="1862"/>
                  <a:pt x="76" y="1867"/>
                  <a:pt x="87" y="1876"/>
                </a:cubicBezTo>
                <a:cubicBezTo>
                  <a:pt x="97" y="1885"/>
                  <a:pt x="102" y="1897"/>
                  <a:pt x="102" y="1913"/>
                </a:cubicBezTo>
                <a:cubicBezTo>
                  <a:pt x="102" y="1942"/>
                  <a:pt x="86" y="1960"/>
                  <a:pt x="54" y="196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35" name=""/>
          <p:cNvSpPr/>
          <p:nvPr/>
        </p:nvSpPr>
        <p:spPr>
          <a:xfrm>
            <a:off x="8160480" y="2538720"/>
            <a:ext cx="162360" cy="298440"/>
          </a:xfrm>
          <a:custGeom>
            <a:avLst/>
            <a:gdLst/>
            <a:ahLst/>
            <a:rect l="0" t="0" r="r" b="b"/>
            <a:pathLst>
              <a:path w="451" h="829">
                <a:moveTo>
                  <a:pt x="57" y="789"/>
                </a:moveTo>
                <a:cubicBezTo>
                  <a:pt x="59" y="789"/>
                  <a:pt x="61" y="790"/>
                  <a:pt x="64" y="791"/>
                </a:cubicBezTo>
                <a:cubicBezTo>
                  <a:pt x="66" y="792"/>
                  <a:pt x="69" y="793"/>
                  <a:pt x="74" y="794"/>
                </a:cubicBezTo>
                <a:cubicBezTo>
                  <a:pt x="78" y="794"/>
                  <a:pt x="81" y="795"/>
                  <a:pt x="84" y="795"/>
                </a:cubicBezTo>
                <a:cubicBezTo>
                  <a:pt x="92" y="795"/>
                  <a:pt x="100" y="791"/>
                  <a:pt x="106" y="783"/>
                </a:cubicBezTo>
                <a:cubicBezTo>
                  <a:pt x="113" y="775"/>
                  <a:pt x="118" y="766"/>
                  <a:pt x="121" y="757"/>
                </a:cubicBezTo>
                <a:cubicBezTo>
                  <a:pt x="127" y="740"/>
                  <a:pt x="137" y="694"/>
                  <a:pt x="152" y="617"/>
                </a:cubicBezTo>
                <a:cubicBezTo>
                  <a:pt x="166" y="541"/>
                  <a:pt x="180" y="468"/>
                  <a:pt x="194" y="399"/>
                </a:cubicBezTo>
                <a:cubicBezTo>
                  <a:pt x="207" y="330"/>
                  <a:pt x="214" y="295"/>
                  <a:pt x="214" y="294"/>
                </a:cubicBezTo>
                <a:lnTo>
                  <a:pt x="214" y="292"/>
                </a:lnTo>
                <a:lnTo>
                  <a:pt x="171" y="292"/>
                </a:lnTo>
                <a:cubicBezTo>
                  <a:pt x="142" y="292"/>
                  <a:pt x="127" y="291"/>
                  <a:pt x="125" y="290"/>
                </a:cubicBezTo>
                <a:cubicBezTo>
                  <a:pt x="123" y="288"/>
                  <a:pt x="122" y="285"/>
                  <a:pt x="122" y="281"/>
                </a:cubicBezTo>
                <a:lnTo>
                  <a:pt x="128" y="255"/>
                </a:lnTo>
                <a:cubicBezTo>
                  <a:pt x="129" y="252"/>
                  <a:pt x="132" y="251"/>
                  <a:pt x="135" y="251"/>
                </a:cubicBezTo>
                <a:cubicBezTo>
                  <a:pt x="139" y="251"/>
                  <a:pt x="153" y="250"/>
                  <a:pt x="178" y="250"/>
                </a:cubicBezTo>
                <a:cubicBezTo>
                  <a:pt x="207" y="250"/>
                  <a:pt x="222" y="249"/>
                  <a:pt x="222" y="249"/>
                </a:cubicBezTo>
                <a:cubicBezTo>
                  <a:pt x="222" y="248"/>
                  <a:pt x="225" y="232"/>
                  <a:pt x="230" y="203"/>
                </a:cubicBezTo>
                <a:cubicBezTo>
                  <a:pt x="236" y="174"/>
                  <a:pt x="239" y="157"/>
                  <a:pt x="241" y="150"/>
                </a:cubicBezTo>
                <a:cubicBezTo>
                  <a:pt x="263" y="50"/>
                  <a:pt x="308" y="0"/>
                  <a:pt x="374" y="0"/>
                </a:cubicBezTo>
                <a:cubicBezTo>
                  <a:pt x="396" y="2"/>
                  <a:pt x="415" y="8"/>
                  <a:pt x="429" y="20"/>
                </a:cubicBezTo>
                <a:cubicBezTo>
                  <a:pt x="444" y="32"/>
                  <a:pt x="451" y="49"/>
                  <a:pt x="451" y="69"/>
                </a:cubicBezTo>
                <a:cubicBezTo>
                  <a:pt x="451" y="90"/>
                  <a:pt x="445" y="106"/>
                  <a:pt x="432" y="116"/>
                </a:cubicBezTo>
                <a:cubicBezTo>
                  <a:pt x="419" y="126"/>
                  <a:pt x="407" y="131"/>
                  <a:pt x="394" y="131"/>
                </a:cubicBezTo>
                <a:cubicBezTo>
                  <a:pt x="367" y="131"/>
                  <a:pt x="354" y="119"/>
                  <a:pt x="354" y="93"/>
                </a:cubicBezTo>
                <a:cubicBezTo>
                  <a:pt x="354" y="82"/>
                  <a:pt x="357" y="72"/>
                  <a:pt x="364" y="63"/>
                </a:cubicBezTo>
                <a:cubicBezTo>
                  <a:pt x="371" y="55"/>
                  <a:pt x="378" y="48"/>
                  <a:pt x="386" y="44"/>
                </a:cubicBezTo>
                <a:lnTo>
                  <a:pt x="394" y="39"/>
                </a:lnTo>
                <a:cubicBezTo>
                  <a:pt x="384" y="36"/>
                  <a:pt x="375" y="34"/>
                  <a:pt x="367" y="34"/>
                </a:cubicBezTo>
                <a:cubicBezTo>
                  <a:pt x="359" y="34"/>
                  <a:pt x="352" y="37"/>
                  <a:pt x="346" y="43"/>
                </a:cubicBezTo>
                <a:cubicBezTo>
                  <a:pt x="339" y="49"/>
                  <a:pt x="334" y="58"/>
                  <a:pt x="332" y="69"/>
                </a:cubicBezTo>
                <a:cubicBezTo>
                  <a:pt x="328" y="86"/>
                  <a:pt x="323" y="110"/>
                  <a:pt x="317" y="140"/>
                </a:cubicBezTo>
                <a:cubicBezTo>
                  <a:pt x="312" y="169"/>
                  <a:pt x="307" y="194"/>
                  <a:pt x="303" y="215"/>
                </a:cubicBezTo>
                <a:cubicBezTo>
                  <a:pt x="299" y="236"/>
                  <a:pt x="297" y="247"/>
                  <a:pt x="297" y="248"/>
                </a:cubicBezTo>
                <a:cubicBezTo>
                  <a:pt x="297" y="249"/>
                  <a:pt x="313" y="250"/>
                  <a:pt x="347" y="250"/>
                </a:cubicBezTo>
                <a:cubicBezTo>
                  <a:pt x="374" y="250"/>
                  <a:pt x="390" y="250"/>
                  <a:pt x="394" y="251"/>
                </a:cubicBezTo>
                <a:cubicBezTo>
                  <a:pt x="398" y="251"/>
                  <a:pt x="401" y="253"/>
                  <a:pt x="404" y="256"/>
                </a:cubicBezTo>
                <a:cubicBezTo>
                  <a:pt x="405" y="258"/>
                  <a:pt x="404" y="264"/>
                  <a:pt x="402" y="271"/>
                </a:cubicBezTo>
                <a:cubicBezTo>
                  <a:pt x="400" y="279"/>
                  <a:pt x="399" y="284"/>
                  <a:pt x="398" y="286"/>
                </a:cubicBezTo>
                <a:cubicBezTo>
                  <a:pt x="396" y="289"/>
                  <a:pt x="394" y="291"/>
                  <a:pt x="389" y="291"/>
                </a:cubicBezTo>
                <a:cubicBezTo>
                  <a:pt x="385" y="291"/>
                  <a:pt x="369" y="291"/>
                  <a:pt x="340" y="292"/>
                </a:cubicBezTo>
                <a:lnTo>
                  <a:pt x="289" y="292"/>
                </a:lnTo>
                <a:lnTo>
                  <a:pt x="268" y="403"/>
                </a:lnTo>
                <a:cubicBezTo>
                  <a:pt x="239" y="553"/>
                  <a:pt x="219" y="647"/>
                  <a:pt x="207" y="685"/>
                </a:cubicBezTo>
                <a:cubicBezTo>
                  <a:pt x="191" y="736"/>
                  <a:pt x="170" y="774"/>
                  <a:pt x="144" y="799"/>
                </a:cubicBezTo>
                <a:cubicBezTo>
                  <a:pt x="121" y="820"/>
                  <a:pt x="99" y="829"/>
                  <a:pt x="77" y="829"/>
                </a:cubicBezTo>
                <a:cubicBezTo>
                  <a:pt x="57" y="829"/>
                  <a:pt x="39" y="824"/>
                  <a:pt x="23" y="811"/>
                </a:cubicBezTo>
                <a:cubicBezTo>
                  <a:pt x="8" y="800"/>
                  <a:pt x="0" y="783"/>
                  <a:pt x="0" y="762"/>
                </a:cubicBezTo>
                <a:cubicBezTo>
                  <a:pt x="0" y="740"/>
                  <a:pt x="6" y="723"/>
                  <a:pt x="19" y="713"/>
                </a:cubicBezTo>
                <a:cubicBezTo>
                  <a:pt x="32" y="703"/>
                  <a:pt x="44" y="697"/>
                  <a:pt x="57" y="697"/>
                </a:cubicBezTo>
                <a:cubicBezTo>
                  <a:pt x="85" y="697"/>
                  <a:pt x="98" y="710"/>
                  <a:pt x="98" y="736"/>
                </a:cubicBezTo>
                <a:cubicBezTo>
                  <a:pt x="98" y="747"/>
                  <a:pt x="95" y="757"/>
                  <a:pt x="88" y="766"/>
                </a:cubicBezTo>
                <a:cubicBezTo>
                  <a:pt x="81" y="774"/>
                  <a:pt x="74" y="780"/>
                  <a:pt x="66" y="785"/>
                </a:cubicBezTo>
                <a:lnTo>
                  <a:pt x="57" y="78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36" name=""/>
          <p:cNvSpPr/>
          <p:nvPr/>
        </p:nvSpPr>
        <p:spPr>
          <a:xfrm>
            <a:off x="8388000" y="2542320"/>
            <a:ext cx="160920" cy="231120"/>
          </a:xfrm>
          <a:custGeom>
            <a:avLst/>
            <a:gdLst/>
            <a:ahLst/>
            <a:rect l="0" t="0" r="r" b="b"/>
            <a:pathLst>
              <a:path w="447" h="642">
                <a:moveTo>
                  <a:pt x="304" y="10"/>
                </a:moveTo>
                <a:cubicBezTo>
                  <a:pt x="305" y="10"/>
                  <a:pt x="327" y="9"/>
                  <a:pt x="370" y="6"/>
                </a:cubicBezTo>
                <a:cubicBezTo>
                  <a:pt x="413" y="3"/>
                  <a:pt x="435" y="1"/>
                  <a:pt x="436" y="0"/>
                </a:cubicBezTo>
                <a:cubicBezTo>
                  <a:pt x="443" y="0"/>
                  <a:pt x="447" y="3"/>
                  <a:pt x="447" y="8"/>
                </a:cubicBezTo>
                <a:cubicBezTo>
                  <a:pt x="447" y="12"/>
                  <a:pt x="425" y="103"/>
                  <a:pt x="381" y="282"/>
                </a:cubicBezTo>
                <a:cubicBezTo>
                  <a:pt x="336" y="462"/>
                  <a:pt x="314" y="554"/>
                  <a:pt x="312" y="557"/>
                </a:cubicBezTo>
                <a:cubicBezTo>
                  <a:pt x="311" y="561"/>
                  <a:pt x="311" y="566"/>
                  <a:pt x="312" y="571"/>
                </a:cubicBezTo>
                <a:cubicBezTo>
                  <a:pt x="312" y="596"/>
                  <a:pt x="320" y="609"/>
                  <a:pt x="337" y="609"/>
                </a:cubicBezTo>
                <a:cubicBezTo>
                  <a:pt x="342" y="609"/>
                  <a:pt x="349" y="606"/>
                  <a:pt x="355" y="601"/>
                </a:cubicBezTo>
                <a:cubicBezTo>
                  <a:pt x="368" y="589"/>
                  <a:pt x="380" y="560"/>
                  <a:pt x="393" y="514"/>
                </a:cubicBezTo>
                <a:cubicBezTo>
                  <a:pt x="396" y="502"/>
                  <a:pt x="399" y="495"/>
                  <a:pt x="402" y="495"/>
                </a:cubicBezTo>
                <a:cubicBezTo>
                  <a:pt x="403" y="494"/>
                  <a:pt x="406" y="494"/>
                  <a:pt x="411" y="494"/>
                </a:cubicBezTo>
                <a:lnTo>
                  <a:pt x="414" y="494"/>
                </a:lnTo>
                <a:lnTo>
                  <a:pt x="418" y="494"/>
                </a:lnTo>
                <a:cubicBezTo>
                  <a:pt x="427" y="494"/>
                  <a:pt x="432" y="496"/>
                  <a:pt x="432" y="501"/>
                </a:cubicBezTo>
                <a:cubicBezTo>
                  <a:pt x="432" y="504"/>
                  <a:pt x="431" y="509"/>
                  <a:pt x="429" y="515"/>
                </a:cubicBezTo>
                <a:cubicBezTo>
                  <a:pt x="421" y="546"/>
                  <a:pt x="412" y="570"/>
                  <a:pt x="402" y="589"/>
                </a:cubicBezTo>
                <a:cubicBezTo>
                  <a:pt x="391" y="608"/>
                  <a:pt x="383" y="620"/>
                  <a:pt x="376" y="626"/>
                </a:cubicBezTo>
                <a:cubicBezTo>
                  <a:pt x="369" y="631"/>
                  <a:pt x="361" y="636"/>
                  <a:pt x="351" y="640"/>
                </a:cubicBezTo>
                <a:cubicBezTo>
                  <a:pt x="346" y="641"/>
                  <a:pt x="339" y="642"/>
                  <a:pt x="329" y="642"/>
                </a:cubicBezTo>
                <a:cubicBezTo>
                  <a:pt x="308" y="642"/>
                  <a:pt x="291" y="637"/>
                  <a:pt x="277" y="628"/>
                </a:cubicBezTo>
                <a:cubicBezTo>
                  <a:pt x="263" y="619"/>
                  <a:pt x="254" y="610"/>
                  <a:pt x="250" y="600"/>
                </a:cubicBezTo>
                <a:lnTo>
                  <a:pt x="244" y="586"/>
                </a:lnTo>
                <a:cubicBezTo>
                  <a:pt x="244" y="586"/>
                  <a:pt x="242" y="586"/>
                  <a:pt x="241" y="587"/>
                </a:cubicBezTo>
                <a:cubicBezTo>
                  <a:pt x="239" y="589"/>
                  <a:pt x="238" y="590"/>
                  <a:pt x="237" y="591"/>
                </a:cubicBezTo>
                <a:cubicBezTo>
                  <a:pt x="201" y="625"/>
                  <a:pt x="165" y="642"/>
                  <a:pt x="128" y="642"/>
                </a:cubicBezTo>
                <a:cubicBezTo>
                  <a:pt x="94" y="642"/>
                  <a:pt x="65" y="630"/>
                  <a:pt x="38" y="606"/>
                </a:cubicBezTo>
                <a:cubicBezTo>
                  <a:pt x="13" y="581"/>
                  <a:pt x="0" y="543"/>
                  <a:pt x="0" y="490"/>
                </a:cubicBezTo>
                <a:cubicBezTo>
                  <a:pt x="0" y="461"/>
                  <a:pt x="6" y="431"/>
                  <a:pt x="18" y="401"/>
                </a:cubicBezTo>
                <a:cubicBezTo>
                  <a:pt x="31" y="370"/>
                  <a:pt x="45" y="344"/>
                  <a:pt x="62" y="323"/>
                </a:cubicBezTo>
                <a:cubicBezTo>
                  <a:pt x="92" y="287"/>
                  <a:pt x="120" y="263"/>
                  <a:pt x="149" y="250"/>
                </a:cubicBezTo>
                <a:cubicBezTo>
                  <a:pt x="177" y="236"/>
                  <a:pt x="203" y="230"/>
                  <a:pt x="226" y="230"/>
                </a:cubicBezTo>
                <a:cubicBezTo>
                  <a:pt x="260" y="230"/>
                  <a:pt x="285" y="242"/>
                  <a:pt x="302" y="268"/>
                </a:cubicBezTo>
                <a:cubicBezTo>
                  <a:pt x="305" y="271"/>
                  <a:pt x="307" y="273"/>
                  <a:pt x="307" y="271"/>
                </a:cubicBezTo>
                <a:cubicBezTo>
                  <a:pt x="308" y="269"/>
                  <a:pt x="316" y="236"/>
                  <a:pt x="332" y="172"/>
                </a:cubicBezTo>
                <a:cubicBezTo>
                  <a:pt x="347" y="109"/>
                  <a:pt x="356" y="75"/>
                  <a:pt x="357" y="71"/>
                </a:cubicBezTo>
                <a:cubicBezTo>
                  <a:pt x="357" y="63"/>
                  <a:pt x="355" y="59"/>
                  <a:pt x="351" y="57"/>
                </a:cubicBezTo>
                <a:cubicBezTo>
                  <a:pt x="346" y="55"/>
                  <a:pt x="335" y="53"/>
                  <a:pt x="315" y="52"/>
                </a:cubicBezTo>
                <a:lnTo>
                  <a:pt x="296" y="52"/>
                </a:lnTo>
                <a:cubicBezTo>
                  <a:pt x="292" y="49"/>
                  <a:pt x="291" y="46"/>
                  <a:pt x="291" y="45"/>
                </a:cubicBezTo>
                <a:cubicBezTo>
                  <a:pt x="291" y="44"/>
                  <a:pt x="291" y="38"/>
                  <a:pt x="292" y="28"/>
                </a:cubicBezTo>
                <a:cubicBezTo>
                  <a:pt x="295" y="16"/>
                  <a:pt x="299" y="10"/>
                  <a:pt x="304" y="10"/>
                </a:cubicBezTo>
                <a:moveTo>
                  <a:pt x="292" y="336"/>
                </a:moveTo>
                <a:cubicBezTo>
                  <a:pt x="278" y="287"/>
                  <a:pt x="255" y="263"/>
                  <a:pt x="223" y="263"/>
                </a:cubicBezTo>
                <a:cubicBezTo>
                  <a:pt x="202" y="263"/>
                  <a:pt x="182" y="273"/>
                  <a:pt x="162" y="292"/>
                </a:cubicBezTo>
                <a:cubicBezTo>
                  <a:pt x="143" y="311"/>
                  <a:pt x="128" y="336"/>
                  <a:pt x="117" y="366"/>
                </a:cubicBezTo>
                <a:cubicBezTo>
                  <a:pt x="99" y="414"/>
                  <a:pt x="87" y="464"/>
                  <a:pt x="79" y="515"/>
                </a:cubicBezTo>
                <a:cubicBezTo>
                  <a:pt x="79" y="517"/>
                  <a:pt x="79" y="521"/>
                  <a:pt x="79" y="525"/>
                </a:cubicBezTo>
                <a:cubicBezTo>
                  <a:pt x="79" y="530"/>
                  <a:pt x="79" y="534"/>
                  <a:pt x="79" y="536"/>
                </a:cubicBezTo>
                <a:cubicBezTo>
                  <a:pt x="79" y="564"/>
                  <a:pt x="84" y="583"/>
                  <a:pt x="95" y="593"/>
                </a:cubicBezTo>
                <a:cubicBezTo>
                  <a:pt x="106" y="603"/>
                  <a:pt x="119" y="609"/>
                  <a:pt x="134" y="609"/>
                </a:cubicBezTo>
                <a:cubicBezTo>
                  <a:pt x="167" y="609"/>
                  <a:pt x="201" y="587"/>
                  <a:pt x="235" y="544"/>
                </a:cubicBezTo>
                <a:lnTo>
                  <a:pt x="242" y="534"/>
                </a:lnTo>
                <a:lnTo>
                  <a:pt x="292" y="33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37" name=""/>
          <p:cNvSpPr/>
          <p:nvPr/>
        </p:nvSpPr>
        <p:spPr>
          <a:xfrm>
            <a:off x="8557920" y="2547000"/>
            <a:ext cx="235440" cy="223200"/>
          </a:xfrm>
          <a:custGeom>
            <a:avLst/>
            <a:gdLst/>
            <a:ahLst/>
            <a:rect l="0" t="0" r="r" b="b"/>
            <a:pathLst>
              <a:path w="654" h="620">
                <a:moveTo>
                  <a:pt x="15" y="619"/>
                </a:moveTo>
                <a:cubicBezTo>
                  <a:pt x="5" y="619"/>
                  <a:pt x="0" y="616"/>
                  <a:pt x="0" y="610"/>
                </a:cubicBezTo>
                <a:cubicBezTo>
                  <a:pt x="0" y="609"/>
                  <a:pt x="1" y="604"/>
                  <a:pt x="2" y="597"/>
                </a:cubicBezTo>
                <a:cubicBezTo>
                  <a:pt x="5" y="587"/>
                  <a:pt x="7" y="582"/>
                  <a:pt x="10" y="581"/>
                </a:cubicBezTo>
                <a:cubicBezTo>
                  <a:pt x="12" y="580"/>
                  <a:pt x="19" y="579"/>
                  <a:pt x="31" y="578"/>
                </a:cubicBezTo>
                <a:cubicBezTo>
                  <a:pt x="47" y="578"/>
                  <a:pt x="66" y="577"/>
                  <a:pt x="86" y="575"/>
                </a:cubicBezTo>
                <a:cubicBezTo>
                  <a:pt x="95" y="573"/>
                  <a:pt x="100" y="570"/>
                  <a:pt x="103" y="564"/>
                </a:cubicBezTo>
                <a:cubicBezTo>
                  <a:pt x="105" y="561"/>
                  <a:pt x="126" y="476"/>
                  <a:pt x="168" y="309"/>
                </a:cubicBezTo>
                <a:cubicBezTo>
                  <a:pt x="210" y="141"/>
                  <a:pt x="231" y="56"/>
                  <a:pt x="232" y="54"/>
                </a:cubicBezTo>
                <a:cubicBezTo>
                  <a:pt x="232" y="50"/>
                  <a:pt x="231" y="47"/>
                  <a:pt x="228" y="47"/>
                </a:cubicBezTo>
                <a:cubicBezTo>
                  <a:pt x="223" y="46"/>
                  <a:pt x="207" y="44"/>
                  <a:pt x="180" y="43"/>
                </a:cubicBezTo>
                <a:lnTo>
                  <a:pt x="152" y="43"/>
                </a:lnTo>
                <a:cubicBezTo>
                  <a:pt x="148" y="39"/>
                  <a:pt x="146" y="37"/>
                  <a:pt x="146" y="36"/>
                </a:cubicBezTo>
                <a:cubicBezTo>
                  <a:pt x="146" y="34"/>
                  <a:pt x="147" y="28"/>
                  <a:pt x="148" y="19"/>
                </a:cubicBezTo>
                <a:cubicBezTo>
                  <a:pt x="150" y="9"/>
                  <a:pt x="153" y="2"/>
                  <a:pt x="157" y="0"/>
                </a:cubicBezTo>
                <a:lnTo>
                  <a:pt x="648" y="0"/>
                </a:lnTo>
                <a:cubicBezTo>
                  <a:pt x="652" y="2"/>
                  <a:pt x="654" y="6"/>
                  <a:pt x="654" y="10"/>
                </a:cubicBezTo>
                <a:cubicBezTo>
                  <a:pt x="654" y="13"/>
                  <a:pt x="650" y="48"/>
                  <a:pt x="642" y="113"/>
                </a:cubicBezTo>
                <a:cubicBezTo>
                  <a:pt x="634" y="178"/>
                  <a:pt x="630" y="211"/>
                  <a:pt x="629" y="213"/>
                </a:cubicBezTo>
                <a:cubicBezTo>
                  <a:pt x="628" y="217"/>
                  <a:pt x="622" y="219"/>
                  <a:pt x="611" y="219"/>
                </a:cubicBezTo>
                <a:lnTo>
                  <a:pt x="600" y="219"/>
                </a:lnTo>
                <a:cubicBezTo>
                  <a:pt x="596" y="216"/>
                  <a:pt x="594" y="212"/>
                  <a:pt x="594" y="208"/>
                </a:cubicBezTo>
                <a:cubicBezTo>
                  <a:pt x="594" y="207"/>
                  <a:pt x="595" y="200"/>
                  <a:pt x="597" y="186"/>
                </a:cubicBezTo>
                <a:cubicBezTo>
                  <a:pt x="598" y="172"/>
                  <a:pt x="599" y="156"/>
                  <a:pt x="599" y="138"/>
                </a:cubicBezTo>
                <a:cubicBezTo>
                  <a:pt x="599" y="119"/>
                  <a:pt x="597" y="104"/>
                  <a:pt x="593" y="93"/>
                </a:cubicBezTo>
                <a:cubicBezTo>
                  <a:pt x="589" y="81"/>
                  <a:pt x="583" y="72"/>
                  <a:pt x="576" y="65"/>
                </a:cubicBezTo>
                <a:cubicBezTo>
                  <a:pt x="568" y="57"/>
                  <a:pt x="557" y="53"/>
                  <a:pt x="542" y="50"/>
                </a:cubicBezTo>
                <a:cubicBezTo>
                  <a:pt x="527" y="48"/>
                  <a:pt x="511" y="46"/>
                  <a:pt x="496" y="44"/>
                </a:cubicBezTo>
                <a:cubicBezTo>
                  <a:pt x="480" y="42"/>
                  <a:pt x="458" y="42"/>
                  <a:pt x="430" y="43"/>
                </a:cubicBezTo>
                <a:lnTo>
                  <a:pt x="409" y="43"/>
                </a:lnTo>
                <a:cubicBezTo>
                  <a:pt x="359" y="44"/>
                  <a:pt x="333" y="44"/>
                  <a:pt x="330" y="46"/>
                </a:cubicBezTo>
                <a:cubicBezTo>
                  <a:pt x="327" y="47"/>
                  <a:pt x="325" y="49"/>
                  <a:pt x="324" y="53"/>
                </a:cubicBezTo>
                <a:cubicBezTo>
                  <a:pt x="323" y="54"/>
                  <a:pt x="313" y="93"/>
                  <a:pt x="293" y="172"/>
                </a:cubicBezTo>
                <a:lnTo>
                  <a:pt x="264" y="290"/>
                </a:lnTo>
                <a:lnTo>
                  <a:pt x="314" y="290"/>
                </a:lnTo>
                <a:cubicBezTo>
                  <a:pt x="315" y="290"/>
                  <a:pt x="322" y="290"/>
                  <a:pt x="335" y="290"/>
                </a:cubicBezTo>
                <a:cubicBezTo>
                  <a:pt x="347" y="290"/>
                  <a:pt x="355" y="289"/>
                  <a:pt x="360" y="289"/>
                </a:cubicBezTo>
                <a:cubicBezTo>
                  <a:pt x="365" y="288"/>
                  <a:pt x="372" y="287"/>
                  <a:pt x="380" y="286"/>
                </a:cubicBezTo>
                <a:cubicBezTo>
                  <a:pt x="389" y="285"/>
                  <a:pt x="396" y="283"/>
                  <a:pt x="402" y="280"/>
                </a:cubicBezTo>
                <a:cubicBezTo>
                  <a:pt x="408" y="276"/>
                  <a:pt x="413" y="273"/>
                  <a:pt x="417" y="269"/>
                </a:cubicBezTo>
                <a:cubicBezTo>
                  <a:pt x="425" y="261"/>
                  <a:pt x="432" y="251"/>
                  <a:pt x="437" y="239"/>
                </a:cubicBezTo>
                <a:cubicBezTo>
                  <a:pt x="443" y="226"/>
                  <a:pt x="447" y="214"/>
                  <a:pt x="449" y="204"/>
                </a:cubicBezTo>
                <a:cubicBezTo>
                  <a:pt x="452" y="194"/>
                  <a:pt x="453" y="188"/>
                  <a:pt x="454" y="188"/>
                </a:cubicBezTo>
                <a:cubicBezTo>
                  <a:pt x="456" y="185"/>
                  <a:pt x="461" y="183"/>
                  <a:pt x="471" y="183"/>
                </a:cubicBezTo>
                <a:lnTo>
                  <a:pt x="482" y="183"/>
                </a:lnTo>
                <a:cubicBezTo>
                  <a:pt x="486" y="186"/>
                  <a:pt x="488" y="189"/>
                  <a:pt x="488" y="192"/>
                </a:cubicBezTo>
                <a:cubicBezTo>
                  <a:pt x="488" y="194"/>
                  <a:pt x="479" y="234"/>
                  <a:pt x="460" y="311"/>
                </a:cubicBezTo>
                <a:cubicBezTo>
                  <a:pt x="441" y="389"/>
                  <a:pt x="431" y="429"/>
                  <a:pt x="429" y="431"/>
                </a:cubicBezTo>
                <a:cubicBezTo>
                  <a:pt x="428" y="436"/>
                  <a:pt x="422" y="438"/>
                  <a:pt x="411" y="438"/>
                </a:cubicBezTo>
                <a:lnTo>
                  <a:pt x="400" y="438"/>
                </a:lnTo>
                <a:cubicBezTo>
                  <a:pt x="396" y="434"/>
                  <a:pt x="394" y="431"/>
                  <a:pt x="394" y="427"/>
                </a:cubicBezTo>
                <a:cubicBezTo>
                  <a:pt x="394" y="425"/>
                  <a:pt x="395" y="418"/>
                  <a:pt x="398" y="407"/>
                </a:cubicBezTo>
                <a:cubicBezTo>
                  <a:pt x="401" y="395"/>
                  <a:pt x="403" y="383"/>
                  <a:pt x="403" y="371"/>
                </a:cubicBezTo>
                <a:cubicBezTo>
                  <a:pt x="403" y="353"/>
                  <a:pt x="397" y="342"/>
                  <a:pt x="385" y="338"/>
                </a:cubicBezTo>
                <a:cubicBezTo>
                  <a:pt x="372" y="334"/>
                  <a:pt x="345" y="331"/>
                  <a:pt x="304" y="331"/>
                </a:cubicBezTo>
                <a:lnTo>
                  <a:pt x="254" y="331"/>
                </a:lnTo>
                <a:lnTo>
                  <a:pt x="224" y="447"/>
                </a:lnTo>
                <a:cubicBezTo>
                  <a:pt x="205" y="522"/>
                  <a:pt x="195" y="562"/>
                  <a:pt x="195" y="565"/>
                </a:cubicBezTo>
                <a:cubicBezTo>
                  <a:pt x="195" y="574"/>
                  <a:pt x="222" y="578"/>
                  <a:pt x="276" y="578"/>
                </a:cubicBezTo>
                <a:lnTo>
                  <a:pt x="299" y="578"/>
                </a:lnTo>
                <a:cubicBezTo>
                  <a:pt x="303" y="582"/>
                  <a:pt x="305" y="584"/>
                  <a:pt x="305" y="584"/>
                </a:cubicBezTo>
                <a:cubicBezTo>
                  <a:pt x="305" y="585"/>
                  <a:pt x="304" y="591"/>
                  <a:pt x="303" y="603"/>
                </a:cubicBezTo>
                <a:cubicBezTo>
                  <a:pt x="300" y="610"/>
                  <a:pt x="297" y="616"/>
                  <a:pt x="294" y="620"/>
                </a:cubicBezTo>
                <a:lnTo>
                  <a:pt x="278" y="620"/>
                </a:lnTo>
                <a:cubicBezTo>
                  <a:pt x="253" y="619"/>
                  <a:pt x="207" y="618"/>
                  <a:pt x="141" y="618"/>
                </a:cubicBezTo>
                <a:cubicBezTo>
                  <a:pt x="101" y="618"/>
                  <a:pt x="71" y="618"/>
                  <a:pt x="50" y="618"/>
                </a:cubicBezTo>
                <a:cubicBezTo>
                  <a:pt x="29" y="618"/>
                  <a:pt x="17" y="618"/>
                  <a:pt x="15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38" name=""/>
          <p:cNvSpPr/>
          <p:nvPr/>
        </p:nvSpPr>
        <p:spPr>
          <a:xfrm>
            <a:off x="8780760" y="2664720"/>
            <a:ext cx="92520" cy="154440"/>
          </a:xfrm>
          <a:custGeom>
            <a:avLst/>
            <a:gdLst/>
            <a:ahLst/>
            <a:rect l="0" t="0" r="r" b="b"/>
            <a:pathLst>
              <a:path w="257" h="429">
                <a:moveTo>
                  <a:pt x="38" y="153"/>
                </a:moveTo>
                <a:cubicBezTo>
                  <a:pt x="26" y="153"/>
                  <a:pt x="17" y="149"/>
                  <a:pt x="10" y="142"/>
                </a:cubicBezTo>
                <a:cubicBezTo>
                  <a:pt x="3" y="134"/>
                  <a:pt x="0" y="125"/>
                  <a:pt x="0" y="113"/>
                </a:cubicBezTo>
                <a:cubicBezTo>
                  <a:pt x="0" y="82"/>
                  <a:pt x="11" y="56"/>
                  <a:pt x="34" y="33"/>
                </a:cubicBezTo>
                <a:cubicBezTo>
                  <a:pt x="58" y="11"/>
                  <a:pt x="86" y="0"/>
                  <a:pt x="120" y="0"/>
                </a:cubicBezTo>
                <a:cubicBezTo>
                  <a:pt x="159" y="0"/>
                  <a:pt x="191" y="12"/>
                  <a:pt x="218" y="36"/>
                </a:cubicBezTo>
                <a:cubicBezTo>
                  <a:pt x="244" y="60"/>
                  <a:pt x="257" y="92"/>
                  <a:pt x="257" y="130"/>
                </a:cubicBezTo>
                <a:cubicBezTo>
                  <a:pt x="257" y="149"/>
                  <a:pt x="253" y="166"/>
                  <a:pt x="245" y="183"/>
                </a:cubicBezTo>
                <a:cubicBezTo>
                  <a:pt x="236" y="200"/>
                  <a:pt x="226" y="214"/>
                  <a:pt x="214" y="227"/>
                </a:cubicBezTo>
                <a:cubicBezTo>
                  <a:pt x="202" y="239"/>
                  <a:pt x="185" y="255"/>
                  <a:pt x="162" y="274"/>
                </a:cubicBezTo>
                <a:cubicBezTo>
                  <a:pt x="147" y="288"/>
                  <a:pt x="125" y="307"/>
                  <a:pt x="98" y="333"/>
                </a:cubicBezTo>
                <a:lnTo>
                  <a:pt x="60" y="370"/>
                </a:lnTo>
                <a:lnTo>
                  <a:pt x="109" y="370"/>
                </a:lnTo>
                <a:cubicBezTo>
                  <a:pt x="176" y="370"/>
                  <a:pt x="212" y="369"/>
                  <a:pt x="216" y="367"/>
                </a:cubicBezTo>
                <a:cubicBezTo>
                  <a:pt x="219" y="366"/>
                  <a:pt x="224" y="347"/>
                  <a:pt x="232" y="310"/>
                </a:cubicBezTo>
                <a:lnTo>
                  <a:pt x="232" y="308"/>
                </a:lnTo>
                <a:lnTo>
                  <a:pt x="257" y="308"/>
                </a:lnTo>
                <a:lnTo>
                  <a:pt x="257" y="310"/>
                </a:lnTo>
                <a:cubicBezTo>
                  <a:pt x="257" y="311"/>
                  <a:pt x="254" y="330"/>
                  <a:pt x="249" y="368"/>
                </a:cubicBezTo>
                <a:cubicBezTo>
                  <a:pt x="244" y="406"/>
                  <a:pt x="241" y="426"/>
                  <a:pt x="239" y="427"/>
                </a:cubicBezTo>
                <a:lnTo>
                  <a:pt x="239" y="429"/>
                </a:lnTo>
                <a:lnTo>
                  <a:pt x="0" y="429"/>
                </a:lnTo>
                <a:lnTo>
                  <a:pt x="0" y="417"/>
                </a:lnTo>
                <a:lnTo>
                  <a:pt x="0" y="409"/>
                </a:lnTo>
                <a:cubicBezTo>
                  <a:pt x="0" y="406"/>
                  <a:pt x="1" y="403"/>
                  <a:pt x="4" y="400"/>
                </a:cubicBezTo>
                <a:cubicBezTo>
                  <a:pt x="6" y="396"/>
                  <a:pt x="13" y="389"/>
                  <a:pt x="23" y="377"/>
                </a:cubicBezTo>
                <a:cubicBezTo>
                  <a:pt x="35" y="364"/>
                  <a:pt x="46" y="352"/>
                  <a:pt x="55" y="341"/>
                </a:cubicBezTo>
                <a:cubicBezTo>
                  <a:pt x="60" y="337"/>
                  <a:pt x="67" y="329"/>
                  <a:pt x="78" y="317"/>
                </a:cubicBezTo>
                <a:cubicBezTo>
                  <a:pt x="89" y="306"/>
                  <a:pt x="96" y="298"/>
                  <a:pt x="100" y="294"/>
                </a:cubicBezTo>
                <a:cubicBezTo>
                  <a:pt x="104" y="289"/>
                  <a:pt x="110" y="282"/>
                  <a:pt x="118" y="272"/>
                </a:cubicBezTo>
                <a:cubicBezTo>
                  <a:pt x="127" y="263"/>
                  <a:pt x="133" y="255"/>
                  <a:pt x="136" y="250"/>
                </a:cubicBezTo>
                <a:cubicBezTo>
                  <a:pt x="140" y="246"/>
                  <a:pt x="145" y="239"/>
                  <a:pt x="151" y="231"/>
                </a:cubicBezTo>
                <a:cubicBezTo>
                  <a:pt x="158" y="223"/>
                  <a:pt x="162" y="216"/>
                  <a:pt x="165" y="211"/>
                </a:cubicBezTo>
                <a:cubicBezTo>
                  <a:pt x="167" y="205"/>
                  <a:pt x="171" y="199"/>
                  <a:pt x="174" y="192"/>
                </a:cubicBezTo>
                <a:cubicBezTo>
                  <a:pt x="178" y="185"/>
                  <a:pt x="181" y="178"/>
                  <a:pt x="183" y="171"/>
                </a:cubicBezTo>
                <a:cubicBezTo>
                  <a:pt x="185" y="165"/>
                  <a:pt x="186" y="158"/>
                  <a:pt x="187" y="152"/>
                </a:cubicBezTo>
                <a:cubicBezTo>
                  <a:pt x="189" y="146"/>
                  <a:pt x="189" y="139"/>
                  <a:pt x="189" y="131"/>
                </a:cubicBezTo>
                <a:cubicBezTo>
                  <a:pt x="189" y="104"/>
                  <a:pt x="182" y="79"/>
                  <a:pt x="167" y="60"/>
                </a:cubicBezTo>
                <a:cubicBezTo>
                  <a:pt x="153" y="40"/>
                  <a:pt x="132" y="30"/>
                  <a:pt x="105" y="30"/>
                </a:cubicBezTo>
                <a:cubicBezTo>
                  <a:pt x="91" y="30"/>
                  <a:pt x="78" y="34"/>
                  <a:pt x="68" y="41"/>
                </a:cubicBezTo>
                <a:cubicBezTo>
                  <a:pt x="56" y="48"/>
                  <a:pt x="48" y="55"/>
                  <a:pt x="44" y="62"/>
                </a:cubicBezTo>
                <a:cubicBezTo>
                  <a:pt x="40" y="69"/>
                  <a:pt x="38" y="73"/>
                  <a:pt x="38" y="75"/>
                </a:cubicBezTo>
                <a:cubicBezTo>
                  <a:pt x="38" y="75"/>
                  <a:pt x="39" y="75"/>
                  <a:pt x="41" y="75"/>
                </a:cubicBezTo>
                <a:cubicBezTo>
                  <a:pt x="49" y="75"/>
                  <a:pt x="58" y="78"/>
                  <a:pt x="66" y="84"/>
                </a:cubicBezTo>
                <a:cubicBezTo>
                  <a:pt x="74" y="91"/>
                  <a:pt x="78" y="101"/>
                  <a:pt x="78" y="115"/>
                </a:cubicBezTo>
                <a:cubicBezTo>
                  <a:pt x="78" y="125"/>
                  <a:pt x="75" y="134"/>
                  <a:pt x="68" y="142"/>
                </a:cubicBezTo>
                <a:cubicBezTo>
                  <a:pt x="61" y="149"/>
                  <a:pt x="50" y="153"/>
                  <a:pt x="38" y="15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39" name=""/>
          <p:cNvSpPr/>
          <p:nvPr/>
        </p:nvSpPr>
        <p:spPr>
          <a:xfrm>
            <a:off x="8949240" y="2323800"/>
            <a:ext cx="13680" cy="728280"/>
          </a:xfrm>
          <a:custGeom>
            <a:avLst/>
            <a:gdLst/>
            <a:ahLst/>
            <a:rect l="0" t="0" r="r" b="b"/>
            <a:pathLst>
              <a:path w="38" h="2023">
                <a:moveTo>
                  <a:pt x="0" y="2023"/>
                </a:moveTo>
                <a:lnTo>
                  <a:pt x="0" y="1011"/>
                </a:lnTo>
                <a:lnTo>
                  <a:pt x="1" y="0"/>
                </a:lnTo>
                <a:lnTo>
                  <a:pt x="38" y="0"/>
                </a:lnTo>
                <a:lnTo>
                  <a:pt x="38" y="2023"/>
                </a:lnTo>
                <a:lnTo>
                  <a:pt x="0" y="202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571320" y="1805040"/>
            <a:ext cx="36284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Kantorovich-Rubinstein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双対性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571320" y="3333600"/>
            <a:ext cx="45691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Heterogeneity Bound (Proposition 2)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42" name=""/>
          <p:cNvSpPr/>
          <p:nvPr/>
        </p:nvSpPr>
        <p:spPr>
          <a:xfrm>
            <a:off x="1272600" y="3809520"/>
            <a:ext cx="163800" cy="145800"/>
          </a:xfrm>
          <a:custGeom>
            <a:avLst/>
            <a:gdLst/>
            <a:ahLst/>
            <a:rect l="0" t="0" r="r" b="b"/>
            <a:pathLst>
              <a:path w="455" h="405">
                <a:moveTo>
                  <a:pt x="19" y="135"/>
                </a:moveTo>
                <a:cubicBezTo>
                  <a:pt x="6" y="135"/>
                  <a:pt x="0" y="132"/>
                  <a:pt x="0" y="126"/>
                </a:cubicBezTo>
                <a:cubicBezTo>
                  <a:pt x="0" y="120"/>
                  <a:pt x="8" y="107"/>
                  <a:pt x="25" y="85"/>
                </a:cubicBezTo>
                <a:cubicBezTo>
                  <a:pt x="41" y="62"/>
                  <a:pt x="57" y="44"/>
                  <a:pt x="74" y="30"/>
                </a:cubicBezTo>
                <a:cubicBezTo>
                  <a:pt x="95" y="14"/>
                  <a:pt x="115" y="4"/>
                  <a:pt x="133" y="2"/>
                </a:cubicBezTo>
                <a:cubicBezTo>
                  <a:pt x="136" y="1"/>
                  <a:pt x="187" y="0"/>
                  <a:pt x="286" y="0"/>
                </a:cubicBezTo>
                <a:cubicBezTo>
                  <a:pt x="384" y="0"/>
                  <a:pt x="434" y="1"/>
                  <a:pt x="437" y="2"/>
                </a:cubicBezTo>
                <a:cubicBezTo>
                  <a:pt x="449" y="5"/>
                  <a:pt x="455" y="13"/>
                  <a:pt x="455" y="26"/>
                </a:cubicBezTo>
                <a:cubicBezTo>
                  <a:pt x="455" y="35"/>
                  <a:pt x="452" y="43"/>
                  <a:pt x="447" y="50"/>
                </a:cubicBezTo>
                <a:cubicBezTo>
                  <a:pt x="441" y="57"/>
                  <a:pt x="434" y="62"/>
                  <a:pt x="426" y="65"/>
                </a:cubicBezTo>
                <a:cubicBezTo>
                  <a:pt x="422" y="66"/>
                  <a:pt x="393" y="66"/>
                  <a:pt x="339" y="66"/>
                </a:cubicBezTo>
                <a:cubicBezTo>
                  <a:pt x="283" y="66"/>
                  <a:pt x="256" y="67"/>
                  <a:pt x="256" y="68"/>
                </a:cubicBezTo>
                <a:cubicBezTo>
                  <a:pt x="255" y="69"/>
                  <a:pt x="250" y="94"/>
                  <a:pt x="241" y="144"/>
                </a:cubicBezTo>
                <a:cubicBezTo>
                  <a:pt x="232" y="193"/>
                  <a:pt x="222" y="243"/>
                  <a:pt x="212" y="294"/>
                </a:cubicBezTo>
                <a:cubicBezTo>
                  <a:pt x="202" y="345"/>
                  <a:pt x="196" y="372"/>
                  <a:pt x="196" y="375"/>
                </a:cubicBezTo>
                <a:cubicBezTo>
                  <a:pt x="193" y="384"/>
                  <a:pt x="187" y="391"/>
                  <a:pt x="179" y="397"/>
                </a:cubicBezTo>
                <a:cubicBezTo>
                  <a:pt x="171" y="402"/>
                  <a:pt x="163" y="405"/>
                  <a:pt x="153" y="405"/>
                </a:cubicBezTo>
                <a:cubicBezTo>
                  <a:pt x="133" y="405"/>
                  <a:pt x="123" y="395"/>
                  <a:pt x="123" y="375"/>
                </a:cubicBezTo>
                <a:lnTo>
                  <a:pt x="123" y="366"/>
                </a:lnTo>
                <a:lnTo>
                  <a:pt x="168" y="219"/>
                </a:lnTo>
                <a:cubicBezTo>
                  <a:pt x="175" y="197"/>
                  <a:pt x="182" y="172"/>
                  <a:pt x="190" y="146"/>
                </a:cubicBezTo>
                <a:cubicBezTo>
                  <a:pt x="198" y="118"/>
                  <a:pt x="204" y="99"/>
                  <a:pt x="209" y="86"/>
                </a:cubicBezTo>
                <a:lnTo>
                  <a:pt x="215" y="67"/>
                </a:lnTo>
                <a:cubicBezTo>
                  <a:pt x="215" y="67"/>
                  <a:pt x="201" y="66"/>
                  <a:pt x="173" y="66"/>
                </a:cubicBezTo>
                <a:cubicBezTo>
                  <a:pt x="172" y="66"/>
                  <a:pt x="168" y="66"/>
                  <a:pt x="163" y="66"/>
                </a:cubicBezTo>
                <a:cubicBezTo>
                  <a:pt x="157" y="66"/>
                  <a:pt x="153" y="66"/>
                  <a:pt x="150" y="66"/>
                </a:cubicBezTo>
                <a:cubicBezTo>
                  <a:pt x="103" y="66"/>
                  <a:pt x="66" y="85"/>
                  <a:pt x="39" y="125"/>
                </a:cubicBezTo>
                <a:cubicBezTo>
                  <a:pt x="36" y="130"/>
                  <a:pt x="34" y="132"/>
                  <a:pt x="32" y="133"/>
                </a:cubicBezTo>
                <a:cubicBezTo>
                  <a:pt x="30" y="134"/>
                  <a:pt x="26" y="134"/>
                  <a:pt x="19" y="13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43" name=""/>
          <p:cNvSpPr/>
          <p:nvPr/>
        </p:nvSpPr>
        <p:spPr>
          <a:xfrm>
            <a:off x="1467000" y="370512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0" y="456"/>
                </a:moveTo>
                <a:cubicBezTo>
                  <a:pt x="0" y="414"/>
                  <a:pt x="3" y="374"/>
                  <a:pt x="9" y="337"/>
                </a:cubicBezTo>
                <a:cubicBezTo>
                  <a:pt x="15" y="299"/>
                  <a:pt x="22" y="266"/>
                  <a:pt x="30" y="239"/>
                </a:cubicBezTo>
                <a:cubicBezTo>
                  <a:pt x="37" y="212"/>
                  <a:pt x="49" y="185"/>
                  <a:pt x="63" y="158"/>
                </a:cubicBezTo>
                <a:cubicBezTo>
                  <a:pt x="78" y="132"/>
                  <a:pt x="89" y="112"/>
                  <a:pt x="98" y="97"/>
                </a:cubicBezTo>
                <a:cubicBezTo>
                  <a:pt x="106" y="83"/>
                  <a:pt x="119" y="67"/>
                  <a:pt x="136" y="50"/>
                </a:cubicBezTo>
                <a:cubicBezTo>
                  <a:pt x="153" y="33"/>
                  <a:pt x="164" y="23"/>
                  <a:pt x="167" y="19"/>
                </a:cubicBezTo>
                <a:cubicBezTo>
                  <a:pt x="170" y="15"/>
                  <a:pt x="178" y="9"/>
                  <a:pt x="190" y="0"/>
                </a:cubicBezTo>
                <a:lnTo>
                  <a:pt x="202" y="0"/>
                </a:lnTo>
                <a:lnTo>
                  <a:pt x="205" y="0"/>
                </a:lnTo>
                <a:cubicBezTo>
                  <a:pt x="214" y="0"/>
                  <a:pt x="218" y="3"/>
                  <a:pt x="218" y="8"/>
                </a:cubicBezTo>
                <a:cubicBezTo>
                  <a:pt x="218" y="10"/>
                  <a:pt x="213" y="16"/>
                  <a:pt x="203" y="27"/>
                </a:cubicBezTo>
                <a:cubicBezTo>
                  <a:pt x="192" y="38"/>
                  <a:pt x="180" y="54"/>
                  <a:pt x="165" y="75"/>
                </a:cubicBezTo>
                <a:cubicBezTo>
                  <a:pt x="150" y="97"/>
                  <a:pt x="135" y="123"/>
                  <a:pt x="120" y="154"/>
                </a:cubicBezTo>
                <a:cubicBezTo>
                  <a:pt x="105" y="186"/>
                  <a:pt x="92" y="227"/>
                  <a:pt x="81" y="280"/>
                </a:cubicBezTo>
                <a:cubicBezTo>
                  <a:pt x="71" y="333"/>
                  <a:pt x="66" y="391"/>
                  <a:pt x="66" y="456"/>
                </a:cubicBezTo>
                <a:cubicBezTo>
                  <a:pt x="66" y="520"/>
                  <a:pt x="71" y="578"/>
                  <a:pt x="81" y="630"/>
                </a:cubicBezTo>
                <a:cubicBezTo>
                  <a:pt x="92" y="683"/>
                  <a:pt x="104" y="725"/>
                  <a:pt x="119" y="757"/>
                </a:cubicBezTo>
                <a:cubicBezTo>
                  <a:pt x="133" y="789"/>
                  <a:pt x="148" y="815"/>
                  <a:pt x="164" y="835"/>
                </a:cubicBezTo>
                <a:cubicBezTo>
                  <a:pt x="180" y="855"/>
                  <a:pt x="192" y="871"/>
                  <a:pt x="203" y="883"/>
                </a:cubicBezTo>
                <a:cubicBezTo>
                  <a:pt x="213" y="896"/>
                  <a:pt x="218" y="902"/>
                  <a:pt x="218" y="903"/>
                </a:cubicBezTo>
                <a:cubicBezTo>
                  <a:pt x="218" y="908"/>
                  <a:pt x="213" y="911"/>
                  <a:pt x="204" y="911"/>
                </a:cubicBezTo>
                <a:lnTo>
                  <a:pt x="202" y="911"/>
                </a:lnTo>
                <a:lnTo>
                  <a:pt x="190" y="911"/>
                </a:lnTo>
                <a:lnTo>
                  <a:pt x="164" y="889"/>
                </a:lnTo>
                <a:cubicBezTo>
                  <a:pt x="106" y="837"/>
                  <a:pt x="65" y="773"/>
                  <a:pt x="39" y="696"/>
                </a:cubicBezTo>
                <a:cubicBezTo>
                  <a:pt x="13" y="619"/>
                  <a:pt x="0" y="539"/>
                  <a:pt x="0" y="45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44" name=""/>
          <p:cNvSpPr/>
          <p:nvPr/>
        </p:nvSpPr>
        <p:spPr>
          <a:xfrm>
            <a:off x="1575000" y="3805920"/>
            <a:ext cx="159840" cy="148680"/>
          </a:xfrm>
          <a:custGeom>
            <a:avLst/>
            <a:gdLst/>
            <a:ahLst/>
            <a:rect l="0" t="0" r="r" b="b"/>
            <a:pathLst>
              <a:path w="444" h="413">
                <a:moveTo>
                  <a:pt x="15" y="139"/>
                </a:moveTo>
                <a:cubicBezTo>
                  <a:pt x="20" y="114"/>
                  <a:pt x="36" y="84"/>
                  <a:pt x="64" y="51"/>
                </a:cubicBezTo>
                <a:cubicBezTo>
                  <a:pt x="93" y="18"/>
                  <a:pt x="128" y="1"/>
                  <a:pt x="170" y="0"/>
                </a:cubicBezTo>
                <a:cubicBezTo>
                  <a:pt x="191" y="0"/>
                  <a:pt x="211" y="6"/>
                  <a:pt x="228" y="16"/>
                </a:cubicBezTo>
                <a:cubicBezTo>
                  <a:pt x="246" y="27"/>
                  <a:pt x="259" y="41"/>
                  <a:pt x="267" y="57"/>
                </a:cubicBezTo>
                <a:cubicBezTo>
                  <a:pt x="294" y="19"/>
                  <a:pt x="324" y="0"/>
                  <a:pt x="360" y="0"/>
                </a:cubicBezTo>
                <a:cubicBezTo>
                  <a:pt x="383" y="0"/>
                  <a:pt x="402" y="7"/>
                  <a:pt x="418" y="20"/>
                </a:cubicBezTo>
                <a:cubicBezTo>
                  <a:pt x="435" y="33"/>
                  <a:pt x="443" y="51"/>
                  <a:pt x="444" y="74"/>
                </a:cubicBezTo>
                <a:cubicBezTo>
                  <a:pt x="444" y="91"/>
                  <a:pt x="440" y="106"/>
                  <a:pt x="431" y="117"/>
                </a:cubicBezTo>
                <a:cubicBezTo>
                  <a:pt x="423" y="127"/>
                  <a:pt x="415" y="134"/>
                  <a:pt x="407" y="137"/>
                </a:cubicBezTo>
                <a:cubicBezTo>
                  <a:pt x="399" y="139"/>
                  <a:pt x="392" y="140"/>
                  <a:pt x="386" y="140"/>
                </a:cubicBezTo>
                <a:cubicBezTo>
                  <a:pt x="374" y="140"/>
                  <a:pt x="365" y="137"/>
                  <a:pt x="358" y="130"/>
                </a:cubicBezTo>
                <a:cubicBezTo>
                  <a:pt x="350" y="123"/>
                  <a:pt x="347" y="115"/>
                  <a:pt x="347" y="104"/>
                </a:cubicBezTo>
                <a:cubicBezTo>
                  <a:pt x="347" y="76"/>
                  <a:pt x="362" y="57"/>
                  <a:pt x="392" y="46"/>
                </a:cubicBezTo>
                <a:cubicBezTo>
                  <a:pt x="385" y="39"/>
                  <a:pt x="373" y="35"/>
                  <a:pt x="356" y="35"/>
                </a:cubicBezTo>
                <a:cubicBezTo>
                  <a:pt x="348" y="35"/>
                  <a:pt x="342" y="35"/>
                  <a:pt x="338" y="36"/>
                </a:cubicBezTo>
                <a:cubicBezTo>
                  <a:pt x="315" y="46"/>
                  <a:pt x="298" y="66"/>
                  <a:pt x="287" y="96"/>
                </a:cubicBezTo>
                <a:cubicBezTo>
                  <a:pt x="250" y="231"/>
                  <a:pt x="232" y="309"/>
                  <a:pt x="232" y="331"/>
                </a:cubicBezTo>
                <a:cubicBezTo>
                  <a:pt x="232" y="349"/>
                  <a:pt x="237" y="361"/>
                  <a:pt x="246" y="369"/>
                </a:cubicBezTo>
                <a:cubicBezTo>
                  <a:pt x="256" y="376"/>
                  <a:pt x="267" y="380"/>
                  <a:pt x="279" y="380"/>
                </a:cubicBezTo>
                <a:cubicBezTo>
                  <a:pt x="302" y="380"/>
                  <a:pt x="324" y="370"/>
                  <a:pt x="346" y="350"/>
                </a:cubicBezTo>
                <a:cubicBezTo>
                  <a:pt x="368" y="329"/>
                  <a:pt x="382" y="304"/>
                  <a:pt x="390" y="275"/>
                </a:cubicBezTo>
                <a:cubicBezTo>
                  <a:pt x="392" y="269"/>
                  <a:pt x="394" y="265"/>
                  <a:pt x="396" y="265"/>
                </a:cubicBezTo>
                <a:cubicBezTo>
                  <a:pt x="398" y="264"/>
                  <a:pt x="402" y="264"/>
                  <a:pt x="410" y="263"/>
                </a:cubicBezTo>
                <a:lnTo>
                  <a:pt x="414" y="263"/>
                </a:lnTo>
                <a:cubicBezTo>
                  <a:pt x="423" y="263"/>
                  <a:pt x="428" y="265"/>
                  <a:pt x="428" y="270"/>
                </a:cubicBezTo>
                <a:cubicBezTo>
                  <a:pt x="428" y="271"/>
                  <a:pt x="427" y="274"/>
                  <a:pt x="426" y="280"/>
                </a:cubicBezTo>
                <a:cubicBezTo>
                  <a:pt x="416" y="315"/>
                  <a:pt x="397" y="347"/>
                  <a:pt x="369" y="373"/>
                </a:cubicBezTo>
                <a:cubicBezTo>
                  <a:pt x="341" y="400"/>
                  <a:pt x="309" y="413"/>
                  <a:pt x="271" y="413"/>
                </a:cubicBezTo>
                <a:cubicBezTo>
                  <a:pt x="229" y="413"/>
                  <a:pt x="196" y="394"/>
                  <a:pt x="175" y="356"/>
                </a:cubicBezTo>
                <a:cubicBezTo>
                  <a:pt x="150" y="394"/>
                  <a:pt x="121" y="412"/>
                  <a:pt x="89" y="412"/>
                </a:cubicBezTo>
                <a:lnTo>
                  <a:pt x="84" y="412"/>
                </a:lnTo>
                <a:cubicBezTo>
                  <a:pt x="54" y="412"/>
                  <a:pt x="33" y="404"/>
                  <a:pt x="20" y="389"/>
                </a:cubicBezTo>
                <a:cubicBezTo>
                  <a:pt x="7" y="373"/>
                  <a:pt x="0" y="356"/>
                  <a:pt x="0" y="338"/>
                </a:cubicBezTo>
                <a:cubicBezTo>
                  <a:pt x="0" y="318"/>
                  <a:pt x="6" y="302"/>
                  <a:pt x="17" y="290"/>
                </a:cubicBezTo>
                <a:cubicBezTo>
                  <a:pt x="29" y="278"/>
                  <a:pt x="42" y="272"/>
                  <a:pt x="58" y="272"/>
                </a:cubicBezTo>
                <a:cubicBezTo>
                  <a:pt x="84" y="272"/>
                  <a:pt x="97" y="285"/>
                  <a:pt x="97" y="310"/>
                </a:cubicBezTo>
                <a:cubicBezTo>
                  <a:pt x="97" y="322"/>
                  <a:pt x="94" y="333"/>
                  <a:pt x="86" y="342"/>
                </a:cubicBezTo>
                <a:cubicBezTo>
                  <a:pt x="79" y="352"/>
                  <a:pt x="72" y="358"/>
                  <a:pt x="65" y="361"/>
                </a:cubicBezTo>
                <a:cubicBezTo>
                  <a:pt x="59" y="364"/>
                  <a:pt x="55" y="366"/>
                  <a:pt x="54" y="366"/>
                </a:cubicBezTo>
                <a:lnTo>
                  <a:pt x="51" y="367"/>
                </a:lnTo>
                <a:cubicBezTo>
                  <a:pt x="51" y="367"/>
                  <a:pt x="53" y="369"/>
                  <a:pt x="56" y="370"/>
                </a:cubicBezTo>
                <a:cubicBezTo>
                  <a:pt x="60" y="372"/>
                  <a:pt x="65" y="374"/>
                  <a:pt x="71" y="377"/>
                </a:cubicBezTo>
                <a:cubicBezTo>
                  <a:pt x="77" y="379"/>
                  <a:pt x="83" y="380"/>
                  <a:pt x="88" y="380"/>
                </a:cubicBezTo>
                <a:cubicBezTo>
                  <a:pt x="110" y="380"/>
                  <a:pt x="129" y="366"/>
                  <a:pt x="145" y="338"/>
                </a:cubicBezTo>
                <a:cubicBezTo>
                  <a:pt x="150" y="328"/>
                  <a:pt x="157" y="307"/>
                  <a:pt x="165" y="276"/>
                </a:cubicBezTo>
                <a:cubicBezTo>
                  <a:pt x="174" y="244"/>
                  <a:pt x="182" y="211"/>
                  <a:pt x="191" y="177"/>
                </a:cubicBezTo>
                <a:cubicBezTo>
                  <a:pt x="199" y="144"/>
                  <a:pt x="204" y="123"/>
                  <a:pt x="205" y="117"/>
                </a:cubicBezTo>
                <a:cubicBezTo>
                  <a:pt x="209" y="101"/>
                  <a:pt x="210" y="89"/>
                  <a:pt x="210" y="82"/>
                </a:cubicBezTo>
                <a:cubicBezTo>
                  <a:pt x="210" y="65"/>
                  <a:pt x="205" y="53"/>
                  <a:pt x="196" y="46"/>
                </a:cubicBezTo>
                <a:cubicBezTo>
                  <a:pt x="187" y="38"/>
                  <a:pt x="177" y="35"/>
                  <a:pt x="165" y="35"/>
                </a:cubicBezTo>
                <a:cubicBezTo>
                  <a:pt x="141" y="35"/>
                  <a:pt x="118" y="44"/>
                  <a:pt x="97" y="64"/>
                </a:cubicBezTo>
                <a:cubicBezTo>
                  <a:pt x="76" y="83"/>
                  <a:pt x="61" y="108"/>
                  <a:pt x="53" y="138"/>
                </a:cubicBezTo>
                <a:cubicBezTo>
                  <a:pt x="51" y="144"/>
                  <a:pt x="50" y="147"/>
                  <a:pt x="48" y="147"/>
                </a:cubicBezTo>
                <a:cubicBezTo>
                  <a:pt x="46" y="148"/>
                  <a:pt x="41" y="149"/>
                  <a:pt x="34" y="149"/>
                </a:cubicBezTo>
                <a:lnTo>
                  <a:pt x="21" y="149"/>
                </a:lnTo>
                <a:cubicBezTo>
                  <a:pt x="17" y="146"/>
                  <a:pt x="15" y="142"/>
                  <a:pt x="15" y="1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45" name=""/>
          <p:cNvSpPr/>
          <p:nvPr/>
        </p:nvSpPr>
        <p:spPr>
          <a:xfrm>
            <a:off x="1769040" y="370512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0" y="73"/>
                  <a:pt x="152" y="137"/>
                  <a:pt x="178" y="216"/>
                </a:cubicBezTo>
                <a:cubicBezTo>
                  <a:pt x="205" y="293"/>
                  <a:pt x="218" y="373"/>
                  <a:pt x="218" y="456"/>
                </a:cubicBezTo>
                <a:cubicBezTo>
                  <a:pt x="218" y="497"/>
                  <a:pt x="215" y="537"/>
                  <a:pt x="209" y="575"/>
                </a:cubicBezTo>
                <a:cubicBezTo>
                  <a:pt x="203" y="613"/>
                  <a:pt x="196" y="646"/>
                  <a:pt x="188" y="672"/>
                </a:cubicBezTo>
                <a:cubicBezTo>
                  <a:pt x="179" y="699"/>
                  <a:pt x="168" y="726"/>
                  <a:pt x="153" y="752"/>
                </a:cubicBezTo>
                <a:cubicBezTo>
                  <a:pt x="139" y="779"/>
                  <a:pt x="127" y="799"/>
                  <a:pt x="119" y="813"/>
                </a:cubicBezTo>
                <a:cubicBezTo>
                  <a:pt x="110" y="827"/>
                  <a:pt x="98" y="843"/>
                  <a:pt x="81" y="860"/>
                </a:cubicBezTo>
                <a:cubicBezTo>
                  <a:pt x="65" y="877"/>
                  <a:pt x="55" y="887"/>
                  <a:pt x="52" y="890"/>
                </a:cubicBezTo>
                <a:cubicBezTo>
                  <a:pt x="49" y="893"/>
                  <a:pt x="42" y="899"/>
                  <a:pt x="31" y="907"/>
                </a:cubicBezTo>
                <a:cubicBezTo>
                  <a:pt x="30" y="909"/>
                  <a:pt x="28" y="910"/>
                  <a:pt x="28" y="911"/>
                </a:cubicBezTo>
                <a:lnTo>
                  <a:pt x="17" y="911"/>
                </a:lnTo>
                <a:cubicBezTo>
                  <a:pt x="12" y="911"/>
                  <a:pt x="9" y="911"/>
                  <a:pt x="7" y="911"/>
                </a:cubicBezTo>
                <a:cubicBezTo>
                  <a:pt x="5" y="911"/>
                  <a:pt x="3" y="910"/>
                  <a:pt x="2" y="908"/>
                </a:cubicBezTo>
                <a:cubicBezTo>
                  <a:pt x="1" y="906"/>
                  <a:pt x="0" y="903"/>
                  <a:pt x="0" y="900"/>
                </a:cubicBezTo>
                <a:cubicBezTo>
                  <a:pt x="0" y="899"/>
                  <a:pt x="3" y="895"/>
                  <a:pt x="10" y="888"/>
                </a:cubicBezTo>
                <a:cubicBezTo>
                  <a:pt x="104" y="790"/>
                  <a:pt x="151" y="646"/>
                  <a:pt x="151" y="456"/>
                </a:cubicBezTo>
                <a:cubicBezTo>
                  <a:pt x="151" y="265"/>
                  <a:pt x="104" y="120"/>
                  <a:pt x="10" y="23"/>
                </a:cubicBezTo>
                <a:cubicBezTo>
                  <a:pt x="3" y="15"/>
                  <a:pt x="0" y="11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571320" y="3676680"/>
            <a:ext cx="7095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CATE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47" name=""/>
          <p:cNvSpPr/>
          <p:nvPr/>
        </p:nvSpPr>
        <p:spPr>
          <a:xfrm>
            <a:off x="4029840" y="3724200"/>
            <a:ext cx="201960" cy="224280"/>
          </a:xfrm>
          <a:custGeom>
            <a:avLst/>
            <a:gdLst/>
            <a:ahLst/>
            <a:rect l="0" t="0" r="r" b="b"/>
            <a:pathLst>
              <a:path w="561" h="623">
                <a:moveTo>
                  <a:pt x="178" y="42"/>
                </a:moveTo>
                <a:cubicBezTo>
                  <a:pt x="158" y="42"/>
                  <a:pt x="147" y="40"/>
                  <a:pt x="146" y="38"/>
                </a:cubicBezTo>
                <a:cubicBezTo>
                  <a:pt x="145" y="37"/>
                  <a:pt x="145" y="34"/>
                  <a:pt x="145" y="31"/>
                </a:cubicBezTo>
                <a:cubicBezTo>
                  <a:pt x="145" y="16"/>
                  <a:pt x="148" y="6"/>
                  <a:pt x="155" y="1"/>
                </a:cubicBezTo>
                <a:cubicBezTo>
                  <a:pt x="156" y="0"/>
                  <a:pt x="161" y="0"/>
                  <a:pt x="168" y="0"/>
                </a:cubicBezTo>
                <a:cubicBezTo>
                  <a:pt x="201" y="2"/>
                  <a:pt x="240" y="2"/>
                  <a:pt x="285" y="2"/>
                </a:cubicBezTo>
                <a:cubicBezTo>
                  <a:pt x="370" y="2"/>
                  <a:pt x="420" y="2"/>
                  <a:pt x="432" y="0"/>
                </a:cubicBezTo>
                <a:lnTo>
                  <a:pt x="443" y="0"/>
                </a:lnTo>
                <a:cubicBezTo>
                  <a:pt x="447" y="3"/>
                  <a:pt x="449" y="6"/>
                  <a:pt x="449" y="8"/>
                </a:cubicBezTo>
                <a:cubicBezTo>
                  <a:pt x="449" y="10"/>
                  <a:pt x="448" y="15"/>
                  <a:pt x="447" y="24"/>
                </a:cubicBezTo>
                <a:cubicBezTo>
                  <a:pt x="444" y="33"/>
                  <a:pt x="441" y="39"/>
                  <a:pt x="439" y="42"/>
                </a:cubicBezTo>
                <a:lnTo>
                  <a:pt x="404" y="42"/>
                </a:lnTo>
                <a:cubicBezTo>
                  <a:pt x="362" y="42"/>
                  <a:pt x="338" y="45"/>
                  <a:pt x="330" y="50"/>
                </a:cubicBezTo>
                <a:cubicBezTo>
                  <a:pt x="326" y="52"/>
                  <a:pt x="322" y="61"/>
                  <a:pt x="318" y="75"/>
                </a:cubicBezTo>
                <a:cubicBezTo>
                  <a:pt x="313" y="90"/>
                  <a:pt x="293" y="170"/>
                  <a:pt x="256" y="315"/>
                </a:cubicBezTo>
                <a:cubicBezTo>
                  <a:pt x="246" y="355"/>
                  <a:pt x="236" y="397"/>
                  <a:pt x="225" y="441"/>
                </a:cubicBezTo>
                <a:cubicBezTo>
                  <a:pt x="214" y="485"/>
                  <a:pt x="206" y="519"/>
                  <a:pt x="200" y="542"/>
                </a:cubicBezTo>
                <a:lnTo>
                  <a:pt x="192" y="575"/>
                </a:lnTo>
                <a:cubicBezTo>
                  <a:pt x="192" y="577"/>
                  <a:pt x="195" y="578"/>
                  <a:pt x="200" y="578"/>
                </a:cubicBezTo>
                <a:cubicBezTo>
                  <a:pt x="206" y="578"/>
                  <a:pt x="224" y="579"/>
                  <a:pt x="254" y="580"/>
                </a:cubicBezTo>
                <a:lnTo>
                  <a:pt x="270" y="580"/>
                </a:lnTo>
                <a:cubicBezTo>
                  <a:pt x="290" y="580"/>
                  <a:pt x="305" y="580"/>
                  <a:pt x="317" y="579"/>
                </a:cubicBezTo>
                <a:cubicBezTo>
                  <a:pt x="328" y="579"/>
                  <a:pt x="343" y="577"/>
                  <a:pt x="361" y="573"/>
                </a:cubicBezTo>
                <a:cubicBezTo>
                  <a:pt x="380" y="569"/>
                  <a:pt x="395" y="564"/>
                  <a:pt x="407" y="557"/>
                </a:cubicBezTo>
                <a:cubicBezTo>
                  <a:pt x="419" y="549"/>
                  <a:pt x="432" y="538"/>
                  <a:pt x="447" y="525"/>
                </a:cubicBezTo>
                <a:cubicBezTo>
                  <a:pt x="461" y="511"/>
                  <a:pt x="474" y="495"/>
                  <a:pt x="485" y="475"/>
                </a:cubicBezTo>
                <a:cubicBezTo>
                  <a:pt x="495" y="456"/>
                  <a:pt x="504" y="436"/>
                  <a:pt x="512" y="414"/>
                </a:cubicBezTo>
                <a:cubicBezTo>
                  <a:pt x="521" y="391"/>
                  <a:pt x="526" y="378"/>
                  <a:pt x="528" y="375"/>
                </a:cubicBezTo>
                <a:cubicBezTo>
                  <a:pt x="531" y="374"/>
                  <a:pt x="536" y="373"/>
                  <a:pt x="543" y="373"/>
                </a:cubicBezTo>
                <a:lnTo>
                  <a:pt x="555" y="373"/>
                </a:lnTo>
                <a:cubicBezTo>
                  <a:pt x="559" y="378"/>
                  <a:pt x="561" y="381"/>
                  <a:pt x="561" y="383"/>
                </a:cubicBezTo>
                <a:cubicBezTo>
                  <a:pt x="561" y="384"/>
                  <a:pt x="555" y="402"/>
                  <a:pt x="542" y="436"/>
                </a:cubicBezTo>
                <a:cubicBezTo>
                  <a:pt x="530" y="471"/>
                  <a:pt x="517" y="507"/>
                  <a:pt x="502" y="547"/>
                </a:cubicBezTo>
                <a:cubicBezTo>
                  <a:pt x="488" y="585"/>
                  <a:pt x="480" y="607"/>
                  <a:pt x="479" y="614"/>
                </a:cubicBezTo>
                <a:cubicBezTo>
                  <a:pt x="478" y="617"/>
                  <a:pt x="476" y="619"/>
                  <a:pt x="475" y="619"/>
                </a:cubicBezTo>
                <a:cubicBezTo>
                  <a:pt x="474" y="620"/>
                  <a:pt x="469" y="621"/>
                  <a:pt x="461" y="622"/>
                </a:cubicBezTo>
                <a:cubicBezTo>
                  <a:pt x="452" y="623"/>
                  <a:pt x="439" y="624"/>
                  <a:pt x="421" y="623"/>
                </a:cubicBezTo>
                <a:cubicBezTo>
                  <a:pt x="415" y="623"/>
                  <a:pt x="392" y="623"/>
                  <a:pt x="352" y="623"/>
                </a:cubicBezTo>
                <a:cubicBezTo>
                  <a:pt x="313" y="623"/>
                  <a:pt x="275" y="623"/>
                  <a:pt x="238" y="622"/>
                </a:cubicBezTo>
                <a:lnTo>
                  <a:pt x="77" y="622"/>
                </a:lnTo>
                <a:cubicBezTo>
                  <a:pt x="26" y="622"/>
                  <a:pt x="0" y="619"/>
                  <a:pt x="0" y="613"/>
                </a:cubicBezTo>
                <a:cubicBezTo>
                  <a:pt x="0" y="609"/>
                  <a:pt x="1" y="604"/>
                  <a:pt x="2" y="600"/>
                </a:cubicBezTo>
                <a:cubicBezTo>
                  <a:pt x="5" y="589"/>
                  <a:pt x="8" y="582"/>
                  <a:pt x="11" y="581"/>
                </a:cubicBezTo>
                <a:cubicBezTo>
                  <a:pt x="13" y="581"/>
                  <a:pt x="18" y="580"/>
                  <a:pt x="25" y="580"/>
                </a:cubicBezTo>
                <a:lnTo>
                  <a:pt x="30" y="580"/>
                </a:lnTo>
                <a:cubicBezTo>
                  <a:pt x="47" y="580"/>
                  <a:pt x="65" y="579"/>
                  <a:pt x="85" y="577"/>
                </a:cubicBezTo>
                <a:cubicBezTo>
                  <a:pt x="93" y="576"/>
                  <a:pt x="99" y="572"/>
                  <a:pt x="102" y="567"/>
                </a:cubicBezTo>
                <a:cubicBezTo>
                  <a:pt x="104" y="564"/>
                  <a:pt x="126" y="479"/>
                  <a:pt x="168" y="313"/>
                </a:cubicBezTo>
                <a:cubicBezTo>
                  <a:pt x="209" y="146"/>
                  <a:pt x="230" y="59"/>
                  <a:pt x="230" y="50"/>
                </a:cubicBezTo>
                <a:cubicBezTo>
                  <a:pt x="230" y="45"/>
                  <a:pt x="213" y="43"/>
                  <a:pt x="178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1875240" y="3676680"/>
            <a:ext cx="21466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が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Lipschitz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定数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49" name=""/>
          <p:cNvSpPr/>
          <p:nvPr/>
        </p:nvSpPr>
        <p:spPr>
          <a:xfrm>
            <a:off x="3214800" y="4181400"/>
            <a:ext cx="13680" cy="327600"/>
          </a:xfrm>
          <a:custGeom>
            <a:avLst/>
            <a:gdLst/>
            <a:ahLst/>
            <a:rect l="0" t="0" r="r" b="b"/>
            <a:pathLst>
              <a:path w="38" h="910">
                <a:moveTo>
                  <a:pt x="20" y="910"/>
                </a:moveTo>
                <a:lnTo>
                  <a:pt x="18" y="910"/>
                </a:lnTo>
                <a:cubicBezTo>
                  <a:pt x="10" y="910"/>
                  <a:pt x="4" y="906"/>
                  <a:pt x="0" y="897"/>
                </a:cubicBezTo>
                <a:lnTo>
                  <a:pt x="0" y="454"/>
                </a:lnTo>
                <a:lnTo>
                  <a:pt x="1" y="12"/>
                </a:lnTo>
                <a:cubicBezTo>
                  <a:pt x="7" y="4"/>
                  <a:pt x="13" y="0"/>
                  <a:pt x="20" y="0"/>
                </a:cubicBezTo>
                <a:cubicBezTo>
                  <a:pt x="28" y="0"/>
                  <a:pt x="34" y="5"/>
                  <a:pt x="38" y="14"/>
                </a:cubicBezTo>
                <a:lnTo>
                  <a:pt x="38" y="897"/>
                </a:lnTo>
                <a:cubicBezTo>
                  <a:pt x="33" y="906"/>
                  <a:pt x="28" y="910"/>
                  <a:pt x="21" y="910"/>
                </a:cubicBezTo>
                <a:lnTo>
                  <a:pt x="20" y="9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50" name=""/>
          <p:cNvSpPr/>
          <p:nvPr/>
        </p:nvSpPr>
        <p:spPr>
          <a:xfrm>
            <a:off x="3273120" y="4285800"/>
            <a:ext cx="163800" cy="145800"/>
          </a:xfrm>
          <a:custGeom>
            <a:avLst/>
            <a:gdLst/>
            <a:ahLst/>
            <a:rect l="0" t="0" r="r" b="b"/>
            <a:pathLst>
              <a:path w="455" h="405">
                <a:moveTo>
                  <a:pt x="19" y="134"/>
                </a:moveTo>
                <a:cubicBezTo>
                  <a:pt x="6" y="134"/>
                  <a:pt x="0" y="131"/>
                  <a:pt x="0" y="125"/>
                </a:cubicBezTo>
                <a:cubicBezTo>
                  <a:pt x="0" y="120"/>
                  <a:pt x="8" y="107"/>
                  <a:pt x="24" y="85"/>
                </a:cubicBezTo>
                <a:cubicBezTo>
                  <a:pt x="40" y="62"/>
                  <a:pt x="57" y="44"/>
                  <a:pt x="73" y="30"/>
                </a:cubicBezTo>
                <a:cubicBezTo>
                  <a:pt x="94" y="14"/>
                  <a:pt x="114" y="4"/>
                  <a:pt x="132" y="2"/>
                </a:cubicBezTo>
                <a:cubicBezTo>
                  <a:pt x="136" y="1"/>
                  <a:pt x="187" y="0"/>
                  <a:pt x="286" y="0"/>
                </a:cubicBezTo>
                <a:cubicBezTo>
                  <a:pt x="383" y="0"/>
                  <a:pt x="433" y="1"/>
                  <a:pt x="436" y="2"/>
                </a:cubicBezTo>
                <a:cubicBezTo>
                  <a:pt x="448" y="5"/>
                  <a:pt x="455" y="13"/>
                  <a:pt x="455" y="26"/>
                </a:cubicBezTo>
                <a:cubicBezTo>
                  <a:pt x="455" y="35"/>
                  <a:pt x="452" y="43"/>
                  <a:pt x="446" y="50"/>
                </a:cubicBezTo>
                <a:cubicBezTo>
                  <a:pt x="441" y="57"/>
                  <a:pt x="434" y="62"/>
                  <a:pt x="425" y="65"/>
                </a:cubicBezTo>
                <a:cubicBezTo>
                  <a:pt x="422" y="66"/>
                  <a:pt x="393" y="66"/>
                  <a:pt x="338" y="66"/>
                </a:cubicBezTo>
                <a:cubicBezTo>
                  <a:pt x="283" y="66"/>
                  <a:pt x="256" y="67"/>
                  <a:pt x="256" y="68"/>
                </a:cubicBezTo>
                <a:cubicBezTo>
                  <a:pt x="256" y="69"/>
                  <a:pt x="251" y="94"/>
                  <a:pt x="242" y="143"/>
                </a:cubicBezTo>
                <a:cubicBezTo>
                  <a:pt x="233" y="192"/>
                  <a:pt x="223" y="242"/>
                  <a:pt x="212" y="293"/>
                </a:cubicBezTo>
                <a:cubicBezTo>
                  <a:pt x="201" y="344"/>
                  <a:pt x="196" y="371"/>
                  <a:pt x="195" y="374"/>
                </a:cubicBezTo>
                <a:cubicBezTo>
                  <a:pt x="192" y="383"/>
                  <a:pt x="187" y="391"/>
                  <a:pt x="179" y="397"/>
                </a:cubicBezTo>
                <a:cubicBezTo>
                  <a:pt x="171" y="402"/>
                  <a:pt x="162" y="405"/>
                  <a:pt x="152" y="405"/>
                </a:cubicBezTo>
                <a:cubicBezTo>
                  <a:pt x="132" y="405"/>
                  <a:pt x="122" y="395"/>
                  <a:pt x="122" y="374"/>
                </a:cubicBezTo>
                <a:lnTo>
                  <a:pt x="122" y="365"/>
                </a:lnTo>
                <a:lnTo>
                  <a:pt x="168" y="217"/>
                </a:lnTo>
                <a:cubicBezTo>
                  <a:pt x="175" y="196"/>
                  <a:pt x="182" y="171"/>
                  <a:pt x="190" y="145"/>
                </a:cubicBezTo>
                <a:cubicBezTo>
                  <a:pt x="198" y="118"/>
                  <a:pt x="204" y="99"/>
                  <a:pt x="209" y="86"/>
                </a:cubicBezTo>
                <a:lnTo>
                  <a:pt x="214" y="67"/>
                </a:lnTo>
                <a:cubicBezTo>
                  <a:pt x="214" y="67"/>
                  <a:pt x="200" y="66"/>
                  <a:pt x="172" y="66"/>
                </a:cubicBezTo>
                <a:cubicBezTo>
                  <a:pt x="171" y="66"/>
                  <a:pt x="168" y="66"/>
                  <a:pt x="162" y="66"/>
                </a:cubicBezTo>
                <a:cubicBezTo>
                  <a:pt x="157" y="66"/>
                  <a:pt x="153" y="66"/>
                  <a:pt x="150" y="65"/>
                </a:cubicBezTo>
                <a:cubicBezTo>
                  <a:pt x="102" y="65"/>
                  <a:pt x="65" y="85"/>
                  <a:pt x="39" y="124"/>
                </a:cubicBezTo>
                <a:cubicBezTo>
                  <a:pt x="36" y="129"/>
                  <a:pt x="33" y="131"/>
                  <a:pt x="31" y="132"/>
                </a:cubicBezTo>
                <a:cubicBezTo>
                  <a:pt x="30" y="132"/>
                  <a:pt x="25" y="133"/>
                  <a:pt x="19" y="13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51" name=""/>
          <p:cNvSpPr/>
          <p:nvPr/>
        </p:nvSpPr>
        <p:spPr>
          <a:xfrm>
            <a:off x="3308040" y="4232880"/>
            <a:ext cx="118800" cy="15120"/>
          </a:xfrm>
          <a:custGeom>
            <a:avLst/>
            <a:gdLst/>
            <a:ahLst/>
            <a:rect l="0" t="0" r="r" b="b"/>
            <a:pathLst>
              <a:path w="330" h="42">
                <a:moveTo>
                  <a:pt x="0" y="0"/>
                </a:moveTo>
                <a:lnTo>
                  <a:pt x="330" y="0"/>
                </a:lnTo>
                <a:lnTo>
                  <a:pt x="330" y="42"/>
                </a:lnTo>
                <a:lnTo>
                  <a:pt x="0" y="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52" name=""/>
          <p:cNvSpPr/>
          <p:nvPr/>
        </p:nvSpPr>
        <p:spPr>
          <a:xfrm>
            <a:off x="3440160" y="4321800"/>
            <a:ext cx="79920" cy="154800"/>
          </a:xfrm>
          <a:custGeom>
            <a:avLst/>
            <a:gdLst/>
            <a:ahLst/>
            <a:rect l="0" t="0" r="r" b="b"/>
            <a:pathLst>
              <a:path w="222" h="430">
                <a:moveTo>
                  <a:pt x="85" y="57"/>
                </a:moveTo>
                <a:lnTo>
                  <a:pt x="76" y="60"/>
                </a:lnTo>
                <a:cubicBezTo>
                  <a:pt x="70" y="62"/>
                  <a:pt x="62" y="64"/>
                  <a:pt x="50" y="66"/>
                </a:cubicBezTo>
                <a:cubicBezTo>
                  <a:pt x="39" y="69"/>
                  <a:pt x="26" y="70"/>
                  <a:pt x="12" y="71"/>
                </a:cubicBezTo>
                <a:lnTo>
                  <a:pt x="0" y="71"/>
                </a:lnTo>
                <a:lnTo>
                  <a:pt x="0" y="41"/>
                </a:lnTo>
                <a:lnTo>
                  <a:pt x="12" y="41"/>
                </a:lnTo>
                <a:cubicBezTo>
                  <a:pt x="33" y="40"/>
                  <a:pt x="51" y="37"/>
                  <a:pt x="69" y="32"/>
                </a:cubicBezTo>
                <a:cubicBezTo>
                  <a:pt x="87" y="26"/>
                  <a:pt x="99" y="21"/>
                  <a:pt x="105" y="16"/>
                </a:cubicBezTo>
                <a:cubicBezTo>
                  <a:pt x="112" y="12"/>
                  <a:pt x="118" y="7"/>
                  <a:pt x="123" y="2"/>
                </a:cubicBezTo>
                <a:cubicBezTo>
                  <a:pt x="124" y="1"/>
                  <a:pt x="127" y="0"/>
                  <a:pt x="131" y="0"/>
                </a:cubicBezTo>
                <a:cubicBezTo>
                  <a:pt x="135" y="0"/>
                  <a:pt x="139" y="1"/>
                  <a:pt x="142" y="4"/>
                </a:cubicBezTo>
                <a:lnTo>
                  <a:pt x="142" y="197"/>
                </a:lnTo>
                <a:lnTo>
                  <a:pt x="143" y="390"/>
                </a:lnTo>
                <a:cubicBezTo>
                  <a:pt x="146" y="393"/>
                  <a:pt x="148" y="395"/>
                  <a:pt x="150" y="396"/>
                </a:cubicBezTo>
                <a:cubicBezTo>
                  <a:pt x="153" y="397"/>
                  <a:pt x="158" y="398"/>
                  <a:pt x="166" y="399"/>
                </a:cubicBezTo>
                <a:cubicBezTo>
                  <a:pt x="174" y="400"/>
                  <a:pt x="187" y="400"/>
                  <a:pt x="206" y="400"/>
                </a:cubicBezTo>
                <a:lnTo>
                  <a:pt x="222" y="400"/>
                </a:lnTo>
                <a:lnTo>
                  <a:pt x="222" y="430"/>
                </a:lnTo>
                <a:lnTo>
                  <a:pt x="215" y="430"/>
                </a:lnTo>
                <a:cubicBezTo>
                  <a:pt x="206" y="428"/>
                  <a:pt x="172" y="428"/>
                  <a:pt x="113" y="428"/>
                </a:cubicBezTo>
                <a:cubicBezTo>
                  <a:pt x="54" y="428"/>
                  <a:pt x="20" y="428"/>
                  <a:pt x="11" y="430"/>
                </a:cubicBezTo>
                <a:lnTo>
                  <a:pt x="3" y="430"/>
                </a:lnTo>
                <a:lnTo>
                  <a:pt x="3" y="400"/>
                </a:lnTo>
                <a:lnTo>
                  <a:pt x="20" y="400"/>
                </a:lnTo>
                <a:cubicBezTo>
                  <a:pt x="30" y="400"/>
                  <a:pt x="38" y="400"/>
                  <a:pt x="45" y="400"/>
                </a:cubicBezTo>
                <a:cubicBezTo>
                  <a:pt x="51" y="400"/>
                  <a:pt x="57" y="400"/>
                  <a:pt x="62" y="399"/>
                </a:cubicBezTo>
                <a:cubicBezTo>
                  <a:pt x="65" y="399"/>
                  <a:pt x="69" y="398"/>
                  <a:pt x="72" y="397"/>
                </a:cubicBezTo>
                <a:cubicBezTo>
                  <a:pt x="75" y="397"/>
                  <a:pt x="77" y="396"/>
                  <a:pt x="77" y="396"/>
                </a:cubicBezTo>
                <a:cubicBezTo>
                  <a:pt x="77" y="396"/>
                  <a:pt x="79" y="395"/>
                  <a:pt x="81" y="393"/>
                </a:cubicBezTo>
                <a:cubicBezTo>
                  <a:pt x="83" y="391"/>
                  <a:pt x="84" y="390"/>
                  <a:pt x="85" y="390"/>
                </a:cubicBezTo>
                <a:lnTo>
                  <a:pt x="85" y="5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53" name=""/>
          <p:cNvSpPr/>
          <p:nvPr/>
        </p:nvSpPr>
        <p:spPr>
          <a:xfrm>
            <a:off x="3653640" y="4338360"/>
            <a:ext cx="200160" cy="13680"/>
          </a:xfrm>
          <a:custGeom>
            <a:avLst/>
            <a:gdLst/>
            <a:ahLst/>
            <a:rect l="0" t="0" r="r" b="b"/>
            <a:pathLst>
              <a:path w="556" h="38">
                <a:moveTo>
                  <a:pt x="12" y="0"/>
                </a:moveTo>
                <a:lnTo>
                  <a:pt x="542" y="0"/>
                </a:lnTo>
                <a:cubicBezTo>
                  <a:pt x="551" y="5"/>
                  <a:pt x="556" y="11"/>
                  <a:pt x="556" y="19"/>
                </a:cubicBezTo>
                <a:cubicBezTo>
                  <a:pt x="556" y="26"/>
                  <a:pt x="551" y="33"/>
                  <a:pt x="542" y="38"/>
                </a:cubicBezTo>
                <a:lnTo>
                  <a:pt x="12" y="38"/>
                </a:lnTo>
                <a:cubicBezTo>
                  <a:pt x="4" y="34"/>
                  <a:pt x="0" y="28"/>
                  <a:pt x="0" y="19"/>
                </a:cubicBezTo>
                <a:cubicBezTo>
                  <a:pt x="0" y="11"/>
                  <a:pt x="4" y="5"/>
                  <a:pt x="12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54" name=""/>
          <p:cNvSpPr/>
          <p:nvPr/>
        </p:nvSpPr>
        <p:spPr>
          <a:xfrm>
            <a:off x="3959640" y="4285800"/>
            <a:ext cx="163800" cy="145800"/>
          </a:xfrm>
          <a:custGeom>
            <a:avLst/>
            <a:gdLst/>
            <a:ahLst/>
            <a:rect l="0" t="0" r="r" b="b"/>
            <a:pathLst>
              <a:path w="455" h="405">
                <a:moveTo>
                  <a:pt x="19" y="134"/>
                </a:moveTo>
                <a:cubicBezTo>
                  <a:pt x="6" y="134"/>
                  <a:pt x="0" y="131"/>
                  <a:pt x="0" y="125"/>
                </a:cubicBezTo>
                <a:cubicBezTo>
                  <a:pt x="0" y="120"/>
                  <a:pt x="8" y="107"/>
                  <a:pt x="24" y="85"/>
                </a:cubicBezTo>
                <a:cubicBezTo>
                  <a:pt x="40" y="62"/>
                  <a:pt x="57" y="44"/>
                  <a:pt x="73" y="30"/>
                </a:cubicBezTo>
                <a:cubicBezTo>
                  <a:pt x="94" y="14"/>
                  <a:pt x="114" y="4"/>
                  <a:pt x="133" y="2"/>
                </a:cubicBezTo>
                <a:cubicBezTo>
                  <a:pt x="137" y="1"/>
                  <a:pt x="188" y="0"/>
                  <a:pt x="286" y="0"/>
                </a:cubicBezTo>
                <a:cubicBezTo>
                  <a:pt x="383" y="0"/>
                  <a:pt x="433" y="1"/>
                  <a:pt x="436" y="2"/>
                </a:cubicBezTo>
                <a:cubicBezTo>
                  <a:pt x="448" y="5"/>
                  <a:pt x="455" y="13"/>
                  <a:pt x="455" y="26"/>
                </a:cubicBezTo>
                <a:cubicBezTo>
                  <a:pt x="455" y="35"/>
                  <a:pt x="452" y="43"/>
                  <a:pt x="446" y="50"/>
                </a:cubicBezTo>
                <a:cubicBezTo>
                  <a:pt x="441" y="57"/>
                  <a:pt x="434" y="62"/>
                  <a:pt x="425" y="65"/>
                </a:cubicBezTo>
                <a:cubicBezTo>
                  <a:pt x="422" y="66"/>
                  <a:pt x="393" y="66"/>
                  <a:pt x="338" y="66"/>
                </a:cubicBezTo>
                <a:cubicBezTo>
                  <a:pt x="284" y="66"/>
                  <a:pt x="256" y="67"/>
                  <a:pt x="256" y="68"/>
                </a:cubicBezTo>
                <a:cubicBezTo>
                  <a:pt x="256" y="69"/>
                  <a:pt x="251" y="94"/>
                  <a:pt x="242" y="143"/>
                </a:cubicBezTo>
                <a:cubicBezTo>
                  <a:pt x="233" y="192"/>
                  <a:pt x="223" y="242"/>
                  <a:pt x="213" y="293"/>
                </a:cubicBezTo>
                <a:cubicBezTo>
                  <a:pt x="202" y="344"/>
                  <a:pt x="197" y="371"/>
                  <a:pt x="196" y="374"/>
                </a:cubicBezTo>
                <a:cubicBezTo>
                  <a:pt x="193" y="383"/>
                  <a:pt x="188" y="391"/>
                  <a:pt x="180" y="397"/>
                </a:cubicBezTo>
                <a:cubicBezTo>
                  <a:pt x="172" y="402"/>
                  <a:pt x="163" y="405"/>
                  <a:pt x="153" y="405"/>
                </a:cubicBezTo>
                <a:cubicBezTo>
                  <a:pt x="133" y="405"/>
                  <a:pt x="122" y="395"/>
                  <a:pt x="122" y="374"/>
                </a:cubicBezTo>
                <a:lnTo>
                  <a:pt x="122" y="365"/>
                </a:lnTo>
                <a:lnTo>
                  <a:pt x="169" y="217"/>
                </a:lnTo>
                <a:cubicBezTo>
                  <a:pt x="176" y="196"/>
                  <a:pt x="183" y="171"/>
                  <a:pt x="191" y="145"/>
                </a:cubicBezTo>
                <a:cubicBezTo>
                  <a:pt x="199" y="118"/>
                  <a:pt x="205" y="99"/>
                  <a:pt x="210" y="86"/>
                </a:cubicBezTo>
                <a:lnTo>
                  <a:pt x="215" y="67"/>
                </a:lnTo>
                <a:cubicBezTo>
                  <a:pt x="215" y="67"/>
                  <a:pt x="201" y="66"/>
                  <a:pt x="173" y="66"/>
                </a:cubicBezTo>
                <a:cubicBezTo>
                  <a:pt x="172" y="66"/>
                  <a:pt x="169" y="66"/>
                  <a:pt x="163" y="66"/>
                </a:cubicBezTo>
                <a:cubicBezTo>
                  <a:pt x="158" y="66"/>
                  <a:pt x="154" y="66"/>
                  <a:pt x="151" y="65"/>
                </a:cubicBezTo>
                <a:cubicBezTo>
                  <a:pt x="102" y="65"/>
                  <a:pt x="65" y="85"/>
                  <a:pt x="39" y="124"/>
                </a:cubicBezTo>
                <a:cubicBezTo>
                  <a:pt x="36" y="129"/>
                  <a:pt x="33" y="131"/>
                  <a:pt x="31" y="132"/>
                </a:cubicBezTo>
                <a:cubicBezTo>
                  <a:pt x="30" y="132"/>
                  <a:pt x="25" y="133"/>
                  <a:pt x="19" y="13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55" name=""/>
          <p:cNvSpPr/>
          <p:nvPr/>
        </p:nvSpPr>
        <p:spPr>
          <a:xfrm>
            <a:off x="3994560" y="4232880"/>
            <a:ext cx="118800" cy="15120"/>
          </a:xfrm>
          <a:custGeom>
            <a:avLst/>
            <a:gdLst/>
            <a:ahLst/>
            <a:rect l="0" t="0" r="r" b="b"/>
            <a:pathLst>
              <a:path w="330" h="42">
                <a:moveTo>
                  <a:pt x="0" y="0"/>
                </a:moveTo>
                <a:lnTo>
                  <a:pt x="330" y="0"/>
                </a:lnTo>
                <a:lnTo>
                  <a:pt x="330" y="42"/>
                </a:lnTo>
                <a:lnTo>
                  <a:pt x="0" y="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56" name=""/>
          <p:cNvSpPr/>
          <p:nvPr/>
        </p:nvSpPr>
        <p:spPr>
          <a:xfrm>
            <a:off x="4119120" y="4321800"/>
            <a:ext cx="92880" cy="154800"/>
          </a:xfrm>
          <a:custGeom>
            <a:avLst/>
            <a:gdLst/>
            <a:ahLst/>
            <a:rect l="0" t="0" r="r" b="b"/>
            <a:pathLst>
              <a:path w="258" h="430">
                <a:moveTo>
                  <a:pt x="38" y="153"/>
                </a:moveTo>
                <a:cubicBezTo>
                  <a:pt x="26" y="153"/>
                  <a:pt x="17" y="149"/>
                  <a:pt x="10" y="141"/>
                </a:cubicBezTo>
                <a:cubicBezTo>
                  <a:pt x="3" y="133"/>
                  <a:pt x="0" y="124"/>
                  <a:pt x="0" y="113"/>
                </a:cubicBezTo>
                <a:cubicBezTo>
                  <a:pt x="0" y="82"/>
                  <a:pt x="11" y="56"/>
                  <a:pt x="34" y="34"/>
                </a:cubicBezTo>
                <a:cubicBezTo>
                  <a:pt x="57" y="11"/>
                  <a:pt x="85" y="0"/>
                  <a:pt x="119" y="0"/>
                </a:cubicBezTo>
                <a:cubicBezTo>
                  <a:pt x="158" y="0"/>
                  <a:pt x="191" y="12"/>
                  <a:pt x="218" y="36"/>
                </a:cubicBezTo>
                <a:cubicBezTo>
                  <a:pt x="244" y="60"/>
                  <a:pt x="257" y="91"/>
                  <a:pt x="258" y="129"/>
                </a:cubicBezTo>
                <a:cubicBezTo>
                  <a:pt x="258" y="148"/>
                  <a:pt x="253" y="165"/>
                  <a:pt x="245" y="182"/>
                </a:cubicBezTo>
                <a:cubicBezTo>
                  <a:pt x="236" y="200"/>
                  <a:pt x="226" y="215"/>
                  <a:pt x="214" y="227"/>
                </a:cubicBezTo>
                <a:cubicBezTo>
                  <a:pt x="201" y="239"/>
                  <a:pt x="184" y="255"/>
                  <a:pt x="161" y="275"/>
                </a:cubicBezTo>
                <a:cubicBezTo>
                  <a:pt x="146" y="288"/>
                  <a:pt x="125" y="308"/>
                  <a:pt x="97" y="334"/>
                </a:cubicBezTo>
                <a:lnTo>
                  <a:pt x="59" y="370"/>
                </a:lnTo>
                <a:lnTo>
                  <a:pt x="108" y="370"/>
                </a:lnTo>
                <a:cubicBezTo>
                  <a:pt x="175" y="370"/>
                  <a:pt x="212" y="369"/>
                  <a:pt x="216" y="367"/>
                </a:cubicBezTo>
                <a:cubicBezTo>
                  <a:pt x="219" y="366"/>
                  <a:pt x="225" y="347"/>
                  <a:pt x="232" y="310"/>
                </a:cubicBezTo>
                <a:lnTo>
                  <a:pt x="232" y="308"/>
                </a:lnTo>
                <a:lnTo>
                  <a:pt x="258" y="308"/>
                </a:lnTo>
                <a:lnTo>
                  <a:pt x="258" y="310"/>
                </a:lnTo>
                <a:cubicBezTo>
                  <a:pt x="257" y="311"/>
                  <a:pt x="254" y="331"/>
                  <a:pt x="249" y="368"/>
                </a:cubicBezTo>
                <a:cubicBezTo>
                  <a:pt x="244" y="406"/>
                  <a:pt x="241" y="426"/>
                  <a:pt x="240" y="428"/>
                </a:cubicBezTo>
                <a:lnTo>
                  <a:pt x="240" y="430"/>
                </a:lnTo>
                <a:lnTo>
                  <a:pt x="0" y="430"/>
                </a:lnTo>
                <a:lnTo>
                  <a:pt x="0" y="417"/>
                </a:lnTo>
                <a:lnTo>
                  <a:pt x="0" y="410"/>
                </a:lnTo>
                <a:cubicBezTo>
                  <a:pt x="0" y="407"/>
                  <a:pt x="1" y="403"/>
                  <a:pt x="4" y="400"/>
                </a:cubicBezTo>
                <a:cubicBezTo>
                  <a:pt x="6" y="397"/>
                  <a:pt x="13" y="389"/>
                  <a:pt x="23" y="377"/>
                </a:cubicBezTo>
                <a:cubicBezTo>
                  <a:pt x="36" y="364"/>
                  <a:pt x="46" y="352"/>
                  <a:pt x="55" y="341"/>
                </a:cubicBezTo>
                <a:cubicBezTo>
                  <a:pt x="59" y="337"/>
                  <a:pt x="66" y="329"/>
                  <a:pt x="77" y="318"/>
                </a:cubicBezTo>
                <a:cubicBezTo>
                  <a:pt x="88" y="306"/>
                  <a:pt x="95" y="298"/>
                  <a:pt x="99" y="294"/>
                </a:cubicBezTo>
                <a:cubicBezTo>
                  <a:pt x="103" y="290"/>
                  <a:pt x="109" y="282"/>
                  <a:pt x="118" y="273"/>
                </a:cubicBezTo>
                <a:cubicBezTo>
                  <a:pt x="126" y="263"/>
                  <a:pt x="132" y="255"/>
                  <a:pt x="136" y="251"/>
                </a:cubicBezTo>
                <a:cubicBezTo>
                  <a:pt x="139" y="246"/>
                  <a:pt x="144" y="240"/>
                  <a:pt x="150" y="231"/>
                </a:cubicBezTo>
                <a:cubicBezTo>
                  <a:pt x="157" y="223"/>
                  <a:pt x="161" y="216"/>
                  <a:pt x="164" y="211"/>
                </a:cubicBezTo>
                <a:cubicBezTo>
                  <a:pt x="167" y="205"/>
                  <a:pt x="170" y="199"/>
                  <a:pt x="174" y="191"/>
                </a:cubicBezTo>
                <a:cubicBezTo>
                  <a:pt x="177" y="184"/>
                  <a:pt x="180" y="177"/>
                  <a:pt x="182" y="171"/>
                </a:cubicBezTo>
                <a:cubicBezTo>
                  <a:pt x="184" y="164"/>
                  <a:pt x="185" y="157"/>
                  <a:pt x="187" y="151"/>
                </a:cubicBezTo>
                <a:cubicBezTo>
                  <a:pt x="188" y="145"/>
                  <a:pt x="188" y="138"/>
                  <a:pt x="188" y="130"/>
                </a:cubicBezTo>
                <a:cubicBezTo>
                  <a:pt x="188" y="103"/>
                  <a:pt x="181" y="80"/>
                  <a:pt x="167" y="60"/>
                </a:cubicBezTo>
                <a:cubicBezTo>
                  <a:pt x="152" y="40"/>
                  <a:pt x="131" y="30"/>
                  <a:pt x="104" y="30"/>
                </a:cubicBezTo>
                <a:cubicBezTo>
                  <a:pt x="90" y="30"/>
                  <a:pt x="78" y="34"/>
                  <a:pt x="67" y="41"/>
                </a:cubicBezTo>
                <a:cubicBezTo>
                  <a:pt x="56" y="49"/>
                  <a:pt x="49" y="56"/>
                  <a:pt x="44" y="63"/>
                </a:cubicBezTo>
                <a:cubicBezTo>
                  <a:pt x="40" y="69"/>
                  <a:pt x="38" y="73"/>
                  <a:pt x="38" y="75"/>
                </a:cubicBezTo>
                <a:cubicBezTo>
                  <a:pt x="38" y="75"/>
                  <a:pt x="39" y="75"/>
                  <a:pt x="41" y="75"/>
                </a:cubicBezTo>
                <a:cubicBezTo>
                  <a:pt x="49" y="75"/>
                  <a:pt x="57" y="78"/>
                  <a:pt x="65" y="84"/>
                </a:cubicBezTo>
                <a:cubicBezTo>
                  <a:pt x="73" y="90"/>
                  <a:pt x="77" y="100"/>
                  <a:pt x="77" y="114"/>
                </a:cubicBezTo>
                <a:cubicBezTo>
                  <a:pt x="77" y="125"/>
                  <a:pt x="74" y="134"/>
                  <a:pt x="67" y="141"/>
                </a:cubicBezTo>
                <a:cubicBezTo>
                  <a:pt x="60" y="148"/>
                  <a:pt x="50" y="152"/>
                  <a:pt x="38" y="15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57" name=""/>
          <p:cNvSpPr/>
          <p:nvPr/>
        </p:nvSpPr>
        <p:spPr>
          <a:xfrm>
            <a:off x="4278600" y="4181400"/>
            <a:ext cx="13680" cy="327600"/>
          </a:xfrm>
          <a:custGeom>
            <a:avLst/>
            <a:gdLst/>
            <a:ahLst/>
            <a:rect l="0" t="0" r="r" b="b"/>
            <a:pathLst>
              <a:path w="38" h="910">
                <a:moveTo>
                  <a:pt x="19" y="910"/>
                </a:moveTo>
                <a:lnTo>
                  <a:pt x="18" y="910"/>
                </a:lnTo>
                <a:cubicBezTo>
                  <a:pt x="9" y="910"/>
                  <a:pt x="4" y="906"/>
                  <a:pt x="0" y="897"/>
                </a:cubicBezTo>
                <a:lnTo>
                  <a:pt x="0" y="454"/>
                </a:lnTo>
                <a:lnTo>
                  <a:pt x="1" y="12"/>
                </a:lnTo>
                <a:cubicBezTo>
                  <a:pt x="7" y="4"/>
                  <a:pt x="13" y="0"/>
                  <a:pt x="19" y="0"/>
                </a:cubicBezTo>
                <a:cubicBezTo>
                  <a:pt x="27" y="0"/>
                  <a:pt x="33" y="5"/>
                  <a:pt x="38" y="14"/>
                </a:cubicBezTo>
                <a:lnTo>
                  <a:pt x="38" y="897"/>
                </a:lnTo>
                <a:cubicBezTo>
                  <a:pt x="33" y="906"/>
                  <a:pt x="27" y="910"/>
                  <a:pt x="21" y="910"/>
                </a:cubicBezTo>
                <a:lnTo>
                  <a:pt x="19" y="9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58" name=""/>
          <p:cNvSpPr/>
          <p:nvPr/>
        </p:nvSpPr>
        <p:spPr>
          <a:xfrm>
            <a:off x="4448880" y="4218480"/>
            <a:ext cx="200520" cy="254160"/>
          </a:xfrm>
          <a:custGeom>
            <a:avLst/>
            <a:gdLst/>
            <a:ahLst/>
            <a:rect l="0" t="0" r="r" b="b"/>
            <a:pathLst>
              <a:path w="557" h="706">
                <a:moveTo>
                  <a:pt x="539" y="0"/>
                </a:moveTo>
                <a:cubicBezTo>
                  <a:pt x="544" y="0"/>
                  <a:pt x="548" y="2"/>
                  <a:pt x="552" y="6"/>
                </a:cubicBezTo>
                <a:cubicBezTo>
                  <a:pt x="555" y="10"/>
                  <a:pt x="557" y="14"/>
                  <a:pt x="557" y="20"/>
                </a:cubicBezTo>
                <a:cubicBezTo>
                  <a:pt x="557" y="25"/>
                  <a:pt x="555" y="29"/>
                  <a:pt x="551" y="32"/>
                </a:cubicBezTo>
                <a:cubicBezTo>
                  <a:pt x="550" y="33"/>
                  <a:pt x="468" y="72"/>
                  <a:pt x="305" y="150"/>
                </a:cubicBezTo>
                <a:lnTo>
                  <a:pt x="62" y="264"/>
                </a:lnTo>
                <a:lnTo>
                  <a:pt x="289" y="372"/>
                </a:lnTo>
                <a:cubicBezTo>
                  <a:pt x="463" y="454"/>
                  <a:pt x="552" y="497"/>
                  <a:pt x="554" y="500"/>
                </a:cubicBezTo>
                <a:cubicBezTo>
                  <a:pt x="556" y="504"/>
                  <a:pt x="557" y="507"/>
                  <a:pt x="557" y="510"/>
                </a:cubicBezTo>
                <a:cubicBezTo>
                  <a:pt x="557" y="521"/>
                  <a:pt x="552" y="527"/>
                  <a:pt x="541" y="528"/>
                </a:cubicBezTo>
                <a:lnTo>
                  <a:pt x="535" y="528"/>
                </a:lnTo>
                <a:lnTo>
                  <a:pt x="273" y="404"/>
                </a:lnTo>
                <a:cubicBezTo>
                  <a:pt x="96" y="321"/>
                  <a:pt x="8" y="279"/>
                  <a:pt x="6" y="278"/>
                </a:cubicBezTo>
                <a:cubicBezTo>
                  <a:pt x="2" y="275"/>
                  <a:pt x="0" y="270"/>
                  <a:pt x="0" y="262"/>
                </a:cubicBezTo>
                <a:cubicBezTo>
                  <a:pt x="1" y="256"/>
                  <a:pt x="5" y="251"/>
                  <a:pt x="12" y="247"/>
                </a:cubicBezTo>
                <a:cubicBezTo>
                  <a:pt x="17" y="245"/>
                  <a:pt x="104" y="204"/>
                  <a:pt x="273" y="124"/>
                </a:cubicBezTo>
                <a:cubicBezTo>
                  <a:pt x="442" y="45"/>
                  <a:pt x="528" y="4"/>
                  <a:pt x="531" y="2"/>
                </a:cubicBezTo>
                <a:cubicBezTo>
                  <a:pt x="533" y="1"/>
                  <a:pt x="536" y="0"/>
                  <a:pt x="539" y="0"/>
                </a:cubicBezTo>
                <a:moveTo>
                  <a:pt x="1" y="687"/>
                </a:moveTo>
                <a:cubicBezTo>
                  <a:pt x="1" y="681"/>
                  <a:pt x="6" y="675"/>
                  <a:pt x="15" y="669"/>
                </a:cubicBezTo>
                <a:lnTo>
                  <a:pt x="542" y="669"/>
                </a:lnTo>
                <a:cubicBezTo>
                  <a:pt x="552" y="673"/>
                  <a:pt x="557" y="679"/>
                  <a:pt x="557" y="687"/>
                </a:cubicBezTo>
                <a:cubicBezTo>
                  <a:pt x="557" y="695"/>
                  <a:pt x="552" y="701"/>
                  <a:pt x="543" y="706"/>
                </a:cubicBezTo>
                <a:lnTo>
                  <a:pt x="14" y="706"/>
                </a:lnTo>
                <a:cubicBezTo>
                  <a:pt x="5" y="701"/>
                  <a:pt x="1" y="695"/>
                  <a:pt x="1" y="6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59" name=""/>
          <p:cNvSpPr/>
          <p:nvPr/>
        </p:nvSpPr>
        <p:spPr>
          <a:xfrm>
            <a:off x="4777920" y="4203360"/>
            <a:ext cx="201960" cy="224280"/>
          </a:xfrm>
          <a:custGeom>
            <a:avLst/>
            <a:gdLst/>
            <a:ahLst/>
            <a:rect l="0" t="0" r="r" b="b"/>
            <a:pathLst>
              <a:path w="561" h="623">
                <a:moveTo>
                  <a:pt x="179" y="42"/>
                </a:moveTo>
                <a:cubicBezTo>
                  <a:pt x="158" y="42"/>
                  <a:pt x="147" y="40"/>
                  <a:pt x="146" y="38"/>
                </a:cubicBezTo>
                <a:cubicBezTo>
                  <a:pt x="145" y="37"/>
                  <a:pt x="145" y="34"/>
                  <a:pt x="145" y="31"/>
                </a:cubicBezTo>
                <a:cubicBezTo>
                  <a:pt x="145" y="16"/>
                  <a:pt x="148" y="6"/>
                  <a:pt x="155" y="1"/>
                </a:cubicBezTo>
                <a:cubicBezTo>
                  <a:pt x="156" y="0"/>
                  <a:pt x="161" y="0"/>
                  <a:pt x="169" y="0"/>
                </a:cubicBezTo>
                <a:cubicBezTo>
                  <a:pt x="201" y="1"/>
                  <a:pt x="240" y="2"/>
                  <a:pt x="284" y="2"/>
                </a:cubicBezTo>
                <a:cubicBezTo>
                  <a:pt x="370" y="2"/>
                  <a:pt x="419" y="1"/>
                  <a:pt x="433" y="0"/>
                </a:cubicBezTo>
                <a:lnTo>
                  <a:pt x="444" y="0"/>
                </a:lnTo>
                <a:cubicBezTo>
                  <a:pt x="447" y="3"/>
                  <a:pt x="449" y="6"/>
                  <a:pt x="449" y="8"/>
                </a:cubicBezTo>
                <a:cubicBezTo>
                  <a:pt x="449" y="10"/>
                  <a:pt x="448" y="15"/>
                  <a:pt x="447" y="24"/>
                </a:cubicBezTo>
                <a:cubicBezTo>
                  <a:pt x="444" y="33"/>
                  <a:pt x="441" y="39"/>
                  <a:pt x="439" y="42"/>
                </a:cubicBezTo>
                <a:lnTo>
                  <a:pt x="403" y="42"/>
                </a:lnTo>
                <a:cubicBezTo>
                  <a:pt x="362" y="42"/>
                  <a:pt x="337" y="45"/>
                  <a:pt x="330" y="50"/>
                </a:cubicBezTo>
                <a:cubicBezTo>
                  <a:pt x="325" y="52"/>
                  <a:pt x="321" y="61"/>
                  <a:pt x="317" y="75"/>
                </a:cubicBezTo>
                <a:cubicBezTo>
                  <a:pt x="313" y="90"/>
                  <a:pt x="292" y="170"/>
                  <a:pt x="256" y="315"/>
                </a:cubicBezTo>
                <a:cubicBezTo>
                  <a:pt x="246" y="355"/>
                  <a:pt x="236" y="397"/>
                  <a:pt x="225" y="441"/>
                </a:cubicBezTo>
                <a:cubicBezTo>
                  <a:pt x="214" y="486"/>
                  <a:pt x="206" y="520"/>
                  <a:pt x="200" y="542"/>
                </a:cubicBezTo>
                <a:lnTo>
                  <a:pt x="192" y="575"/>
                </a:lnTo>
                <a:cubicBezTo>
                  <a:pt x="192" y="577"/>
                  <a:pt x="195" y="578"/>
                  <a:pt x="200" y="578"/>
                </a:cubicBezTo>
                <a:cubicBezTo>
                  <a:pt x="206" y="578"/>
                  <a:pt x="224" y="579"/>
                  <a:pt x="254" y="580"/>
                </a:cubicBezTo>
                <a:lnTo>
                  <a:pt x="270" y="580"/>
                </a:lnTo>
                <a:cubicBezTo>
                  <a:pt x="289" y="580"/>
                  <a:pt x="305" y="580"/>
                  <a:pt x="316" y="579"/>
                </a:cubicBezTo>
                <a:cubicBezTo>
                  <a:pt x="328" y="579"/>
                  <a:pt x="342" y="577"/>
                  <a:pt x="361" y="573"/>
                </a:cubicBezTo>
                <a:cubicBezTo>
                  <a:pt x="379" y="569"/>
                  <a:pt x="394" y="564"/>
                  <a:pt x="406" y="557"/>
                </a:cubicBezTo>
                <a:cubicBezTo>
                  <a:pt x="418" y="549"/>
                  <a:pt x="433" y="539"/>
                  <a:pt x="447" y="526"/>
                </a:cubicBezTo>
                <a:cubicBezTo>
                  <a:pt x="462" y="512"/>
                  <a:pt x="474" y="496"/>
                  <a:pt x="485" y="476"/>
                </a:cubicBezTo>
                <a:cubicBezTo>
                  <a:pt x="495" y="457"/>
                  <a:pt x="504" y="436"/>
                  <a:pt x="513" y="414"/>
                </a:cubicBezTo>
                <a:cubicBezTo>
                  <a:pt x="521" y="391"/>
                  <a:pt x="526" y="378"/>
                  <a:pt x="528" y="375"/>
                </a:cubicBezTo>
                <a:cubicBezTo>
                  <a:pt x="531" y="374"/>
                  <a:pt x="536" y="373"/>
                  <a:pt x="544" y="373"/>
                </a:cubicBezTo>
                <a:lnTo>
                  <a:pt x="555" y="373"/>
                </a:lnTo>
                <a:cubicBezTo>
                  <a:pt x="559" y="378"/>
                  <a:pt x="561" y="381"/>
                  <a:pt x="561" y="383"/>
                </a:cubicBezTo>
                <a:cubicBezTo>
                  <a:pt x="561" y="384"/>
                  <a:pt x="555" y="402"/>
                  <a:pt x="543" y="436"/>
                </a:cubicBezTo>
                <a:cubicBezTo>
                  <a:pt x="531" y="472"/>
                  <a:pt x="517" y="508"/>
                  <a:pt x="503" y="547"/>
                </a:cubicBezTo>
                <a:cubicBezTo>
                  <a:pt x="488" y="585"/>
                  <a:pt x="480" y="607"/>
                  <a:pt x="479" y="614"/>
                </a:cubicBezTo>
                <a:cubicBezTo>
                  <a:pt x="478" y="617"/>
                  <a:pt x="477" y="619"/>
                  <a:pt x="475" y="619"/>
                </a:cubicBezTo>
                <a:cubicBezTo>
                  <a:pt x="474" y="620"/>
                  <a:pt x="469" y="621"/>
                  <a:pt x="461" y="622"/>
                </a:cubicBezTo>
                <a:cubicBezTo>
                  <a:pt x="452" y="623"/>
                  <a:pt x="439" y="624"/>
                  <a:pt x="421" y="623"/>
                </a:cubicBezTo>
                <a:cubicBezTo>
                  <a:pt x="414" y="623"/>
                  <a:pt x="391" y="623"/>
                  <a:pt x="352" y="623"/>
                </a:cubicBezTo>
                <a:cubicBezTo>
                  <a:pt x="312" y="623"/>
                  <a:pt x="274" y="623"/>
                  <a:pt x="239" y="622"/>
                </a:cubicBezTo>
                <a:lnTo>
                  <a:pt x="77" y="622"/>
                </a:lnTo>
                <a:cubicBezTo>
                  <a:pt x="26" y="622"/>
                  <a:pt x="0" y="619"/>
                  <a:pt x="0" y="613"/>
                </a:cubicBezTo>
                <a:cubicBezTo>
                  <a:pt x="0" y="609"/>
                  <a:pt x="1" y="604"/>
                  <a:pt x="2" y="600"/>
                </a:cubicBezTo>
                <a:cubicBezTo>
                  <a:pt x="5" y="589"/>
                  <a:pt x="8" y="582"/>
                  <a:pt x="11" y="581"/>
                </a:cubicBezTo>
                <a:cubicBezTo>
                  <a:pt x="14" y="581"/>
                  <a:pt x="18" y="580"/>
                  <a:pt x="25" y="580"/>
                </a:cubicBezTo>
                <a:lnTo>
                  <a:pt x="30" y="580"/>
                </a:lnTo>
                <a:cubicBezTo>
                  <a:pt x="47" y="580"/>
                  <a:pt x="65" y="579"/>
                  <a:pt x="85" y="578"/>
                </a:cubicBezTo>
                <a:cubicBezTo>
                  <a:pt x="93" y="576"/>
                  <a:pt x="99" y="572"/>
                  <a:pt x="102" y="567"/>
                </a:cubicBezTo>
                <a:cubicBezTo>
                  <a:pt x="104" y="564"/>
                  <a:pt x="126" y="480"/>
                  <a:pt x="168" y="313"/>
                </a:cubicBezTo>
                <a:cubicBezTo>
                  <a:pt x="210" y="146"/>
                  <a:pt x="231" y="59"/>
                  <a:pt x="231" y="50"/>
                </a:cubicBezTo>
                <a:cubicBezTo>
                  <a:pt x="231" y="45"/>
                  <a:pt x="213" y="43"/>
                  <a:pt x="179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60" name=""/>
          <p:cNvSpPr/>
          <p:nvPr/>
        </p:nvSpPr>
        <p:spPr>
          <a:xfrm>
            <a:off x="5088960" y="4325400"/>
            <a:ext cx="39960" cy="39600"/>
          </a:xfrm>
          <a:custGeom>
            <a:avLst/>
            <a:gdLst/>
            <a:ahLst/>
            <a:rect l="0" t="0" r="r" b="b"/>
            <a:pathLst>
              <a:path w="111" h="110">
                <a:moveTo>
                  <a:pt x="0" y="56"/>
                </a:moveTo>
                <a:cubicBezTo>
                  <a:pt x="0" y="41"/>
                  <a:pt x="5" y="27"/>
                  <a:pt x="15" y="16"/>
                </a:cubicBezTo>
                <a:cubicBezTo>
                  <a:pt x="26" y="5"/>
                  <a:pt x="39" y="0"/>
                  <a:pt x="55" y="0"/>
                </a:cubicBezTo>
                <a:cubicBezTo>
                  <a:pt x="69" y="0"/>
                  <a:pt x="82" y="5"/>
                  <a:pt x="93" y="15"/>
                </a:cubicBezTo>
                <a:cubicBezTo>
                  <a:pt x="104" y="24"/>
                  <a:pt x="110" y="38"/>
                  <a:pt x="111" y="55"/>
                </a:cubicBezTo>
                <a:cubicBezTo>
                  <a:pt x="111" y="70"/>
                  <a:pt x="105" y="83"/>
                  <a:pt x="95" y="94"/>
                </a:cubicBezTo>
                <a:cubicBezTo>
                  <a:pt x="84" y="105"/>
                  <a:pt x="71" y="110"/>
                  <a:pt x="55" y="110"/>
                </a:cubicBezTo>
                <a:cubicBezTo>
                  <a:pt x="40" y="110"/>
                  <a:pt x="27" y="105"/>
                  <a:pt x="16" y="95"/>
                </a:cubicBezTo>
                <a:cubicBezTo>
                  <a:pt x="6" y="84"/>
                  <a:pt x="1" y="71"/>
                  <a:pt x="0" y="5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61" name=""/>
          <p:cNvSpPr/>
          <p:nvPr/>
        </p:nvSpPr>
        <p:spPr>
          <a:xfrm>
            <a:off x="5234040" y="4203360"/>
            <a:ext cx="104760" cy="223920"/>
          </a:xfrm>
          <a:custGeom>
            <a:avLst/>
            <a:gdLst/>
            <a:ahLst/>
            <a:rect l="0" t="0" r="r" b="b"/>
            <a:pathLst>
              <a:path w="291" h="622">
                <a:moveTo>
                  <a:pt x="281" y="622"/>
                </a:moveTo>
                <a:cubicBezTo>
                  <a:pt x="268" y="620"/>
                  <a:pt x="223" y="619"/>
                  <a:pt x="146" y="619"/>
                </a:cubicBezTo>
                <a:cubicBezTo>
                  <a:pt x="69" y="619"/>
                  <a:pt x="23" y="620"/>
                  <a:pt x="10" y="622"/>
                </a:cubicBezTo>
                <a:lnTo>
                  <a:pt x="0" y="622"/>
                </a:lnTo>
                <a:lnTo>
                  <a:pt x="0" y="580"/>
                </a:lnTo>
                <a:lnTo>
                  <a:pt x="20" y="580"/>
                </a:lnTo>
                <a:cubicBezTo>
                  <a:pt x="50" y="580"/>
                  <a:pt x="70" y="579"/>
                  <a:pt x="79" y="578"/>
                </a:cubicBezTo>
                <a:cubicBezTo>
                  <a:pt x="87" y="576"/>
                  <a:pt x="93" y="572"/>
                  <a:pt x="97" y="567"/>
                </a:cubicBezTo>
                <a:cubicBezTo>
                  <a:pt x="98" y="566"/>
                  <a:pt x="99" y="480"/>
                  <a:pt x="99" y="310"/>
                </a:cubicBezTo>
                <a:cubicBezTo>
                  <a:pt x="99" y="141"/>
                  <a:pt x="98" y="56"/>
                  <a:pt x="97" y="54"/>
                </a:cubicBezTo>
                <a:cubicBezTo>
                  <a:pt x="94" y="51"/>
                  <a:pt x="92" y="49"/>
                  <a:pt x="90" y="48"/>
                </a:cubicBezTo>
                <a:cubicBezTo>
                  <a:pt x="87" y="47"/>
                  <a:pt x="80" y="45"/>
                  <a:pt x="70" y="43"/>
                </a:cubicBezTo>
                <a:cubicBezTo>
                  <a:pt x="59" y="42"/>
                  <a:pt x="42" y="41"/>
                  <a:pt x="20" y="42"/>
                </a:cubicBezTo>
                <a:lnTo>
                  <a:pt x="0" y="42"/>
                </a:lnTo>
                <a:lnTo>
                  <a:pt x="0" y="0"/>
                </a:lnTo>
                <a:lnTo>
                  <a:pt x="10" y="0"/>
                </a:lnTo>
                <a:cubicBezTo>
                  <a:pt x="23" y="1"/>
                  <a:pt x="69" y="2"/>
                  <a:pt x="146" y="2"/>
                </a:cubicBezTo>
                <a:cubicBezTo>
                  <a:pt x="223" y="2"/>
                  <a:pt x="268" y="1"/>
                  <a:pt x="281" y="0"/>
                </a:cubicBezTo>
                <a:lnTo>
                  <a:pt x="291" y="0"/>
                </a:lnTo>
                <a:lnTo>
                  <a:pt x="291" y="42"/>
                </a:lnTo>
                <a:lnTo>
                  <a:pt x="271" y="42"/>
                </a:lnTo>
                <a:cubicBezTo>
                  <a:pt x="241" y="42"/>
                  <a:pt x="222" y="42"/>
                  <a:pt x="213" y="44"/>
                </a:cubicBezTo>
                <a:cubicBezTo>
                  <a:pt x="205" y="46"/>
                  <a:pt x="199" y="49"/>
                  <a:pt x="195" y="54"/>
                </a:cubicBezTo>
                <a:cubicBezTo>
                  <a:pt x="194" y="56"/>
                  <a:pt x="193" y="141"/>
                  <a:pt x="193" y="310"/>
                </a:cubicBezTo>
                <a:cubicBezTo>
                  <a:pt x="193" y="480"/>
                  <a:pt x="194" y="566"/>
                  <a:pt x="195" y="567"/>
                </a:cubicBezTo>
                <a:cubicBezTo>
                  <a:pt x="197" y="571"/>
                  <a:pt x="200" y="573"/>
                  <a:pt x="202" y="574"/>
                </a:cubicBezTo>
                <a:cubicBezTo>
                  <a:pt x="205" y="575"/>
                  <a:pt x="211" y="577"/>
                  <a:pt x="222" y="578"/>
                </a:cubicBezTo>
                <a:cubicBezTo>
                  <a:pt x="233" y="580"/>
                  <a:pt x="249" y="581"/>
                  <a:pt x="271" y="580"/>
                </a:cubicBezTo>
                <a:lnTo>
                  <a:pt x="291" y="580"/>
                </a:lnTo>
                <a:lnTo>
                  <a:pt x="291" y="622"/>
                </a:lnTo>
                <a:lnTo>
                  <a:pt x="281" y="62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62" name=""/>
          <p:cNvSpPr/>
          <p:nvPr/>
        </p:nvSpPr>
        <p:spPr>
          <a:xfrm>
            <a:off x="5364000" y="4196160"/>
            <a:ext cx="220320" cy="294480"/>
          </a:xfrm>
          <a:custGeom>
            <a:avLst/>
            <a:gdLst/>
            <a:ahLst/>
            <a:rect l="0" t="0" r="r" b="b"/>
            <a:pathLst>
              <a:path w="612" h="818">
                <a:moveTo>
                  <a:pt x="0" y="332"/>
                </a:moveTo>
                <a:cubicBezTo>
                  <a:pt x="0" y="236"/>
                  <a:pt x="30" y="156"/>
                  <a:pt x="92" y="93"/>
                </a:cubicBezTo>
                <a:cubicBezTo>
                  <a:pt x="154" y="31"/>
                  <a:pt x="224" y="0"/>
                  <a:pt x="303" y="0"/>
                </a:cubicBezTo>
                <a:cubicBezTo>
                  <a:pt x="383" y="0"/>
                  <a:pt x="454" y="31"/>
                  <a:pt x="515" y="94"/>
                </a:cubicBezTo>
                <a:cubicBezTo>
                  <a:pt x="575" y="157"/>
                  <a:pt x="606" y="237"/>
                  <a:pt x="607" y="332"/>
                </a:cubicBezTo>
                <a:cubicBezTo>
                  <a:pt x="607" y="372"/>
                  <a:pt x="601" y="409"/>
                  <a:pt x="589" y="444"/>
                </a:cubicBezTo>
                <a:cubicBezTo>
                  <a:pt x="578" y="478"/>
                  <a:pt x="565" y="506"/>
                  <a:pt x="550" y="527"/>
                </a:cubicBezTo>
                <a:cubicBezTo>
                  <a:pt x="536" y="547"/>
                  <a:pt x="518" y="567"/>
                  <a:pt x="498" y="585"/>
                </a:cubicBezTo>
                <a:cubicBezTo>
                  <a:pt x="478" y="603"/>
                  <a:pt x="464" y="614"/>
                  <a:pt x="455" y="619"/>
                </a:cubicBezTo>
                <a:cubicBezTo>
                  <a:pt x="445" y="624"/>
                  <a:pt x="436" y="629"/>
                  <a:pt x="427" y="634"/>
                </a:cubicBezTo>
                <a:cubicBezTo>
                  <a:pt x="427" y="635"/>
                  <a:pt x="426" y="635"/>
                  <a:pt x="426" y="635"/>
                </a:cubicBezTo>
                <a:lnTo>
                  <a:pt x="425" y="635"/>
                </a:lnTo>
                <a:cubicBezTo>
                  <a:pt x="426" y="637"/>
                  <a:pt x="427" y="639"/>
                  <a:pt x="428" y="643"/>
                </a:cubicBezTo>
                <a:cubicBezTo>
                  <a:pt x="429" y="647"/>
                  <a:pt x="433" y="653"/>
                  <a:pt x="438" y="661"/>
                </a:cubicBezTo>
                <a:cubicBezTo>
                  <a:pt x="444" y="670"/>
                  <a:pt x="449" y="678"/>
                  <a:pt x="455" y="685"/>
                </a:cubicBezTo>
                <a:cubicBezTo>
                  <a:pt x="460" y="692"/>
                  <a:pt x="468" y="698"/>
                  <a:pt x="478" y="703"/>
                </a:cubicBezTo>
                <a:cubicBezTo>
                  <a:pt x="489" y="708"/>
                  <a:pt x="499" y="711"/>
                  <a:pt x="509" y="711"/>
                </a:cubicBezTo>
                <a:cubicBezTo>
                  <a:pt x="532" y="711"/>
                  <a:pt x="551" y="705"/>
                  <a:pt x="566" y="693"/>
                </a:cubicBezTo>
                <a:cubicBezTo>
                  <a:pt x="582" y="681"/>
                  <a:pt x="590" y="665"/>
                  <a:pt x="592" y="645"/>
                </a:cubicBezTo>
                <a:cubicBezTo>
                  <a:pt x="593" y="637"/>
                  <a:pt x="596" y="633"/>
                  <a:pt x="601" y="633"/>
                </a:cubicBezTo>
                <a:cubicBezTo>
                  <a:pt x="604" y="633"/>
                  <a:pt x="608" y="635"/>
                  <a:pt x="612" y="638"/>
                </a:cubicBezTo>
                <a:lnTo>
                  <a:pt x="611" y="654"/>
                </a:lnTo>
                <a:cubicBezTo>
                  <a:pt x="611" y="699"/>
                  <a:pt x="602" y="738"/>
                  <a:pt x="584" y="769"/>
                </a:cubicBezTo>
                <a:cubicBezTo>
                  <a:pt x="566" y="801"/>
                  <a:pt x="538" y="817"/>
                  <a:pt x="501" y="818"/>
                </a:cubicBezTo>
                <a:cubicBezTo>
                  <a:pt x="475" y="818"/>
                  <a:pt x="454" y="809"/>
                  <a:pt x="439" y="793"/>
                </a:cubicBezTo>
                <a:cubicBezTo>
                  <a:pt x="424" y="777"/>
                  <a:pt x="412" y="752"/>
                  <a:pt x="403" y="718"/>
                </a:cubicBezTo>
                <a:cubicBezTo>
                  <a:pt x="394" y="681"/>
                  <a:pt x="389" y="658"/>
                  <a:pt x="389" y="649"/>
                </a:cubicBezTo>
                <a:lnTo>
                  <a:pt x="378" y="652"/>
                </a:lnTo>
                <a:cubicBezTo>
                  <a:pt x="371" y="654"/>
                  <a:pt x="360" y="656"/>
                  <a:pt x="345" y="658"/>
                </a:cubicBezTo>
                <a:cubicBezTo>
                  <a:pt x="331" y="661"/>
                  <a:pt x="317" y="662"/>
                  <a:pt x="303" y="662"/>
                </a:cubicBezTo>
                <a:cubicBezTo>
                  <a:pt x="221" y="662"/>
                  <a:pt x="151" y="631"/>
                  <a:pt x="91" y="568"/>
                </a:cubicBezTo>
                <a:cubicBezTo>
                  <a:pt x="30" y="506"/>
                  <a:pt x="0" y="427"/>
                  <a:pt x="0" y="332"/>
                </a:cubicBezTo>
                <a:moveTo>
                  <a:pt x="502" y="334"/>
                </a:moveTo>
                <a:cubicBezTo>
                  <a:pt x="502" y="279"/>
                  <a:pt x="496" y="231"/>
                  <a:pt x="483" y="190"/>
                </a:cubicBezTo>
                <a:cubicBezTo>
                  <a:pt x="470" y="149"/>
                  <a:pt x="453" y="118"/>
                  <a:pt x="433" y="97"/>
                </a:cubicBezTo>
                <a:cubicBezTo>
                  <a:pt x="412" y="76"/>
                  <a:pt x="391" y="60"/>
                  <a:pt x="369" y="51"/>
                </a:cubicBezTo>
                <a:cubicBezTo>
                  <a:pt x="347" y="41"/>
                  <a:pt x="326" y="36"/>
                  <a:pt x="304" y="36"/>
                </a:cubicBezTo>
                <a:cubicBezTo>
                  <a:pt x="283" y="36"/>
                  <a:pt x="261" y="41"/>
                  <a:pt x="239" y="51"/>
                </a:cubicBezTo>
                <a:cubicBezTo>
                  <a:pt x="217" y="60"/>
                  <a:pt x="195" y="76"/>
                  <a:pt x="175" y="97"/>
                </a:cubicBezTo>
                <a:cubicBezTo>
                  <a:pt x="155" y="118"/>
                  <a:pt x="138" y="149"/>
                  <a:pt x="124" y="190"/>
                </a:cubicBezTo>
                <a:cubicBezTo>
                  <a:pt x="110" y="231"/>
                  <a:pt x="104" y="279"/>
                  <a:pt x="104" y="334"/>
                </a:cubicBezTo>
                <a:cubicBezTo>
                  <a:pt x="104" y="453"/>
                  <a:pt x="137" y="538"/>
                  <a:pt x="202" y="590"/>
                </a:cubicBezTo>
                <a:cubicBezTo>
                  <a:pt x="216" y="601"/>
                  <a:pt x="225" y="607"/>
                  <a:pt x="227" y="607"/>
                </a:cubicBezTo>
                <a:lnTo>
                  <a:pt x="226" y="604"/>
                </a:lnTo>
                <a:cubicBezTo>
                  <a:pt x="226" y="603"/>
                  <a:pt x="226" y="601"/>
                  <a:pt x="226" y="600"/>
                </a:cubicBezTo>
                <a:cubicBezTo>
                  <a:pt x="224" y="596"/>
                  <a:pt x="223" y="589"/>
                  <a:pt x="223" y="580"/>
                </a:cubicBezTo>
                <a:cubicBezTo>
                  <a:pt x="223" y="560"/>
                  <a:pt x="231" y="542"/>
                  <a:pt x="245" y="526"/>
                </a:cubicBezTo>
                <a:cubicBezTo>
                  <a:pt x="260" y="509"/>
                  <a:pt x="280" y="501"/>
                  <a:pt x="305" y="501"/>
                </a:cubicBezTo>
                <a:cubicBezTo>
                  <a:pt x="344" y="501"/>
                  <a:pt x="375" y="527"/>
                  <a:pt x="400" y="578"/>
                </a:cubicBezTo>
                <a:lnTo>
                  <a:pt x="405" y="589"/>
                </a:lnTo>
                <a:cubicBezTo>
                  <a:pt x="435" y="569"/>
                  <a:pt x="458" y="537"/>
                  <a:pt x="476" y="493"/>
                </a:cubicBezTo>
                <a:cubicBezTo>
                  <a:pt x="493" y="450"/>
                  <a:pt x="502" y="397"/>
                  <a:pt x="502" y="334"/>
                </a:cubicBezTo>
                <a:moveTo>
                  <a:pt x="300" y="626"/>
                </a:moveTo>
                <a:cubicBezTo>
                  <a:pt x="311" y="626"/>
                  <a:pt x="324" y="624"/>
                  <a:pt x="336" y="621"/>
                </a:cubicBezTo>
                <a:cubicBezTo>
                  <a:pt x="349" y="618"/>
                  <a:pt x="359" y="615"/>
                  <a:pt x="367" y="612"/>
                </a:cubicBezTo>
                <a:cubicBezTo>
                  <a:pt x="375" y="609"/>
                  <a:pt x="379" y="607"/>
                  <a:pt x="379" y="606"/>
                </a:cubicBezTo>
                <a:cubicBezTo>
                  <a:pt x="378" y="601"/>
                  <a:pt x="377" y="596"/>
                  <a:pt x="375" y="590"/>
                </a:cubicBezTo>
                <a:cubicBezTo>
                  <a:pt x="374" y="584"/>
                  <a:pt x="368" y="575"/>
                  <a:pt x="358" y="562"/>
                </a:cubicBezTo>
                <a:cubicBezTo>
                  <a:pt x="348" y="549"/>
                  <a:pt x="337" y="541"/>
                  <a:pt x="324" y="537"/>
                </a:cubicBezTo>
                <a:cubicBezTo>
                  <a:pt x="316" y="536"/>
                  <a:pt x="308" y="536"/>
                  <a:pt x="301" y="536"/>
                </a:cubicBezTo>
                <a:cubicBezTo>
                  <a:pt x="289" y="536"/>
                  <a:pt x="279" y="540"/>
                  <a:pt x="271" y="549"/>
                </a:cubicBezTo>
                <a:cubicBezTo>
                  <a:pt x="262" y="558"/>
                  <a:pt x="258" y="569"/>
                  <a:pt x="257" y="581"/>
                </a:cubicBezTo>
                <a:cubicBezTo>
                  <a:pt x="257" y="593"/>
                  <a:pt x="261" y="603"/>
                  <a:pt x="269" y="612"/>
                </a:cubicBezTo>
                <a:cubicBezTo>
                  <a:pt x="277" y="621"/>
                  <a:pt x="287" y="626"/>
                  <a:pt x="300" y="62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63" name=""/>
          <p:cNvSpPr/>
          <p:nvPr/>
        </p:nvSpPr>
        <p:spPr>
          <a:xfrm>
            <a:off x="5609160" y="4203360"/>
            <a:ext cx="231120" cy="231120"/>
          </a:xfrm>
          <a:custGeom>
            <a:avLst/>
            <a:gdLst/>
            <a:ahLst/>
            <a:rect l="0" t="0" r="r" b="b"/>
            <a:pathLst>
              <a:path w="642" h="642">
                <a:moveTo>
                  <a:pt x="94" y="55"/>
                </a:moveTo>
                <a:cubicBezTo>
                  <a:pt x="90" y="51"/>
                  <a:pt x="86" y="48"/>
                  <a:pt x="84" y="47"/>
                </a:cubicBezTo>
                <a:cubicBezTo>
                  <a:pt x="81" y="46"/>
                  <a:pt x="76" y="45"/>
                  <a:pt x="69" y="44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160" y="0"/>
                </a:lnTo>
                <a:lnTo>
                  <a:pt x="191" y="0"/>
                </a:lnTo>
                <a:lnTo>
                  <a:pt x="249" y="0"/>
                </a:lnTo>
                <a:cubicBezTo>
                  <a:pt x="296" y="0"/>
                  <a:pt x="331" y="1"/>
                  <a:pt x="356" y="5"/>
                </a:cubicBezTo>
                <a:cubicBezTo>
                  <a:pt x="381" y="9"/>
                  <a:pt x="406" y="18"/>
                  <a:pt x="431" y="32"/>
                </a:cubicBezTo>
                <a:cubicBezTo>
                  <a:pt x="489" y="61"/>
                  <a:pt x="522" y="100"/>
                  <a:pt x="531" y="151"/>
                </a:cubicBezTo>
                <a:cubicBezTo>
                  <a:pt x="531" y="154"/>
                  <a:pt x="531" y="159"/>
                  <a:pt x="531" y="165"/>
                </a:cubicBezTo>
                <a:cubicBezTo>
                  <a:pt x="531" y="186"/>
                  <a:pt x="527" y="205"/>
                  <a:pt x="517" y="223"/>
                </a:cubicBezTo>
                <a:cubicBezTo>
                  <a:pt x="507" y="240"/>
                  <a:pt x="496" y="255"/>
                  <a:pt x="482" y="265"/>
                </a:cubicBezTo>
                <a:cubicBezTo>
                  <a:pt x="469" y="276"/>
                  <a:pt x="455" y="286"/>
                  <a:pt x="441" y="294"/>
                </a:cubicBezTo>
                <a:cubicBezTo>
                  <a:pt x="427" y="302"/>
                  <a:pt x="416" y="307"/>
                  <a:pt x="406" y="310"/>
                </a:cubicBezTo>
                <a:lnTo>
                  <a:pt x="391" y="315"/>
                </a:lnTo>
                <a:cubicBezTo>
                  <a:pt x="393" y="316"/>
                  <a:pt x="397" y="318"/>
                  <a:pt x="401" y="320"/>
                </a:cubicBezTo>
                <a:cubicBezTo>
                  <a:pt x="420" y="330"/>
                  <a:pt x="434" y="340"/>
                  <a:pt x="446" y="351"/>
                </a:cubicBezTo>
                <a:cubicBezTo>
                  <a:pt x="457" y="362"/>
                  <a:pt x="466" y="375"/>
                  <a:pt x="472" y="391"/>
                </a:cubicBezTo>
                <a:cubicBezTo>
                  <a:pt x="478" y="407"/>
                  <a:pt x="483" y="420"/>
                  <a:pt x="485" y="430"/>
                </a:cubicBezTo>
                <a:cubicBezTo>
                  <a:pt x="488" y="440"/>
                  <a:pt x="490" y="457"/>
                  <a:pt x="493" y="481"/>
                </a:cubicBezTo>
                <a:cubicBezTo>
                  <a:pt x="496" y="505"/>
                  <a:pt x="499" y="523"/>
                  <a:pt x="502" y="537"/>
                </a:cubicBezTo>
                <a:cubicBezTo>
                  <a:pt x="508" y="566"/>
                  <a:pt x="516" y="585"/>
                  <a:pt x="524" y="594"/>
                </a:cubicBezTo>
                <a:cubicBezTo>
                  <a:pt x="533" y="603"/>
                  <a:pt x="544" y="608"/>
                  <a:pt x="559" y="608"/>
                </a:cubicBezTo>
                <a:lnTo>
                  <a:pt x="563" y="608"/>
                </a:lnTo>
                <a:cubicBezTo>
                  <a:pt x="572" y="608"/>
                  <a:pt x="581" y="603"/>
                  <a:pt x="590" y="593"/>
                </a:cubicBezTo>
                <a:cubicBezTo>
                  <a:pt x="598" y="583"/>
                  <a:pt x="604" y="567"/>
                  <a:pt x="606" y="543"/>
                </a:cubicBezTo>
                <a:cubicBezTo>
                  <a:pt x="606" y="536"/>
                  <a:pt x="607" y="532"/>
                  <a:pt x="610" y="530"/>
                </a:cubicBezTo>
                <a:cubicBezTo>
                  <a:pt x="612" y="528"/>
                  <a:pt x="617" y="527"/>
                  <a:pt x="624" y="527"/>
                </a:cubicBezTo>
                <a:cubicBezTo>
                  <a:pt x="632" y="526"/>
                  <a:pt x="636" y="527"/>
                  <a:pt x="639" y="528"/>
                </a:cubicBezTo>
                <a:cubicBezTo>
                  <a:pt x="641" y="530"/>
                  <a:pt x="642" y="534"/>
                  <a:pt x="642" y="540"/>
                </a:cubicBezTo>
                <a:cubicBezTo>
                  <a:pt x="642" y="559"/>
                  <a:pt x="638" y="578"/>
                  <a:pt x="628" y="598"/>
                </a:cubicBezTo>
                <a:cubicBezTo>
                  <a:pt x="618" y="617"/>
                  <a:pt x="605" y="630"/>
                  <a:pt x="588" y="637"/>
                </a:cubicBezTo>
                <a:cubicBezTo>
                  <a:pt x="578" y="640"/>
                  <a:pt x="565" y="642"/>
                  <a:pt x="550" y="642"/>
                </a:cubicBezTo>
                <a:cubicBezTo>
                  <a:pt x="459" y="638"/>
                  <a:pt x="407" y="604"/>
                  <a:pt x="393" y="540"/>
                </a:cubicBezTo>
                <a:cubicBezTo>
                  <a:pt x="392" y="534"/>
                  <a:pt x="391" y="511"/>
                  <a:pt x="391" y="474"/>
                </a:cubicBezTo>
                <a:cubicBezTo>
                  <a:pt x="391" y="436"/>
                  <a:pt x="389" y="411"/>
                  <a:pt x="385" y="398"/>
                </a:cubicBezTo>
                <a:cubicBezTo>
                  <a:pt x="373" y="363"/>
                  <a:pt x="350" y="341"/>
                  <a:pt x="316" y="331"/>
                </a:cubicBezTo>
                <a:lnTo>
                  <a:pt x="307" y="329"/>
                </a:lnTo>
                <a:lnTo>
                  <a:pt x="247" y="328"/>
                </a:lnTo>
                <a:lnTo>
                  <a:pt x="187" y="328"/>
                </a:lnTo>
                <a:lnTo>
                  <a:pt x="187" y="447"/>
                </a:lnTo>
                <a:lnTo>
                  <a:pt x="188" y="567"/>
                </a:lnTo>
                <a:cubicBezTo>
                  <a:pt x="191" y="573"/>
                  <a:pt x="196" y="576"/>
                  <a:pt x="203" y="578"/>
                </a:cubicBezTo>
                <a:cubicBezTo>
                  <a:pt x="210" y="579"/>
                  <a:pt x="225" y="580"/>
                  <a:pt x="250" y="580"/>
                </a:cubicBezTo>
                <a:lnTo>
                  <a:pt x="280" y="580"/>
                </a:lnTo>
                <a:lnTo>
                  <a:pt x="280" y="622"/>
                </a:lnTo>
                <a:lnTo>
                  <a:pt x="270" y="622"/>
                </a:lnTo>
                <a:cubicBezTo>
                  <a:pt x="258" y="620"/>
                  <a:pt x="215" y="619"/>
                  <a:pt x="141" y="619"/>
                </a:cubicBezTo>
                <a:cubicBezTo>
                  <a:pt x="66" y="619"/>
                  <a:pt x="23" y="620"/>
                  <a:pt x="10" y="622"/>
                </a:cubicBezTo>
                <a:lnTo>
                  <a:pt x="0" y="622"/>
                </a:lnTo>
                <a:lnTo>
                  <a:pt x="0" y="580"/>
                </a:lnTo>
                <a:lnTo>
                  <a:pt x="30" y="580"/>
                </a:lnTo>
                <a:cubicBezTo>
                  <a:pt x="56" y="580"/>
                  <a:pt x="71" y="579"/>
                  <a:pt x="76" y="578"/>
                </a:cubicBezTo>
                <a:cubicBezTo>
                  <a:pt x="82" y="576"/>
                  <a:pt x="88" y="573"/>
                  <a:pt x="94" y="567"/>
                </a:cubicBezTo>
                <a:lnTo>
                  <a:pt x="94" y="55"/>
                </a:lnTo>
                <a:moveTo>
                  <a:pt x="423" y="167"/>
                </a:moveTo>
                <a:lnTo>
                  <a:pt x="423" y="158"/>
                </a:lnTo>
                <a:cubicBezTo>
                  <a:pt x="423" y="147"/>
                  <a:pt x="423" y="138"/>
                  <a:pt x="422" y="131"/>
                </a:cubicBezTo>
                <a:cubicBezTo>
                  <a:pt x="422" y="123"/>
                  <a:pt x="419" y="114"/>
                  <a:pt x="414" y="102"/>
                </a:cubicBezTo>
                <a:cubicBezTo>
                  <a:pt x="409" y="91"/>
                  <a:pt x="403" y="82"/>
                  <a:pt x="397" y="74"/>
                </a:cubicBezTo>
                <a:cubicBezTo>
                  <a:pt x="390" y="67"/>
                  <a:pt x="379" y="60"/>
                  <a:pt x="362" y="54"/>
                </a:cubicBezTo>
                <a:cubicBezTo>
                  <a:pt x="346" y="48"/>
                  <a:pt x="327" y="44"/>
                  <a:pt x="306" y="42"/>
                </a:cubicBezTo>
                <a:cubicBezTo>
                  <a:pt x="305" y="42"/>
                  <a:pt x="298" y="42"/>
                  <a:pt x="286" y="42"/>
                </a:cubicBezTo>
                <a:cubicBezTo>
                  <a:pt x="274" y="42"/>
                  <a:pt x="263" y="42"/>
                  <a:pt x="253" y="42"/>
                </a:cubicBezTo>
                <a:lnTo>
                  <a:pt x="234" y="42"/>
                </a:lnTo>
                <a:cubicBezTo>
                  <a:pt x="207" y="42"/>
                  <a:pt x="192" y="44"/>
                  <a:pt x="189" y="50"/>
                </a:cubicBezTo>
                <a:cubicBezTo>
                  <a:pt x="188" y="52"/>
                  <a:pt x="187" y="93"/>
                  <a:pt x="187" y="173"/>
                </a:cubicBezTo>
                <a:lnTo>
                  <a:pt x="187" y="295"/>
                </a:lnTo>
                <a:lnTo>
                  <a:pt x="239" y="295"/>
                </a:lnTo>
                <a:cubicBezTo>
                  <a:pt x="301" y="295"/>
                  <a:pt x="345" y="289"/>
                  <a:pt x="371" y="278"/>
                </a:cubicBezTo>
                <a:cubicBezTo>
                  <a:pt x="398" y="267"/>
                  <a:pt x="415" y="244"/>
                  <a:pt x="421" y="207"/>
                </a:cubicBezTo>
                <a:cubicBezTo>
                  <a:pt x="423" y="201"/>
                  <a:pt x="423" y="187"/>
                  <a:pt x="423" y="16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64" name=""/>
          <p:cNvSpPr/>
          <p:nvPr/>
        </p:nvSpPr>
        <p:spPr>
          <a:xfrm>
            <a:off x="5856840" y="4399200"/>
            <a:ext cx="116640" cy="147960"/>
          </a:xfrm>
          <a:custGeom>
            <a:avLst/>
            <a:gdLst/>
            <a:ahLst/>
            <a:rect l="0" t="0" r="r" b="b"/>
            <a:pathLst>
              <a:path w="324" h="411">
                <a:moveTo>
                  <a:pt x="10" y="381"/>
                </a:moveTo>
                <a:lnTo>
                  <a:pt x="19" y="381"/>
                </a:lnTo>
                <a:cubicBezTo>
                  <a:pt x="36" y="381"/>
                  <a:pt x="46" y="378"/>
                  <a:pt x="50" y="372"/>
                </a:cubicBezTo>
                <a:lnTo>
                  <a:pt x="50" y="367"/>
                </a:lnTo>
                <a:cubicBezTo>
                  <a:pt x="50" y="364"/>
                  <a:pt x="50" y="360"/>
                  <a:pt x="50" y="355"/>
                </a:cubicBezTo>
                <a:cubicBezTo>
                  <a:pt x="50" y="350"/>
                  <a:pt x="50" y="343"/>
                  <a:pt x="50" y="335"/>
                </a:cubicBezTo>
                <a:cubicBezTo>
                  <a:pt x="50" y="328"/>
                  <a:pt x="50" y="319"/>
                  <a:pt x="50" y="310"/>
                </a:cubicBezTo>
                <a:cubicBezTo>
                  <a:pt x="51" y="301"/>
                  <a:pt x="51" y="292"/>
                  <a:pt x="50" y="282"/>
                </a:cubicBezTo>
                <a:cubicBezTo>
                  <a:pt x="50" y="272"/>
                  <a:pt x="50" y="262"/>
                  <a:pt x="50" y="250"/>
                </a:cubicBezTo>
                <a:cubicBezTo>
                  <a:pt x="51" y="238"/>
                  <a:pt x="51" y="227"/>
                  <a:pt x="50" y="217"/>
                </a:cubicBezTo>
                <a:cubicBezTo>
                  <a:pt x="50" y="202"/>
                  <a:pt x="50" y="187"/>
                  <a:pt x="50" y="171"/>
                </a:cubicBezTo>
                <a:cubicBezTo>
                  <a:pt x="50" y="155"/>
                  <a:pt x="50" y="141"/>
                  <a:pt x="50" y="129"/>
                </a:cubicBezTo>
                <a:cubicBezTo>
                  <a:pt x="50" y="116"/>
                  <a:pt x="50" y="105"/>
                  <a:pt x="50" y="94"/>
                </a:cubicBezTo>
                <a:cubicBezTo>
                  <a:pt x="50" y="84"/>
                  <a:pt x="50" y="76"/>
                  <a:pt x="50" y="69"/>
                </a:cubicBezTo>
                <a:cubicBezTo>
                  <a:pt x="49" y="63"/>
                  <a:pt x="49" y="60"/>
                  <a:pt x="50" y="59"/>
                </a:cubicBezTo>
                <a:cubicBezTo>
                  <a:pt x="48" y="51"/>
                  <a:pt x="45" y="46"/>
                  <a:pt x="41" y="43"/>
                </a:cubicBezTo>
                <a:cubicBezTo>
                  <a:pt x="36" y="40"/>
                  <a:pt x="26" y="39"/>
                  <a:pt x="12" y="37"/>
                </a:cubicBezTo>
                <a:lnTo>
                  <a:pt x="0" y="37"/>
                </a:lnTo>
                <a:lnTo>
                  <a:pt x="0" y="22"/>
                </a:lnTo>
                <a:cubicBezTo>
                  <a:pt x="0" y="13"/>
                  <a:pt x="0" y="8"/>
                  <a:pt x="1" y="8"/>
                </a:cubicBezTo>
                <a:lnTo>
                  <a:pt x="8" y="7"/>
                </a:lnTo>
                <a:cubicBezTo>
                  <a:pt x="12" y="7"/>
                  <a:pt x="18" y="6"/>
                  <a:pt x="26" y="6"/>
                </a:cubicBezTo>
                <a:cubicBezTo>
                  <a:pt x="35" y="5"/>
                  <a:pt x="42" y="5"/>
                  <a:pt x="50" y="4"/>
                </a:cubicBezTo>
                <a:cubicBezTo>
                  <a:pt x="57" y="4"/>
                  <a:pt x="65" y="4"/>
                  <a:pt x="74" y="3"/>
                </a:cubicBezTo>
                <a:cubicBezTo>
                  <a:pt x="83" y="3"/>
                  <a:pt x="89" y="2"/>
                  <a:pt x="93" y="1"/>
                </a:cubicBezTo>
                <a:cubicBezTo>
                  <a:pt x="98" y="0"/>
                  <a:pt x="100" y="0"/>
                  <a:pt x="100" y="1"/>
                </a:cubicBezTo>
                <a:lnTo>
                  <a:pt x="102" y="1"/>
                </a:lnTo>
                <a:lnTo>
                  <a:pt x="102" y="17"/>
                </a:lnTo>
                <a:lnTo>
                  <a:pt x="103" y="34"/>
                </a:lnTo>
                <a:lnTo>
                  <a:pt x="108" y="30"/>
                </a:lnTo>
                <a:cubicBezTo>
                  <a:pt x="133" y="11"/>
                  <a:pt x="163" y="1"/>
                  <a:pt x="197" y="1"/>
                </a:cubicBezTo>
                <a:cubicBezTo>
                  <a:pt x="232" y="1"/>
                  <a:pt x="261" y="15"/>
                  <a:pt x="286" y="42"/>
                </a:cubicBezTo>
                <a:cubicBezTo>
                  <a:pt x="310" y="70"/>
                  <a:pt x="323" y="104"/>
                  <a:pt x="324" y="146"/>
                </a:cubicBezTo>
                <a:cubicBezTo>
                  <a:pt x="324" y="189"/>
                  <a:pt x="309" y="224"/>
                  <a:pt x="281" y="251"/>
                </a:cubicBezTo>
                <a:cubicBezTo>
                  <a:pt x="253" y="279"/>
                  <a:pt x="222" y="293"/>
                  <a:pt x="187" y="293"/>
                </a:cubicBezTo>
                <a:cubicBezTo>
                  <a:pt x="157" y="293"/>
                  <a:pt x="132" y="284"/>
                  <a:pt x="109" y="265"/>
                </a:cubicBezTo>
                <a:lnTo>
                  <a:pt x="104" y="260"/>
                </a:lnTo>
                <a:lnTo>
                  <a:pt x="104" y="315"/>
                </a:lnTo>
                <a:lnTo>
                  <a:pt x="104" y="351"/>
                </a:lnTo>
                <a:cubicBezTo>
                  <a:pt x="104" y="362"/>
                  <a:pt x="105" y="370"/>
                  <a:pt x="106" y="372"/>
                </a:cubicBezTo>
                <a:cubicBezTo>
                  <a:pt x="106" y="375"/>
                  <a:pt x="109" y="377"/>
                  <a:pt x="113" y="379"/>
                </a:cubicBezTo>
                <a:cubicBezTo>
                  <a:pt x="122" y="380"/>
                  <a:pt x="132" y="381"/>
                  <a:pt x="144" y="381"/>
                </a:cubicBezTo>
                <a:lnTo>
                  <a:pt x="154" y="381"/>
                </a:lnTo>
                <a:lnTo>
                  <a:pt x="154" y="411"/>
                </a:lnTo>
                <a:lnTo>
                  <a:pt x="149" y="411"/>
                </a:lnTo>
                <a:lnTo>
                  <a:pt x="134" y="410"/>
                </a:lnTo>
                <a:cubicBezTo>
                  <a:pt x="124" y="410"/>
                  <a:pt x="113" y="409"/>
                  <a:pt x="102" y="409"/>
                </a:cubicBezTo>
                <a:cubicBezTo>
                  <a:pt x="90" y="409"/>
                  <a:pt x="82" y="409"/>
                  <a:pt x="77" y="409"/>
                </a:cubicBezTo>
                <a:cubicBezTo>
                  <a:pt x="33" y="409"/>
                  <a:pt x="9" y="409"/>
                  <a:pt x="5" y="411"/>
                </a:cubicBezTo>
                <a:lnTo>
                  <a:pt x="0" y="411"/>
                </a:lnTo>
                <a:lnTo>
                  <a:pt x="0" y="381"/>
                </a:lnTo>
                <a:lnTo>
                  <a:pt x="10" y="381"/>
                </a:lnTo>
                <a:moveTo>
                  <a:pt x="260" y="145"/>
                </a:moveTo>
                <a:cubicBezTo>
                  <a:pt x="260" y="113"/>
                  <a:pt x="253" y="85"/>
                  <a:pt x="238" y="62"/>
                </a:cubicBezTo>
                <a:cubicBezTo>
                  <a:pt x="223" y="38"/>
                  <a:pt x="205" y="26"/>
                  <a:pt x="183" y="26"/>
                </a:cubicBezTo>
                <a:cubicBezTo>
                  <a:pt x="153" y="26"/>
                  <a:pt x="127" y="40"/>
                  <a:pt x="104" y="68"/>
                </a:cubicBezTo>
                <a:lnTo>
                  <a:pt x="104" y="222"/>
                </a:lnTo>
                <a:cubicBezTo>
                  <a:pt x="121" y="253"/>
                  <a:pt x="145" y="269"/>
                  <a:pt x="176" y="269"/>
                </a:cubicBezTo>
                <a:cubicBezTo>
                  <a:pt x="198" y="269"/>
                  <a:pt x="217" y="258"/>
                  <a:pt x="234" y="233"/>
                </a:cubicBezTo>
                <a:cubicBezTo>
                  <a:pt x="251" y="210"/>
                  <a:pt x="259" y="181"/>
                  <a:pt x="260" y="14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65" name=""/>
          <p:cNvSpPr/>
          <p:nvPr/>
        </p:nvSpPr>
        <p:spPr>
          <a:xfrm>
            <a:off x="5987520" y="4398120"/>
            <a:ext cx="102960" cy="106200"/>
          </a:xfrm>
          <a:custGeom>
            <a:avLst/>
            <a:gdLst/>
            <a:ahLst/>
            <a:rect l="0" t="0" r="r" b="b"/>
            <a:pathLst>
              <a:path w="286" h="295">
                <a:moveTo>
                  <a:pt x="0" y="150"/>
                </a:moveTo>
                <a:cubicBezTo>
                  <a:pt x="0" y="109"/>
                  <a:pt x="14" y="74"/>
                  <a:pt x="42" y="45"/>
                </a:cubicBezTo>
                <a:cubicBezTo>
                  <a:pt x="69" y="15"/>
                  <a:pt x="103" y="0"/>
                  <a:pt x="143" y="0"/>
                </a:cubicBezTo>
                <a:cubicBezTo>
                  <a:pt x="181" y="0"/>
                  <a:pt x="214" y="14"/>
                  <a:pt x="242" y="43"/>
                </a:cubicBezTo>
                <a:cubicBezTo>
                  <a:pt x="271" y="73"/>
                  <a:pt x="285" y="108"/>
                  <a:pt x="286" y="150"/>
                </a:cubicBezTo>
                <a:cubicBezTo>
                  <a:pt x="286" y="190"/>
                  <a:pt x="272" y="225"/>
                  <a:pt x="244" y="253"/>
                </a:cubicBezTo>
                <a:cubicBezTo>
                  <a:pt x="216" y="281"/>
                  <a:pt x="182" y="295"/>
                  <a:pt x="143" y="295"/>
                </a:cubicBezTo>
                <a:cubicBezTo>
                  <a:pt x="101" y="295"/>
                  <a:pt x="67" y="281"/>
                  <a:pt x="40" y="251"/>
                </a:cubicBezTo>
                <a:cubicBezTo>
                  <a:pt x="14" y="222"/>
                  <a:pt x="0" y="189"/>
                  <a:pt x="0" y="150"/>
                </a:cubicBezTo>
                <a:moveTo>
                  <a:pt x="143" y="269"/>
                </a:moveTo>
                <a:cubicBezTo>
                  <a:pt x="195" y="269"/>
                  <a:pt x="221" y="234"/>
                  <a:pt x="221" y="164"/>
                </a:cubicBezTo>
                <a:lnTo>
                  <a:pt x="221" y="143"/>
                </a:lnTo>
                <a:lnTo>
                  <a:pt x="221" y="127"/>
                </a:lnTo>
                <a:cubicBezTo>
                  <a:pt x="221" y="118"/>
                  <a:pt x="221" y="109"/>
                  <a:pt x="220" y="103"/>
                </a:cubicBezTo>
                <a:cubicBezTo>
                  <a:pt x="220" y="96"/>
                  <a:pt x="219" y="88"/>
                  <a:pt x="216" y="78"/>
                </a:cubicBezTo>
                <a:cubicBezTo>
                  <a:pt x="213" y="69"/>
                  <a:pt x="210" y="61"/>
                  <a:pt x="206" y="55"/>
                </a:cubicBezTo>
                <a:cubicBezTo>
                  <a:pt x="201" y="49"/>
                  <a:pt x="195" y="43"/>
                  <a:pt x="186" y="37"/>
                </a:cubicBezTo>
                <a:cubicBezTo>
                  <a:pt x="177" y="31"/>
                  <a:pt x="166" y="27"/>
                  <a:pt x="154" y="24"/>
                </a:cubicBezTo>
                <a:cubicBezTo>
                  <a:pt x="152" y="24"/>
                  <a:pt x="149" y="24"/>
                  <a:pt x="144" y="24"/>
                </a:cubicBezTo>
                <a:cubicBezTo>
                  <a:pt x="131" y="24"/>
                  <a:pt x="119" y="26"/>
                  <a:pt x="107" y="31"/>
                </a:cubicBezTo>
                <a:cubicBezTo>
                  <a:pt x="89" y="41"/>
                  <a:pt x="77" y="54"/>
                  <a:pt x="71" y="70"/>
                </a:cubicBezTo>
                <a:cubicBezTo>
                  <a:pt x="66" y="87"/>
                  <a:pt x="63" y="107"/>
                  <a:pt x="63" y="130"/>
                </a:cubicBezTo>
                <a:lnTo>
                  <a:pt x="63" y="143"/>
                </a:lnTo>
                <a:cubicBezTo>
                  <a:pt x="63" y="184"/>
                  <a:pt x="67" y="213"/>
                  <a:pt x="75" y="229"/>
                </a:cubicBezTo>
                <a:cubicBezTo>
                  <a:pt x="89" y="256"/>
                  <a:pt x="111" y="269"/>
                  <a:pt x="143" y="26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66" name=""/>
          <p:cNvSpPr/>
          <p:nvPr/>
        </p:nvSpPr>
        <p:spPr>
          <a:xfrm>
            <a:off x="6103080" y="4398120"/>
            <a:ext cx="102960" cy="106200"/>
          </a:xfrm>
          <a:custGeom>
            <a:avLst/>
            <a:gdLst/>
            <a:ahLst/>
            <a:rect l="0" t="0" r="r" b="b"/>
            <a:pathLst>
              <a:path w="286" h="295">
                <a:moveTo>
                  <a:pt x="0" y="150"/>
                </a:moveTo>
                <a:cubicBezTo>
                  <a:pt x="0" y="109"/>
                  <a:pt x="14" y="74"/>
                  <a:pt x="42" y="45"/>
                </a:cubicBezTo>
                <a:cubicBezTo>
                  <a:pt x="70" y="15"/>
                  <a:pt x="104" y="0"/>
                  <a:pt x="143" y="0"/>
                </a:cubicBezTo>
                <a:cubicBezTo>
                  <a:pt x="182" y="0"/>
                  <a:pt x="215" y="14"/>
                  <a:pt x="244" y="43"/>
                </a:cubicBezTo>
                <a:cubicBezTo>
                  <a:pt x="272" y="73"/>
                  <a:pt x="286" y="108"/>
                  <a:pt x="286" y="150"/>
                </a:cubicBezTo>
                <a:cubicBezTo>
                  <a:pt x="286" y="190"/>
                  <a:pt x="273" y="225"/>
                  <a:pt x="245" y="253"/>
                </a:cubicBezTo>
                <a:cubicBezTo>
                  <a:pt x="217" y="281"/>
                  <a:pt x="183" y="295"/>
                  <a:pt x="143" y="295"/>
                </a:cubicBezTo>
                <a:cubicBezTo>
                  <a:pt x="102" y="295"/>
                  <a:pt x="68" y="281"/>
                  <a:pt x="41" y="251"/>
                </a:cubicBezTo>
                <a:cubicBezTo>
                  <a:pt x="14" y="222"/>
                  <a:pt x="1" y="189"/>
                  <a:pt x="0" y="150"/>
                </a:cubicBezTo>
                <a:moveTo>
                  <a:pt x="143" y="269"/>
                </a:moveTo>
                <a:cubicBezTo>
                  <a:pt x="196" y="269"/>
                  <a:pt x="222" y="234"/>
                  <a:pt x="222" y="164"/>
                </a:cubicBezTo>
                <a:lnTo>
                  <a:pt x="222" y="143"/>
                </a:lnTo>
                <a:lnTo>
                  <a:pt x="222" y="127"/>
                </a:lnTo>
                <a:cubicBezTo>
                  <a:pt x="222" y="118"/>
                  <a:pt x="221" y="109"/>
                  <a:pt x="221" y="103"/>
                </a:cubicBezTo>
                <a:cubicBezTo>
                  <a:pt x="221" y="96"/>
                  <a:pt x="219" y="88"/>
                  <a:pt x="217" y="78"/>
                </a:cubicBezTo>
                <a:cubicBezTo>
                  <a:pt x="214" y="69"/>
                  <a:pt x="211" y="61"/>
                  <a:pt x="206" y="55"/>
                </a:cubicBezTo>
                <a:cubicBezTo>
                  <a:pt x="202" y="49"/>
                  <a:pt x="195" y="43"/>
                  <a:pt x="186" y="37"/>
                </a:cubicBezTo>
                <a:cubicBezTo>
                  <a:pt x="177" y="31"/>
                  <a:pt x="167" y="27"/>
                  <a:pt x="155" y="24"/>
                </a:cubicBezTo>
                <a:cubicBezTo>
                  <a:pt x="153" y="24"/>
                  <a:pt x="149" y="24"/>
                  <a:pt x="145" y="24"/>
                </a:cubicBezTo>
                <a:cubicBezTo>
                  <a:pt x="132" y="24"/>
                  <a:pt x="119" y="26"/>
                  <a:pt x="108" y="31"/>
                </a:cubicBezTo>
                <a:cubicBezTo>
                  <a:pt x="89" y="41"/>
                  <a:pt x="77" y="54"/>
                  <a:pt x="72" y="70"/>
                </a:cubicBezTo>
                <a:cubicBezTo>
                  <a:pt x="66" y="87"/>
                  <a:pt x="63" y="107"/>
                  <a:pt x="63" y="130"/>
                </a:cubicBezTo>
                <a:lnTo>
                  <a:pt x="63" y="143"/>
                </a:lnTo>
                <a:cubicBezTo>
                  <a:pt x="63" y="184"/>
                  <a:pt x="68" y="213"/>
                  <a:pt x="76" y="229"/>
                </a:cubicBezTo>
                <a:cubicBezTo>
                  <a:pt x="89" y="256"/>
                  <a:pt x="112" y="269"/>
                  <a:pt x="143" y="26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67" name=""/>
          <p:cNvSpPr/>
          <p:nvPr/>
        </p:nvSpPr>
        <p:spPr>
          <a:xfrm>
            <a:off x="6218640" y="4340880"/>
            <a:ext cx="55080" cy="161280"/>
          </a:xfrm>
          <a:custGeom>
            <a:avLst/>
            <a:gdLst/>
            <a:ahLst/>
            <a:rect l="0" t="0" r="r" b="b"/>
            <a:pathLst>
              <a:path w="153" h="448">
                <a:moveTo>
                  <a:pt x="10" y="418"/>
                </a:moveTo>
                <a:lnTo>
                  <a:pt x="19" y="418"/>
                </a:lnTo>
                <a:cubicBezTo>
                  <a:pt x="36" y="418"/>
                  <a:pt x="46" y="415"/>
                  <a:pt x="49" y="409"/>
                </a:cubicBezTo>
                <a:lnTo>
                  <a:pt x="49" y="404"/>
                </a:lnTo>
                <a:cubicBezTo>
                  <a:pt x="49" y="400"/>
                  <a:pt x="49" y="395"/>
                  <a:pt x="49" y="389"/>
                </a:cubicBezTo>
                <a:cubicBezTo>
                  <a:pt x="49" y="383"/>
                  <a:pt x="49" y="376"/>
                  <a:pt x="49" y="368"/>
                </a:cubicBezTo>
                <a:cubicBezTo>
                  <a:pt x="49" y="360"/>
                  <a:pt x="50" y="351"/>
                  <a:pt x="50" y="340"/>
                </a:cubicBezTo>
                <a:cubicBezTo>
                  <a:pt x="50" y="330"/>
                  <a:pt x="50" y="319"/>
                  <a:pt x="50" y="308"/>
                </a:cubicBezTo>
                <a:cubicBezTo>
                  <a:pt x="50" y="297"/>
                  <a:pt x="50" y="285"/>
                  <a:pt x="50" y="273"/>
                </a:cubicBezTo>
                <a:cubicBezTo>
                  <a:pt x="50" y="260"/>
                  <a:pt x="50" y="248"/>
                  <a:pt x="50" y="236"/>
                </a:cubicBezTo>
                <a:cubicBezTo>
                  <a:pt x="50" y="220"/>
                  <a:pt x="50" y="203"/>
                  <a:pt x="50" y="185"/>
                </a:cubicBezTo>
                <a:cubicBezTo>
                  <a:pt x="50" y="168"/>
                  <a:pt x="50" y="151"/>
                  <a:pt x="50" y="137"/>
                </a:cubicBezTo>
                <a:cubicBezTo>
                  <a:pt x="50" y="122"/>
                  <a:pt x="50" y="109"/>
                  <a:pt x="50" y="98"/>
                </a:cubicBezTo>
                <a:cubicBezTo>
                  <a:pt x="50" y="87"/>
                  <a:pt x="50" y="78"/>
                  <a:pt x="49" y="70"/>
                </a:cubicBezTo>
                <a:cubicBezTo>
                  <a:pt x="49" y="62"/>
                  <a:pt x="49" y="59"/>
                  <a:pt x="49" y="59"/>
                </a:cubicBezTo>
                <a:cubicBezTo>
                  <a:pt x="48" y="51"/>
                  <a:pt x="45" y="46"/>
                  <a:pt x="40" y="43"/>
                </a:cubicBezTo>
                <a:cubicBezTo>
                  <a:pt x="36" y="40"/>
                  <a:pt x="26" y="38"/>
                  <a:pt x="11" y="37"/>
                </a:cubicBezTo>
                <a:lnTo>
                  <a:pt x="0" y="37"/>
                </a:lnTo>
                <a:lnTo>
                  <a:pt x="0" y="22"/>
                </a:lnTo>
                <a:cubicBezTo>
                  <a:pt x="0" y="12"/>
                  <a:pt x="0" y="8"/>
                  <a:pt x="1" y="8"/>
                </a:cubicBezTo>
                <a:lnTo>
                  <a:pt x="7" y="7"/>
                </a:lnTo>
                <a:cubicBezTo>
                  <a:pt x="12" y="6"/>
                  <a:pt x="18" y="6"/>
                  <a:pt x="26" y="6"/>
                </a:cubicBezTo>
                <a:cubicBezTo>
                  <a:pt x="34" y="5"/>
                  <a:pt x="42" y="5"/>
                  <a:pt x="50" y="4"/>
                </a:cubicBezTo>
                <a:cubicBezTo>
                  <a:pt x="57" y="4"/>
                  <a:pt x="65" y="3"/>
                  <a:pt x="74" y="3"/>
                </a:cubicBezTo>
                <a:cubicBezTo>
                  <a:pt x="82" y="3"/>
                  <a:pt x="89" y="2"/>
                  <a:pt x="93" y="1"/>
                </a:cubicBezTo>
                <a:cubicBezTo>
                  <a:pt x="97" y="0"/>
                  <a:pt x="100" y="0"/>
                  <a:pt x="100" y="0"/>
                </a:cubicBezTo>
                <a:lnTo>
                  <a:pt x="102" y="0"/>
                </a:lnTo>
                <a:lnTo>
                  <a:pt x="102" y="203"/>
                </a:lnTo>
                <a:cubicBezTo>
                  <a:pt x="102" y="340"/>
                  <a:pt x="102" y="408"/>
                  <a:pt x="103" y="409"/>
                </a:cubicBezTo>
                <a:cubicBezTo>
                  <a:pt x="104" y="413"/>
                  <a:pt x="107" y="415"/>
                  <a:pt x="110" y="416"/>
                </a:cubicBezTo>
                <a:cubicBezTo>
                  <a:pt x="119" y="418"/>
                  <a:pt x="131" y="418"/>
                  <a:pt x="143" y="418"/>
                </a:cubicBezTo>
                <a:lnTo>
                  <a:pt x="153" y="418"/>
                </a:lnTo>
                <a:lnTo>
                  <a:pt x="153" y="448"/>
                </a:lnTo>
                <a:lnTo>
                  <a:pt x="148" y="448"/>
                </a:lnTo>
                <a:lnTo>
                  <a:pt x="133" y="447"/>
                </a:lnTo>
                <a:cubicBezTo>
                  <a:pt x="122" y="447"/>
                  <a:pt x="112" y="447"/>
                  <a:pt x="101" y="447"/>
                </a:cubicBezTo>
                <a:cubicBezTo>
                  <a:pt x="90" y="447"/>
                  <a:pt x="81" y="446"/>
                  <a:pt x="76" y="446"/>
                </a:cubicBezTo>
                <a:cubicBezTo>
                  <a:pt x="71" y="446"/>
                  <a:pt x="63" y="446"/>
                  <a:pt x="52" y="446"/>
                </a:cubicBezTo>
                <a:cubicBezTo>
                  <a:pt x="41" y="446"/>
                  <a:pt x="30" y="447"/>
                  <a:pt x="20" y="447"/>
                </a:cubicBezTo>
                <a:lnTo>
                  <a:pt x="5" y="448"/>
                </a:lnTo>
                <a:lnTo>
                  <a:pt x="0" y="448"/>
                </a:lnTo>
                <a:lnTo>
                  <a:pt x="0" y="418"/>
                </a:lnTo>
                <a:lnTo>
                  <a:pt x="10" y="41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68" name=""/>
          <p:cNvSpPr/>
          <p:nvPr/>
        </p:nvSpPr>
        <p:spPr>
          <a:xfrm>
            <a:off x="6283440" y="4398120"/>
            <a:ext cx="90000" cy="106560"/>
          </a:xfrm>
          <a:custGeom>
            <a:avLst/>
            <a:gdLst/>
            <a:ahLst/>
            <a:rect l="0" t="0" r="r" b="b"/>
            <a:pathLst>
              <a:path w="250" h="296">
                <a:moveTo>
                  <a:pt x="0" y="149"/>
                </a:moveTo>
                <a:cubicBezTo>
                  <a:pt x="0" y="125"/>
                  <a:pt x="4" y="104"/>
                  <a:pt x="13" y="84"/>
                </a:cubicBezTo>
                <a:cubicBezTo>
                  <a:pt x="21" y="65"/>
                  <a:pt x="33" y="49"/>
                  <a:pt x="46" y="37"/>
                </a:cubicBezTo>
                <a:cubicBezTo>
                  <a:pt x="59" y="24"/>
                  <a:pt x="73" y="15"/>
                  <a:pt x="88" y="9"/>
                </a:cubicBezTo>
                <a:cubicBezTo>
                  <a:pt x="103" y="3"/>
                  <a:pt x="117" y="0"/>
                  <a:pt x="130" y="0"/>
                </a:cubicBezTo>
                <a:cubicBezTo>
                  <a:pt x="153" y="0"/>
                  <a:pt x="172" y="4"/>
                  <a:pt x="189" y="11"/>
                </a:cubicBezTo>
                <a:cubicBezTo>
                  <a:pt x="205" y="19"/>
                  <a:pt x="217" y="31"/>
                  <a:pt x="226" y="44"/>
                </a:cubicBezTo>
                <a:cubicBezTo>
                  <a:pt x="235" y="58"/>
                  <a:pt x="241" y="72"/>
                  <a:pt x="244" y="86"/>
                </a:cubicBezTo>
                <a:cubicBezTo>
                  <a:pt x="247" y="99"/>
                  <a:pt x="249" y="115"/>
                  <a:pt x="250" y="131"/>
                </a:cubicBezTo>
                <a:cubicBezTo>
                  <a:pt x="250" y="134"/>
                  <a:pt x="248" y="137"/>
                  <a:pt x="245" y="140"/>
                </a:cubicBezTo>
                <a:lnTo>
                  <a:pt x="64" y="140"/>
                </a:lnTo>
                <a:lnTo>
                  <a:pt x="64" y="150"/>
                </a:lnTo>
                <a:cubicBezTo>
                  <a:pt x="64" y="213"/>
                  <a:pt x="85" y="252"/>
                  <a:pt x="128" y="266"/>
                </a:cubicBezTo>
                <a:cubicBezTo>
                  <a:pt x="137" y="268"/>
                  <a:pt x="146" y="270"/>
                  <a:pt x="157" y="270"/>
                </a:cubicBezTo>
                <a:cubicBezTo>
                  <a:pt x="175" y="270"/>
                  <a:pt x="190" y="263"/>
                  <a:pt x="203" y="249"/>
                </a:cubicBezTo>
                <a:cubicBezTo>
                  <a:pt x="210" y="242"/>
                  <a:pt x="216" y="233"/>
                  <a:pt x="220" y="222"/>
                </a:cubicBezTo>
                <a:lnTo>
                  <a:pt x="227" y="207"/>
                </a:lnTo>
                <a:cubicBezTo>
                  <a:pt x="228" y="205"/>
                  <a:pt x="231" y="205"/>
                  <a:pt x="237" y="205"/>
                </a:cubicBezTo>
                <a:lnTo>
                  <a:pt x="239" y="205"/>
                </a:lnTo>
                <a:cubicBezTo>
                  <a:pt x="246" y="205"/>
                  <a:pt x="250" y="207"/>
                  <a:pt x="250" y="211"/>
                </a:cubicBezTo>
                <a:cubicBezTo>
                  <a:pt x="250" y="213"/>
                  <a:pt x="249" y="216"/>
                  <a:pt x="248" y="219"/>
                </a:cubicBezTo>
                <a:cubicBezTo>
                  <a:pt x="240" y="243"/>
                  <a:pt x="226" y="262"/>
                  <a:pt x="207" y="275"/>
                </a:cubicBezTo>
                <a:cubicBezTo>
                  <a:pt x="188" y="289"/>
                  <a:pt x="167" y="296"/>
                  <a:pt x="144" y="296"/>
                </a:cubicBezTo>
                <a:cubicBezTo>
                  <a:pt x="103" y="296"/>
                  <a:pt x="69" y="281"/>
                  <a:pt x="42" y="252"/>
                </a:cubicBezTo>
                <a:cubicBezTo>
                  <a:pt x="14" y="222"/>
                  <a:pt x="0" y="188"/>
                  <a:pt x="0" y="149"/>
                </a:cubicBezTo>
                <a:moveTo>
                  <a:pt x="197" y="112"/>
                </a:moveTo>
                <a:cubicBezTo>
                  <a:pt x="192" y="57"/>
                  <a:pt x="172" y="28"/>
                  <a:pt x="136" y="24"/>
                </a:cubicBezTo>
                <a:lnTo>
                  <a:pt x="135" y="24"/>
                </a:lnTo>
                <a:cubicBezTo>
                  <a:pt x="131" y="24"/>
                  <a:pt x="128" y="24"/>
                  <a:pt x="124" y="24"/>
                </a:cubicBezTo>
                <a:cubicBezTo>
                  <a:pt x="121" y="25"/>
                  <a:pt x="116" y="27"/>
                  <a:pt x="108" y="30"/>
                </a:cubicBezTo>
                <a:cubicBezTo>
                  <a:pt x="101" y="33"/>
                  <a:pt x="95" y="38"/>
                  <a:pt x="90" y="44"/>
                </a:cubicBezTo>
                <a:cubicBezTo>
                  <a:pt x="85" y="50"/>
                  <a:pt x="80" y="59"/>
                  <a:pt x="75" y="70"/>
                </a:cubicBezTo>
                <a:cubicBezTo>
                  <a:pt x="70" y="82"/>
                  <a:pt x="67" y="96"/>
                  <a:pt x="65" y="113"/>
                </a:cubicBezTo>
                <a:lnTo>
                  <a:pt x="65" y="117"/>
                </a:lnTo>
                <a:lnTo>
                  <a:pt x="197" y="117"/>
                </a:lnTo>
                <a:lnTo>
                  <a:pt x="197" y="11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69" name=""/>
          <p:cNvSpPr/>
          <p:nvPr/>
        </p:nvSpPr>
        <p:spPr>
          <a:xfrm>
            <a:off x="6387480" y="4340880"/>
            <a:ext cx="116640" cy="163800"/>
          </a:xfrm>
          <a:custGeom>
            <a:avLst/>
            <a:gdLst/>
            <a:ahLst/>
            <a:rect l="0" t="0" r="r" b="b"/>
            <a:pathLst>
              <a:path w="324" h="455">
                <a:moveTo>
                  <a:pt x="221" y="128"/>
                </a:moveTo>
                <a:cubicBezTo>
                  <a:pt x="221" y="122"/>
                  <a:pt x="221" y="113"/>
                  <a:pt x="221" y="103"/>
                </a:cubicBezTo>
                <a:cubicBezTo>
                  <a:pt x="221" y="92"/>
                  <a:pt x="222" y="85"/>
                  <a:pt x="222" y="82"/>
                </a:cubicBezTo>
                <a:cubicBezTo>
                  <a:pt x="222" y="62"/>
                  <a:pt x="220" y="50"/>
                  <a:pt x="216" y="46"/>
                </a:cubicBezTo>
                <a:cubicBezTo>
                  <a:pt x="211" y="41"/>
                  <a:pt x="200" y="38"/>
                  <a:pt x="183" y="37"/>
                </a:cubicBezTo>
                <a:lnTo>
                  <a:pt x="171" y="37"/>
                </a:lnTo>
                <a:lnTo>
                  <a:pt x="171" y="22"/>
                </a:lnTo>
                <a:cubicBezTo>
                  <a:pt x="171" y="12"/>
                  <a:pt x="172" y="8"/>
                  <a:pt x="172" y="8"/>
                </a:cubicBezTo>
                <a:lnTo>
                  <a:pt x="179" y="7"/>
                </a:lnTo>
                <a:cubicBezTo>
                  <a:pt x="183" y="6"/>
                  <a:pt x="189" y="6"/>
                  <a:pt x="198" y="6"/>
                </a:cubicBezTo>
                <a:cubicBezTo>
                  <a:pt x="206" y="5"/>
                  <a:pt x="214" y="5"/>
                  <a:pt x="221" y="4"/>
                </a:cubicBezTo>
                <a:cubicBezTo>
                  <a:pt x="229" y="4"/>
                  <a:pt x="237" y="3"/>
                  <a:pt x="245" y="3"/>
                </a:cubicBezTo>
                <a:cubicBezTo>
                  <a:pt x="254" y="3"/>
                  <a:pt x="260" y="2"/>
                  <a:pt x="264" y="1"/>
                </a:cubicBezTo>
                <a:cubicBezTo>
                  <a:pt x="269" y="0"/>
                  <a:pt x="271" y="0"/>
                  <a:pt x="272" y="0"/>
                </a:cubicBezTo>
                <a:lnTo>
                  <a:pt x="273" y="0"/>
                </a:lnTo>
                <a:lnTo>
                  <a:pt x="273" y="196"/>
                </a:lnTo>
                <a:cubicBezTo>
                  <a:pt x="273" y="327"/>
                  <a:pt x="274" y="394"/>
                  <a:pt x="274" y="395"/>
                </a:cubicBezTo>
                <a:cubicBezTo>
                  <a:pt x="275" y="404"/>
                  <a:pt x="278" y="410"/>
                  <a:pt x="283" y="413"/>
                </a:cubicBezTo>
                <a:cubicBezTo>
                  <a:pt x="288" y="415"/>
                  <a:pt x="297" y="417"/>
                  <a:pt x="312" y="418"/>
                </a:cubicBezTo>
                <a:lnTo>
                  <a:pt x="324" y="418"/>
                </a:lnTo>
                <a:lnTo>
                  <a:pt x="324" y="448"/>
                </a:lnTo>
                <a:cubicBezTo>
                  <a:pt x="323" y="448"/>
                  <a:pt x="306" y="449"/>
                  <a:pt x="275" y="451"/>
                </a:cubicBezTo>
                <a:cubicBezTo>
                  <a:pt x="243" y="453"/>
                  <a:pt x="226" y="455"/>
                  <a:pt x="224" y="455"/>
                </a:cubicBezTo>
                <a:lnTo>
                  <a:pt x="219" y="455"/>
                </a:lnTo>
                <a:lnTo>
                  <a:pt x="219" y="420"/>
                </a:lnTo>
                <a:lnTo>
                  <a:pt x="214" y="424"/>
                </a:lnTo>
                <a:cubicBezTo>
                  <a:pt x="189" y="445"/>
                  <a:pt x="162" y="455"/>
                  <a:pt x="131" y="455"/>
                </a:cubicBezTo>
                <a:cubicBezTo>
                  <a:pt x="97" y="455"/>
                  <a:pt x="67" y="442"/>
                  <a:pt x="40" y="416"/>
                </a:cubicBezTo>
                <a:cubicBezTo>
                  <a:pt x="14" y="389"/>
                  <a:pt x="0" y="353"/>
                  <a:pt x="0" y="309"/>
                </a:cubicBezTo>
                <a:cubicBezTo>
                  <a:pt x="0" y="266"/>
                  <a:pt x="14" y="231"/>
                  <a:pt x="41" y="204"/>
                </a:cubicBezTo>
                <a:cubicBezTo>
                  <a:pt x="68" y="177"/>
                  <a:pt x="99" y="163"/>
                  <a:pt x="136" y="163"/>
                </a:cubicBezTo>
                <a:cubicBezTo>
                  <a:pt x="169" y="163"/>
                  <a:pt x="197" y="173"/>
                  <a:pt x="221" y="194"/>
                </a:cubicBezTo>
                <a:lnTo>
                  <a:pt x="221" y="128"/>
                </a:lnTo>
                <a:moveTo>
                  <a:pt x="219" y="227"/>
                </a:moveTo>
                <a:cubicBezTo>
                  <a:pt x="200" y="200"/>
                  <a:pt x="176" y="186"/>
                  <a:pt x="147" y="186"/>
                </a:cubicBezTo>
                <a:cubicBezTo>
                  <a:pt x="125" y="186"/>
                  <a:pt x="106" y="194"/>
                  <a:pt x="90" y="210"/>
                </a:cubicBezTo>
                <a:cubicBezTo>
                  <a:pt x="78" y="222"/>
                  <a:pt x="71" y="235"/>
                  <a:pt x="68" y="251"/>
                </a:cubicBezTo>
                <a:cubicBezTo>
                  <a:pt x="65" y="266"/>
                  <a:pt x="63" y="286"/>
                  <a:pt x="63" y="311"/>
                </a:cubicBezTo>
                <a:cubicBezTo>
                  <a:pt x="63" y="335"/>
                  <a:pt x="64" y="355"/>
                  <a:pt x="67" y="370"/>
                </a:cubicBezTo>
                <a:cubicBezTo>
                  <a:pt x="70" y="385"/>
                  <a:pt x="78" y="398"/>
                  <a:pt x="90" y="410"/>
                </a:cubicBezTo>
                <a:cubicBezTo>
                  <a:pt x="103" y="424"/>
                  <a:pt x="119" y="431"/>
                  <a:pt x="141" y="431"/>
                </a:cubicBezTo>
                <a:cubicBezTo>
                  <a:pt x="171" y="431"/>
                  <a:pt x="198" y="415"/>
                  <a:pt x="219" y="381"/>
                </a:cubicBezTo>
                <a:lnTo>
                  <a:pt x="219" y="22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70" name=""/>
          <p:cNvSpPr/>
          <p:nvPr/>
        </p:nvSpPr>
        <p:spPr>
          <a:xfrm>
            <a:off x="6623280" y="4325400"/>
            <a:ext cx="39960" cy="39600"/>
          </a:xfrm>
          <a:custGeom>
            <a:avLst/>
            <a:gdLst/>
            <a:ahLst/>
            <a:rect l="0" t="0" r="r" b="b"/>
            <a:pathLst>
              <a:path w="111" h="110">
                <a:moveTo>
                  <a:pt x="0" y="56"/>
                </a:moveTo>
                <a:cubicBezTo>
                  <a:pt x="0" y="41"/>
                  <a:pt x="5" y="27"/>
                  <a:pt x="15" y="16"/>
                </a:cubicBezTo>
                <a:cubicBezTo>
                  <a:pt x="26" y="5"/>
                  <a:pt x="40" y="0"/>
                  <a:pt x="56" y="0"/>
                </a:cubicBezTo>
                <a:cubicBezTo>
                  <a:pt x="70" y="0"/>
                  <a:pt x="83" y="5"/>
                  <a:pt x="94" y="15"/>
                </a:cubicBezTo>
                <a:cubicBezTo>
                  <a:pt x="105" y="24"/>
                  <a:pt x="110" y="38"/>
                  <a:pt x="111" y="55"/>
                </a:cubicBezTo>
                <a:cubicBezTo>
                  <a:pt x="111" y="70"/>
                  <a:pt x="106" y="83"/>
                  <a:pt x="96" y="94"/>
                </a:cubicBezTo>
                <a:cubicBezTo>
                  <a:pt x="85" y="105"/>
                  <a:pt x="72" y="110"/>
                  <a:pt x="56" y="110"/>
                </a:cubicBezTo>
                <a:cubicBezTo>
                  <a:pt x="41" y="110"/>
                  <a:pt x="27" y="105"/>
                  <a:pt x="16" y="95"/>
                </a:cubicBezTo>
                <a:cubicBezTo>
                  <a:pt x="6" y="84"/>
                  <a:pt x="1" y="71"/>
                  <a:pt x="0" y="5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71" name=""/>
          <p:cNvSpPr/>
          <p:nvPr/>
        </p:nvSpPr>
        <p:spPr>
          <a:xfrm>
            <a:off x="6769800" y="4282200"/>
            <a:ext cx="169560" cy="145080"/>
          </a:xfrm>
          <a:custGeom>
            <a:avLst/>
            <a:gdLst/>
            <a:ahLst/>
            <a:rect l="0" t="0" r="r" b="b"/>
            <a:pathLst>
              <a:path w="471" h="403">
                <a:moveTo>
                  <a:pt x="14" y="360"/>
                </a:moveTo>
                <a:lnTo>
                  <a:pt x="27" y="360"/>
                </a:lnTo>
                <a:cubicBezTo>
                  <a:pt x="51" y="360"/>
                  <a:pt x="65" y="356"/>
                  <a:pt x="70" y="347"/>
                </a:cubicBezTo>
                <a:lnTo>
                  <a:pt x="70" y="340"/>
                </a:lnTo>
                <a:cubicBezTo>
                  <a:pt x="70" y="335"/>
                  <a:pt x="70" y="328"/>
                  <a:pt x="70" y="319"/>
                </a:cubicBezTo>
                <a:cubicBezTo>
                  <a:pt x="70" y="311"/>
                  <a:pt x="70" y="301"/>
                  <a:pt x="70" y="291"/>
                </a:cubicBezTo>
                <a:cubicBezTo>
                  <a:pt x="70" y="281"/>
                  <a:pt x="70" y="269"/>
                  <a:pt x="71" y="256"/>
                </a:cubicBezTo>
                <a:cubicBezTo>
                  <a:pt x="71" y="242"/>
                  <a:pt x="71" y="230"/>
                  <a:pt x="71" y="217"/>
                </a:cubicBezTo>
                <a:cubicBezTo>
                  <a:pt x="71" y="199"/>
                  <a:pt x="71" y="179"/>
                  <a:pt x="71" y="157"/>
                </a:cubicBezTo>
                <a:cubicBezTo>
                  <a:pt x="71" y="136"/>
                  <a:pt x="71" y="118"/>
                  <a:pt x="70" y="104"/>
                </a:cubicBezTo>
                <a:lnTo>
                  <a:pt x="70" y="83"/>
                </a:lnTo>
                <a:cubicBezTo>
                  <a:pt x="68" y="71"/>
                  <a:pt x="64" y="64"/>
                  <a:pt x="57" y="60"/>
                </a:cubicBezTo>
                <a:cubicBezTo>
                  <a:pt x="51" y="56"/>
                  <a:pt x="37" y="54"/>
                  <a:pt x="16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0" y="10"/>
                  <a:pt x="2" y="10"/>
                </a:cubicBezTo>
                <a:lnTo>
                  <a:pt x="11" y="9"/>
                </a:lnTo>
                <a:cubicBezTo>
                  <a:pt x="17" y="8"/>
                  <a:pt x="25" y="8"/>
                  <a:pt x="36" y="7"/>
                </a:cubicBezTo>
                <a:cubicBezTo>
                  <a:pt x="47" y="7"/>
                  <a:pt x="58" y="6"/>
                  <a:pt x="70" y="5"/>
                </a:cubicBezTo>
                <a:cubicBezTo>
                  <a:pt x="80" y="5"/>
                  <a:pt x="91" y="4"/>
                  <a:pt x="103" y="4"/>
                </a:cubicBezTo>
                <a:cubicBezTo>
                  <a:pt x="114" y="3"/>
                  <a:pt x="123" y="2"/>
                  <a:pt x="129" y="1"/>
                </a:cubicBezTo>
                <a:cubicBezTo>
                  <a:pt x="135" y="0"/>
                  <a:pt x="138" y="-1"/>
                  <a:pt x="139" y="0"/>
                </a:cubicBezTo>
                <a:lnTo>
                  <a:pt x="142" y="0"/>
                </a:lnTo>
                <a:lnTo>
                  <a:pt x="142" y="36"/>
                </a:lnTo>
                <a:cubicBezTo>
                  <a:pt x="142" y="59"/>
                  <a:pt x="142" y="71"/>
                  <a:pt x="143" y="71"/>
                </a:cubicBezTo>
                <a:cubicBezTo>
                  <a:pt x="143" y="71"/>
                  <a:pt x="145" y="69"/>
                  <a:pt x="147" y="66"/>
                </a:cubicBezTo>
                <a:cubicBezTo>
                  <a:pt x="150" y="63"/>
                  <a:pt x="153" y="59"/>
                  <a:pt x="158" y="53"/>
                </a:cubicBezTo>
                <a:cubicBezTo>
                  <a:pt x="163" y="47"/>
                  <a:pt x="169" y="41"/>
                  <a:pt x="175" y="36"/>
                </a:cubicBezTo>
                <a:cubicBezTo>
                  <a:pt x="182" y="31"/>
                  <a:pt x="191" y="26"/>
                  <a:pt x="202" y="19"/>
                </a:cubicBezTo>
                <a:cubicBezTo>
                  <a:pt x="213" y="12"/>
                  <a:pt x="224" y="8"/>
                  <a:pt x="237" y="4"/>
                </a:cubicBezTo>
                <a:cubicBezTo>
                  <a:pt x="250" y="1"/>
                  <a:pt x="265" y="0"/>
                  <a:pt x="284" y="0"/>
                </a:cubicBezTo>
                <a:cubicBezTo>
                  <a:pt x="353" y="2"/>
                  <a:pt x="391" y="37"/>
                  <a:pt x="399" y="103"/>
                </a:cubicBezTo>
                <a:cubicBezTo>
                  <a:pt x="400" y="107"/>
                  <a:pt x="400" y="149"/>
                  <a:pt x="400" y="229"/>
                </a:cubicBezTo>
                <a:lnTo>
                  <a:pt x="400" y="307"/>
                </a:lnTo>
                <a:cubicBezTo>
                  <a:pt x="400" y="331"/>
                  <a:pt x="401" y="344"/>
                  <a:pt x="402" y="348"/>
                </a:cubicBezTo>
                <a:cubicBezTo>
                  <a:pt x="403" y="353"/>
                  <a:pt x="407" y="356"/>
                  <a:pt x="412" y="358"/>
                </a:cubicBezTo>
                <a:cubicBezTo>
                  <a:pt x="425" y="359"/>
                  <a:pt x="440" y="360"/>
                  <a:pt x="457" y="360"/>
                </a:cubicBezTo>
                <a:lnTo>
                  <a:pt x="471" y="360"/>
                </a:lnTo>
                <a:lnTo>
                  <a:pt x="471" y="403"/>
                </a:lnTo>
                <a:lnTo>
                  <a:pt x="464" y="403"/>
                </a:lnTo>
                <a:lnTo>
                  <a:pt x="442" y="402"/>
                </a:lnTo>
                <a:cubicBezTo>
                  <a:pt x="428" y="402"/>
                  <a:pt x="413" y="401"/>
                  <a:pt x="397" y="401"/>
                </a:cubicBezTo>
                <a:cubicBezTo>
                  <a:pt x="380" y="401"/>
                  <a:pt x="369" y="401"/>
                  <a:pt x="362" y="400"/>
                </a:cubicBezTo>
                <a:cubicBezTo>
                  <a:pt x="300" y="400"/>
                  <a:pt x="266" y="401"/>
                  <a:pt x="260" y="403"/>
                </a:cubicBezTo>
                <a:lnTo>
                  <a:pt x="253" y="403"/>
                </a:lnTo>
                <a:lnTo>
                  <a:pt x="253" y="360"/>
                </a:lnTo>
                <a:lnTo>
                  <a:pt x="267" y="360"/>
                </a:lnTo>
                <a:cubicBezTo>
                  <a:pt x="304" y="360"/>
                  <a:pt x="323" y="355"/>
                  <a:pt x="323" y="346"/>
                </a:cubicBezTo>
                <a:cubicBezTo>
                  <a:pt x="324" y="344"/>
                  <a:pt x="324" y="303"/>
                  <a:pt x="324" y="220"/>
                </a:cubicBezTo>
                <a:cubicBezTo>
                  <a:pt x="323" y="138"/>
                  <a:pt x="323" y="95"/>
                  <a:pt x="322" y="90"/>
                </a:cubicBezTo>
                <a:cubicBezTo>
                  <a:pt x="318" y="73"/>
                  <a:pt x="312" y="60"/>
                  <a:pt x="304" y="52"/>
                </a:cubicBezTo>
                <a:cubicBezTo>
                  <a:pt x="295" y="43"/>
                  <a:pt x="288" y="38"/>
                  <a:pt x="282" y="36"/>
                </a:cubicBezTo>
                <a:cubicBezTo>
                  <a:pt x="276" y="35"/>
                  <a:pt x="268" y="34"/>
                  <a:pt x="258" y="35"/>
                </a:cubicBezTo>
                <a:cubicBezTo>
                  <a:pt x="231" y="35"/>
                  <a:pt x="206" y="45"/>
                  <a:pt x="185" y="65"/>
                </a:cubicBezTo>
                <a:cubicBezTo>
                  <a:pt x="169" y="82"/>
                  <a:pt x="159" y="99"/>
                  <a:pt x="155" y="115"/>
                </a:cubicBezTo>
                <a:cubicBezTo>
                  <a:pt x="150" y="132"/>
                  <a:pt x="148" y="158"/>
                  <a:pt x="147" y="191"/>
                </a:cubicBezTo>
                <a:lnTo>
                  <a:pt x="147" y="249"/>
                </a:lnTo>
                <a:lnTo>
                  <a:pt x="147" y="304"/>
                </a:lnTo>
                <a:cubicBezTo>
                  <a:pt x="147" y="322"/>
                  <a:pt x="148" y="334"/>
                  <a:pt x="148" y="340"/>
                </a:cubicBezTo>
                <a:cubicBezTo>
                  <a:pt x="149" y="346"/>
                  <a:pt x="150" y="350"/>
                  <a:pt x="151" y="352"/>
                </a:cubicBezTo>
                <a:cubicBezTo>
                  <a:pt x="152" y="354"/>
                  <a:pt x="155" y="356"/>
                  <a:pt x="159" y="358"/>
                </a:cubicBezTo>
                <a:cubicBezTo>
                  <a:pt x="172" y="359"/>
                  <a:pt x="187" y="360"/>
                  <a:pt x="204" y="360"/>
                </a:cubicBezTo>
                <a:lnTo>
                  <a:pt x="218" y="360"/>
                </a:lnTo>
                <a:lnTo>
                  <a:pt x="218" y="403"/>
                </a:lnTo>
                <a:lnTo>
                  <a:pt x="211" y="403"/>
                </a:lnTo>
                <a:lnTo>
                  <a:pt x="190" y="402"/>
                </a:lnTo>
                <a:cubicBezTo>
                  <a:pt x="175" y="402"/>
                  <a:pt x="160" y="401"/>
                  <a:pt x="144" y="401"/>
                </a:cubicBezTo>
                <a:cubicBezTo>
                  <a:pt x="127" y="401"/>
                  <a:pt x="116" y="401"/>
                  <a:pt x="109" y="400"/>
                </a:cubicBezTo>
                <a:cubicBezTo>
                  <a:pt x="47" y="400"/>
                  <a:pt x="13" y="401"/>
                  <a:pt x="7" y="403"/>
                </a:cubicBezTo>
                <a:lnTo>
                  <a:pt x="0" y="403"/>
                </a:lnTo>
                <a:lnTo>
                  <a:pt x="0" y="360"/>
                </a:lnTo>
                <a:lnTo>
                  <a:pt x="14" y="36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72" name=""/>
          <p:cNvSpPr/>
          <p:nvPr/>
        </p:nvSpPr>
        <p:spPr>
          <a:xfrm>
            <a:off x="6954120" y="4192560"/>
            <a:ext cx="224640" cy="234720"/>
          </a:xfrm>
          <a:custGeom>
            <a:avLst/>
            <a:gdLst/>
            <a:ahLst/>
            <a:rect l="0" t="0" r="r" b="b"/>
            <a:pathLst>
              <a:path w="624" h="652">
                <a:moveTo>
                  <a:pt x="203" y="652"/>
                </a:moveTo>
                <a:cubicBezTo>
                  <a:pt x="194" y="650"/>
                  <a:pt x="159" y="649"/>
                  <a:pt x="98" y="649"/>
                </a:cubicBezTo>
                <a:cubicBezTo>
                  <a:pt x="43" y="649"/>
                  <a:pt x="12" y="650"/>
                  <a:pt x="6" y="652"/>
                </a:cubicBezTo>
                <a:lnTo>
                  <a:pt x="0" y="652"/>
                </a:lnTo>
                <a:lnTo>
                  <a:pt x="0" y="610"/>
                </a:lnTo>
                <a:lnTo>
                  <a:pt x="14" y="610"/>
                </a:lnTo>
                <a:cubicBezTo>
                  <a:pt x="57" y="608"/>
                  <a:pt x="85" y="596"/>
                  <a:pt x="97" y="572"/>
                </a:cubicBezTo>
                <a:cubicBezTo>
                  <a:pt x="98" y="570"/>
                  <a:pt x="114" y="523"/>
                  <a:pt x="146" y="429"/>
                </a:cubicBezTo>
                <a:cubicBezTo>
                  <a:pt x="177" y="335"/>
                  <a:pt x="208" y="241"/>
                  <a:pt x="239" y="148"/>
                </a:cubicBezTo>
                <a:cubicBezTo>
                  <a:pt x="270" y="55"/>
                  <a:pt x="286" y="8"/>
                  <a:pt x="288" y="7"/>
                </a:cubicBezTo>
                <a:cubicBezTo>
                  <a:pt x="289" y="2"/>
                  <a:pt x="295" y="0"/>
                  <a:pt x="304" y="0"/>
                </a:cubicBezTo>
                <a:lnTo>
                  <a:pt x="314" y="0"/>
                </a:lnTo>
                <a:cubicBezTo>
                  <a:pt x="326" y="0"/>
                  <a:pt x="334" y="2"/>
                  <a:pt x="336" y="6"/>
                </a:cubicBezTo>
                <a:cubicBezTo>
                  <a:pt x="337" y="7"/>
                  <a:pt x="370" y="104"/>
                  <a:pt x="434" y="296"/>
                </a:cubicBezTo>
                <a:lnTo>
                  <a:pt x="533" y="591"/>
                </a:lnTo>
                <a:cubicBezTo>
                  <a:pt x="538" y="599"/>
                  <a:pt x="543" y="604"/>
                  <a:pt x="551" y="606"/>
                </a:cubicBezTo>
                <a:cubicBezTo>
                  <a:pt x="558" y="608"/>
                  <a:pt x="573" y="609"/>
                  <a:pt x="597" y="610"/>
                </a:cubicBezTo>
                <a:lnTo>
                  <a:pt x="624" y="610"/>
                </a:lnTo>
                <a:lnTo>
                  <a:pt x="624" y="652"/>
                </a:lnTo>
                <a:lnTo>
                  <a:pt x="616" y="652"/>
                </a:lnTo>
                <a:cubicBezTo>
                  <a:pt x="611" y="650"/>
                  <a:pt x="572" y="649"/>
                  <a:pt x="501" y="649"/>
                </a:cubicBezTo>
                <a:cubicBezTo>
                  <a:pt x="426" y="649"/>
                  <a:pt x="382" y="650"/>
                  <a:pt x="370" y="652"/>
                </a:cubicBezTo>
                <a:lnTo>
                  <a:pt x="360" y="652"/>
                </a:lnTo>
                <a:lnTo>
                  <a:pt x="360" y="610"/>
                </a:lnTo>
                <a:lnTo>
                  <a:pt x="372" y="610"/>
                </a:lnTo>
                <a:cubicBezTo>
                  <a:pt x="415" y="610"/>
                  <a:pt x="436" y="605"/>
                  <a:pt x="436" y="594"/>
                </a:cubicBezTo>
                <a:cubicBezTo>
                  <a:pt x="436" y="593"/>
                  <a:pt x="429" y="570"/>
                  <a:pt x="414" y="527"/>
                </a:cubicBezTo>
                <a:lnTo>
                  <a:pt x="392" y="462"/>
                </a:lnTo>
                <a:lnTo>
                  <a:pt x="179" y="462"/>
                </a:lnTo>
                <a:lnTo>
                  <a:pt x="161" y="516"/>
                </a:lnTo>
                <a:cubicBezTo>
                  <a:pt x="149" y="551"/>
                  <a:pt x="143" y="571"/>
                  <a:pt x="143" y="575"/>
                </a:cubicBezTo>
                <a:cubicBezTo>
                  <a:pt x="143" y="583"/>
                  <a:pt x="149" y="591"/>
                  <a:pt x="161" y="598"/>
                </a:cubicBezTo>
                <a:cubicBezTo>
                  <a:pt x="173" y="606"/>
                  <a:pt x="188" y="610"/>
                  <a:pt x="207" y="610"/>
                </a:cubicBezTo>
                <a:lnTo>
                  <a:pt x="211" y="610"/>
                </a:lnTo>
                <a:lnTo>
                  <a:pt x="211" y="652"/>
                </a:lnTo>
                <a:lnTo>
                  <a:pt x="203" y="652"/>
                </a:lnTo>
                <a:moveTo>
                  <a:pt x="379" y="420"/>
                </a:moveTo>
                <a:lnTo>
                  <a:pt x="285" y="144"/>
                </a:lnTo>
                <a:lnTo>
                  <a:pt x="193" y="419"/>
                </a:lnTo>
                <a:cubicBezTo>
                  <a:pt x="193" y="420"/>
                  <a:pt x="224" y="420"/>
                  <a:pt x="285" y="420"/>
                </a:cubicBezTo>
                <a:lnTo>
                  <a:pt x="379" y="42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73" name=""/>
          <p:cNvSpPr/>
          <p:nvPr/>
        </p:nvSpPr>
        <p:spPr>
          <a:xfrm>
            <a:off x="7198560" y="4203360"/>
            <a:ext cx="204480" cy="223920"/>
          </a:xfrm>
          <a:custGeom>
            <a:avLst/>
            <a:gdLst/>
            <a:ahLst/>
            <a:rect l="0" t="0" r="r" b="b"/>
            <a:pathLst>
              <a:path w="568" h="622">
                <a:moveTo>
                  <a:pt x="94" y="55"/>
                </a:moveTo>
                <a:cubicBezTo>
                  <a:pt x="89" y="51"/>
                  <a:pt x="86" y="48"/>
                  <a:pt x="84" y="47"/>
                </a:cubicBezTo>
                <a:cubicBezTo>
                  <a:pt x="81" y="46"/>
                  <a:pt x="76" y="45"/>
                  <a:pt x="69" y="44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184" y="0"/>
                </a:lnTo>
                <a:lnTo>
                  <a:pt x="218" y="0"/>
                </a:lnTo>
                <a:lnTo>
                  <a:pt x="290" y="0"/>
                </a:lnTo>
                <a:cubicBezTo>
                  <a:pt x="337" y="0"/>
                  <a:pt x="371" y="1"/>
                  <a:pt x="393" y="4"/>
                </a:cubicBezTo>
                <a:cubicBezTo>
                  <a:pt x="415" y="7"/>
                  <a:pt x="437" y="15"/>
                  <a:pt x="458" y="29"/>
                </a:cubicBezTo>
                <a:cubicBezTo>
                  <a:pt x="485" y="43"/>
                  <a:pt x="505" y="62"/>
                  <a:pt x="520" y="84"/>
                </a:cubicBezTo>
                <a:cubicBezTo>
                  <a:pt x="536" y="107"/>
                  <a:pt x="543" y="130"/>
                  <a:pt x="543" y="155"/>
                </a:cubicBezTo>
                <a:cubicBezTo>
                  <a:pt x="543" y="186"/>
                  <a:pt x="531" y="214"/>
                  <a:pt x="506" y="240"/>
                </a:cubicBezTo>
                <a:cubicBezTo>
                  <a:pt x="481" y="265"/>
                  <a:pt x="448" y="283"/>
                  <a:pt x="408" y="294"/>
                </a:cubicBezTo>
                <a:lnTo>
                  <a:pt x="399" y="296"/>
                </a:lnTo>
                <a:cubicBezTo>
                  <a:pt x="444" y="302"/>
                  <a:pt x="483" y="318"/>
                  <a:pt x="517" y="346"/>
                </a:cubicBezTo>
                <a:cubicBezTo>
                  <a:pt x="551" y="374"/>
                  <a:pt x="568" y="409"/>
                  <a:pt x="568" y="452"/>
                </a:cubicBezTo>
                <a:cubicBezTo>
                  <a:pt x="568" y="493"/>
                  <a:pt x="552" y="530"/>
                  <a:pt x="521" y="561"/>
                </a:cubicBezTo>
                <a:cubicBezTo>
                  <a:pt x="490" y="593"/>
                  <a:pt x="451" y="612"/>
                  <a:pt x="402" y="619"/>
                </a:cubicBezTo>
                <a:cubicBezTo>
                  <a:pt x="394" y="621"/>
                  <a:pt x="325" y="621"/>
                  <a:pt x="196" y="622"/>
                </a:cubicBezTo>
                <a:lnTo>
                  <a:pt x="0" y="622"/>
                </a:lnTo>
                <a:lnTo>
                  <a:pt x="0" y="580"/>
                </a:lnTo>
                <a:lnTo>
                  <a:pt x="30" y="580"/>
                </a:lnTo>
                <a:cubicBezTo>
                  <a:pt x="55" y="580"/>
                  <a:pt x="71" y="579"/>
                  <a:pt x="76" y="578"/>
                </a:cubicBezTo>
                <a:cubicBezTo>
                  <a:pt x="82" y="576"/>
                  <a:pt x="87" y="573"/>
                  <a:pt x="94" y="567"/>
                </a:cubicBezTo>
                <a:lnTo>
                  <a:pt x="94" y="55"/>
                </a:lnTo>
                <a:moveTo>
                  <a:pt x="440" y="154"/>
                </a:moveTo>
                <a:cubicBezTo>
                  <a:pt x="440" y="126"/>
                  <a:pt x="432" y="101"/>
                  <a:pt x="417" y="81"/>
                </a:cubicBezTo>
                <a:cubicBezTo>
                  <a:pt x="401" y="60"/>
                  <a:pt x="380" y="47"/>
                  <a:pt x="354" y="42"/>
                </a:cubicBezTo>
                <a:cubicBezTo>
                  <a:pt x="353" y="42"/>
                  <a:pt x="349" y="42"/>
                  <a:pt x="342" y="42"/>
                </a:cubicBezTo>
                <a:cubicBezTo>
                  <a:pt x="335" y="42"/>
                  <a:pt x="325" y="42"/>
                  <a:pt x="313" y="42"/>
                </a:cubicBezTo>
                <a:cubicBezTo>
                  <a:pt x="301" y="42"/>
                  <a:pt x="289" y="42"/>
                  <a:pt x="278" y="42"/>
                </a:cubicBezTo>
                <a:cubicBezTo>
                  <a:pt x="238" y="42"/>
                  <a:pt x="213" y="42"/>
                  <a:pt x="204" y="42"/>
                </a:cubicBezTo>
                <a:cubicBezTo>
                  <a:pt x="195" y="43"/>
                  <a:pt x="189" y="45"/>
                  <a:pt x="186" y="50"/>
                </a:cubicBezTo>
                <a:cubicBezTo>
                  <a:pt x="185" y="52"/>
                  <a:pt x="184" y="91"/>
                  <a:pt x="184" y="167"/>
                </a:cubicBezTo>
                <a:lnTo>
                  <a:pt x="184" y="281"/>
                </a:lnTo>
                <a:lnTo>
                  <a:pt x="259" y="281"/>
                </a:lnTo>
                <a:lnTo>
                  <a:pt x="336" y="280"/>
                </a:lnTo>
                <a:lnTo>
                  <a:pt x="345" y="278"/>
                </a:lnTo>
                <a:cubicBezTo>
                  <a:pt x="347" y="277"/>
                  <a:pt x="351" y="277"/>
                  <a:pt x="355" y="275"/>
                </a:cubicBezTo>
                <a:cubicBezTo>
                  <a:pt x="359" y="274"/>
                  <a:pt x="367" y="270"/>
                  <a:pt x="378" y="264"/>
                </a:cubicBezTo>
                <a:cubicBezTo>
                  <a:pt x="388" y="257"/>
                  <a:pt x="398" y="250"/>
                  <a:pt x="407" y="242"/>
                </a:cubicBezTo>
                <a:cubicBezTo>
                  <a:pt x="415" y="234"/>
                  <a:pt x="423" y="222"/>
                  <a:pt x="429" y="206"/>
                </a:cubicBezTo>
                <a:cubicBezTo>
                  <a:pt x="436" y="190"/>
                  <a:pt x="440" y="173"/>
                  <a:pt x="440" y="154"/>
                </a:cubicBezTo>
                <a:moveTo>
                  <a:pt x="464" y="451"/>
                </a:moveTo>
                <a:cubicBezTo>
                  <a:pt x="464" y="419"/>
                  <a:pt x="455" y="391"/>
                  <a:pt x="438" y="365"/>
                </a:cubicBezTo>
                <a:cubicBezTo>
                  <a:pt x="421" y="338"/>
                  <a:pt x="398" y="322"/>
                  <a:pt x="367" y="315"/>
                </a:cubicBezTo>
                <a:lnTo>
                  <a:pt x="275" y="314"/>
                </a:lnTo>
                <a:lnTo>
                  <a:pt x="184" y="314"/>
                </a:lnTo>
                <a:lnTo>
                  <a:pt x="184" y="440"/>
                </a:lnTo>
                <a:lnTo>
                  <a:pt x="184" y="517"/>
                </a:lnTo>
                <a:cubicBezTo>
                  <a:pt x="184" y="552"/>
                  <a:pt x="185" y="572"/>
                  <a:pt x="188" y="575"/>
                </a:cubicBezTo>
                <a:cubicBezTo>
                  <a:pt x="192" y="578"/>
                  <a:pt x="222" y="579"/>
                  <a:pt x="279" y="579"/>
                </a:cubicBezTo>
                <a:lnTo>
                  <a:pt x="324" y="579"/>
                </a:lnTo>
                <a:cubicBezTo>
                  <a:pt x="349" y="579"/>
                  <a:pt x="368" y="578"/>
                  <a:pt x="378" y="574"/>
                </a:cubicBezTo>
                <a:cubicBezTo>
                  <a:pt x="405" y="565"/>
                  <a:pt x="425" y="550"/>
                  <a:pt x="440" y="527"/>
                </a:cubicBezTo>
                <a:cubicBezTo>
                  <a:pt x="455" y="505"/>
                  <a:pt x="463" y="480"/>
                  <a:pt x="464" y="45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74" name=""/>
          <p:cNvSpPr/>
          <p:nvPr/>
        </p:nvSpPr>
        <p:spPr>
          <a:xfrm>
            <a:off x="7439400" y="4196160"/>
            <a:ext cx="200160" cy="237960"/>
          </a:xfrm>
          <a:custGeom>
            <a:avLst/>
            <a:gdLst/>
            <a:ahLst/>
            <a:rect l="0" t="0" r="r" b="b"/>
            <a:pathLst>
              <a:path w="556" h="661">
                <a:moveTo>
                  <a:pt x="0" y="330"/>
                </a:moveTo>
                <a:cubicBezTo>
                  <a:pt x="0" y="278"/>
                  <a:pt x="10" y="230"/>
                  <a:pt x="31" y="186"/>
                </a:cubicBezTo>
                <a:cubicBezTo>
                  <a:pt x="51" y="142"/>
                  <a:pt x="76" y="108"/>
                  <a:pt x="108" y="82"/>
                </a:cubicBezTo>
                <a:cubicBezTo>
                  <a:pt x="139" y="55"/>
                  <a:pt x="173" y="35"/>
                  <a:pt x="208" y="21"/>
                </a:cubicBezTo>
                <a:cubicBezTo>
                  <a:pt x="243" y="8"/>
                  <a:pt x="275" y="0"/>
                  <a:pt x="306" y="0"/>
                </a:cubicBezTo>
                <a:cubicBezTo>
                  <a:pt x="308" y="0"/>
                  <a:pt x="311" y="0"/>
                  <a:pt x="314" y="0"/>
                </a:cubicBezTo>
                <a:cubicBezTo>
                  <a:pt x="318" y="0"/>
                  <a:pt x="321" y="0"/>
                  <a:pt x="322" y="1"/>
                </a:cubicBezTo>
                <a:cubicBezTo>
                  <a:pt x="377" y="1"/>
                  <a:pt x="426" y="21"/>
                  <a:pt x="468" y="62"/>
                </a:cubicBezTo>
                <a:lnTo>
                  <a:pt x="480" y="73"/>
                </a:lnTo>
                <a:lnTo>
                  <a:pt x="507" y="38"/>
                </a:lnTo>
                <a:cubicBezTo>
                  <a:pt x="524" y="15"/>
                  <a:pt x="533" y="3"/>
                  <a:pt x="536" y="1"/>
                </a:cubicBezTo>
                <a:cubicBezTo>
                  <a:pt x="536" y="1"/>
                  <a:pt x="537" y="1"/>
                  <a:pt x="539" y="1"/>
                </a:cubicBezTo>
                <a:cubicBezTo>
                  <a:pt x="541" y="1"/>
                  <a:pt x="543" y="0"/>
                  <a:pt x="545" y="0"/>
                </a:cubicBezTo>
                <a:lnTo>
                  <a:pt x="548" y="0"/>
                </a:lnTo>
                <a:cubicBezTo>
                  <a:pt x="550" y="0"/>
                  <a:pt x="553" y="1"/>
                  <a:pt x="556" y="5"/>
                </a:cubicBezTo>
                <a:lnTo>
                  <a:pt x="556" y="260"/>
                </a:lnTo>
                <a:lnTo>
                  <a:pt x="551" y="265"/>
                </a:lnTo>
                <a:lnTo>
                  <a:pt x="520" y="265"/>
                </a:lnTo>
                <a:cubicBezTo>
                  <a:pt x="516" y="262"/>
                  <a:pt x="514" y="257"/>
                  <a:pt x="514" y="250"/>
                </a:cubicBezTo>
                <a:cubicBezTo>
                  <a:pt x="508" y="200"/>
                  <a:pt x="494" y="157"/>
                  <a:pt x="470" y="121"/>
                </a:cubicBezTo>
                <a:cubicBezTo>
                  <a:pt x="446" y="84"/>
                  <a:pt x="418" y="60"/>
                  <a:pt x="384" y="49"/>
                </a:cubicBezTo>
                <a:cubicBezTo>
                  <a:pt x="372" y="45"/>
                  <a:pt x="357" y="42"/>
                  <a:pt x="338" y="42"/>
                </a:cubicBezTo>
                <a:cubicBezTo>
                  <a:pt x="275" y="42"/>
                  <a:pt x="222" y="64"/>
                  <a:pt x="180" y="106"/>
                </a:cubicBezTo>
                <a:cubicBezTo>
                  <a:pt x="131" y="154"/>
                  <a:pt x="107" y="229"/>
                  <a:pt x="107" y="330"/>
                </a:cubicBezTo>
                <a:cubicBezTo>
                  <a:pt x="107" y="403"/>
                  <a:pt x="118" y="461"/>
                  <a:pt x="142" y="504"/>
                </a:cubicBezTo>
                <a:cubicBezTo>
                  <a:pt x="155" y="528"/>
                  <a:pt x="171" y="548"/>
                  <a:pt x="190" y="566"/>
                </a:cubicBezTo>
                <a:cubicBezTo>
                  <a:pt x="209" y="582"/>
                  <a:pt x="228" y="594"/>
                  <a:pt x="249" y="601"/>
                </a:cubicBezTo>
                <a:cubicBezTo>
                  <a:pt x="270" y="608"/>
                  <a:pt x="287" y="613"/>
                  <a:pt x="300" y="616"/>
                </a:cubicBezTo>
                <a:cubicBezTo>
                  <a:pt x="313" y="618"/>
                  <a:pt x="327" y="620"/>
                  <a:pt x="340" y="620"/>
                </a:cubicBezTo>
                <a:cubicBezTo>
                  <a:pt x="394" y="620"/>
                  <a:pt x="437" y="599"/>
                  <a:pt x="470" y="557"/>
                </a:cubicBezTo>
                <a:cubicBezTo>
                  <a:pt x="503" y="515"/>
                  <a:pt x="519" y="469"/>
                  <a:pt x="520" y="419"/>
                </a:cubicBezTo>
                <a:cubicBezTo>
                  <a:pt x="520" y="415"/>
                  <a:pt x="522" y="411"/>
                  <a:pt x="526" y="407"/>
                </a:cubicBezTo>
                <a:lnTo>
                  <a:pt x="551" y="407"/>
                </a:lnTo>
                <a:lnTo>
                  <a:pt x="556" y="413"/>
                </a:lnTo>
                <a:lnTo>
                  <a:pt x="556" y="426"/>
                </a:lnTo>
                <a:cubicBezTo>
                  <a:pt x="553" y="489"/>
                  <a:pt x="530" y="543"/>
                  <a:pt x="487" y="591"/>
                </a:cubicBezTo>
                <a:cubicBezTo>
                  <a:pt x="444" y="638"/>
                  <a:pt x="388" y="661"/>
                  <a:pt x="317" y="661"/>
                </a:cubicBezTo>
                <a:cubicBezTo>
                  <a:pt x="232" y="661"/>
                  <a:pt x="158" y="630"/>
                  <a:pt x="94" y="567"/>
                </a:cubicBezTo>
                <a:cubicBezTo>
                  <a:pt x="32" y="502"/>
                  <a:pt x="0" y="424"/>
                  <a:pt x="0" y="3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75" name=""/>
          <p:cNvSpPr/>
          <p:nvPr/>
        </p:nvSpPr>
        <p:spPr>
          <a:xfrm>
            <a:off x="7666560" y="4203360"/>
            <a:ext cx="223560" cy="223920"/>
          </a:xfrm>
          <a:custGeom>
            <a:avLst/>
            <a:gdLst/>
            <a:ahLst/>
            <a:rect l="0" t="0" r="r" b="b"/>
            <a:pathLst>
              <a:path w="621" h="622">
                <a:moveTo>
                  <a:pt x="95" y="55"/>
                </a:moveTo>
                <a:cubicBezTo>
                  <a:pt x="90" y="51"/>
                  <a:pt x="87" y="48"/>
                  <a:pt x="85" y="47"/>
                </a:cubicBezTo>
                <a:cubicBezTo>
                  <a:pt x="82" y="46"/>
                  <a:pt x="77" y="45"/>
                  <a:pt x="70" y="44"/>
                </a:cubicBezTo>
                <a:cubicBezTo>
                  <a:pt x="63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184" y="0"/>
                </a:lnTo>
                <a:cubicBezTo>
                  <a:pt x="288" y="0"/>
                  <a:pt x="346" y="1"/>
                  <a:pt x="358" y="1"/>
                </a:cubicBezTo>
                <a:cubicBezTo>
                  <a:pt x="370" y="1"/>
                  <a:pt x="383" y="2"/>
                  <a:pt x="396" y="6"/>
                </a:cubicBezTo>
                <a:cubicBezTo>
                  <a:pt x="422" y="11"/>
                  <a:pt x="448" y="22"/>
                  <a:pt x="473" y="38"/>
                </a:cubicBezTo>
                <a:cubicBezTo>
                  <a:pt x="499" y="54"/>
                  <a:pt x="523" y="74"/>
                  <a:pt x="546" y="100"/>
                </a:cubicBezTo>
                <a:cubicBezTo>
                  <a:pt x="569" y="125"/>
                  <a:pt x="587" y="156"/>
                  <a:pt x="600" y="193"/>
                </a:cubicBezTo>
                <a:cubicBezTo>
                  <a:pt x="612" y="230"/>
                  <a:pt x="619" y="271"/>
                  <a:pt x="621" y="315"/>
                </a:cubicBezTo>
                <a:cubicBezTo>
                  <a:pt x="621" y="392"/>
                  <a:pt x="598" y="460"/>
                  <a:pt x="553" y="517"/>
                </a:cubicBezTo>
                <a:cubicBezTo>
                  <a:pt x="508" y="574"/>
                  <a:pt x="450" y="608"/>
                  <a:pt x="379" y="619"/>
                </a:cubicBezTo>
                <a:cubicBezTo>
                  <a:pt x="371" y="621"/>
                  <a:pt x="306" y="621"/>
                  <a:pt x="184" y="622"/>
                </a:cubicBezTo>
                <a:lnTo>
                  <a:pt x="0" y="622"/>
                </a:lnTo>
                <a:lnTo>
                  <a:pt x="0" y="580"/>
                </a:lnTo>
                <a:lnTo>
                  <a:pt x="30" y="580"/>
                </a:lnTo>
                <a:cubicBezTo>
                  <a:pt x="56" y="580"/>
                  <a:pt x="72" y="579"/>
                  <a:pt x="77" y="578"/>
                </a:cubicBezTo>
                <a:cubicBezTo>
                  <a:pt x="83" y="576"/>
                  <a:pt x="89" y="573"/>
                  <a:pt x="95" y="567"/>
                </a:cubicBezTo>
                <a:lnTo>
                  <a:pt x="95" y="55"/>
                </a:lnTo>
                <a:moveTo>
                  <a:pt x="516" y="314"/>
                </a:moveTo>
                <a:cubicBezTo>
                  <a:pt x="516" y="252"/>
                  <a:pt x="509" y="203"/>
                  <a:pt x="496" y="165"/>
                </a:cubicBezTo>
                <a:cubicBezTo>
                  <a:pt x="483" y="128"/>
                  <a:pt x="459" y="97"/>
                  <a:pt x="425" y="73"/>
                </a:cubicBezTo>
                <a:cubicBezTo>
                  <a:pt x="392" y="52"/>
                  <a:pt x="350" y="42"/>
                  <a:pt x="299" y="42"/>
                </a:cubicBezTo>
                <a:lnTo>
                  <a:pt x="269" y="42"/>
                </a:lnTo>
                <a:lnTo>
                  <a:pt x="244" y="42"/>
                </a:lnTo>
                <a:cubicBezTo>
                  <a:pt x="210" y="42"/>
                  <a:pt x="192" y="44"/>
                  <a:pt x="189" y="50"/>
                </a:cubicBezTo>
                <a:cubicBezTo>
                  <a:pt x="188" y="52"/>
                  <a:pt x="187" y="138"/>
                  <a:pt x="187" y="308"/>
                </a:cubicBezTo>
                <a:cubicBezTo>
                  <a:pt x="187" y="480"/>
                  <a:pt x="187" y="567"/>
                  <a:pt x="188" y="568"/>
                </a:cubicBezTo>
                <a:cubicBezTo>
                  <a:pt x="188" y="574"/>
                  <a:pt x="193" y="578"/>
                  <a:pt x="202" y="578"/>
                </a:cubicBezTo>
                <a:cubicBezTo>
                  <a:pt x="211" y="579"/>
                  <a:pt x="239" y="580"/>
                  <a:pt x="285" y="580"/>
                </a:cubicBezTo>
                <a:lnTo>
                  <a:pt x="295" y="580"/>
                </a:lnTo>
                <a:cubicBezTo>
                  <a:pt x="359" y="580"/>
                  <a:pt x="409" y="565"/>
                  <a:pt x="445" y="536"/>
                </a:cubicBezTo>
                <a:cubicBezTo>
                  <a:pt x="473" y="513"/>
                  <a:pt x="492" y="483"/>
                  <a:pt x="501" y="448"/>
                </a:cubicBezTo>
                <a:cubicBezTo>
                  <a:pt x="511" y="412"/>
                  <a:pt x="516" y="368"/>
                  <a:pt x="516" y="31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76" name=""/>
          <p:cNvSpPr/>
          <p:nvPr/>
        </p:nvSpPr>
        <p:spPr>
          <a:xfrm>
            <a:off x="7938720" y="418140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0" y="455"/>
                </a:moveTo>
                <a:cubicBezTo>
                  <a:pt x="0" y="413"/>
                  <a:pt x="3" y="373"/>
                  <a:pt x="9" y="335"/>
                </a:cubicBezTo>
                <a:cubicBezTo>
                  <a:pt x="15" y="298"/>
                  <a:pt x="22" y="265"/>
                  <a:pt x="30" y="238"/>
                </a:cubicBezTo>
                <a:cubicBezTo>
                  <a:pt x="38" y="211"/>
                  <a:pt x="49" y="184"/>
                  <a:pt x="64" y="158"/>
                </a:cubicBezTo>
                <a:cubicBezTo>
                  <a:pt x="78" y="132"/>
                  <a:pt x="90" y="112"/>
                  <a:pt x="98" y="97"/>
                </a:cubicBezTo>
                <a:cubicBezTo>
                  <a:pt x="107" y="83"/>
                  <a:pt x="120" y="67"/>
                  <a:pt x="137" y="50"/>
                </a:cubicBezTo>
                <a:cubicBezTo>
                  <a:pt x="154" y="33"/>
                  <a:pt x="164" y="22"/>
                  <a:pt x="167" y="19"/>
                </a:cubicBezTo>
                <a:cubicBezTo>
                  <a:pt x="170" y="15"/>
                  <a:pt x="177" y="9"/>
                  <a:pt x="189" y="0"/>
                </a:cubicBezTo>
                <a:lnTo>
                  <a:pt x="202" y="0"/>
                </a:lnTo>
                <a:lnTo>
                  <a:pt x="206" y="0"/>
                </a:lnTo>
                <a:cubicBezTo>
                  <a:pt x="214" y="0"/>
                  <a:pt x="219" y="2"/>
                  <a:pt x="219" y="8"/>
                </a:cubicBezTo>
                <a:cubicBezTo>
                  <a:pt x="219" y="10"/>
                  <a:pt x="213" y="16"/>
                  <a:pt x="203" y="27"/>
                </a:cubicBezTo>
                <a:cubicBezTo>
                  <a:pt x="193" y="38"/>
                  <a:pt x="179" y="54"/>
                  <a:pt x="165" y="75"/>
                </a:cubicBezTo>
                <a:cubicBezTo>
                  <a:pt x="150" y="96"/>
                  <a:pt x="135" y="123"/>
                  <a:pt x="120" y="153"/>
                </a:cubicBezTo>
                <a:cubicBezTo>
                  <a:pt x="105" y="184"/>
                  <a:pt x="92" y="226"/>
                  <a:pt x="82" y="279"/>
                </a:cubicBezTo>
                <a:cubicBezTo>
                  <a:pt x="72" y="332"/>
                  <a:pt x="67" y="390"/>
                  <a:pt x="67" y="455"/>
                </a:cubicBezTo>
                <a:cubicBezTo>
                  <a:pt x="67" y="519"/>
                  <a:pt x="72" y="577"/>
                  <a:pt x="82" y="629"/>
                </a:cubicBezTo>
                <a:cubicBezTo>
                  <a:pt x="92" y="682"/>
                  <a:pt x="105" y="725"/>
                  <a:pt x="119" y="757"/>
                </a:cubicBezTo>
                <a:cubicBezTo>
                  <a:pt x="134" y="789"/>
                  <a:pt x="149" y="815"/>
                  <a:pt x="164" y="835"/>
                </a:cubicBezTo>
                <a:cubicBezTo>
                  <a:pt x="179" y="855"/>
                  <a:pt x="193" y="871"/>
                  <a:pt x="203" y="883"/>
                </a:cubicBezTo>
                <a:cubicBezTo>
                  <a:pt x="213" y="895"/>
                  <a:pt x="219" y="902"/>
                  <a:pt x="219" y="902"/>
                </a:cubicBezTo>
                <a:cubicBezTo>
                  <a:pt x="219" y="908"/>
                  <a:pt x="214" y="911"/>
                  <a:pt x="205" y="911"/>
                </a:cubicBezTo>
                <a:lnTo>
                  <a:pt x="202" y="911"/>
                </a:lnTo>
                <a:lnTo>
                  <a:pt x="189" y="911"/>
                </a:lnTo>
                <a:lnTo>
                  <a:pt x="164" y="889"/>
                </a:lnTo>
                <a:cubicBezTo>
                  <a:pt x="107" y="837"/>
                  <a:pt x="65" y="773"/>
                  <a:pt x="39" y="696"/>
                </a:cubicBezTo>
                <a:cubicBezTo>
                  <a:pt x="13" y="618"/>
                  <a:pt x="0" y="538"/>
                  <a:pt x="0" y="4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77" name=""/>
          <p:cNvSpPr/>
          <p:nvPr/>
        </p:nvSpPr>
        <p:spPr>
          <a:xfrm>
            <a:off x="8045640" y="4204080"/>
            <a:ext cx="235440" cy="223200"/>
          </a:xfrm>
          <a:custGeom>
            <a:avLst/>
            <a:gdLst/>
            <a:ahLst/>
            <a:rect l="0" t="0" r="r" b="b"/>
            <a:pathLst>
              <a:path w="654" h="620">
                <a:moveTo>
                  <a:pt x="15" y="619"/>
                </a:moveTo>
                <a:cubicBezTo>
                  <a:pt x="5" y="619"/>
                  <a:pt x="0" y="616"/>
                  <a:pt x="0" y="610"/>
                </a:cubicBezTo>
                <a:cubicBezTo>
                  <a:pt x="0" y="609"/>
                  <a:pt x="1" y="605"/>
                  <a:pt x="2" y="597"/>
                </a:cubicBezTo>
                <a:cubicBezTo>
                  <a:pt x="5" y="588"/>
                  <a:pt x="7" y="582"/>
                  <a:pt x="10" y="581"/>
                </a:cubicBezTo>
                <a:cubicBezTo>
                  <a:pt x="12" y="580"/>
                  <a:pt x="19" y="579"/>
                  <a:pt x="31" y="578"/>
                </a:cubicBezTo>
                <a:cubicBezTo>
                  <a:pt x="47" y="578"/>
                  <a:pt x="65" y="577"/>
                  <a:pt x="85" y="576"/>
                </a:cubicBezTo>
                <a:cubicBezTo>
                  <a:pt x="94" y="574"/>
                  <a:pt x="99" y="570"/>
                  <a:pt x="103" y="565"/>
                </a:cubicBezTo>
                <a:cubicBezTo>
                  <a:pt x="104" y="562"/>
                  <a:pt x="125" y="476"/>
                  <a:pt x="167" y="308"/>
                </a:cubicBezTo>
                <a:cubicBezTo>
                  <a:pt x="210" y="141"/>
                  <a:pt x="231" y="56"/>
                  <a:pt x="232" y="53"/>
                </a:cubicBezTo>
                <a:cubicBezTo>
                  <a:pt x="232" y="49"/>
                  <a:pt x="231" y="47"/>
                  <a:pt x="228" y="47"/>
                </a:cubicBezTo>
                <a:cubicBezTo>
                  <a:pt x="223" y="45"/>
                  <a:pt x="207" y="43"/>
                  <a:pt x="179" y="42"/>
                </a:cubicBezTo>
                <a:lnTo>
                  <a:pt x="151" y="42"/>
                </a:lnTo>
                <a:cubicBezTo>
                  <a:pt x="147" y="39"/>
                  <a:pt x="145" y="36"/>
                  <a:pt x="145" y="35"/>
                </a:cubicBezTo>
                <a:cubicBezTo>
                  <a:pt x="145" y="34"/>
                  <a:pt x="146" y="29"/>
                  <a:pt x="147" y="20"/>
                </a:cubicBezTo>
                <a:cubicBezTo>
                  <a:pt x="150" y="9"/>
                  <a:pt x="153" y="3"/>
                  <a:pt x="156" y="0"/>
                </a:cubicBezTo>
                <a:lnTo>
                  <a:pt x="648" y="0"/>
                </a:lnTo>
                <a:cubicBezTo>
                  <a:pt x="652" y="3"/>
                  <a:pt x="654" y="6"/>
                  <a:pt x="654" y="10"/>
                </a:cubicBezTo>
                <a:cubicBezTo>
                  <a:pt x="654" y="13"/>
                  <a:pt x="650" y="47"/>
                  <a:pt x="642" y="112"/>
                </a:cubicBezTo>
                <a:cubicBezTo>
                  <a:pt x="634" y="177"/>
                  <a:pt x="630" y="211"/>
                  <a:pt x="629" y="212"/>
                </a:cubicBezTo>
                <a:cubicBezTo>
                  <a:pt x="628" y="217"/>
                  <a:pt x="622" y="219"/>
                  <a:pt x="611" y="219"/>
                </a:cubicBezTo>
                <a:lnTo>
                  <a:pt x="600" y="219"/>
                </a:lnTo>
                <a:cubicBezTo>
                  <a:pt x="596" y="216"/>
                  <a:pt x="594" y="212"/>
                  <a:pt x="594" y="207"/>
                </a:cubicBezTo>
                <a:cubicBezTo>
                  <a:pt x="594" y="206"/>
                  <a:pt x="595" y="199"/>
                  <a:pt x="597" y="185"/>
                </a:cubicBezTo>
                <a:cubicBezTo>
                  <a:pt x="598" y="171"/>
                  <a:pt x="599" y="155"/>
                  <a:pt x="599" y="137"/>
                </a:cubicBezTo>
                <a:cubicBezTo>
                  <a:pt x="599" y="119"/>
                  <a:pt x="597" y="104"/>
                  <a:pt x="593" y="92"/>
                </a:cubicBezTo>
                <a:cubicBezTo>
                  <a:pt x="589" y="81"/>
                  <a:pt x="583" y="71"/>
                  <a:pt x="576" y="64"/>
                </a:cubicBezTo>
                <a:cubicBezTo>
                  <a:pt x="568" y="57"/>
                  <a:pt x="557" y="52"/>
                  <a:pt x="542" y="50"/>
                </a:cubicBezTo>
                <a:cubicBezTo>
                  <a:pt x="527" y="47"/>
                  <a:pt x="511" y="45"/>
                  <a:pt x="496" y="43"/>
                </a:cubicBezTo>
                <a:cubicBezTo>
                  <a:pt x="480" y="41"/>
                  <a:pt x="458" y="41"/>
                  <a:pt x="430" y="42"/>
                </a:cubicBezTo>
                <a:lnTo>
                  <a:pt x="409" y="42"/>
                </a:lnTo>
                <a:cubicBezTo>
                  <a:pt x="359" y="43"/>
                  <a:pt x="333" y="44"/>
                  <a:pt x="330" y="45"/>
                </a:cubicBezTo>
                <a:cubicBezTo>
                  <a:pt x="327" y="46"/>
                  <a:pt x="325" y="49"/>
                  <a:pt x="324" y="52"/>
                </a:cubicBezTo>
                <a:cubicBezTo>
                  <a:pt x="323" y="53"/>
                  <a:pt x="313" y="93"/>
                  <a:pt x="293" y="171"/>
                </a:cubicBezTo>
                <a:lnTo>
                  <a:pt x="264" y="289"/>
                </a:lnTo>
                <a:lnTo>
                  <a:pt x="314" y="289"/>
                </a:lnTo>
                <a:cubicBezTo>
                  <a:pt x="315" y="289"/>
                  <a:pt x="322" y="289"/>
                  <a:pt x="335" y="289"/>
                </a:cubicBezTo>
                <a:cubicBezTo>
                  <a:pt x="347" y="289"/>
                  <a:pt x="355" y="289"/>
                  <a:pt x="360" y="288"/>
                </a:cubicBezTo>
                <a:cubicBezTo>
                  <a:pt x="365" y="287"/>
                  <a:pt x="372" y="286"/>
                  <a:pt x="380" y="285"/>
                </a:cubicBezTo>
                <a:cubicBezTo>
                  <a:pt x="389" y="284"/>
                  <a:pt x="396" y="282"/>
                  <a:pt x="402" y="279"/>
                </a:cubicBezTo>
                <a:cubicBezTo>
                  <a:pt x="408" y="276"/>
                  <a:pt x="413" y="272"/>
                  <a:pt x="417" y="268"/>
                </a:cubicBezTo>
                <a:cubicBezTo>
                  <a:pt x="425" y="261"/>
                  <a:pt x="432" y="251"/>
                  <a:pt x="437" y="238"/>
                </a:cubicBezTo>
                <a:cubicBezTo>
                  <a:pt x="443" y="225"/>
                  <a:pt x="447" y="214"/>
                  <a:pt x="449" y="203"/>
                </a:cubicBezTo>
                <a:cubicBezTo>
                  <a:pt x="452" y="193"/>
                  <a:pt x="453" y="188"/>
                  <a:pt x="454" y="187"/>
                </a:cubicBezTo>
                <a:cubicBezTo>
                  <a:pt x="456" y="184"/>
                  <a:pt x="461" y="182"/>
                  <a:pt x="471" y="182"/>
                </a:cubicBezTo>
                <a:lnTo>
                  <a:pt x="482" y="182"/>
                </a:lnTo>
                <a:cubicBezTo>
                  <a:pt x="486" y="185"/>
                  <a:pt x="488" y="188"/>
                  <a:pt x="488" y="191"/>
                </a:cubicBezTo>
                <a:cubicBezTo>
                  <a:pt x="488" y="193"/>
                  <a:pt x="479" y="233"/>
                  <a:pt x="460" y="311"/>
                </a:cubicBezTo>
                <a:cubicBezTo>
                  <a:pt x="441" y="389"/>
                  <a:pt x="431" y="429"/>
                  <a:pt x="429" y="432"/>
                </a:cubicBezTo>
                <a:cubicBezTo>
                  <a:pt x="428" y="436"/>
                  <a:pt x="422" y="438"/>
                  <a:pt x="411" y="438"/>
                </a:cubicBezTo>
                <a:lnTo>
                  <a:pt x="400" y="438"/>
                </a:lnTo>
                <a:cubicBezTo>
                  <a:pt x="396" y="434"/>
                  <a:pt x="394" y="431"/>
                  <a:pt x="394" y="427"/>
                </a:cubicBezTo>
                <a:cubicBezTo>
                  <a:pt x="394" y="425"/>
                  <a:pt x="395" y="419"/>
                  <a:pt x="398" y="407"/>
                </a:cubicBezTo>
                <a:cubicBezTo>
                  <a:pt x="401" y="396"/>
                  <a:pt x="403" y="384"/>
                  <a:pt x="403" y="370"/>
                </a:cubicBezTo>
                <a:cubicBezTo>
                  <a:pt x="403" y="352"/>
                  <a:pt x="397" y="341"/>
                  <a:pt x="385" y="337"/>
                </a:cubicBezTo>
                <a:cubicBezTo>
                  <a:pt x="373" y="333"/>
                  <a:pt x="346" y="331"/>
                  <a:pt x="304" y="331"/>
                </a:cubicBezTo>
                <a:lnTo>
                  <a:pt x="254" y="331"/>
                </a:lnTo>
                <a:lnTo>
                  <a:pt x="225" y="447"/>
                </a:lnTo>
                <a:cubicBezTo>
                  <a:pt x="205" y="522"/>
                  <a:pt x="195" y="562"/>
                  <a:pt x="195" y="565"/>
                </a:cubicBezTo>
                <a:cubicBezTo>
                  <a:pt x="195" y="574"/>
                  <a:pt x="222" y="578"/>
                  <a:pt x="276" y="578"/>
                </a:cubicBezTo>
                <a:lnTo>
                  <a:pt x="299" y="578"/>
                </a:lnTo>
                <a:cubicBezTo>
                  <a:pt x="303" y="582"/>
                  <a:pt x="305" y="584"/>
                  <a:pt x="305" y="585"/>
                </a:cubicBezTo>
                <a:cubicBezTo>
                  <a:pt x="305" y="585"/>
                  <a:pt x="304" y="591"/>
                  <a:pt x="303" y="603"/>
                </a:cubicBezTo>
                <a:cubicBezTo>
                  <a:pt x="300" y="611"/>
                  <a:pt x="297" y="616"/>
                  <a:pt x="294" y="620"/>
                </a:cubicBezTo>
                <a:lnTo>
                  <a:pt x="278" y="620"/>
                </a:lnTo>
                <a:cubicBezTo>
                  <a:pt x="253" y="619"/>
                  <a:pt x="208" y="618"/>
                  <a:pt x="140" y="618"/>
                </a:cubicBezTo>
                <a:cubicBezTo>
                  <a:pt x="100" y="618"/>
                  <a:pt x="70" y="618"/>
                  <a:pt x="50" y="618"/>
                </a:cubicBezTo>
                <a:cubicBezTo>
                  <a:pt x="29" y="618"/>
                  <a:pt x="18" y="619"/>
                  <a:pt x="15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78" name=""/>
          <p:cNvSpPr/>
          <p:nvPr/>
        </p:nvSpPr>
        <p:spPr>
          <a:xfrm>
            <a:off x="8276040" y="4321800"/>
            <a:ext cx="79920" cy="154800"/>
          </a:xfrm>
          <a:custGeom>
            <a:avLst/>
            <a:gdLst/>
            <a:ahLst/>
            <a:rect l="0" t="0" r="r" b="b"/>
            <a:pathLst>
              <a:path w="222" h="430">
                <a:moveTo>
                  <a:pt x="84" y="57"/>
                </a:moveTo>
                <a:lnTo>
                  <a:pt x="75" y="60"/>
                </a:lnTo>
                <a:cubicBezTo>
                  <a:pt x="69" y="62"/>
                  <a:pt x="61" y="64"/>
                  <a:pt x="49" y="66"/>
                </a:cubicBezTo>
                <a:cubicBezTo>
                  <a:pt x="38" y="69"/>
                  <a:pt x="26" y="70"/>
                  <a:pt x="12" y="71"/>
                </a:cubicBezTo>
                <a:lnTo>
                  <a:pt x="0" y="71"/>
                </a:lnTo>
                <a:lnTo>
                  <a:pt x="0" y="41"/>
                </a:lnTo>
                <a:lnTo>
                  <a:pt x="12" y="41"/>
                </a:lnTo>
                <a:cubicBezTo>
                  <a:pt x="32" y="40"/>
                  <a:pt x="51" y="37"/>
                  <a:pt x="68" y="32"/>
                </a:cubicBezTo>
                <a:cubicBezTo>
                  <a:pt x="85" y="26"/>
                  <a:pt x="97" y="21"/>
                  <a:pt x="104" y="16"/>
                </a:cubicBezTo>
                <a:cubicBezTo>
                  <a:pt x="112" y="12"/>
                  <a:pt x="118" y="7"/>
                  <a:pt x="123" y="2"/>
                </a:cubicBezTo>
                <a:cubicBezTo>
                  <a:pt x="124" y="1"/>
                  <a:pt x="127" y="0"/>
                  <a:pt x="131" y="0"/>
                </a:cubicBezTo>
                <a:cubicBezTo>
                  <a:pt x="135" y="0"/>
                  <a:pt x="138" y="1"/>
                  <a:pt x="142" y="4"/>
                </a:cubicBezTo>
                <a:lnTo>
                  <a:pt x="142" y="197"/>
                </a:lnTo>
                <a:lnTo>
                  <a:pt x="142" y="390"/>
                </a:lnTo>
                <a:cubicBezTo>
                  <a:pt x="145" y="393"/>
                  <a:pt x="148" y="395"/>
                  <a:pt x="150" y="396"/>
                </a:cubicBezTo>
                <a:cubicBezTo>
                  <a:pt x="152" y="397"/>
                  <a:pt x="157" y="398"/>
                  <a:pt x="166" y="399"/>
                </a:cubicBezTo>
                <a:cubicBezTo>
                  <a:pt x="174" y="400"/>
                  <a:pt x="187" y="400"/>
                  <a:pt x="205" y="400"/>
                </a:cubicBezTo>
                <a:lnTo>
                  <a:pt x="222" y="400"/>
                </a:lnTo>
                <a:lnTo>
                  <a:pt x="222" y="430"/>
                </a:lnTo>
                <a:lnTo>
                  <a:pt x="215" y="430"/>
                </a:lnTo>
                <a:cubicBezTo>
                  <a:pt x="206" y="428"/>
                  <a:pt x="172" y="428"/>
                  <a:pt x="113" y="428"/>
                </a:cubicBezTo>
                <a:cubicBezTo>
                  <a:pt x="54" y="428"/>
                  <a:pt x="20" y="428"/>
                  <a:pt x="11" y="430"/>
                </a:cubicBezTo>
                <a:lnTo>
                  <a:pt x="3" y="430"/>
                </a:lnTo>
                <a:lnTo>
                  <a:pt x="3" y="400"/>
                </a:lnTo>
                <a:lnTo>
                  <a:pt x="20" y="400"/>
                </a:lnTo>
                <a:cubicBezTo>
                  <a:pt x="29" y="400"/>
                  <a:pt x="37" y="400"/>
                  <a:pt x="44" y="400"/>
                </a:cubicBezTo>
                <a:cubicBezTo>
                  <a:pt x="51" y="400"/>
                  <a:pt x="57" y="400"/>
                  <a:pt x="60" y="399"/>
                </a:cubicBezTo>
                <a:cubicBezTo>
                  <a:pt x="64" y="399"/>
                  <a:pt x="68" y="398"/>
                  <a:pt x="71" y="397"/>
                </a:cubicBezTo>
                <a:cubicBezTo>
                  <a:pt x="74" y="397"/>
                  <a:pt x="75" y="396"/>
                  <a:pt x="76" y="396"/>
                </a:cubicBezTo>
                <a:cubicBezTo>
                  <a:pt x="76" y="396"/>
                  <a:pt x="78" y="395"/>
                  <a:pt x="80" y="393"/>
                </a:cubicBezTo>
                <a:cubicBezTo>
                  <a:pt x="82" y="391"/>
                  <a:pt x="83" y="390"/>
                  <a:pt x="84" y="390"/>
                </a:cubicBezTo>
                <a:lnTo>
                  <a:pt x="84" y="5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79" name=""/>
          <p:cNvSpPr/>
          <p:nvPr/>
        </p:nvSpPr>
        <p:spPr>
          <a:xfrm>
            <a:off x="8414640" y="4387320"/>
            <a:ext cx="43560" cy="103680"/>
          </a:xfrm>
          <a:custGeom>
            <a:avLst/>
            <a:gdLst/>
            <a:ahLst/>
            <a:rect l="0" t="0" r="r" b="b"/>
            <a:pathLst>
              <a:path w="121" h="288">
                <a:moveTo>
                  <a:pt x="0" y="78"/>
                </a:moveTo>
                <a:cubicBezTo>
                  <a:pt x="0" y="78"/>
                  <a:pt x="0" y="71"/>
                  <a:pt x="0" y="55"/>
                </a:cubicBezTo>
                <a:cubicBezTo>
                  <a:pt x="0" y="40"/>
                  <a:pt x="5" y="27"/>
                  <a:pt x="14" y="16"/>
                </a:cubicBezTo>
                <a:cubicBezTo>
                  <a:pt x="24" y="5"/>
                  <a:pt x="37" y="0"/>
                  <a:pt x="53" y="0"/>
                </a:cubicBezTo>
                <a:cubicBezTo>
                  <a:pt x="70" y="0"/>
                  <a:pt x="87" y="8"/>
                  <a:pt x="100" y="23"/>
                </a:cubicBezTo>
                <a:cubicBezTo>
                  <a:pt x="113" y="38"/>
                  <a:pt x="120" y="65"/>
                  <a:pt x="121" y="103"/>
                </a:cubicBezTo>
                <a:cubicBezTo>
                  <a:pt x="121" y="124"/>
                  <a:pt x="118" y="145"/>
                  <a:pt x="113" y="165"/>
                </a:cubicBezTo>
                <a:cubicBezTo>
                  <a:pt x="107" y="185"/>
                  <a:pt x="101" y="202"/>
                  <a:pt x="94" y="217"/>
                </a:cubicBezTo>
                <a:cubicBezTo>
                  <a:pt x="85" y="231"/>
                  <a:pt x="77" y="244"/>
                  <a:pt x="69" y="255"/>
                </a:cubicBezTo>
                <a:cubicBezTo>
                  <a:pt x="60" y="265"/>
                  <a:pt x="53" y="273"/>
                  <a:pt x="47" y="279"/>
                </a:cubicBezTo>
                <a:cubicBezTo>
                  <a:pt x="41" y="285"/>
                  <a:pt x="37" y="288"/>
                  <a:pt x="35" y="288"/>
                </a:cubicBezTo>
                <a:cubicBezTo>
                  <a:pt x="33" y="288"/>
                  <a:pt x="29" y="285"/>
                  <a:pt x="23" y="279"/>
                </a:cubicBezTo>
                <a:cubicBezTo>
                  <a:pt x="18" y="274"/>
                  <a:pt x="15" y="270"/>
                  <a:pt x="15" y="268"/>
                </a:cubicBezTo>
                <a:cubicBezTo>
                  <a:pt x="15" y="265"/>
                  <a:pt x="19" y="260"/>
                  <a:pt x="25" y="252"/>
                </a:cubicBezTo>
                <a:cubicBezTo>
                  <a:pt x="32" y="245"/>
                  <a:pt x="39" y="236"/>
                  <a:pt x="48" y="225"/>
                </a:cubicBezTo>
                <a:cubicBezTo>
                  <a:pt x="56" y="214"/>
                  <a:pt x="64" y="199"/>
                  <a:pt x="72" y="179"/>
                </a:cubicBezTo>
                <a:cubicBezTo>
                  <a:pt x="79" y="160"/>
                  <a:pt x="84" y="138"/>
                  <a:pt x="87" y="113"/>
                </a:cubicBezTo>
                <a:lnTo>
                  <a:pt x="87" y="102"/>
                </a:lnTo>
                <a:lnTo>
                  <a:pt x="85" y="103"/>
                </a:lnTo>
                <a:cubicBezTo>
                  <a:pt x="84" y="103"/>
                  <a:pt x="83" y="104"/>
                  <a:pt x="81" y="105"/>
                </a:cubicBezTo>
                <a:cubicBezTo>
                  <a:pt x="79" y="105"/>
                  <a:pt x="77" y="106"/>
                  <a:pt x="75" y="107"/>
                </a:cubicBezTo>
                <a:cubicBezTo>
                  <a:pt x="73" y="109"/>
                  <a:pt x="71" y="109"/>
                  <a:pt x="67" y="109"/>
                </a:cubicBezTo>
                <a:cubicBezTo>
                  <a:pt x="63" y="109"/>
                  <a:pt x="60" y="109"/>
                  <a:pt x="56" y="110"/>
                </a:cubicBezTo>
                <a:cubicBezTo>
                  <a:pt x="40" y="110"/>
                  <a:pt x="26" y="105"/>
                  <a:pt x="16" y="95"/>
                </a:cubicBezTo>
                <a:lnTo>
                  <a:pt x="0" y="7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80" name=""/>
          <p:cNvSpPr/>
          <p:nvPr/>
        </p:nvSpPr>
        <p:spPr>
          <a:xfrm>
            <a:off x="8544960" y="4204080"/>
            <a:ext cx="235440" cy="223200"/>
          </a:xfrm>
          <a:custGeom>
            <a:avLst/>
            <a:gdLst/>
            <a:ahLst/>
            <a:rect l="0" t="0" r="r" b="b"/>
            <a:pathLst>
              <a:path w="654" h="620">
                <a:moveTo>
                  <a:pt x="15" y="619"/>
                </a:moveTo>
                <a:cubicBezTo>
                  <a:pt x="5" y="619"/>
                  <a:pt x="0" y="616"/>
                  <a:pt x="0" y="610"/>
                </a:cubicBezTo>
                <a:cubicBezTo>
                  <a:pt x="0" y="609"/>
                  <a:pt x="0" y="605"/>
                  <a:pt x="2" y="597"/>
                </a:cubicBezTo>
                <a:cubicBezTo>
                  <a:pt x="5" y="588"/>
                  <a:pt x="7" y="582"/>
                  <a:pt x="10" y="581"/>
                </a:cubicBezTo>
                <a:cubicBezTo>
                  <a:pt x="12" y="580"/>
                  <a:pt x="19" y="579"/>
                  <a:pt x="30" y="578"/>
                </a:cubicBezTo>
                <a:cubicBezTo>
                  <a:pt x="47" y="578"/>
                  <a:pt x="65" y="577"/>
                  <a:pt x="85" y="576"/>
                </a:cubicBezTo>
                <a:cubicBezTo>
                  <a:pt x="94" y="574"/>
                  <a:pt x="100" y="570"/>
                  <a:pt x="103" y="565"/>
                </a:cubicBezTo>
                <a:cubicBezTo>
                  <a:pt x="105" y="562"/>
                  <a:pt x="126" y="476"/>
                  <a:pt x="168" y="308"/>
                </a:cubicBezTo>
                <a:cubicBezTo>
                  <a:pt x="210" y="141"/>
                  <a:pt x="231" y="56"/>
                  <a:pt x="232" y="53"/>
                </a:cubicBezTo>
                <a:cubicBezTo>
                  <a:pt x="232" y="49"/>
                  <a:pt x="230" y="47"/>
                  <a:pt x="228" y="47"/>
                </a:cubicBezTo>
                <a:cubicBezTo>
                  <a:pt x="223" y="45"/>
                  <a:pt x="207" y="43"/>
                  <a:pt x="180" y="42"/>
                </a:cubicBezTo>
                <a:lnTo>
                  <a:pt x="152" y="42"/>
                </a:lnTo>
                <a:cubicBezTo>
                  <a:pt x="148" y="39"/>
                  <a:pt x="146" y="36"/>
                  <a:pt x="146" y="35"/>
                </a:cubicBezTo>
                <a:cubicBezTo>
                  <a:pt x="146" y="34"/>
                  <a:pt x="147" y="29"/>
                  <a:pt x="148" y="20"/>
                </a:cubicBezTo>
                <a:cubicBezTo>
                  <a:pt x="150" y="9"/>
                  <a:pt x="153" y="3"/>
                  <a:pt x="157" y="0"/>
                </a:cubicBezTo>
                <a:lnTo>
                  <a:pt x="647" y="0"/>
                </a:lnTo>
                <a:cubicBezTo>
                  <a:pt x="652" y="3"/>
                  <a:pt x="654" y="6"/>
                  <a:pt x="654" y="10"/>
                </a:cubicBezTo>
                <a:cubicBezTo>
                  <a:pt x="654" y="13"/>
                  <a:pt x="650" y="47"/>
                  <a:pt x="642" y="112"/>
                </a:cubicBezTo>
                <a:cubicBezTo>
                  <a:pt x="634" y="177"/>
                  <a:pt x="630" y="211"/>
                  <a:pt x="629" y="212"/>
                </a:cubicBezTo>
                <a:cubicBezTo>
                  <a:pt x="628" y="217"/>
                  <a:pt x="622" y="219"/>
                  <a:pt x="611" y="219"/>
                </a:cubicBezTo>
                <a:lnTo>
                  <a:pt x="600" y="219"/>
                </a:lnTo>
                <a:cubicBezTo>
                  <a:pt x="596" y="216"/>
                  <a:pt x="594" y="212"/>
                  <a:pt x="594" y="207"/>
                </a:cubicBezTo>
                <a:cubicBezTo>
                  <a:pt x="594" y="206"/>
                  <a:pt x="595" y="199"/>
                  <a:pt x="597" y="185"/>
                </a:cubicBezTo>
                <a:cubicBezTo>
                  <a:pt x="598" y="171"/>
                  <a:pt x="599" y="155"/>
                  <a:pt x="599" y="137"/>
                </a:cubicBezTo>
                <a:cubicBezTo>
                  <a:pt x="599" y="119"/>
                  <a:pt x="597" y="104"/>
                  <a:pt x="593" y="92"/>
                </a:cubicBezTo>
                <a:cubicBezTo>
                  <a:pt x="589" y="81"/>
                  <a:pt x="583" y="71"/>
                  <a:pt x="576" y="64"/>
                </a:cubicBezTo>
                <a:cubicBezTo>
                  <a:pt x="568" y="57"/>
                  <a:pt x="557" y="52"/>
                  <a:pt x="542" y="50"/>
                </a:cubicBezTo>
                <a:cubicBezTo>
                  <a:pt x="527" y="47"/>
                  <a:pt x="511" y="45"/>
                  <a:pt x="496" y="43"/>
                </a:cubicBezTo>
                <a:cubicBezTo>
                  <a:pt x="480" y="41"/>
                  <a:pt x="458" y="41"/>
                  <a:pt x="430" y="42"/>
                </a:cubicBezTo>
                <a:lnTo>
                  <a:pt x="409" y="42"/>
                </a:lnTo>
                <a:cubicBezTo>
                  <a:pt x="359" y="43"/>
                  <a:pt x="333" y="44"/>
                  <a:pt x="330" y="45"/>
                </a:cubicBezTo>
                <a:cubicBezTo>
                  <a:pt x="327" y="46"/>
                  <a:pt x="325" y="49"/>
                  <a:pt x="324" y="52"/>
                </a:cubicBezTo>
                <a:cubicBezTo>
                  <a:pt x="323" y="53"/>
                  <a:pt x="313" y="93"/>
                  <a:pt x="293" y="171"/>
                </a:cubicBezTo>
                <a:lnTo>
                  <a:pt x="264" y="289"/>
                </a:lnTo>
                <a:lnTo>
                  <a:pt x="314" y="289"/>
                </a:lnTo>
                <a:cubicBezTo>
                  <a:pt x="315" y="289"/>
                  <a:pt x="322" y="289"/>
                  <a:pt x="334" y="289"/>
                </a:cubicBezTo>
                <a:cubicBezTo>
                  <a:pt x="347" y="289"/>
                  <a:pt x="355" y="289"/>
                  <a:pt x="360" y="288"/>
                </a:cubicBezTo>
                <a:cubicBezTo>
                  <a:pt x="365" y="287"/>
                  <a:pt x="371" y="286"/>
                  <a:pt x="380" y="285"/>
                </a:cubicBezTo>
                <a:cubicBezTo>
                  <a:pt x="388" y="284"/>
                  <a:pt x="396" y="282"/>
                  <a:pt x="402" y="279"/>
                </a:cubicBezTo>
                <a:cubicBezTo>
                  <a:pt x="408" y="276"/>
                  <a:pt x="413" y="272"/>
                  <a:pt x="417" y="268"/>
                </a:cubicBezTo>
                <a:cubicBezTo>
                  <a:pt x="425" y="261"/>
                  <a:pt x="432" y="251"/>
                  <a:pt x="437" y="238"/>
                </a:cubicBezTo>
                <a:cubicBezTo>
                  <a:pt x="443" y="225"/>
                  <a:pt x="447" y="214"/>
                  <a:pt x="449" y="203"/>
                </a:cubicBezTo>
                <a:cubicBezTo>
                  <a:pt x="452" y="193"/>
                  <a:pt x="453" y="188"/>
                  <a:pt x="454" y="187"/>
                </a:cubicBezTo>
                <a:cubicBezTo>
                  <a:pt x="455" y="184"/>
                  <a:pt x="461" y="182"/>
                  <a:pt x="471" y="182"/>
                </a:cubicBezTo>
                <a:lnTo>
                  <a:pt x="482" y="182"/>
                </a:lnTo>
                <a:cubicBezTo>
                  <a:pt x="486" y="185"/>
                  <a:pt x="488" y="188"/>
                  <a:pt x="488" y="191"/>
                </a:cubicBezTo>
                <a:cubicBezTo>
                  <a:pt x="488" y="193"/>
                  <a:pt x="479" y="233"/>
                  <a:pt x="460" y="311"/>
                </a:cubicBezTo>
                <a:cubicBezTo>
                  <a:pt x="441" y="389"/>
                  <a:pt x="431" y="429"/>
                  <a:pt x="429" y="432"/>
                </a:cubicBezTo>
                <a:cubicBezTo>
                  <a:pt x="428" y="436"/>
                  <a:pt x="422" y="438"/>
                  <a:pt x="411" y="438"/>
                </a:cubicBezTo>
                <a:lnTo>
                  <a:pt x="400" y="438"/>
                </a:lnTo>
                <a:cubicBezTo>
                  <a:pt x="396" y="434"/>
                  <a:pt x="394" y="431"/>
                  <a:pt x="394" y="427"/>
                </a:cubicBezTo>
                <a:cubicBezTo>
                  <a:pt x="394" y="425"/>
                  <a:pt x="395" y="419"/>
                  <a:pt x="398" y="407"/>
                </a:cubicBezTo>
                <a:cubicBezTo>
                  <a:pt x="401" y="396"/>
                  <a:pt x="403" y="384"/>
                  <a:pt x="403" y="370"/>
                </a:cubicBezTo>
                <a:cubicBezTo>
                  <a:pt x="403" y="352"/>
                  <a:pt x="397" y="341"/>
                  <a:pt x="385" y="337"/>
                </a:cubicBezTo>
                <a:cubicBezTo>
                  <a:pt x="372" y="333"/>
                  <a:pt x="345" y="331"/>
                  <a:pt x="304" y="331"/>
                </a:cubicBezTo>
                <a:lnTo>
                  <a:pt x="253" y="331"/>
                </a:lnTo>
                <a:lnTo>
                  <a:pt x="224" y="447"/>
                </a:lnTo>
                <a:cubicBezTo>
                  <a:pt x="205" y="522"/>
                  <a:pt x="195" y="562"/>
                  <a:pt x="195" y="565"/>
                </a:cubicBezTo>
                <a:cubicBezTo>
                  <a:pt x="195" y="574"/>
                  <a:pt x="222" y="578"/>
                  <a:pt x="276" y="578"/>
                </a:cubicBezTo>
                <a:lnTo>
                  <a:pt x="299" y="578"/>
                </a:lnTo>
                <a:cubicBezTo>
                  <a:pt x="303" y="582"/>
                  <a:pt x="304" y="584"/>
                  <a:pt x="304" y="585"/>
                </a:cubicBezTo>
                <a:cubicBezTo>
                  <a:pt x="304" y="585"/>
                  <a:pt x="304" y="591"/>
                  <a:pt x="303" y="603"/>
                </a:cubicBezTo>
                <a:cubicBezTo>
                  <a:pt x="300" y="611"/>
                  <a:pt x="297" y="616"/>
                  <a:pt x="294" y="620"/>
                </a:cubicBezTo>
                <a:lnTo>
                  <a:pt x="278" y="620"/>
                </a:lnTo>
                <a:cubicBezTo>
                  <a:pt x="253" y="619"/>
                  <a:pt x="207" y="618"/>
                  <a:pt x="141" y="618"/>
                </a:cubicBezTo>
                <a:cubicBezTo>
                  <a:pt x="101" y="618"/>
                  <a:pt x="70" y="618"/>
                  <a:pt x="50" y="618"/>
                </a:cubicBezTo>
                <a:cubicBezTo>
                  <a:pt x="29" y="618"/>
                  <a:pt x="17" y="619"/>
                  <a:pt x="15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81" name=""/>
          <p:cNvSpPr/>
          <p:nvPr/>
        </p:nvSpPr>
        <p:spPr>
          <a:xfrm>
            <a:off x="8767800" y="4321800"/>
            <a:ext cx="92520" cy="154800"/>
          </a:xfrm>
          <a:custGeom>
            <a:avLst/>
            <a:gdLst/>
            <a:ahLst/>
            <a:rect l="0" t="0" r="r" b="b"/>
            <a:pathLst>
              <a:path w="257" h="430">
                <a:moveTo>
                  <a:pt x="38" y="153"/>
                </a:moveTo>
                <a:cubicBezTo>
                  <a:pt x="26" y="153"/>
                  <a:pt x="17" y="149"/>
                  <a:pt x="10" y="141"/>
                </a:cubicBezTo>
                <a:cubicBezTo>
                  <a:pt x="3" y="133"/>
                  <a:pt x="0" y="124"/>
                  <a:pt x="0" y="113"/>
                </a:cubicBezTo>
                <a:cubicBezTo>
                  <a:pt x="0" y="82"/>
                  <a:pt x="11" y="56"/>
                  <a:pt x="34" y="34"/>
                </a:cubicBezTo>
                <a:cubicBezTo>
                  <a:pt x="56" y="11"/>
                  <a:pt x="85" y="0"/>
                  <a:pt x="120" y="0"/>
                </a:cubicBezTo>
                <a:cubicBezTo>
                  <a:pt x="159" y="0"/>
                  <a:pt x="191" y="12"/>
                  <a:pt x="217" y="36"/>
                </a:cubicBezTo>
                <a:cubicBezTo>
                  <a:pt x="244" y="60"/>
                  <a:pt x="257" y="91"/>
                  <a:pt x="257" y="129"/>
                </a:cubicBezTo>
                <a:cubicBezTo>
                  <a:pt x="257" y="148"/>
                  <a:pt x="253" y="165"/>
                  <a:pt x="244" y="182"/>
                </a:cubicBezTo>
                <a:cubicBezTo>
                  <a:pt x="236" y="200"/>
                  <a:pt x="225" y="215"/>
                  <a:pt x="213" y="227"/>
                </a:cubicBezTo>
                <a:cubicBezTo>
                  <a:pt x="201" y="239"/>
                  <a:pt x="184" y="255"/>
                  <a:pt x="162" y="275"/>
                </a:cubicBezTo>
                <a:cubicBezTo>
                  <a:pt x="147" y="288"/>
                  <a:pt x="125" y="308"/>
                  <a:pt x="98" y="334"/>
                </a:cubicBezTo>
                <a:lnTo>
                  <a:pt x="59" y="370"/>
                </a:lnTo>
                <a:lnTo>
                  <a:pt x="109" y="370"/>
                </a:lnTo>
                <a:cubicBezTo>
                  <a:pt x="176" y="370"/>
                  <a:pt x="212" y="369"/>
                  <a:pt x="216" y="367"/>
                </a:cubicBezTo>
                <a:cubicBezTo>
                  <a:pt x="219" y="366"/>
                  <a:pt x="224" y="347"/>
                  <a:pt x="231" y="310"/>
                </a:cubicBezTo>
                <a:lnTo>
                  <a:pt x="231" y="308"/>
                </a:lnTo>
                <a:lnTo>
                  <a:pt x="257" y="308"/>
                </a:lnTo>
                <a:lnTo>
                  <a:pt x="257" y="310"/>
                </a:lnTo>
                <a:cubicBezTo>
                  <a:pt x="257" y="311"/>
                  <a:pt x="254" y="331"/>
                  <a:pt x="249" y="368"/>
                </a:cubicBezTo>
                <a:cubicBezTo>
                  <a:pt x="244" y="406"/>
                  <a:pt x="241" y="426"/>
                  <a:pt x="239" y="428"/>
                </a:cubicBezTo>
                <a:lnTo>
                  <a:pt x="239" y="430"/>
                </a:lnTo>
                <a:lnTo>
                  <a:pt x="0" y="430"/>
                </a:lnTo>
                <a:lnTo>
                  <a:pt x="0" y="417"/>
                </a:lnTo>
                <a:lnTo>
                  <a:pt x="0" y="410"/>
                </a:lnTo>
                <a:cubicBezTo>
                  <a:pt x="0" y="407"/>
                  <a:pt x="1" y="403"/>
                  <a:pt x="3" y="400"/>
                </a:cubicBezTo>
                <a:cubicBezTo>
                  <a:pt x="6" y="397"/>
                  <a:pt x="12" y="389"/>
                  <a:pt x="23" y="377"/>
                </a:cubicBezTo>
                <a:cubicBezTo>
                  <a:pt x="35" y="364"/>
                  <a:pt x="46" y="352"/>
                  <a:pt x="55" y="341"/>
                </a:cubicBezTo>
                <a:cubicBezTo>
                  <a:pt x="59" y="337"/>
                  <a:pt x="66" y="329"/>
                  <a:pt x="77" y="318"/>
                </a:cubicBezTo>
                <a:cubicBezTo>
                  <a:pt x="87" y="306"/>
                  <a:pt x="96" y="298"/>
                  <a:pt x="100" y="294"/>
                </a:cubicBezTo>
                <a:cubicBezTo>
                  <a:pt x="103" y="290"/>
                  <a:pt x="110" y="282"/>
                  <a:pt x="118" y="273"/>
                </a:cubicBezTo>
                <a:cubicBezTo>
                  <a:pt x="127" y="263"/>
                  <a:pt x="133" y="255"/>
                  <a:pt x="136" y="251"/>
                </a:cubicBezTo>
                <a:cubicBezTo>
                  <a:pt x="140" y="246"/>
                  <a:pt x="145" y="240"/>
                  <a:pt x="151" y="231"/>
                </a:cubicBezTo>
                <a:cubicBezTo>
                  <a:pt x="158" y="223"/>
                  <a:pt x="162" y="216"/>
                  <a:pt x="165" y="211"/>
                </a:cubicBezTo>
                <a:cubicBezTo>
                  <a:pt x="167" y="205"/>
                  <a:pt x="170" y="199"/>
                  <a:pt x="174" y="191"/>
                </a:cubicBezTo>
                <a:cubicBezTo>
                  <a:pt x="178" y="184"/>
                  <a:pt x="181" y="177"/>
                  <a:pt x="183" y="171"/>
                </a:cubicBezTo>
                <a:cubicBezTo>
                  <a:pt x="184" y="164"/>
                  <a:pt x="186" y="157"/>
                  <a:pt x="187" y="151"/>
                </a:cubicBezTo>
                <a:cubicBezTo>
                  <a:pt x="188" y="145"/>
                  <a:pt x="189" y="138"/>
                  <a:pt x="189" y="130"/>
                </a:cubicBezTo>
                <a:cubicBezTo>
                  <a:pt x="189" y="103"/>
                  <a:pt x="182" y="80"/>
                  <a:pt x="167" y="60"/>
                </a:cubicBezTo>
                <a:cubicBezTo>
                  <a:pt x="153" y="40"/>
                  <a:pt x="132" y="30"/>
                  <a:pt x="105" y="30"/>
                </a:cubicBezTo>
                <a:cubicBezTo>
                  <a:pt x="90" y="30"/>
                  <a:pt x="77" y="34"/>
                  <a:pt x="66" y="41"/>
                </a:cubicBezTo>
                <a:cubicBezTo>
                  <a:pt x="56" y="49"/>
                  <a:pt x="48" y="56"/>
                  <a:pt x="44" y="63"/>
                </a:cubicBezTo>
                <a:cubicBezTo>
                  <a:pt x="40" y="69"/>
                  <a:pt x="38" y="73"/>
                  <a:pt x="38" y="75"/>
                </a:cubicBezTo>
                <a:cubicBezTo>
                  <a:pt x="38" y="75"/>
                  <a:pt x="39" y="75"/>
                  <a:pt x="41" y="75"/>
                </a:cubicBezTo>
                <a:cubicBezTo>
                  <a:pt x="48" y="75"/>
                  <a:pt x="56" y="78"/>
                  <a:pt x="65" y="84"/>
                </a:cubicBezTo>
                <a:cubicBezTo>
                  <a:pt x="73" y="90"/>
                  <a:pt x="77" y="100"/>
                  <a:pt x="77" y="114"/>
                </a:cubicBezTo>
                <a:cubicBezTo>
                  <a:pt x="77" y="125"/>
                  <a:pt x="73" y="134"/>
                  <a:pt x="66" y="141"/>
                </a:cubicBezTo>
                <a:cubicBezTo>
                  <a:pt x="60" y="148"/>
                  <a:pt x="50" y="152"/>
                  <a:pt x="38" y="15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82" name=""/>
          <p:cNvSpPr/>
          <p:nvPr/>
        </p:nvSpPr>
        <p:spPr>
          <a:xfrm>
            <a:off x="8906400" y="418140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1" y="73"/>
                  <a:pt x="153" y="137"/>
                  <a:pt x="179" y="214"/>
                </a:cubicBezTo>
                <a:cubicBezTo>
                  <a:pt x="205" y="291"/>
                  <a:pt x="218" y="372"/>
                  <a:pt x="218" y="455"/>
                </a:cubicBezTo>
                <a:cubicBezTo>
                  <a:pt x="218" y="496"/>
                  <a:pt x="215" y="536"/>
                  <a:pt x="209" y="574"/>
                </a:cubicBezTo>
                <a:cubicBezTo>
                  <a:pt x="203" y="612"/>
                  <a:pt x="196" y="644"/>
                  <a:pt x="188" y="672"/>
                </a:cubicBezTo>
                <a:cubicBezTo>
                  <a:pt x="180" y="699"/>
                  <a:pt x="169" y="726"/>
                  <a:pt x="154" y="752"/>
                </a:cubicBezTo>
                <a:cubicBezTo>
                  <a:pt x="140" y="779"/>
                  <a:pt x="128" y="799"/>
                  <a:pt x="120" y="813"/>
                </a:cubicBezTo>
                <a:cubicBezTo>
                  <a:pt x="111" y="827"/>
                  <a:pt x="98" y="843"/>
                  <a:pt x="81" y="860"/>
                </a:cubicBezTo>
                <a:cubicBezTo>
                  <a:pt x="65" y="877"/>
                  <a:pt x="55" y="887"/>
                  <a:pt x="52" y="890"/>
                </a:cubicBezTo>
                <a:cubicBezTo>
                  <a:pt x="49" y="893"/>
                  <a:pt x="42" y="898"/>
                  <a:pt x="31" y="907"/>
                </a:cubicBezTo>
                <a:cubicBezTo>
                  <a:pt x="30" y="909"/>
                  <a:pt x="28" y="910"/>
                  <a:pt x="28" y="911"/>
                </a:cubicBezTo>
                <a:lnTo>
                  <a:pt x="17" y="911"/>
                </a:lnTo>
                <a:cubicBezTo>
                  <a:pt x="12" y="911"/>
                  <a:pt x="9" y="911"/>
                  <a:pt x="7" y="911"/>
                </a:cubicBezTo>
                <a:cubicBezTo>
                  <a:pt x="5" y="911"/>
                  <a:pt x="4" y="910"/>
                  <a:pt x="2" y="908"/>
                </a:cubicBezTo>
                <a:cubicBezTo>
                  <a:pt x="1" y="906"/>
                  <a:pt x="0" y="903"/>
                  <a:pt x="0" y="900"/>
                </a:cubicBezTo>
                <a:cubicBezTo>
                  <a:pt x="0" y="899"/>
                  <a:pt x="4" y="895"/>
                  <a:pt x="10" y="888"/>
                </a:cubicBezTo>
                <a:cubicBezTo>
                  <a:pt x="104" y="790"/>
                  <a:pt x="152" y="645"/>
                  <a:pt x="152" y="455"/>
                </a:cubicBezTo>
                <a:cubicBezTo>
                  <a:pt x="152" y="264"/>
                  <a:pt x="104" y="120"/>
                  <a:pt x="10" y="22"/>
                </a:cubicBezTo>
                <a:cubicBezTo>
                  <a:pt x="4" y="15"/>
                  <a:pt x="0" y="11"/>
                  <a:pt x="0" y="11"/>
                </a:cubicBezTo>
                <a:cubicBezTo>
                  <a:pt x="0" y="6"/>
                  <a:pt x="1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83" name=""/>
          <p:cNvSpPr/>
          <p:nvPr/>
        </p:nvSpPr>
        <p:spPr>
          <a:xfrm>
            <a:off x="933120" y="48384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84" name=""/>
          <p:cNvSpPr/>
          <p:nvPr/>
        </p:nvSpPr>
        <p:spPr>
          <a:xfrm>
            <a:off x="1210320" y="4771800"/>
            <a:ext cx="201960" cy="224640"/>
          </a:xfrm>
          <a:custGeom>
            <a:avLst/>
            <a:gdLst/>
            <a:ahLst/>
            <a:rect l="0" t="0" r="r" b="b"/>
            <a:pathLst>
              <a:path w="561" h="624">
                <a:moveTo>
                  <a:pt x="179" y="42"/>
                </a:moveTo>
                <a:cubicBezTo>
                  <a:pt x="158" y="42"/>
                  <a:pt x="147" y="41"/>
                  <a:pt x="146" y="38"/>
                </a:cubicBezTo>
                <a:cubicBezTo>
                  <a:pt x="145" y="37"/>
                  <a:pt x="145" y="35"/>
                  <a:pt x="145" y="31"/>
                </a:cubicBezTo>
                <a:cubicBezTo>
                  <a:pt x="145" y="16"/>
                  <a:pt x="148" y="6"/>
                  <a:pt x="155" y="1"/>
                </a:cubicBezTo>
                <a:cubicBezTo>
                  <a:pt x="156" y="0"/>
                  <a:pt x="161" y="0"/>
                  <a:pt x="169" y="0"/>
                </a:cubicBezTo>
                <a:cubicBezTo>
                  <a:pt x="201" y="2"/>
                  <a:pt x="240" y="3"/>
                  <a:pt x="285" y="3"/>
                </a:cubicBezTo>
                <a:cubicBezTo>
                  <a:pt x="371" y="3"/>
                  <a:pt x="420" y="2"/>
                  <a:pt x="433" y="0"/>
                </a:cubicBezTo>
                <a:lnTo>
                  <a:pt x="444" y="0"/>
                </a:lnTo>
                <a:cubicBezTo>
                  <a:pt x="447" y="4"/>
                  <a:pt x="449" y="6"/>
                  <a:pt x="449" y="8"/>
                </a:cubicBezTo>
                <a:cubicBezTo>
                  <a:pt x="449" y="10"/>
                  <a:pt x="448" y="16"/>
                  <a:pt x="447" y="25"/>
                </a:cubicBezTo>
                <a:cubicBezTo>
                  <a:pt x="444" y="34"/>
                  <a:pt x="441" y="40"/>
                  <a:pt x="439" y="42"/>
                </a:cubicBezTo>
                <a:lnTo>
                  <a:pt x="404" y="42"/>
                </a:lnTo>
                <a:cubicBezTo>
                  <a:pt x="363" y="43"/>
                  <a:pt x="338" y="45"/>
                  <a:pt x="331" y="50"/>
                </a:cubicBezTo>
                <a:cubicBezTo>
                  <a:pt x="327" y="53"/>
                  <a:pt x="322" y="61"/>
                  <a:pt x="318" y="76"/>
                </a:cubicBezTo>
                <a:cubicBezTo>
                  <a:pt x="314" y="90"/>
                  <a:pt x="293" y="171"/>
                  <a:pt x="256" y="317"/>
                </a:cubicBezTo>
                <a:cubicBezTo>
                  <a:pt x="246" y="356"/>
                  <a:pt x="236" y="398"/>
                  <a:pt x="225" y="442"/>
                </a:cubicBezTo>
                <a:cubicBezTo>
                  <a:pt x="214" y="487"/>
                  <a:pt x="206" y="520"/>
                  <a:pt x="201" y="542"/>
                </a:cubicBezTo>
                <a:lnTo>
                  <a:pt x="192" y="575"/>
                </a:lnTo>
                <a:cubicBezTo>
                  <a:pt x="192" y="578"/>
                  <a:pt x="195" y="579"/>
                  <a:pt x="201" y="579"/>
                </a:cubicBezTo>
                <a:cubicBezTo>
                  <a:pt x="206" y="579"/>
                  <a:pt x="224" y="579"/>
                  <a:pt x="254" y="581"/>
                </a:cubicBezTo>
                <a:lnTo>
                  <a:pt x="270" y="581"/>
                </a:lnTo>
                <a:cubicBezTo>
                  <a:pt x="290" y="581"/>
                  <a:pt x="306" y="580"/>
                  <a:pt x="317" y="580"/>
                </a:cubicBezTo>
                <a:cubicBezTo>
                  <a:pt x="329" y="579"/>
                  <a:pt x="344" y="577"/>
                  <a:pt x="362" y="573"/>
                </a:cubicBezTo>
                <a:cubicBezTo>
                  <a:pt x="380" y="570"/>
                  <a:pt x="395" y="564"/>
                  <a:pt x="407" y="557"/>
                </a:cubicBezTo>
                <a:cubicBezTo>
                  <a:pt x="419" y="550"/>
                  <a:pt x="433" y="539"/>
                  <a:pt x="447" y="526"/>
                </a:cubicBezTo>
                <a:cubicBezTo>
                  <a:pt x="462" y="513"/>
                  <a:pt x="475" y="496"/>
                  <a:pt x="485" y="476"/>
                </a:cubicBezTo>
                <a:cubicBezTo>
                  <a:pt x="495" y="458"/>
                  <a:pt x="504" y="437"/>
                  <a:pt x="513" y="415"/>
                </a:cubicBezTo>
                <a:cubicBezTo>
                  <a:pt x="521" y="393"/>
                  <a:pt x="526" y="380"/>
                  <a:pt x="528" y="377"/>
                </a:cubicBezTo>
                <a:cubicBezTo>
                  <a:pt x="531" y="375"/>
                  <a:pt x="536" y="374"/>
                  <a:pt x="544" y="374"/>
                </a:cubicBezTo>
                <a:lnTo>
                  <a:pt x="555" y="374"/>
                </a:lnTo>
                <a:cubicBezTo>
                  <a:pt x="559" y="380"/>
                  <a:pt x="561" y="383"/>
                  <a:pt x="561" y="384"/>
                </a:cubicBezTo>
                <a:cubicBezTo>
                  <a:pt x="561" y="385"/>
                  <a:pt x="555" y="403"/>
                  <a:pt x="543" y="438"/>
                </a:cubicBezTo>
                <a:cubicBezTo>
                  <a:pt x="531" y="472"/>
                  <a:pt x="517" y="509"/>
                  <a:pt x="503" y="547"/>
                </a:cubicBezTo>
                <a:cubicBezTo>
                  <a:pt x="488" y="585"/>
                  <a:pt x="480" y="608"/>
                  <a:pt x="479" y="614"/>
                </a:cubicBezTo>
                <a:cubicBezTo>
                  <a:pt x="478" y="617"/>
                  <a:pt x="477" y="619"/>
                  <a:pt x="475" y="620"/>
                </a:cubicBezTo>
                <a:cubicBezTo>
                  <a:pt x="474" y="620"/>
                  <a:pt x="469" y="621"/>
                  <a:pt x="461" y="622"/>
                </a:cubicBezTo>
                <a:cubicBezTo>
                  <a:pt x="452" y="624"/>
                  <a:pt x="439" y="624"/>
                  <a:pt x="422" y="623"/>
                </a:cubicBezTo>
                <a:cubicBezTo>
                  <a:pt x="415" y="623"/>
                  <a:pt x="392" y="623"/>
                  <a:pt x="353" y="623"/>
                </a:cubicBezTo>
                <a:cubicBezTo>
                  <a:pt x="313" y="623"/>
                  <a:pt x="276" y="623"/>
                  <a:pt x="239" y="622"/>
                </a:cubicBezTo>
                <a:lnTo>
                  <a:pt x="77" y="622"/>
                </a:lnTo>
                <a:cubicBezTo>
                  <a:pt x="26" y="622"/>
                  <a:pt x="0" y="619"/>
                  <a:pt x="0" y="613"/>
                </a:cubicBezTo>
                <a:cubicBezTo>
                  <a:pt x="0" y="609"/>
                  <a:pt x="1" y="605"/>
                  <a:pt x="2" y="601"/>
                </a:cubicBezTo>
                <a:cubicBezTo>
                  <a:pt x="5" y="589"/>
                  <a:pt x="8" y="583"/>
                  <a:pt x="11" y="582"/>
                </a:cubicBezTo>
                <a:cubicBezTo>
                  <a:pt x="14" y="581"/>
                  <a:pt x="18" y="581"/>
                  <a:pt x="25" y="581"/>
                </a:cubicBezTo>
                <a:lnTo>
                  <a:pt x="30" y="581"/>
                </a:lnTo>
                <a:cubicBezTo>
                  <a:pt x="47" y="581"/>
                  <a:pt x="65" y="580"/>
                  <a:pt x="85" y="578"/>
                </a:cubicBezTo>
                <a:cubicBezTo>
                  <a:pt x="94" y="576"/>
                  <a:pt x="99" y="572"/>
                  <a:pt x="102" y="567"/>
                </a:cubicBezTo>
                <a:cubicBezTo>
                  <a:pt x="104" y="565"/>
                  <a:pt x="126" y="480"/>
                  <a:pt x="168" y="314"/>
                </a:cubicBezTo>
                <a:cubicBezTo>
                  <a:pt x="210" y="148"/>
                  <a:pt x="231" y="59"/>
                  <a:pt x="231" y="50"/>
                </a:cubicBezTo>
                <a:cubicBezTo>
                  <a:pt x="231" y="46"/>
                  <a:pt x="213" y="43"/>
                  <a:pt x="179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4242960" y="3676680"/>
            <a:ext cx="14680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を持つとき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86" name=""/>
          <p:cNvSpPr/>
          <p:nvPr/>
        </p:nvSpPr>
        <p:spPr>
          <a:xfrm>
            <a:off x="933120" y="52862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20" y="73"/>
                  <a:pt x="25" y="66"/>
                </a:cubicBezTo>
                <a:cubicBezTo>
                  <a:pt x="30" y="58"/>
                  <a:pt x="36" y="50"/>
                  <a:pt x="43" y="43"/>
                </a:cubicBezTo>
                <a:cubicBezTo>
                  <a:pt x="50" y="37"/>
                  <a:pt x="57" y="31"/>
                  <a:pt x="65" y="25"/>
                </a:cubicBezTo>
                <a:cubicBezTo>
                  <a:pt x="73" y="20"/>
                  <a:pt x="81" y="16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7"/>
                  <a:pt x="203" y="11"/>
                </a:cubicBezTo>
                <a:cubicBezTo>
                  <a:pt x="211" y="16"/>
                  <a:pt x="220" y="20"/>
                  <a:pt x="228" y="25"/>
                </a:cubicBezTo>
                <a:cubicBezTo>
                  <a:pt x="236" y="31"/>
                  <a:pt x="243" y="37"/>
                  <a:pt x="250" y="43"/>
                </a:cubicBezTo>
                <a:cubicBezTo>
                  <a:pt x="257" y="50"/>
                  <a:pt x="263" y="58"/>
                  <a:pt x="268" y="66"/>
                </a:cubicBezTo>
                <a:cubicBezTo>
                  <a:pt x="273" y="73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1423080" y="4724280"/>
            <a:ext cx="69645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effect modifier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の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1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単位変化あたりの治療効果変化の上界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88" name=""/>
          <p:cNvSpPr/>
          <p:nvPr/>
        </p:nvSpPr>
        <p:spPr>
          <a:xfrm>
            <a:off x="2342160" y="5267160"/>
            <a:ext cx="291240" cy="171360"/>
          </a:xfrm>
          <a:custGeom>
            <a:avLst/>
            <a:gdLst/>
            <a:ahLst/>
            <a:rect l="0" t="0" r="r" b="b"/>
            <a:pathLst>
              <a:path w="809" h="476">
                <a:moveTo>
                  <a:pt x="13" y="219"/>
                </a:moveTo>
                <a:lnTo>
                  <a:pt x="710" y="219"/>
                </a:lnTo>
                <a:cubicBezTo>
                  <a:pt x="640" y="166"/>
                  <a:pt x="596" y="99"/>
                  <a:pt x="580" y="16"/>
                </a:cubicBezTo>
                <a:lnTo>
                  <a:pt x="580" y="14"/>
                </a:lnTo>
                <a:cubicBezTo>
                  <a:pt x="580" y="12"/>
                  <a:pt x="580" y="11"/>
                  <a:pt x="579" y="11"/>
                </a:cubicBezTo>
                <a:cubicBezTo>
                  <a:pt x="579" y="4"/>
                  <a:pt x="584" y="0"/>
                  <a:pt x="595" y="0"/>
                </a:cubicBezTo>
                <a:lnTo>
                  <a:pt x="597" y="0"/>
                </a:lnTo>
                <a:cubicBezTo>
                  <a:pt x="603" y="0"/>
                  <a:pt x="606" y="0"/>
                  <a:pt x="608" y="1"/>
                </a:cubicBezTo>
                <a:cubicBezTo>
                  <a:pt x="610" y="1"/>
                  <a:pt x="612" y="3"/>
                  <a:pt x="614" y="5"/>
                </a:cubicBezTo>
                <a:cubicBezTo>
                  <a:pt x="615" y="6"/>
                  <a:pt x="616" y="9"/>
                  <a:pt x="616" y="13"/>
                </a:cubicBezTo>
                <a:cubicBezTo>
                  <a:pt x="616" y="16"/>
                  <a:pt x="617" y="21"/>
                  <a:pt x="619" y="27"/>
                </a:cubicBezTo>
                <a:cubicBezTo>
                  <a:pt x="621" y="33"/>
                  <a:pt x="623" y="41"/>
                  <a:pt x="626" y="50"/>
                </a:cubicBezTo>
                <a:cubicBezTo>
                  <a:pt x="640" y="91"/>
                  <a:pt x="662" y="127"/>
                  <a:pt x="693" y="159"/>
                </a:cubicBezTo>
                <a:cubicBezTo>
                  <a:pt x="724" y="191"/>
                  <a:pt x="760" y="214"/>
                  <a:pt x="801" y="227"/>
                </a:cubicBezTo>
                <a:cubicBezTo>
                  <a:pt x="807" y="229"/>
                  <a:pt x="809" y="233"/>
                  <a:pt x="809" y="237"/>
                </a:cubicBezTo>
                <a:cubicBezTo>
                  <a:pt x="809" y="241"/>
                  <a:pt x="808" y="244"/>
                  <a:pt x="805" y="246"/>
                </a:cubicBezTo>
                <a:cubicBezTo>
                  <a:pt x="802" y="247"/>
                  <a:pt x="794" y="251"/>
                  <a:pt x="783" y="255"/>
                </a:cubicBezTo>
                <a:cubicBezTo>
                  <a:pt x="771" y="259"/>
                  <a:pt x="760" y="265"/>
                  <a:pt x="748" y="272"/>
                </a:cubicBezTo>
                <a:cubicBezTo>
                  <a:pt x="723" y="288"/>
                  <a:pt x="702" y="307"/>
                  <a:pt x="684" y="328"/>
                </a:cubicBezTo>
                <a:cubicBezTo>
                  <a:pt x="666" y="348"/>
                  <a:pt x="652" y="369"/>
                  <a:pt x="643" y="389"/>
                </a:cubicBezTo>
                <a:cubicBezTo>
                  <a:pt x="634" y="409"/>
                  <a:pt x="627" y="424"/>
                  <a:pt x="624" y="434"/>
                </a:cubicBezTo>
                <a:cubicBezTo>
                  <a:pt x="620" y="444"/>
                  <a:pt x="618" y="454"/>
                  <a:pt x="616" y="462"/>
                </a:cubicBezTo>
                <a:cubicBezTo>
                  <a:pt x="615" y="468"/>
                  <a:pt x="614" y="472"/>
                  <a:pt x="612" y="473"/>
                </a:cubicBezTo>
                <a:cubicBezTo>
                  <a:pt x="610" y="474"/>
                  <a:pt x="605" y="475"/>
                  <a:pt x="597" y="476"/>
                </a:cubicBezTo>
                <a:cubicBezTo>
                  <a:pt x="585" y="476"/>
                  <a:pt x="579" y="473"/>
                  <a:pt x="579" y="466"/>
                </a:cubicBezTo>
                <a:cubicBezTo>
                  <a:pt x="579" y="462"/>
                  <a:pt x="581" y="454"/>
                  <a:pt x="584" y="443"/>
                </a:cubicBezTo>
                <a:cubicBezTo>
                  <a:pt x="603" y="367"/>
                  <a:pt x="645" y="305"/>
                  <a:pt x="710" y="256"/>
                </a:cubicBezTo>
                <a:lnTo>
                  <a:pt x="13" y="256"/>
                </a:lnTo>
                <a:cubicBezTo>
                  <a:pt x="5" y="251"/>
                  <a:pt x="0" y="245"/>
                  <a:pt x="0" y="237"/>
                </a:cubicBezTo>
                <a:cubicBezTo>
                  <a:pt x="0" y="230"/>
                  <a:pt x="5" y="224"/>
                  <a:pt x="13" y="219"/>
                </a:cubicBez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1200240" y="5129280"/>
            <a:ext cx="11260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分布距離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2655000" y="5129280"/>
            <a:ext cx="219312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 治療効果差の上界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4849200" y="5172120"/>
            <a:ext cx="21942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への定量的橋渡し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92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571320" y="155520"/>
            <a:ext cx="706500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理論基盤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: </a:t>
            </a:r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治療効果異質性との連結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11927520" y="6657840"/>
            <a:ext cx="13284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00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01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02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03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04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05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06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07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08" name=""/>
          <p:cNvSpPr/>
          <p:nvPr/>
        </p:nvSpPr>
        <p:spPr>
          <a:xfrm>
            <a:off x="2023200" y="2037600"/>
            <a:ext cx="169560" cy="145440"/>
          </a:xfrm>
          <a:custGeom>
            <a:avLst/>
            <a:gdLst/>
            <a:ahLst/>
            <a:rect l="0" t="0" r="r" b="b"/>
            <a:pathLst>
              <a:path w="471" h="404">
                <a:moveTo>
                  <a:pt x="14" y="362"/>
                </a:moveTo>
                <a:lnTo>
                  <a:pt x="27" y="362"/>
                </a:lnTo>
                <a:cubicBezTo>
                  <a:pt x="51" y="362"/>
                  <a:pt x="65" y="358"/>
                  <a:pt x="70" y="349"/>
                </a:cubicBezTo>
                <a:lnTo>
                  <a:pt x="70" y="342"/>
                </a:lnTo>
                <a:cubicBezTo>
                  <a:pt x="70" y="337"/>
                  <a:pt x="70" y="330"/>
                  <a:pt x="70" y="321"/>
                </a:cubicBezTo>
                <a:cubicBezTo>
                  <a:pt x="70" y="313"/>
                  <a:pt x="70" y="303"/>
                  <a:pt x="70" y="293"/>
                </a:cubicBezTo>
                <a:cubicBezTo>
                  <a:pt x="70" y="283"/>
                  <a:pt x="70" y="271"/>
                  <a:pt x="71" y="257"/>
                </a:cubicBezTo>
                <a:cubicBezTo>
                  <a:pt x="71" y="244"/>
                  <a:pt x="71" y="231"/>
                  <a:pt x="71" y="219"/>
                </a:cubicBezTo>
                <a:cubicBezTo>
                  <a:pt x="71" y="200"/>
                  <a:pt x="71" y="180"/>
                  <a:pt x="71" y="158"/>
                </a:cubicBezTo>
                <a:cubicBezTo>
                  <a:pt x="71" y="137"/>
                  <a:pt x="70" y="119"/>
                  <a:pt x="70" y="104"/>
                </a:cubicBezTo>
                <a:lnTo>
                  <a:pt x="70" y="84"/>
                </a:lnTo>
                <a:cubicBezTo>
                  <a:pt x="68" y="72"/>
                  <a:pt x="64" y="64"/>
                  <a:pt x="57" y="61"/>
                </a:cubicBezTo>
                <a:cubicBezTo>
                  <a:pt x="50" y="57"/>
                  <a:pt x="37" y="54"/>
                  <a:pt x="16" y="53"/>
                </a:cubicBezTo>
                <a:lnTo>
                  <a:pt x="0" y="53"/>
                </a:lnTo>
                <a:lnTo>
                  <a:pt x="0" y="32"/>
                </a:lnTo>
                <a:cubicBezTo>
                  <a:pt x="0" y="18"/>
                  <a:pt x="0" y="11"/>
                  <a:pt x="1" y="11"/>
                </a:cubicBezTo>
                <a:lnTo>
                  <a:pt x="11" y="10"/>
                </a:lnTo>
                <a:cubicBezTo>
                  <a:pt x="17" y="9"/>
                  <a:pt x="25" y="9"/>
                  <a:pt x="36" y="8"/>
                </a:cubicBezTo>
                <a:cubicBezTo>
                  <a:pt x="47" y="7"/>
                  <a:pt x="58" y="7"/>
                  <a:pt x="70" y="6"/>
                </a:cubicBezTo>
                <a:cubicBezTo>
                  <a:pt x="80" y="6"/>
                  <a:pt x="91" y="5"/>
                  <a:pt x="102" y="4"/>
                </a:cubicBezTo>
                <a:cubicBezTo>
                  <a:pt x="114" y="4"/>
                  <a:pt x="123" y="3"/>
                  <a:pt x="129" y="2"/>
                </a:cubicBezTo>
                <a:cubicBezTo>
                  <a:pt x="135" y="0"/>
                  <a:pt x="138" y="0"/>
                  <a:pt x="139" y="1"/>
                </a:cubicBezTo>
                <a:lnTo>
                  <a:pt x="142" y="1"/>
                </a:lnTo>
                <a:lnTo>
                  <a:pt x="142" y="37"/>
                </a:lnTo>
                <a:cubicBezTo>
                  <a:pt x="142" y="60"/>
                  <a:pt x="142" y="72"/>
                  <a:pt x="143" y="72"/>
                </a:cubicBezTo>
                <a:cubicBezTo>
                  <a:pt x="143" y="72"/>
                  <a:pt x="145" y="70"/>
                  <a:pt x="147" y="67"/>
                </a:cubicBezTo>
                <a:cubicBezTo>
                  <a:pt x="149" y="64"/>
                  <a:pt x="153" y="60"/>
                  <a:pt x="158" y="54"/>
                </a:cubicBezTo>
                <a:cubicBezTo>
                  <a:pt x="163" y="47"/>
                  <a:pt x="169" y="42"/>
                  <a:pt x="175" y="37"/>
                </a:cubicBezTo>
                <a:cubicBezTo>
                  <a:pt x="182" y="32"/>
                  <a:pt x="191" y="27"/>
                  <a:pt x="202" y="20"/>
                </a:cubicBezTo>
                <a:cubicBezTo>
                  <a:pt x="213" y="13"/>
                  <a:pt x="224" y="8"/>
                  <a:pt x="236" y="5"/>
                </a:cubicBezTo>
                <a:cubicBezTo>
                  <a:pt x="248" y="2"/>
                  <a:pt x="265" y="1"/>
                  <a:pt x="284" y="1"/>
                </a:cubicBezTo>
                <a:cubicBezTo>
                  <a:pt x="353" y="3"/>
                  <a:pt x="391" y="37"/>
                  <a:pt x="399" y="104"/>
                </a:cubicBezTo>
                <a:cubicBezTo>
                  <a:pt x="400" y="108"/>
                  <a:pt x="400" y="150"/>
                  <a:pt x="400" y="231"/>
                </a:cubicBezTo>
                <a:lnTo>
                  <a:pt x="400" y="309"/>
                </a:lnTo>
                <a:cubicBezTo>
                  <a:pt x="400" y="332"/>
                  <a:pt x="401" y="346"/>
                  <a:pt x="402" y="350"/>
                </a:cubicBezTo>
                <a:cubicBezTo>
                  <a:pt x="403" y="355"/>
                  <a:pt x="407" y="358"/>
                  <a:pt x="412" y="359"/>
                </a:cubicBezTo>
                <a:cubicBezTo>
                  <a:pt x="425" y="361"/>
                  <a:pt x="440" y="362"/>
                  <a:pt x="457" y="362"/>
                </a:cubicBezTo>
                <a:lnTo>
                  <a:pt x="471" y="362"/>
                </a:lnTo>
                <a:lnTo>
                  <a:pt x="471" y="404"/>
                </a:lnTo>
                <a:lnTo>
                  <a:pt x="464" y="404"/>
                </a:lnTo>
                <a:lnTo>
                  <a:pt x="442" y="403"/>
                </a:lnTo>
                <a:cubicBezTo>
                  <a:pt x="428" y="402"/>
                  <a:pt x="413" y="402"/>
                  <a:pt x="397" y="402"/>
                </a:cubicBezTo>
                <a:cubicBezTo>
                  <a:pt x="380" y="402"/>
                  <a:pt x="369" y="402"/>
                  <a:pt x="362" y="401"/>
                </a:cubicBezTo>
                <a:cubicBezTo>
                  <a:pt x="299" y="401"/>
                  <a:pt x="265" y="402"/>
                  <a:pt x="260" y="404"/>
                </a:cubicBezTo>
                <a:lnTo>
                  <a:pt x="252" y="404"/>
                </a:lnTo>
                <a:lnTo>
                  <a:pt x="252" y="362"/>
                </a:lnTo>
                <a:lnTo>
                  <a:pt x="267" y="362"/>
                </a:lnTo>
                <a:cubicBezTo>
                  <a:pt x="304" y="362"/>
                  <a:pt x="323" y="357"/>
                  <a:pt x="323" y="348"/>
                </a:cubicBezTo>
                <a:cubicBezTo>
                  <a:pt x="323" y="346"/>
                  <a:pt x="324" y="304"/>
                  <a:pt x="324" y="222"/>
                </a:cubicBezTo>
                <a:cubicBezTo>
                  <a:pt x="323" y="139"/>
                  <a:pt x="322" y="96"/>
                  <a:pt x="322" y="91"/>
                </a:cubicBezTo>
                <a:cubicBezTo>
                  <a:pt x="318" y="74"/>
                  <a:pt x="312" y="61"/>
                  <a:pt x="304" y="53"/>
                </a:cubicBezTo>
                <a:cubicBezTo>
                  <a:pt x="295" y="44"/>
                  <a:pt x="288" y="39"/>
                  <a:pt x="282" y="37"/>
                </a:cubicBezTo>
                <a:cubicBezTo>
                  <a:pt x="276" y="35"/>
                  <a:pt x="268" y="35"/>
                  <a:pt x="258" y="35"/>
                </a:cubicBezTo>
                <a:cubicBezTo>
                  <a:pt x="230" y="35"/>
                  <a:pt x="206" y="46"/>
                  <a:pt x="185" y="66"/>
                </a:cubicBezTo>
                <a:cubicBezTo>
                  <a:pt x="169" y="83"/>
                  <a:pt x="159" y="99"/>
                  <a:pt x="154" y="116"/>
                </a:cubicBezTo>
                <a:cubicBezTo>
                  <a:pt x="150" y="133"/>
                  <a:pt x="148" y="158"/>
                  <a:pt x="147" y="193"/>
                </a:cubicBezTo>
                <a:lnTo>
                  <a:pt x="147" y="251"/>
                </a:lnTo>
                <a:lnTo>
                  <a:pt x="147" y="306"/>
                </a:lnTo>
                <a:cubicBezTo>
                  <a:pt x="147" y="324"/>
                  <a:pt x="147" y="336"/>
                  <a:pt x="148" y="342"/>
                </a:cubicBezTo>
                <a:cubicBezTo>
                  <a:pt x="149" y="348"/>
                  <a:pt x="149" y="352"/>
                  <a:pt x="151" y="354"/>
                </a:cubicBezTo>
                <a:cubicBezTo>
                  <a:pt x="152" y="356"/>
                  <a:pt x="155" y="358"/>
                  <a:pt x="159" y="359"/>
                </a:cubicBezTo>
                <a:cubicBezTo>
                  <a:pt x="172" y="361"/>
                  <a:pt x="187" y="362"/>
                  <a:pt x="203" y="362"/>
                </a:cubicBezTo>
                <a:lnTo>
                  <a:pt x="218" y="362"/>
                </a:lnTo>
                <a:lnTo>
                  <a:pt x="218" y="404"/>
                </a:lnTo>
                <a:lnTo>
                  <a:pt x="211" y="404"/>
                </a:lnTo>
                <a:lnTo>
                  <a:pt x="190" y="403"/>
                </a:lnTo>
                <a:cubicBezTo>
                  <a:pt x="175" y="402"/>
                  <a:pt x="160" y="402"/>
                  <a:pt x="143" y="402"/>
                </a:cubicBezTo>
                <a:cubicBezTo>
                  <a:pt x="127" y="402"/>
                  <a:pt x="116" y="402"/>
                  <a:pt x="109" y="401"/>
                </a:cubicBezTo>
                <a:cubicBezTo>
                  <a:pt x="46" y="401"/>
                  <a:pt x="12" y="402"/>
                  <a:pt x="7" y="404"/>
                </a:cubicBezTo>
                <a:lnTo>
                  <a:pt x="0" y="404"/>
                </a:lnTo>
                <a:lnTo>
                  <a:pt x="0" y="362"/>
                </a:lnTo>
                <a:lnTo>
                  <a:pt x="14" y="36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09" name=""/>
          <p:cNvSpPr/>
          <p:nvPr/>
        </p:nvSpPr>
        <p:spPr>
          <a:xfrm>
            <a:off x="2207520" y="1947960"/>
            <a:ext cx="224640" cy="235080"/>
          </a:xfrm>
          <a:custGeom>
            <a:avLst/>
            <a:gdLst/>
            <a:ahLst/>
            <a:rect l="0" t="0" r="r" b="b"/>
            <a:pathLst>
              <a:path w="624" h="653">
                <a:moveTo>
                  <a:pt x="203" y="653"/>
                </a:moveTo>
                <a:cubicBezTo>
                  <a:pt x="194" y="651"/>
                  <a:pt x="159" y="650"/>
                  <a:pt x="98" y="650"/>
                </a:cubicBezTo>
                <a:cubicBezTo>
                  <a:pt x="42" y="650"/>
                  <a:pt x="12" y="651"/>
                  <a:pt x="6" y="653"/>
                </a:cubicBezTo>
                <a:lnTo>
                  <a:pt x="0" y="653"/>
                </a:lnTo>
                <a:lnTo>
                  <a:pt x="0" y="611"/>
                </a:lnTo>
                <a:lnTo>
                  <a:pt x="14" y="611"/>
                </a:lnTo>
                <a:cubicBezTo>
                  <a:pt x="57" y="609"/>
                  <a:pt x="85" y="597"/>
                  <a:pt x="97" y="573"/>
                </a:cubicBezTo>
                <a:cubicBezTo>
                  <a:pt x="98" y="571"/>
                  <a:pt x="114" y="523"/>
                  <a:pt x="146" y="430"/>
                </a:cubicBezTo>
                <a:cubicBezTo>
                  <a:pt x="177" y="337"/>
                  <a:pt x="208" y="243"/>
                  <a:pt x="239" y="150"/>
                </a:cubicBezTo>
                <a:cubicBezTo>
                  <a:pt x="270" y="55"/>
                  <a:pt x="286" y="8"/>
                  <a:pt x="288" y="8"/>
                </a:cubicBezTo>
                <a:cubicBezTo>
                  <a:pt x="289" y="3"/>
                  <a:pt x="295" y="0"/>
                  <a:pt x="304" y="0"/>
                </a:cubicBezTo>
                <a:lnTo>
                  <a:pt x="313" y="0"/>
                </a:lnTo>
                <a:cubicBezTo>
                  <a:pt x="325" y="1"/>
                  <a:pt x="332" y="3"/>
                  <a:pt x="335" y="7"/>
                </a:cubicBezTo>
                <a:cubicBezTo>
                  <a:pt x="336" y="8"/>
                  <a:pt x="369" y="105"/>
                  <a:pt x="434" y="298"/>
                </a:cubicBezTo>
                <a:lnTo>
                  <a:pt x="533" y="592"/>
                </a:lnTo>
                <a:cubicBezTo>
                  <a:pt x="538" y="600"/>
                  <a:pt x="543" y="605"/>
                  <a:pt x="551" y="607"/>
                </a:cubicBezTo>
                <a:cubicBezTo>
                  <a:pt x="558" y="608"/>
                  <a:pt x="573" y="610"/>
                  <a:pt x="597" y="611"/>
                </a:cubicBezTo>
                <a:lnTo>
                  <a:pt x="624" y="611"/>
                </a:lnTo>
                <a:lnTo>
                  <a:pt x="624" y="653"/>
                </a:lnTo>
                <a:lnTo>
                  <a:pt x="616" y="653"/>
                </a:lnTo>
                <a:cubicBezTo>
                  <a:pt x="611" y="651"/>
                  <a:pt x="572" y="650"/>
                  <a:pt x="501" y="650"/>
                </a:cubicBezTo>
                <a:cubicBezTo>
                  <a:pt x="426" y="650"/>
                  <a:pt x="381" y="651"/>
                  <a:pt x="369" y="653"/>
                </a:cubicBezTo>
                <a:lnTo>
                  <a:pt x="359" y="653"/>
                </a:lnTo>
                <a:lnTo>
                  <a:pt x="359" y="611"/>
                </a:lnTo>
                <a:lnTo>
                  <a:pt x="371" y="611"/>
                </a:lnTo>
                <a:cubicBezTo>
                  <a:pt x="415" y="611"/>
                  <a:pt x="436" y="606"/>
                  <a:pt x="436" y="595"/>
                </a:cubicBezTo>
                <a:cubicBezTo>
                  <a:pt x="436" y="594"/>
                  <a:pt x="429" y="571"/>
                  <a:pt x="414" y="527"/>
                </a:cubicBezTo>
                <a:lnTo>
                  <a:pt x="391" y="463"/>
                </a:lnTo>
                <a:lnTo>
                  <a:pt x="179" y="463"/>
                </a:lnTo>
                <a:lnTo>
                  <a:pt x="161" y="516"/>
                </a:lnTo>
                <a:cubicBezTo>
                  <a:pt x="149" y="552"/>
                  <a:pt x="143" y="572"/>
                  <a:pt x="143" y="576"/>
                </a:cubicBezTo>
                <a:cubicBezTo>
                  <a:pt x="143" y="584"/>
                  <a:pt x="149" y="591"/>
                  <a:pt x="161" y="599"/>
                </a:cubicBezTo>
                <a:cubicBezTo>
                  <a:pt x="173" y="607"/>
                  <a:pt x="188" y="611"/>
                  <a:pt x="207" y="611"/>
                </a:cubicBezTo>
                <a:lnTo>
                  <a:pt x="211" y="611"/>
                </a:lnTo>
                <a:lnTo>
                  <a:pt x="211" y="653"/>
                </a:lnTo>
                <a:lnTo>
                  <a:pt x="203" y="653"/>
                </a:lnTo>
                <a:moveTo>
                  <a:pt x="378" y="421"/>
                </a:moveTo>
                <a:lnTo>
                  <a:pt x="285" y="146"/>
                </a:lnTo>
                <a:lnTo>
                  <a:pt x="193" y="420"/>
                </a:lnTo>
                <a:cubicBezTo>
                  <a:pt x="193" y="421"/>
                  <a:pt x="224" y="421"/>
                  <a:pt x="285" y="421"/>
                </a:cubicBezTo>
                <a:lnTo>
                  <a:pt x="378" y="4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10" name=""/>
          <p:cNvSpPr/>
          <p:nvPr/>
        </p:nvSpPr>
        <p:spPr>
          <a:xfrm>
            <a:off x="2451960" y="1958760"/>
            <a:ext cx="204480" cy="224280"/>
          </a:xfrm>
          <a:custGeom>
            <a:avLst/>
            <a:gdLst/>
            <a:ahLst/>
            <a:rect l="0" t="0" r="r" b="b"/>
            <a:pathLst>
              <a:path w="568" h="623">
                <a:moveTo>
                  <a:pt x="94" y="56"/>
                </a:moveTo>
                <a:cubicBezTo>
                  <a:pt x="89" y="52"/>
                  <a:pt x="86" y="49"/>
                  <a:pt x="84" y="48"/>
                </a:cubicBezTo>
                <a:cubicBezTo>
                  <a:pt x="81" y="47"/>
                  <a:pt x="76" y="46"/>
                  <a:pt x="69" y="45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183" y="0"/>
                </a:lnTo>
                <a:lnTo>
                  <a:pt x="217" y="0"/>
                </a:lnTo>
                <a:lnTo>
                  <a:pt x="290" y="0"/>
                </a:lnTo>
                <a:cubicBezTo>
                  <a:pt x="337" y="0"/>
                  <a:pt x="371" y="2"/>
                  <a:pt x="393" y="5"/>
                </a:cubicBezTo>
                <a:cubicBezTo>
                  <a:pt x="415" y="8"/>
                  <a:pt x="437" y="16"/>
                  <a:pt x="459" y="30"/>
                </a:cubicBezTo>
                <a:cubicBezTo>
                  <a:pt x="485" y="44"/>
                  <a:pt x="505" y="63"/>
                  <a:pt x="521" y="85"/>
                </a:cubicBezTo>
                <a:cubicBezTo>
                  <a:pt x="536" y="108"/>
                  <a:pt x="543" y="131"/>
                  <a:pt x="543" y="156"/>
                </a:cubicBezTo>
                <a:cubicBezTo>
                  <a:pt x="543" y="187"/>
                  <a:pt x="531" y="215"/>
                  <a:pt x="506" y="241"/>
                </a:cubicBezTo>
                <a:cubicBezTo>
                  <a:pt x="481" y="266"/>
                  <a:pt x="449" y="284"/>
                  <a:pt x="409" y="294"/>
                </a:cubicBezTo>
                <a:lnTo>
                  <a:pt x="399" y="297"/>
                </a:lnTo>
                <a:cubicBezTo>
                  <a:pt x="444" y="303"/>
                  <a:pt x="483" y="319"/>
                  <a:pt x="517" y="347"/>
                </a:cubicBezTo>
                <a:cubicBezTo>
                  <a:pt x="551" y="375"/>
                  <a:pt x="568" y="410"/>
                  <a:pt x="568" y="452"/>
                </a:cubicBezTo>
                <a:cubicBezTo>
                  <a:pt x="568" y="494"/>
                  <a:pt x="552" y="530"/>
                  <a:pt x="521" y="562"/>
                </a:cubicBezTo>
                <a:cubicBezTo>
                  <a:pt x="490" y="594"/>
                  <a:pt x="451" y="613"/>
                  <a:pt x="402" y="620"/>
                </a:cubicBezTo>
                <a:cubicBezTo>
                  <a:pt x="394" y="621"/>
                  <a:pt x="325" y="622"/>
                  <a:pt x="195" y="623"/>
                </a:cubicBezTo>
                <a:lnTo>
                  <a:pt x="0" y="623"/>
                </a:lnTo>
                <a:lnTo>
                  <a:pt x="0" y="581"/>
                </a:lnTo>
                <a:lnTo>
                  <a:pt x="30" y="581"/>
                </a:lnTo>
                <a:cubicBezTo>
                  <a:pt x="55" y="581"/>
                  <a:pt x="71" y="580"/>
                  <a:pt x="76" y="578"/>
                </a:cubicBezTo>
                <a:cubicBezTo>
                  <a:pt x="82" y="577"/>
                  <a:pt x="88" y="574"/>
                  <a:pt x="94" y="567"/>
                </a:cubicBezTo>
                <a:lnTo>
                  <a:pt x="94" y="56"/>
                </a:lnTo>
                <a:moveTo>
                  <a:pt x="440" y="155"/>
                </a:moveTo>
                <a:cubicBezTo>
                  <a:pt x="440" y="127"/>
                  <a:pt x="433" y="102"/>
                  <a:pt x="417" y="81"/>
                </a:cubicBezTo>
                <a:cubicBezTo>
                  <a:pt x="401" y="61"/>
                  <a:pt x="380" y="48"/>
                  <a:pt x="354" y="43"/>
                </a:cubicBezTo>
                <a:cubicBezTo>
                  <a:pt x="353" y="43"/>
                  <a:pt x="349" y="43"/>
                  <a:pt x="342" y="43"/>
                </a:cubicBezTo>
                <a:cubicBezTo>
                  <a:pt x="335" y="43"/>
                  <a:pt x="325" y="43"/>
                  <a:pt x="313" y="43"/>
                </a:cubicBezTo>
                <a:cubicBezTo>
                  <a:pt x="301" y="43"/>
                  <a:pt x="289" y="43"/>
                  <a:pt x="278" y="42"/>
                </a:cubicBezTo>
                <a:cubicBezTo>
                  <a:pt x="237" y="42"/>
                  <a:pt x="212" y="43"/>
                  <a:pt x="203" y="43"/>
                </a:cubicBezTo>
                <a:cubicBezTo>
                  <a:pt x="194" y="44"/>
                  <a:pt x="188" y="46"/>
                  <a:pt x="186" y="50"/>
                </a:cubicBezTo>
                <a:cubicBezTo>
                  <a:pt x="184" y="53"/>
                  <a:pt x="183" y="92"/>
                  <a:pt x="183" y="168"/>
                </a:cubicBezTo>
                <a:lnTo>
                  <a:pt x="183" y="282"/>
                </a:lnTo>
                <a:lnTo>
                  <a:pt x="258" y="282"/>
                </a:lnTo>
                <a:lnTo>
                  <a:pt x="336" y="281"/>
                </a:lnTo>
                <a:lnTo>
                  <a:pt x="345" y="279"/>
                </a:lnTo>
                <a:cubicBezTo>
                  <a:pt x="347" y="278"/>
                  <a:pt x="351" y="277"/>
                  <a:pt x="355" y="276"/>
                </a:cubicBezTo>
                <a:cubicBezTo>
                  <a:pt x="359" y="275"/>
                  <a:pt x="367" y="271"/>
                  <a:pt x="378" y="264"/>
                </a:cubicBezTo>
                <a:cubicBezTo>
                  <a:pt x="389" y="258"/>
                  <a:pt x="398" y="250"/>
                  <a:pt x="407" y="242"/>
                </a:cubicBezTo>
                <a:cubicBezTo>
                  <a:pt x="415" y="235"/>
                  <a:pt x="423" y="223"/>
                  <a:pt x="430" y="207"/>
                </a:cubicBezTo>
                <a:cubicBezTo>
                  <a:pt x="436" y="191"/>
                  <a:pt x="440" y="174"/>
                  <a:pt x="440" y="155"/>
                </a:cubicBezTo>
                <a:moveTo>
                  <a:pt x="464" y="451"/>
                </a:moveTo>
                <a:cubicBezTo>
                  <a:pt x="464" y="420"/>
                  <a:pt x="456" y="391"/>
                  <a:pt x="439" y="365"/>
                </a:cubicBezTo>
                <a:cubicBezTo>
                  <a:pt x="422" y="339"/>
                  <a:pt x="398" y="323"/>
                  <a:pt x="367" y="316"/>
                </a:cubicBezTo>
                <a:lnTo>
                  <a:pt x="275" y="315"/>
                </a:lnTo>
                <a:lnTo>
                  <a:pt x="183" y="315"/>
                </a:lnTo>
                <a:lnTo>
                  <a:pt x="183" y="440"/>
                </a:lnTo>
                <a:lnTo>
                  <a:pt x="183" y="517"/>
                </a:lnTo>
                <a:cubicBezTo>
                  <a:pt x="183" y="553"/>
                  <a:pt x="184" y="573"/>
                  <a:pt x="187" y="576"/>
                </a:cubicBezTo>
                <a:cubicBezTo>
                  <a:pt x="191" y="579"/>
                  <a:pt x="221" y="580"/>
                  <a:pt x="279" y="580"/>
                </a:cubicBezTo>
                <a:lnTo>
                  <a:pt x="324" y="580"/>
                </a:lnTo>
                <a:cubicBezTo>
                  <a:pt x="349" y="580"/>
                  <a:pt x="368" y="578"/>
                  <a:pt x="379" y="575"/>
                </a:cubicBezTo>
                <a:cubicBezTo>
                  <a:pt x="405" y="566"/>
                  <a:pt x="425" y="551"/>
                  <a:pt x="440" y="528"/>
                </a:cubicBezTo>
                <a:cubicBezTo>
                  <a:pt x="456" y="506"/>
                  <a:pt x="463" y="480"/>
                  <a:pt x="464" y="45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11" name=""/>
          <p:cNvSpPr/>
          <p:nvPr/>
        </p:nvSpPr>
        <p:spPr>
          <a:xfrm>
            <a:off x="2693160" y="1951560"/>
            <a:ext cx="200160" cy="238320"/>
          </a:xfrm>
          <a:custGeom>
            <a:avLst/>
            <a:gdLst/>
            <a:ahLst/>
            <a:rect l="0" t="0" r="r" b="b"/>
            <a:pathLst>
              <a:path w="556" h="662">
                <a:moveTo>
                  <a:pt x="0" y="332"/>
                </a:moveTo>
                <a:cubicBezTo>
                  <a:pt x="0" y="280"/>
                  <a:pt x="10" y="232"/>
                  <a:pt x="31" y="187"/>
                </a:cubicBezTo>
                <a:cubicBezTo>
                  <a:pt x="51" y="143"/>
                  <a:pt x="76" y="108"/>
                  <a:pt x="108" y="82"/>
                </a:cubicBezTo>
                <a:cubicBezTo>
                  <a:pt x="140" y="56"/>
                  <a:pt x="173" y="36"/>
                  <a:pt x="207" y="22"/>
                </a:cubicBezTo>
                <a:cubicBezTo>
                  <a:pt x="242" y="8"/>
                  <a:pt x="275" y="1"/>
                  <a:pt x="306" y="0"/>
                </a:cubicBezTo>
                <a:cubicBezTo>
                  <a:pt x="307" y="0"/>
                  <a:pt x="310" y="0"/>
                  <a:pt x="314" y="0"/>
                </a:cubicBezTo>
                <a:cubicBezTo>
                  <a:pt x="317" y="0"/>
                  <a:pt x="320" y="1"/>
                  <a:pt x="321" y="1"/>
                </a:cubicBezTo>
                <a:cubicBezTo>
                  <a:pt x="376" y="1"/>
                  <a:pt x="425" y="22"/>
                  <a:pt x="468" y="63"/>
                </a:cubicBezTo>
                <a:lnTo>
                  <a:pt x="479" y="74"/>
                </a:lnTo>
                <a:lnTo>
                  <a:pt x="507" y="39"/>
                </a:lnTo>
                <a:cubicBezTo>
                  <a:pt x="523" y="16"/>
                  <a:pt x="532" y="4"/>
                  <a:pt x="535" y="1"/>
                </a:cubicBezTo>
                <a:cubicBezTo>
                  <a:pt x="535" y="1"/>
                  <a:pt x="537" y="1"/>
                  <a:pt x="538" y="1"/>
                </a:cubicBezTo>
                <a:cubicBezTo>
                  <a:pt x="540" y="1"/>
                  <a:pt x="542" y="1"/>
                  <a:pt x="544" y="0"/>
                </a:cubicBezTo>
                <a:lnTo>
                  <a:pt x="548" y="0"/>
                </a:lnTo>
                <a:cubicBezTo>
                  <a:pt x="549" y="0"/>
                  <a:pt x="552" y="2"/>
                  <a:pt x="556" y="6"/>
                </a:cubicBezTo>
                <a:lnTo>
                  <a:pt x="556" y="262"/>
                </a:lnTo>
                <a:lnTo>
                  <a:pt x="550" y="267"/>
                </a:lnTo>
                <a:lnTo>
                  <a:pt x="519" y="267"/>
                </a:lnTo>
                <a:cubicBezTo>
                  <a:pt x="516" y="263"/>
                  <a:pt x="514" y="258"/>
                  <a:pt x="513" y="252"/>
                </a:cubicBezTo>
                <a:cubicBezTo>
                  <a:pt x="508" y="202"/>
                  <a:pt x="493" y="158"/>
                  <a:pt x="469" y="121"/>
                </a:cubicBezTo>
                <a:cubicBezTo>
                  <a:pt x="446" y="85"/>
                  <a:pt x="417" y="61"/>
                  <a:pt x="383" y="50"/>
                </a:cubicBezTo>
                <a:cubicBezTo>
                  <a:pt x="371" y="45"/>
                  <a:pt x="356" y="43"/>
                  <a:pt x="337" y="43"/>
                </a:cubicBezTo>
                <a:cubicBezTo>
                  <a:pt x="274" y="43"/>
                  <a:pt x="221" y="64"/>
                  <a:pt x="179" y="107"/>
                </a:cubicBezTo>
                <a:cubicBezTo>
                  <a:pt x="131" y="155"/>
                  <a:pt x="107" y="230"/>
                  <a:pt x="107" y="332"/>
                </a:cubicBezTo>
                <a:cubicBezTo>
                  <a:pt x="107" y="405"/>
                  <a:pt x="119" y="463"/>
                  <a:pt x="142" y="506"/>
                </a:cubicBezTo>
                <a:cubicBezTo>
                  <a:pt x="154" y="530"/>
                  <a:pt x="170" y="550"/>
                  <a:pt x="189" y="567"/>
                </a:cubicBezTo>
                <a:cubicBezTo>
                  <a:pt x="208" y="583"/>
                  <a:pt x="228" y="595"/>
                  <a:pt x="248" y="602"/>
                </a:cubicBezTo>
                <a:cubicBezTo>
                  <a:pt x="269" y="609"/>
                  <a:pt x="286" y="614"/>
                  <a:pt x="299" y="617"/>
                </a:cubicBezTo>
                <a:cubicBezTo>
                  <a:pt x="313" y="619"/>
                  <a:pt x="326" y="621"/>
                  <a:pt x="339" y="621"/>
                </a:cubicBezTo>
                <a:cubicBezTo>
                  <a:pt x="393" y="621"/>
                  <a:pt x="437" y="600"/>
                  <a:pt x="469" y="558"/>
                </a:cubicBezTo>
                <a:cubicBezTo>
                  <a:pt x="502" y="516"/>
                  <a:pt x="519" y="471"/>
                  <a:pt x="519" y="421"/>
                </a:cubicBezTo>
                <a:cubicBezTo>
                  <a:pt x="519" y="417"/>
                  <a:pt x="521" y="413"/>
                  <a:pt x="525" y="409"/>
                </a:cubicBezTo>
                <a:lnTo>
                  <a:pt x="550" y="409"/>
                </a:lnTo>
                <a:lnTo>
                  <a:pt x="556" y="415"/>
                </a:lnTo>
                <a:lnTo>
                  <a:pt x="556" y="428"/>
                </a:lnTo>
                <a:cubicBezTo>
                  <a:pt x="553" y="491"/>
                  <a:pt x="530" y="545"/>
                  <a:pt x="487" y="592"/>
                </a:cubicBezTo>
                <a:cubicBezTo>
                  <a:pt x="444" y="639"/>
                  <a:pt x="387" y="662"/>
                  <a:pt x="316" y="662"/>
                </a:cubicBezTo>
                <a:cubicBezTo>
                  <a:pt x="231" y="662"/>
                  <a:pt x="157" y="631"/>
                  <a:pt x="94" y="567"/>
                </a:cubicBezTo>
                <a:cubicBezTo>
                  <a:pt x="32" y="504"/>
                  <a:pt x="0" y="426"/>
                  <a:pt x="0" y="33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12" name=""/>
          <p:cNvSpPr/>
          <p:nvPr/>
        </p:nvSpPr>
        <p:spPr>
          <a:xfrm>
            <a:off x="2919960" y="1958760"/>
            <a:ext cx="223560" cy="224280"/>
          </a:xfrm>
          <a:custGeom>
            <a:avLst/>
            <a:gdLst/>
            <a:ahLst/>
            <a:rect l="0" t="0" r="r" b="b"/>
            <a:pathLst>
              <a:path w="621" h="623">
                <a:moveTo>
                  <a:pt x="94" y="56"/>
                </a:moveTo>
                <a:cubicBezTo>
                  <a:pt x="90" y="52"/>
                  <a:pt x="86" y="49"/>
                  <a:pt x="84" y="48"/>
                </a:cubicBezTo>
                <a:cubicBezTo>
                  <a:pt x="82" y="47"/>
                  <a:pt x="77" y="46"/>
                  <a:pt x="69" y="45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183" y="0"/>
                </a:lnTo>
                <a:cubicBezTo>
                  <a:pt x="288" y="1"/>
                  <a:pt x="346" y="1"/>
                  <a:pt x="358" y="1"/>
                </a:cubicBezTo>
                <a:cubicBezTo>
                  <a:pt x="370" y="1"/>
                  <a:pt x="383" y="3"/>
                  <a:pt x="396" y="7"/>
                </a:cubicBezTo>
                <a:cubicBezTo>
                  <a:pt x="422" y="12"/>
                  <a:pt x="448" y="23"/>
                  <a:pt x="474" y="39"/>
                </a:cubicBezTo>
                <a:cubicBezTo>
                  <a:pt x="499" y="54"/>
                  <a:pt x="523" y="75"/>
                  <a:pt x="546" y="101"/>
                </a:cubicBezTo>
                <a:cubicBezTo>
                  <a:pt x="569" y="126"/>
                  <a:pt x="587" y="157"/>
                  <a:pt x="600" y="194"/>
                </a:cubicBezTo>
                <a:cubicBezTo>
                  <a:pt x="613" y="231"/>
                  <a:pt x="620" y="272"/>
                  <a:pt x="621" y="316"/>
                </a:cubicBezTo>
                <a:cubicBezTo>
                  <a:pt x="621" y="393"/>
                  <a:pt x="599" y="460"/>
                  <a:pt x="554" y="517"/>
                </a:cubicBezTo>
                <a:cubicBezTo>
                  <a:pt x="509" y="574"/>
                  <a:pt x="451" y="609"/>
                  <a:pt x="379" y="620"/>
                </a:cubicBezTo>
                <a:cubicBezTo>
                  <a:pt x="371" y="621"/>
                  <a:pt x="306" y="622"/>
                  <a:pt x="183" y="623"/>
                </a:cubicBezTo>
                <a:lnTo>
                  <a:pt x="0" y="623"/>
                </a:lnTo>
                <a:lnTo>
                  <a:pt x="0" y="581"/>
                </a:lnTo>
                <a:lnTo>
                  <a:pt x="30" y="581"/>
                </a:lnTo>
                <a:cubicBezTo>
                  <a:pt x="56" y="581"/>
                  <a:pt x="71" y="580"/>
                  <a:pt x="77" y="578"/>
                </a:cubicBezTo>
                <a:cubicBezTo>
                  <a:pt x="82" y="577"/>
                  <a:pt x="88" y="574"/>
                  <a:pt x="94" y="567"/>
                </a:cubicBezTo>
                <a:lnTo>
                  <a:pt x="94" y="56"/>
                </a:lnTo>
                <a:moveTo>
                  <a:pt x="516" y="314"/>
                </a:moveTo>
                <a:cubicBezTo>
                  <a:pt x="516" y="253"/>
                  <a:pt x="510" y="204"/>
                  <a:pt x="496" y="166"/>
                </a:cubicBezTo>
                <a:cubicBezTo>
                  <a:pt x="483" y="128"/>
                  <a:pt x="459" y="98"/>
                  <a:pt x="425" y="74"/>
                </a:cubicBezTo>
                <a:cubicBezTo>
                  <a:pt x="393" y="53"/>
                  <a:pt x="351" y="42"/>
                  <a:pt x="300" y="42"/>
                </a:cubicBezTo>
                <a:lnTo>
                  <a:pt x="270" y="42"/>
                </a:lnTo>
                <a:lnTo>
                  <a:pt x="243" y="42"/>
                </a:lnTo>
                <a:cubicBezTo>
                  <a:pt x="209" y="42"/>
                  <a:pt x="191" y="45"/>
                  <a:pt x="189" y="50"/>
                </a:cubicBezTo>
                <a:cubicBezTo>
                  <a:pt x="187" y="53"/>
                  <a:pt x="186" y="139"/>
                  <a:pt x="186" y="309"/>
                </a:cubicBezTo>
                <a:cubicBezTo>
                  <a:pt x="186" y="481"/>
                  <a:pt x="186" y="567"/>
                  <a:pt x="187" y="569"/>
                </a:cubicBezTo>
                <a:cubicBezTo>
                  <a:pt x="187" y="575"/>
                  <a:pt x="192" y="579"/>
                  <a:pt x="201" y="579"/>
                </a:cubicBezTo>
                <a:cubicBezTo>
                  <a:pt x="211" y="580"/>
                  <a:pt x="238" y="581"/>
                  <a:pt x="285" y="581"/>
                </a:cubicBezTo>
                <a:lnTo>
                  <a:pt x="295" y="581"/>
                </a:lnTo>
                <a:cubicBezTo>
                  <a:pt x="360" y="581"/>
                  <a:pt x="410" y="566"/>
                  <a:pt x="445" y="537"/>
                </a:cubicBezTo>
                <a:cubicBezTo>
                  <a:pt x="473" y="513"/>
                  <a:pt x="492" y="484"/>
                  <a:pt x="502" y="448"/>
                </a:cubicBezTo>
                <a:cubicBezTo>
                  <a:pt x="512" y="413"/>
                  <a:pt x="516" y="368"/>
                  <a:pt x="516" y="31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13" name=""/>
          <p:cNvSpPr/>
          <p:nvPr/>
        </p:nvSpPr>
        <p:spPr>
          <a:xfrm>
            <a:off x="2271960" y="1820520"/>
            <a:ext cx="628200" cy="93600"/>
          </a:xfrm>
          <a:custGeom>
            <a:avLst/>
            <a:gdLst/>
            <a:ahLst/>
            <a:rect l="0" t="0" r="r" b="b"/>
            <a:pathLst>
              <a:path w="1745" h="260">
                <a:moveTo>
                  <a:pt x="18" y="260"/>
                </a:moveTo>
                <a:cubicBezTo>
                  <a:pt x="12" y="260"/>
                  <a:pt x="8" y="253"/>
                  <a:pt x="5" y="241"/>
                </a:cubicBezTo>
                <a:cubicBezTo>
                  <a:pt x="2" y="227"/>
                  <a:pt x="0" y="216"/>
                  <a:pt x="0" y="207"/>
                </a:cubicBezTo>
                <a:cubicBezTo>
                  <a:pt x="0" y="204"/>
                  <a:pt x="1" y="202"/>
                  <a:pt x="1" y="201"/>
                </a:cubicBezTo>
                <a:cubicBezTo>
                  <a:pt x="2" y="199"/>
                  <a:pt x="146" y="165"/>
                  <a:pt x="433" y="100"/>
                </a:cubicBezTo>
                <a:cubicBezTo>
                  <a:pt x="719" y="34"/>
                  <a:pt x="865" y="1"/>
                  <a:pt x="871" y="0"/>
                </a:cubicBezTo>
                <a:cubicBezTo>
                  <a:pt x="872" y="0"/>
                  <a:pt x="1016" y="33"/>
                  <a:pt x="1303" y="98"/>
                </a:cubicBezTo>
                <a:cubicBezTo>
                  <a:pt x="1590" y="163"/>
                  <a:pt x="1735" y="196"/>
                  <a:pt x="1739" y="198"/>
                </a:cubicBezTo>
                <a:cubicBezTo>
                  <a:pt x="1743" y="198"/>
                  <a:pt x="1745" y="201"/>
                  <a:pt x="1745" y="207"/>
                </a:cubicBezTo>
                <a:cubicBezTo>
                  <a:pt x="1745" y="214"/>
                  <a:pt x="1743" y="224"/>
                  <a:pt x="1740" y="239"/>
                </a:cubicBezTo>
                <a:cubicBezTo>
                  <a:pt x="1737" y="253"/>
                  <a:pt x="1733" y="260"/>
                  <a:pt x="1728" y="260"/>
                </a:cubicBezTo>
                <a:cubicBezTo>
                  <a:pt x="1726" y="260"/>
                  <a:pt x="1584" y="231"/>
                  <a:pt x="1298" y="174"/>
                </a:cubicBezTo>
                <a:lnTo>
                  <a:pt x="873" y="87"/>
                </a:lnTo>
                <a:lnTo>
                  <a:pt x="446" y="174"/>
                </a:lnTo>
                <a:cubicBezTo>
                  <a:pt x="161" y="231"/>
                  <a:pt x="18" y="260"/>
                  <a:pt x="18" y="26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14" name=""/>
          <p:cNvSpPr/>
          <p:nvPr/>
        </p:nvSpPr>
        <p:spPr>
          <a:xfrm>
            <a:off x="3270960" y="2062440"/>
            <a:ext cx="218520" cy="77040"/>
          </a:xfrm>
          <a:custGeom>
            <a:avLst/>
            <a:gdLst/>
            <a:ahLst/>
            <a:rect l="0" t="0" r="r" b="b"/>
            <a:pathLst>
              <a:path w="607" h="214">
                <a:moveTo>
                  <a:pt x="0" y="18"/>
                </a:moveTo>
                <a:cubicBezTo>
                  <a:pt x="0" y="10"/>
                  <a:pt x="4" y="4"/>
                  <a:pt x="13" y="0"/>
                </a:cubicBezTo>
                <a:lnTo>
                  <a:pt x="593" y="0"/>
                </a:lnTo>
                <a:cubicBezTo>
                  <a:pt x="602" y="5"/>
                  <a:pt x="607" y="11"/>
                  <a:pt x="607" y="18"/>
                </a:cubicBezTo>
                <a:cubicBezTo>
                  <a:pt x="607" y="25"/>
                  <a:pt x="603" y="31"/>
                  <a:pt x="594" y="35"/>
                </a:cubicBezTo>
                <a:lnTo>
                  <a:pt x="304" y="36"/>
                </a:lnTo>
                <a:lnTo>
                  <a:pt x="14" y="36"/>
                </a:lnTo>
                <a:cubicBezTo>
                  <a:pt x="5" y="33"/>
                  <a:pt x="0" y="27"/>
                  <a:pt x="0" y="18"/>
                </a:cubicBezTo>
                <a:moveTo>
                  <a:pt x="0" y="196"/>
                </a:moveTo>
                <a:cubicBezTo>
                  <a:pt x="0" y="187"/>
                  <a:pt x="5" y="181"/>
                  <a:pt x="14" y="178"/>
                </a:cubicBezTo>
                <a:lnTo>
                  <a:pt x="594" y="178"/>
                </a:lnTo>
                <a:cubicBezTo>
                  <a:pt x="603" y="184"/>
                  <a:pt x="607" y="190"/>
                  <a:pt x="607" y="196"/>
                </a:cubicBezTo>
                <a:cubicBezTo>
                  <a:pt x="607" y="204"/>
                  <a:pt x="602" y="210"/>
                  <a:pt x="593" y="214"/>
                </a:cubicBezTo>
                <a:lnTo>
                  <a:pt x="13" y="214"/>
                </a:lnTo>
                <a:cubicBezTo>
                  <a:pt x="4" y="210"/>
                  <a:pt x="0" y="204"/>
                  <a:pt x="0" y="19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15" name=""/>
          <p:cNvSpPr/>
          <p:nvPr/>
        </p:nvSpPr>
        <p:spPr>
          <a:xfrm>
            <a:off x="3688920" y="1668960"/>
            <a:ext cx="309240" cy="327960"/>
          </a:xfrm>
          <a:custGeom>
            <a:avLst/>
            <a:gdLst/>
            <a:ahLst/>
            <a:rect l="0" t="0" r="r" b="b"/>
            <a:pathLst>
              <a:path w="859" h="911">
                <a:moveTo>
                  <a:pt x="4" y="2"/>
                </a:moveTo>
                <a:cubicBezTo>
                  <a:pt x="6" y="1"/>
                  <a:pt x="136" y="0"/>
                  <a:pt x="394" y="0"/>
                </a:cubicBezTo>
                <a:lnTo>
                  <a:pt x="781" y="0"/>
                </a:lnTo>
                <a:lnTo>
                  <a:pt x="818" y="100"/>
                </a:lnTo>
                <a:cubicBezTo>
                  <a:pt x="825" y="119"/>
                  <a:pt x="831" y="138"/>
                  <a:pt x="838" y="156"/>
                </a:cubicBezTo>
                <a:cubicBezTo>
                  <a:pt x="845" y="174"/>
                  <a:pt x="850" y="188"/>
                  <a:pt x="854" y="198"/>
                </a:cubicBezTo>
                <a:cubicBezTo>
                  <a:pt x="857" y="208"/>
                  <a:pt x="859" y="213"/>
                  <a:pt x="859" y="213"/>
                </a:cubicBezTo>
                <a:lnTo>
                  <a:pt x="841" y="213"/>
                </a:lnTo>
                <a:lnTo>
                  <a:pt x="823" y="212"/>
                </a:lnTo>
                <a:cubicBezTo>
                  <a:pt x="809" y="175"/>
                  <a:pt x="786" y="143"/>
                  <a:pt x="756" y="118"/>
                </a:cubicBezTo>
                <a:cubicBezTo>
                  <a:pt x="726" y="92"/>
                  <a:pt x="693" y="74"/>
                  <a:pt x="657" y="62"/>
                </a:cubicBezTo>
                <a:cubicBezTo>
                  <a:pt x="625" y="51"/>
                  <a:pt x="588" y="44"/>
                  <a:pt x="546" y="41"/>
                </a:cubicBezTo>
                <a:cubicBezTo>
                  <a:pt x="504" y="38"/>
                  <a:pt x="437" y="37"/>
                  <a:pt x="346" y="37"/>
                </a:cubicBezTo>
                <a:lnTo>
                  <a:pt x="239" y="37"/>
                </a:lnTo>
                <a:cubicBezTo>
                  <a:pt x="157" y="37"/>
                  <a:pt x="115" y="37"/>
                  <a:pt x="115" y="38"/>
                </a:cubicBezTo>
                <a:cubicBezTo>
                  <a:pt x="117" y="39"/>
                  <a:pt x="167" y="108"/>
                  <a:pt x="266" y="242"/>
                </a:cubicBezTo>
                <a:cubicBezTo>
                  <a:pt x="364" y="378"/>
                  <a:pt x="413" y="446"/>
                  <a:pt x="414" y="448"/>
                </a:cubicBezTo>
                <a:cubicBezTo>
                  <a:pt x="418" y="454"/>
                  <a:pt x="418" y="458"/>
                  <a:pt x="416" y="462"/>
                </a:cubicBezTo>
                <a:lnTo>
                  <a:pt x="395" y="487"/>
                </a:lnTo>
                <a:cubicBezTo>
                  <a:pt x="380" y="504"/>
                  <a:pt x="359" y="529"/>
                  <a:pt x="331" y="562"/>
                </a:cubicBezTo>
                <a:cubicBezTo>
                  <a:pt x="303" y="595"/>
                  <a:pt x="276" y="627"/>
                  <a:pt x="249" y="659"/>
                </a:cubicBezTo>
                <a:lnTo>
                  <a:pt x="84" y="854"/>
                </a:lnTo>
                <a:cubicBezTo>
                  <a:pt x="84" y="855"/>
                  <a:pt x="149" y="855"/>
                  <a:pt x="278" y="855"/>
                </a:cubicBezTo>
                <a:cubicBezTo>
                  <a:pt x="294" y="855"/>
                  <a:pt x="316" y="855"/>
                  <a:pt x="346" y="855"/>
                </a:cubicBezTo>
                <a:cubicBezTo>
                  <a:pt x="375" y="855"/>
                  <a:pt x="396" y="855"/>
                  <a:pt x="409" y="856"/>
                </a:cubicBezTo>
                <a:cubicBezTo>
                  <a:pt x="515" y="856"/>
                  <a:pt x="598" y="848"/>
                  <a:pt x="658" y="831"/>
                </a:cubicBezTo>
                <a:cubicBezTo>
                  <a:pt x="718" y="815"/>
                  <a:pt x="766" y="779"/>
                  <a:pt x="802" y="723"/>
                </a:cubicBezTo>
                <a:cubicBezTo>
                  <a:pt x="808" y="713"/>
                  <a:pt x="815" y="698"/>
                  <a:pt x="823" y="678"/>
                </a:cubicBezTo>
                <a:lnTo>
                  <a:pt x="859" y="678"/>
                </a:lnTo>
                <a:lnTo>
                  <a:pt x="781" y="910"/>
                </a:lnTo>
                <a:lnTo>
                  <a:pt x="394" y="911"/>
                </a:lnTo>
                <a:cubicBezTo>
                  <a:pt x="137" y="911"/>
                  <a:pt x="7" y="911"/>
                  <a:pt x="5" y="910"/>
                </a:cubicBezTo>
                <a:cubicBezTo>
                  <a:pt x="2" y="908"/>
                  <a:pt x="0" y="906"/>
                  <a:pt x="0" y="901"/>
                </a:cubicBezTo>
                <a:cubicBezTo>
                  <a:pt x="0" y="898"/>
                  <a:pt x="19" y="875"/>
                  <a:pt x="56" y="830"/>
                </a:cubicBezTo>
                <a:cubicBezTo>
                  <a:pt x="97" y="782"/>
                  <a:pt x="136" y="736"/>
                  <a:pt x="172" y="694"/>
                </a:cubicBezTo>
                <a:lnTo>
                  <a:pt x="338" y="496"/>
                </a:lnTo>
                <a:cubicBezTo>
                  <a:pt x="338" y="496"/>
                  <a:pt x="282" y="418"/>
                  <a:pt x="169" y="262"/>
                </a:cubicBezTo>
                <a:lnTo>
                  <a:pt x="1" y="30"/>
                </a:lnTo>
                <a:lnTo>
                  <a:pt x="0" y="20"/>
                </a:lnTo>
                <a:cubicBezTo>
                  <a:pt x="0" y="11"/>
                  <a:pt x="1" y="5"/>
                  <a:pt x="4" y="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16" name=""/>
          <p:cNvSpPr/>
          <p:nvPr/>
        </p:nvSpPr>
        <p:spPr>
          <a:xfrm>
            <a:off x="4032000" y="1656000"/>
            <a:ext cx="129960" cy="105480"/>
          </a:xfrm>
          <a:custGeom>
            <a:avLst/>
            <a:gdLst/>
            <a:ahLst/>
            <a:rect l="0" t="0" r="r" b="b"/>
            <a:pathLst>
              <a:path w="361" h="293">
                <a:moveTo>
                  <a:pt x="0" y="100"/>
                </a:moveTo>
                <a:cubicBezTo>
                  <a:pt x="1" y="97"/>
                  <a:pt x="1" y="94"/>
                  <a:pt x="2" y="90"/>
                </a:cubicBezTo>
                <a:cubicBezTo>
                  <a:pt x="3" y="85"/>
                  <a:pt x="6" y="77"/>
                  <a:pt x="10" y="65"/>
                </a:cubicBezTo>
                <a:cubicBezTo>
                  <a:pt x="14" y="53"/>
                  <a:pt x="19" y="43"/>
                  <a:pt x="23" y="35"/>
                </a:cubicBezTo>
                <a:cubicBezTo>
                  <a:pt x="27" y="27"/>
                  <a:pt x="34" y="19"/>
                  <a:pt x="44" y="11"/>
                </a:cubicBezTo>
                <a:cubicBezTo>
                  <a:pt x="54" y="4"/>
                  <a:pt x="64" y="0"/>
                  <a:pt x="74" y="0"/>
                </a:cubicBezTo>
                <a:cubicBezTo>
                  <a:pt x="89" y="0"/>
                  <a:pt x="102" y="4"/>
                  <a:pt x="113" y="12"/>
                </a:cubicBezTo>
                <a:cubicBezTo>
                  <a:pt x="124" y="20"/>
                  <a:pt x="130" y="27"/>
                  <a:pt x="133" y="34"/>
                </a:cubicBezTo>
                <a:cubicBezTo>
                  <a:pt x="135" y="41"/>
                  <a:pt x="136" y="45"/>
                  <a:pt x="136" y="47"/>
                </a:cubicBezTo>
                <a:cubicBezTo>
                  <a:pt x="136" y="48"/>
                  <a:pt x="137" y="49"/>
                  <a:pt x="137" y="49"/>
                </a:cubicBezTo>
                <a:lnTo>
                  <a:pt x="144" y="41"/>
                </a:lnTo>
                <a:cubicBezTo>
                  <a:pt x="170" y="14"/>
                  <a:pt x="200" y="0"/>
                  <a:pt x="234" y="0"/>
                </a:cubicBezTo>
                <a:cubicBezTo>
                  <a:pt x="257" y="0"/>
                  <a:pt x="275" y="6"/>
                  <a:pt x="290" y="18"/>
                </a:cubicBezTo>
                <a:cubicBezTo>
                  <a:pt x="304" y="29"/>
                  <a:pt x="311" y="46"/>
                  <a:pt x="311" y="68"/>
                </a:cubicBezTo>
                <a:cubicBezTo>
                  <a:pt x="312" y="91"/>
                  <a:pt x="304" y="124"/>
                  <a:pt x="287" y="169"/>
                </a:cubicBezTo>
                <a:cubicBezTo>
                  <a:pt x="270" y="216"/>
                  <a:pt x="262" y="243"/>
                  <a:pt x="263" y="252"/>
                </a:cubicBezTo>
                <a:cubicBezTo>
                  <a:pt x="263" y="263"/>
                  <a:pt x="266" y="269"/>
                  <a:pt x="274" y="269"/>
                </a:cubicBezTo>
                <a:cubicBezTo>
                  <a:pt x="276" y="269"/>
                  <a:pt x="278" y="269"/>
                  <a:pt x="279" y="268"/>
                </a:cubicBezTo>
                <a:cubicBezTo>
                  <a:pt x="292" y="266"/>
                  <a:pt x="303" y="258"/>
                  <a:pt x="313" y="244"/>
                </a:cubicBezTo>
                <a:cubicBezTo>
                  <a:pt x="323" y="230"/>
                  <a:pt x="330" y="213"/>
                  <a:pt x="335" y="191"/>
                </a:cubicBezTo>
                <a:cubicBezTo>
                  <a:pt x="336" y="188"/>
                  <a:pt x="340" y="186"/>
                  <a:pt x="348" y="186"/>
                </a:cubicBezTo>
                <a:cubicBezTo>
                  <a:pt x="357" y="186"/>
                  <a:pt x="361" y="188"/>
                  <a:pt x="361" y="191"/>
                </a:cubicBezTo>
                <a:cubicBezTo>
                  <a:pt x="361" y="192"/>
                  <a:pt x="360" y="195"/>
                  <a:pt x="358" y="201"/>
                </a:cubicBezTo>
                <a:cubicBezTo>
                  <a:pt x="355" y="214"/>
                  <a:pt x="350" y="227"/>
                  <a:pt x="344" y="239"/>
                </a:cubicBezTo>
                <a:cubicBezTo>
                  <a:pt x="338" y="251"/>
                  <a:pt x="328" y="263"/>
                  <a:pt x="315" y="275"/>
                </a:cubicBezTo>
                <a:cubicBezTo>
                  <a:pt x="301" y="287"/>
                  <a:pt x="286" y="293"/>
                  <a:pt x="270" y="292"/>
                </a:cubicBezTo>
                <a:cubicBezTo>
                  <a:pt x="250" y="292"/>
                  <a:pt x="236" y="286"/>
                  <a:pt x="227" y="275"/>
                </a:cubicBezTo>
                <a:cubicBezTo>
                  <a:pt x="218" y="263"/>
                  <a:pt x="213" y="251"/>
                  <a:pt x="213" y="239"/>
                </a:cubicBezTo>
                <a:cubicBezTo>
                  <a:pt x="213" y="231"/>
                  <a:pt x="221" y="205"/>
                  <a:pt x="236" y="160"/>
                </a:cubicBezTo>
                <a:cubicBezTo>
                  <a:pt x="252" y="117"/>
                  <a:pt x="260" y="85"/>
                  <a:pt x="260" y="63"/>
                </a:cubicBezTo>
                <a:cubicBezTo>
                  <a:pt x="260" y="37"/>
                  <a:pt x="251" y="25"/>
                  <a:pt x="232" y="25"/>
                </a:cubicBezTo>
                <a:lnTo>
                  <a:pt x="229" y="25"/>
                </a:lnTo>
                <a:cubicBezTo>
                  <a:pt x="192" y="25"/>
                  <a:pt x="161" y="46"/>
                  <a:pt x="135" y="90"/>
                </a:cubicBezTo>
                <a:lnTo>
                  <a:pt x="131" y="97"/>
                </a:lnTo>
                <a:lnTo>
                  <a:pt x="108" y="184"/>
                </a:lnTo>
                <a:cubicBezTo>
                  <a:pt x="94" y="241"/>
                  <a:pt x="86" y="271"/>
                  <a:pt x="84" y="275"/>
                </a:cubicBezTo>
                <a:cubicBezTo>
                  <a:pt x="78" y="287"/>
                  <a:pt x="69" y="293"/>
                  <a:pt x="56" y="293"/>
                </a:cubicBezTo>
                <a:cubicBezTo>
                  <a:pt x="51" y="293"/>
                  <a:pt x="46" y="291"/>
                  <a:pt x="43" y="289"/>
                </a:cubicBezTo>
                <a:cubicBezTo>
                  <a:pt x="39" y="286"/>
                  <a:pt x="37" y="284"/>
                  <a:pt x="36" y="281"/>
                </a:cubicBezTo>
                <a:cubicBezTo>
                  <a:pt x="34" y="279"/>
                  <a:pt x="34" y="276"/>
                  <a:pt x="34" y="275"/>
                </a:cubicBezTo>
                <a:cubicBezTo>
                  <a:pt x="34" y="269"/>
                  <a:pt x="43" y="234"/>
                  <a:pt x="59" y="169"/>
                </a:cubicBezTo>
                <a:cubicBezTo>
                  <a:pt x="75" y="105"/>
                  <a:pt x="84" y="70"/>
                  <a:pt x="85" y="64"/>
                </a:cubicBezTo>
                <a:cubicBezTo>
                  <a:pt x="85" y="62"/>
                  <a:pt x="85" y="57"/>
                  <a:pt x="85" y="49"/>
                </a:cubicBezTo>
                <a:cubicBezTo>
                  <a:pt x="85" y="32"/>
                  <a:pt x="80" y="24"/>
                  <a:pt x="70" y="24"/>
                </a:cubicBezTo>
                <a:cubicBezTo>
                  <a:pt x="54" y="24"/>
                  <a:pt x="40" y="46"/>
                  <a:pt x="29" y="88"/>
                </a:cubicBezTo>
                <a:cubicBezTo>
                  <a:pt x="27" y="97"/>
                  <a:pt x="25" y="102"/>
                  <a:pt x="25" y="102"/>
                </a:cubicBezTo>
                <a:cubicBezTo>
                  <a:pt x="25" y="105"/>
                  <a:pt x="21" y="106"/>
                  <a:pt x="13" y="106"/>
                </a:cubicBezTo>
                <a:lnTo>
                  <a:pt x="4" y="106"/>
                </a:lnTo>
                <a:cubicBezTo>
                  <a:pt x="2" y="103"/>
                  <a:pt x="0" y="101"/>
                  <a:pt x="0" y="10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17" name=""/>
          <p:cNvSpPr/>
          <p:nvPr/>
        </p:nvSpPr>
        <p:spPr>
          <a:xfrm>
            <a:off x="4187520" y="1684080"/>
            <a:ext cx="56520" cy="109440"/>
          </a:xfrm>
          <a:custGeom>
            <a:avLst/>
            <a:gdLst/>
            <a:ahLst/>
            <a:rect l="0" t="0" r="r" b="b"/>
            <a:pathLst>
              <a:path w="157" h="304">
                <a:moveTo>
                  <a:pt x="59" y="41"/>
                </a:moveTo>
                <a:lnTo>
                  <a:pt x="53" y="44"/>
                </a:lnTo>
                <a:cubicBezTo>
                  <a:pt x="49" y="45"/>
                  <a:pt x="43" y="47"/>
                  <a:pt x="35" y="48"/>
                </a:cubicBezTo>
                <a:cubicBezTo>
                  <a:pt x="27" y="50"/>
                  <a:pt x="18" y="51"/>
                  <a:pt x="9" y="51"/>
                </a:cubicBezTo>
                <a:lnTo>
                  <a:pt x="0" y="51"/>
                </a:lnTo>
                <a:lnTo>
                  <a:pt x="0" y="30"/>
                </a:lnTo>
                <a:lnTo>
                  <a:pt x="9" y="30"/>
                </a:lnTo>
                <a:cubicBezTo>
                  <a:pt x="23" y="30"/>
                  <a:pt x="36" y="27"/>
                  <a:pt x="48" y="24"/>
                </a:cubicBezTo>
                <a:cubicBezTo>
                  <a:pt x="60" y="20"/>
                  <a:pt x="69" y="16"/>
                  <a:pt x="74" y="13"/>
                </a:cubicBezTo>
                <a:cubicBezTo>
                  <a:pt x="78" y="9"/>
                  <a:pt x="83" y="6"/>
                  <a:pt x="86" y="2"/>
                </a:cubicBezTo>
                <a:cubicBezTo>
                  <a:pt x="87" y="1"/>
                  <a:pt x="89" y="0"/>
                  <a:pt x="92" y="0"/>
                </a:cubicBezTo>
                <a:cubicBezTo>
                  <a:pt x="95" y="0"/>
                  <a:pt x="97" y="1"/>
                  <a:pt x="100" y="4"/>
                </a:cubicBezTo>
                <a:lnTo>
                  <a:pt x="100" y="140"/>
                </a:lnTo>
                <a:lnTo>
                  <a:pt x="100" y="276"/>
                </a:lnTo>
                <a:cubicBezTo>
                  <a:pt x="102" y="279"/>
                  <a:pt x="104" y="280"/>
                  <a:pt x="105" y="281"/>
                </a:cubicBezTo>
                <a:cubicBezTo>
                  <a:pt x="107" y="281"/>
                  <a:pt x="111" y="282"/>
                  <a:pt x="116" y="282"/>
                </a:cubicBezTo>
                <a:cubicBezTo>
                  <a:pt x="122" y="283"/>
                  <a:pt x="132" y="283"/>
                  <a:pt x="145" y="283"/>
                </a:cubicBezTo>
                <a:lnTo>
                  <a:pt x="157" y="283"/>
                </a:lnTo>
                <a:lnTo>
                  <a:pt x="157" y="304"/>
                </a:lnTo>
                <a:lnTo>
                  <a:pt x="152" y="304"/>
                </a:lnTo>
                <a:cubicBezTo>
                  <a:pt x="145" y="303"/>
                  <a:pt x="121" y="303"/>
                  <a:pt x="79" y="303"/>
                </a:cubicBezTo>
                <a:cubicBezTo>
                  <a:pt x="38" y="303"/>
                  <a:pt x="14" y="303"/>
                  <a:pt x="8" y="304"/>
                </a:cubicBezTo>
                <a:lnTo>
                  <a:pt x="2" y="304"/>
                </a:lnTo>
                <a:lnTo>
                  <a:pt x="2" y="283"/>
                </a:lnTo>
                <a:lnTo>
                  <a:pt x="14" y="283"/>
                </a:lnTo>
                <a:cubicBezTo>
                  <a:pt x="21" y="283"/>
                  <a:pt x="26" y="283"/>
                  <a:pt x="31" y="283"/>
                </a:cubicBezTo>
                <a:cubicBezTo>
                  <a:pt x="36" y="283"/>
                  <a:pt x="40" y="283"/>
                  <a:pt x="43" y="283"/>
                </a:cubicBezTo>
                <a:cubicBezTo>
                  <a:pt x="45" y="282"/>
                  <a:pt x="48" y="282"/>
                  <a:pt x="50" y="281"/>
                </a:cubicBezTo>
                <a:cubicBezTo>
                  <a:pt x="52" y="281"/>
                  <a:pt x="53" y="281"/>
                  <a:pt x="54" y="281"/>
                </a:cubicBezTo>
                <a:cubicBezTo>
                  <a:pt x="54" y="281"/>
                  <a:pt x="55" y="280"/>
                  <a:pt x="56" y="278"/>
                </a:cubicBezTo>
                <a:cubicBezTo>
                  <a:pt x="58" y="277"/>
                  <a:pt x="59" y="276"/>
                  <a:pt x="59" y="276"/>
                </a:cubicBezTo>
                <a:lnTo>
                  <a:pt x="59" y="4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18" name=""/>
          <p:cNvSpPr/>
          <p:nvPr/>
        </p:nvSpPr>
        <p:spPr>
          <a:xfrm>
            <a:off x="4280400" y="1623600"/>
            <a:ext cx="154440" cy="154080"/>
          </a:xfrm>
          <a:custGeom>
            <a:avLst/>
            <a:gdLst/>
            <a:ahLst/>
            <a:rect l="0" t="0" r="r" b="b"/>
            <a:pathLst>
              <a:path w="429" h="428">
                <a:moveTo>
                  <a:pt x="9" y="201"/>
                </a:moveTo>
                <a:lnTo>
                  <a:pt x="201" y="201"/>
                </a:lnTo>
                <a:lnTo>
                  <a:pt x="201" y="104"/>
                </a:lnTo>
                <a:lnTo>
                  <a:pt x="202" y="8"/>
                </a:lnTo>
                <a:cubicBezTo>
                  <a:pt x="206" y="2"/>
                  <a:pt x="210" y="0"/>
                  <a:pt x="214" y="0"/>
                </a:cubicBezTo>
                <a:cubicBezTo>
                  <a:pt x="220" y="0"/>
                  <a:pt x="224" y="3"/>
                  <a:pt x="227" y="9"/>
                </a:cubicBezTo>
                <a:lnTo>
                  <a:pt x="227" y="201"/>
                </a:lnTo>
                <a:lnTo>
                  <a:pt x="420" y="201"/>
                </a:lnTo>
                <a:cubicBezTo>
                  <a:pt x="426" y="204"/>
                  <a:pt x="429" y="209"/>
                  <a:pt x="429" y="214"/>
                </a:cubicBezTo>
                <a:cubicBezTo>
                  <a:pt x="429" y="219"/>
                  <a:pt x="426" y="223"/>
                  <a:pt x="420" y="227"/>
                </a:cubicBezTo>
                <a:lnTo>
                  <a:pt x="227" y="227"/>
                </a:lnTo>
                <a:lnTo>
                  <a:pt x="227" y="419"/>
                </a:lnTo>
                <a:cubicBezTo>
                  <a:pt x="224" y="425"/>
                  <a:pt x="220" y="428"/>
                  <a:pt x="215" y="428"/>
                </a:cubicBezTo>
                <a:lnTo>
                  <a:pt x="214" y="428"/>
                </a:lnTo>
                <a:lnTo>
                  <a:pt x="213" y="428"/>
                </a:lnTo>
                <a:cubicBezTo>
                  <a:pt x="208" y="428"/>
                  <a:pt x="204" y="425"/>
                  <a:pt x="201" y="419"/>
                </a:cubicBezTo>
                <a:lnTo>
                  <a:pt x="201" y="227"/>
                </a:lnTo>
                <a:lnTo>
                  <a:pt x="9" y="227"/>
                </a:lnTo>
                <a:cubicBezTo>
                  <a:pt x="3" y="224"/>
                  <a:pt x="0" y="219"/>
                  <a:pt x="0" y="214"/>
                </a:cubicBezTo>
                <a:cubicBezTo>
                  <a:pt x="0" y="208"/>
                  <a:pt x="3" y="204"/>
                  <a:pt x="9" y="20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19" name=""/>
          <p:cNvSpPr/>
          <p:nvPr/>
        </p:nvSpPr>
        <p:spPr>
          <a:xfrm>
            <a:off x="4452480" y="1656000"/>
            <a:ext cx="129960" cy="105480"/>
          </a:xfrm>
          <a:custGeom>
            <a:avLst/>
            <a:gdLst/>
            <a:ahLst/>
            <a:rect l="0" t="0" r="r" b="b"/>
            <a:pathLst>
              <a:path w="361" h="293">
                <a:moveTo>
                  <a:pt x="0" y="100"/>
                </a:moveTo>
                <a:cubicBezTo>
                  <a:pt x="0" y="97"/>
                  <a:pt x="1" y="94"/>
                  <a:pt x="2" y="90"/>
                </a:cubicBezTo>
                <a:cubicBezTo>
                  <a:pt x="3" y="85"/>
                  <a:pt x="5" y="77"/>
                  <a:pt x="10" y="65"/>
                </a:cubicBezTo>
                <a:cubicBezTo>
                  <a:pt x="14" y="53"/>
                  <a:pt x="19" y="43"/>
                  <a:pt x="23" y="35"/>
                </a:cubicBezTo>
                <a:cubicBezTo>
                  <a:pt x="28" y="27"/>
                  <a:pt x="35" y="19"/>
                  <a:pt x="45" y="11"/>
                </a:cubicBezTo>
                <a:cubicBezTo>
                  <a:pt x="55" y="4"/>
                  <a:pt x="64" y="0"/>
                  <a:pt x="74" y="0"/>
                </a:cubicBezTo>
                <a:cubicBezTo>
                  <a:pt x="90" y="0"/>
                  <a:pt x="103" y="4"/>
                  <a:pt x="113" y="12"/>
                </a:cubicBezTo>
                <a:cubicBezTo>
                  <a:pt x="123" y="20"/>
                  <a:pt x="130" y="27"/>
                  <a:pt x="132" y="34"/>
                </a:cubicBezTo>
                <a:cubicBezTo>
                  <a:pt x="135" y="41"/>
                  <a:pt x="136" y="45"/>
                  <a:pt x="136" y="47"/>
                </a:cubicBezTo>
                <a:cubicBezTo>
                  <a:pt x="136" y="48"/>
                  <a:pt x="136" y="49"/>
                  <a:pt x="137" y="49"/>
                </a:cubicBezTo>
                <a:lnTo>
                  <a:pt x="144" y="41"/>
                </a:lnTo>
                <a:cubicBezTo>
                  <a:pt x="170" y="14"/>
                  <a:pt x="200" y="0"/>
                  <a:pt x="233" y="0"/>
                </a:cubicBezTo>
                <a:cubicBezTo>
                  <a:pt x="256" y="0"/>
                  <a:pt x="275" y="6"/>
                  <a:pt x="289" y="18"/>
                </a:cubicBezTo>
                <a:cubicBezTo>
                  <a:pt x="303" y="29"/>
                  <a:pt x="311" y="46"/>
                  <a:pt x="311" y="68"/>
                </a:cubicBezTo>
                <a:cubicBezTo>
                  <a:pt x="311" y="91"/>
                  <a:pt x="303" y="124"/>
                  <a:pt x="287" y="169"/>
                </a:cubicBezTo>
                <a:cubicBezTo>
                  <a:pt x="270" y="216"/>
                  <a:pt x="262" y="243"/>
                  <a:pt x="262" y="252"/>
                </a:cubicBezTo>
                <a:cubicBezTo>
                  <a:pt x="262" y="263"/>
                  <a:pt x="266" y="269"/>
                  <a:pt x="273" y="269"/>
                </a:cubicBezTo>
                <a:cubicBezTo>
                  <a:pt x="276" y="269"/>
                  <a:pt x="278" y="269"/>
                  <a:pt x="279" y="268"/>
                </a:cubicBezTo>
                <a:cubicBezTo>
                  <a:pt x="291" y="266"/>
                  <a:pt x="302" y="258"/>
                  <a:pt x="312" y="244"/>
                </a:cubicBezTo>
                <a:cubicBezTo>
                  <a:pt x="322" y="230"/>
                  <a:pt x="330" y="213"/>
                  <a:pt x="335" y="191"/>
                </a:cubicBezTo>
                <a:cubicBezTo>
                  <a:pt x="336" y="188"/>
                  <a:pt x="340" y="186"/>
                  <a:pt x="348" y="186"/>
                </a:cubicBezTo>
                <a:cubicBezTo>
                  <a:pt x="356" y="186"/>
                  <a:pt x="361" y="188"/>
                  <a:pt x="361" y="191"/>
                </a:cubicBezTo>
                <a:cubicBezTo>
                  <a:pt x="361" y="192"/>
                  <a:pt x="360" y="195"/>
                  <a:pt x="358" y="201"/>
                </a:cubicBezTo>
                <a:cubicBezTo>
                  <a:pt x="355" y="214"/>
                  <a:pt x="350" y="227"/>
                  <a:pt x="344" y="239"/>
                </a:cubicBezTo>
                <a:cubicBezTo>
                  <a:pt x="338" y="251"/>
                  <a:pt x="328" y="263"/>
                  <a:pt x="314" y="275"/>
                </a:cubicBezTo>
                <a:cubicBezTo>
                  <a:pt x="300" y="287"/>
                  <a:pt x="286" y="293"/>
                  <a:pt x="270" y="292"/>
                </a:cubicBezTo>
                <a:cubicBezTo>
                  <a:pt x="250" y="292"/>
                  <a:pt x="235" y="286"/>
                  <a:pt x="226" y="275"/>
                </a:cubicBezTo>
                <a:cubicBezTo>
                  <a:pt x="217" y="263"/>
                  <a:pt x="213" y="251"/>
                  <a:pt x="213" y="239"/>
                </a:cubicBezTo>
                <a:cubicBezTo>
                  <a:pt x="213" y="231"/>
                  <a:pt x="220" y="205"/>
                  <a:pt x="236" y="160"/>
                </a:cubicBezTo>
                <a:cubicBezTo>
                  <a:pt x="251" y="117"/>
                  <a:pt x="259" y="85"/>
                  <a:pt x="260" y="63"/>
                </a:cubicBezTo>
                <a:cubicBezTo>
                  <a:pt x="260" y="37"/>
                  <a:pt x="250" y="25"/>
                  <a:pt x="231" y="25"/>
                </a:cubicBezTo>
                <a:lnTo>
                  <a:pt x="228" y="25"/>
                </a:lnTo>
                <a:cubicBezTo>
                  <a:pt x="191" y="25"/>
                  <a:pt x="160" y="46"/>
                  <a:pt x="135" y="90"/>
                </a:cubicBezTo>
                <a:lnTo>
                  <a:pt x="130" y="97"/>
                </a:lnTo>
                <a:lnTo>
                  <a:pt x="109" y="184"/>
                </a:lnTo>
                <a:cubicBezTo>
                  <a:pt x="95" y="241"/>
                  <a:pt x="87" y="271"/>
                  <a:pt x="85" y="275"/>
                </a:cubicBezTo>
                <a:cubicBezTo>
                  <a:pt x="79" y="287"/>
                  <a:pt x="70" y="293"/>
                  <a:pt x="57" y="293"/>
                </a:cubicBezTo>
                <a:cubicBezTo>
                  <a:pt x="51" y="293"/>
                  <a:pt x="47" y="291"/>
                  <a:pt x="43" y="289"/>
                </a:cubicBezTo>
                <a:cubicBezTo>
                  <a:pt x="40" y="286"/>
                  <a:pt x="38" y="284"/>
                  <a:pt x="36" y="281"/>
                </a:cubicBezTo>
                <a:cubicBezTo>
                  <a:pt x="35" y="279"/>
                  <a:pt x="35" y="276"/>
                  <a:pt x="35" y="275"/>
                </a:cubicBezTo>
                <a:cubicBezTo>
                  <a:pt x="35" y="269"/>
                  <a:pt x="43" y="234"/>
                  <a:pt x="59" y="169"/>
                </a:cubicBezTo>
                <a:cubicBezTo>
                  <a:pt x="76" y="105"/>
                  <a:pt x="84" y="70"/>
                  <a:pt x="85" y="64"/>
                </a:cubicBezTo>
                <a:cubicBezTo>
                  <a:pt x="86" y="62"/>
                  <a:pt x="86" y="57"/>
                  <a:pt x="86" y="49"/>
                </a:cubicBezTo>
                <a:cubicBezTo>
                  <a:pt x="86" y="32"/>
                  <a:pt x="81" y="24"/>
                  <a:pt x="70" y="24"/>
                </a:cubicBezTo>
                <a:cubicBezTo>
                  <a:pt x="54" y="24"/>
                  <a:pt x="41" y="46"/>
                  <a:pt x="30" y="88"/>
                </a:cubicBezTo>
                <a:cubicBezTo>
                  <a:pt x="27" y="97"/>
                  <a:pt x="26" y="102"/>
                  <a:pt x="26" y="102"/>
                </a:cubicBezTo>
                <a:cubicBezTo>
                  <a:pt x="25" y="105"/>
                  <a:pt x="21" y="106"/>
                  <a:pt x="13" y="106"/>
                </a:cubicBezTo>
                <a:lnTo>
                  <a:pt x="4" y="106"/>
                </a:lnTo>
                <a:cubicBezTo>
                  <a:pt x="1" y="103"/>
                  <a:pt x="0" y="101"/>
                  <a:pt x="0" y="10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20" name=""/>
          <p:cNvSpPr/>
          <p:nvPr/>
        </p:nvSpPr>
        <p:spPr>
          <a:xfrm>
            <a:off x="4602240" y="1684080"/>
            <a:ext cx="65880" cy="109440"/>
          </a:xfrm>
          <a:custGeom>
            <a:avLst/>
            <a:gdLst/>
            <a:ahLst/>
            <a:rect l="0" t="0" r="r" b="b"/>
            <a:pathLst>
              <a:path w="183" h="304">
                <a:moveTo>
                  <a:pt x="27" y="109"/>
                </a:moveTo>
                <a:cubicBezTo>
                  <a:pt x="19" y="109"/>
                  <a:pt x="13" y="106"/>
                  <a:pt x="8" y="101"/>
                </a:cubicBezTo>
                <a:cubicBezTo>
                  <a:pt x="3" y="95"/>
                  <a:pt x="0" y="89"/>
                  <a:pt x="0" y="81"/>
                </a:cubicBezTo>
                <a:cubicBezTo>
                  <a:pt x="0" y="59"/>
                  <a:pt x="8" y="41"/>
                  <a:pt x="24" y="25"/>
                </a:cubicBezTo>
                <a:cubicBezTo>
                  <a:pt x="41" y="9"/>
                  <a:pt x="61" y="0"/>
                  <a:pt x="85" y="0"/>
                </a:cubicBezTo>
                <a:cubicBezTo>
                  <a:pt x="112" y="0"/>
                  <a:pt x="135" y="10"/>
                  <a:pt x="154" y="27"/>
                </a:cubicBezTo>
                <a:cubicBezTo>
                  <a:pt x="173" y="44"/>
                  <a:pt x="183" y="66"/>
                  <a:pt x="183" y="93"/>
                </a:cubicBezTo>
                <a:cubicBezTo>
                  <a:pt x="183" y="106"/>
                  <a:pt x="180" y="118"/>
                  <a:pt x="174" y="130"/>
                </a:cubicBezTo>
                <a:cubicBezTo>
                  <a:pt x="168" y="142"/>
                  <a:pt x="160" y="152"/>
                  <a:pt x="151" y="161"/>
                </a:cubicBezTo>
                <a:cubicBezTo>
                  <a:pt x="142" y="170"/>
                  <a:pt x="130" y="181"/>
                  <a:pt x="115" y="195"/>
                </a:cubicBezTo>
                <a:cubicBezTo>
                  <a:pt x="104" y="204"/>
                  <a:pt x="88" y="218"/>
                  <a:pt x="69" y="236"/>
                </a:cubicBezTo>
                <a:lnTo>
                  <a:pt x="42" y="262"/>
                </a:lnTo>
                <a:lnTo>
                  <a:pt x="77" y="262"/>
                </a:lnTo>
                <a:cubicBezTo>
                  <a:pt x="124" y="262"/>
                  <a:pt x="150" y="262"/>
                  <a:pt x="153" y="260"/>
                </a:cubicBezTo>
                <a:cubicBezTo>
                  <a:pt x="155" y="259"/>
                  <a:pt x="160" y="246"/>
                  <a:pt x="165" y="220"/>
                </a:cubicBezTo>
                <a:lnTo>
                  <a:pt x="165" y="218"/>
                </a:lnTo>
                <a:lnTo>
                  <a:pt x="183" y="218"/>
                </a:lnTo>
                <a:lnTo>
                  <a:pt x="183" y="220"/>
                </a:lnTo>
                <a:cubicBezTo>
                  <a:pt x="183" y="220"/>
                  <a:pt x="181" y="234"/>
                  <a:pt x="177" y="261"/>
                </a:cubicBezTo>
                <a:cubicBezTo>
                  <a:pt x="173" y="288"/>
                  <a:pt x="171" y="302"/>
                  <a:pt x="170" y="303"/>
                </a:cubicBezTo>
                <a:lnTo>
                  <a:pt x="170" y="304"/>
                </a:lnTo>
                <a:lnTo>
                  <a:pt x="0" y="304"/>
                </a:lnTo>
                <a:lnTo>
                  <a:pt x="0" y="296"/>
                </a:lnTo>
                <a:lnTo>
                  <a:pt x="0" y="290"/>
                </a:lnTo>
                <a:cubicBezTo>
                  <a:pt x="0" y="288"/>
                  <a:pt x="1" y="286"/>
                  <a:pt x="3" y="283"/>
                </a:cubicBezTo>
                <a:cubicBezTo>
                  <a:pt x="5" y="281"/>
                  <a:pt x="9" y="276"/>
                  <a:pt x="17" y="267"/>
                </a:cubicBezTo>
                <a:cubicBezTo>
                  <a:pt x="26" y="258"/>
                  <a:pt x="33" y="249"/>
                  <a:pt x="40" y="242"/>
                </a:cubicBezTo>
                <a:cubicBezTo>
                  <a:pt x="42" y="239"/>
                  <a:pt x="47" y="233"/>
                  <a:pt x="55" y="225"/>
                </a:cubicBezTo>
                <a:cubicBezTo>
                  <a:pt x="63" y="217"/>
                  <a:pt x="68" y="211"/>
                  <a:pt x="70" y="208"/>
                </a:cubicBezTo>
                <a:cubicBezTo>
                  <a:pt x="73" y="205"/>
                  <a:pt x="78" y="200"/>
                  <a:pt x="84" y="193"/>
                </a:cubicBezTo>
                <a:cubicBezTo>
                  <a:pt x="90" y="186"/>
                  <a:pt x="94" y="181"/>
                  <a:pt x="96" y="178"/>
                </a:cubicBezTo>
                <a:cubicBezTo>
                  <a:pt x="99" y="174"/>
                  <a:pt x="102" y="170"/>
                  <a:pt x="107" y="164"/>
                </a:cubicBezTo>
                <a:cubicBezTo>
                  <a:pt x="111" y="158"/>
                  <a:pt x="115" y="153"/>
                  <a:pt x="116" y="150"/>
                </a:cubicBezTo>
                <a:cubicBezTo>
                  <a:pt x="118" y="146"/>
                  <a:pt x="120" y="141"/>
                  <a:pt x="123" y="136"/>
                </a:cubicBezTo>
                <a:cubicBezTo>
                  <a:pt x="126" y="131"/>
                  <a:pt x="128" y="127"/>
                  <a:pt x="129" y="122"/>
                </a:cubicBezTo>
                <a:cubicBezTo>
                  <a:pt x="130" y="117"/>
                  <a:pt x="131" y="112"/>
                  <a:pt x="132" y="108"/>
                </a:cubicBezTo>
                <a:cubicBezTo>
                  <a:pt x="133" y="104"/>
                  <a:pt x="134" y="99"/>
                  <a:pt x="134" y="93"/>
                </a:cubicBezTo>
                <a:cubicBezTo>
                  <a:pt x="134" y="74"/>
                  <a:pt x="129" y="57"/>
                  <a:pt x="118" y="44"/>
                </a:cubicBezTo>
                <a:cubicBezTo>
                  <a:pt x="108" y="30"/>
                  <a:pt x="93" y="23"/>
                  <a:pt x="74" y="23"/>
                </a:cubicBezTo>
                <a:cubicBezTo>
                  <a:pt x="64" y="23"/>
                  <a:pt x="55" y="25"/>
                  <a:pt x="48" y="30"/>
                </a:cubicBezTo>
                <a:cubicBezTo>
                  <a:pt x="40" y="35"/>
                  <a:pt x="35" y="40"/>
                  <a:pt x="32" y="45"/>
                </a:cubicBezTo>
                <a:cubicBezTo>
                  <a:pt x="29" y="50"/>
                  <a:pt x="27" y="53"/>
                  <a:pt x="27" y="54"/>
                </a:cubicBezTo>
                <a:cubicBezTo>
                  <a:pt x="27" y="54"/>
                  <a:pt x="28" y="54"/>
                  <a:pt x="30" y="54"/>
                </a:cubicBezTo>
                <a:cubicBezTo>
                  <a:pt x="35" y="54"/>
                  <a:pt x="41" y="57"/>
                  <a:pt x="46" y="61"/>
                </a:cubicBezTo>
                <a:cubicBezTo>
                  <a:pt x="52" y="65"/>
                  <a:pt x="55" y="72"/>
                  <a:pt x="55" y="82"/>
                </a:cubicBezTo>
                <a:cubicBezTo>
                  <a:pt x="55" y="89"/>
                  <a:pt x="53" y="96"/>
                  <a:pt x="48" y="101"/>
                </a:cubicBezTo>
                <a:cubicBezTo>
                  <a:pt x="43" y="106"/>
                  <a:pt x="36" y="109"/>
                  <a:pt x="27" y="10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21" name=""/>
          <p:cNvSpPr/>
          <p:nvPr/>
        </p:nvSpPr>
        <p:spPr>
          <a:xfrm>
            <a:off x="4707000" y="1695960"/>
            <a:ext cx="141840" cy="9720"/>
          </a:xfrm>
          <a:custGeom>
            <a:avLst/>
            <a:gdLst/>
            <a:ahLst/>
            <a:rect l="0" t="0" r="r" b="b"/>
            <a:pathLst>
              <a:path w="394" h="27">
                <a:moveTo>
                  <a:pt x="9" y="0"/>
                </a:moveTo>
                <a:lnTo>
                  <a:pt x="384" y="0"/>
                </a:lnTo>
                <a:cubicBezTo>
                  <a:pt x="391" y="4"/>
                  <a:pt x="394" y="9"/>
                  <a:pt x="394" y="14"/>
                </a:cubicBezTo>
                <a:cubicBezTo>
                  <a:pt x="394" y="19"/>
                  <a:pt x="391" y="23"/>
                  <a:pt x="384" y="27"/>
                </a:cubicBezTo>
                <a:lnTo>
                  <a:pt x="9" y="27"/>
                </a:lnTo>
                <a:cubicBezTo>
                  <a:pt x="3" y="24"/>
                  <a:pt x="0" y="19"/>
                  <a:pt x="0" y="14"/>
                </a:cubicBezTo>
                <a:cubicBezTo>
                  <a:pt x="0" y="8"/>
                  <a:pt x="3" y="4"/>
                  <a:pt x="9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22" name=""/>
          <p:cNvSpPr/>
          <p:nvPr/>
        </p:nvSpPr>
        <p:spPr>
          <a:xfrm>
            <a:off x="4887000" y="1604160"/>
            <a:ext cx="80280" cy="154800"/>
          </a:xfrm>
          <a:custGeom>
            <a:avLst/>
            <a:gdLst/>
            <a:ahLst/>
            <a:rect l="0" t="0" r="r" b="b"/>
            <a:pathLst>
              <a:path w="223" h="430">
                <a:moveTo>
                  <a:pt x="85" y="58"/>
                </a:moveTo>
                <a:lnTo>
                  <a:pt x="76" y="61"/>
                </a:lnTo>
                <a:cubicBezTo>
                  <a:pt x="70" y="63"/>
                  <a:pt x="62" y="65"/>
                  <a:pt x="51" y="67"/>
                </a:cubicBezTo>
                <a:cubicBezTo>
                  <a:pt x="40" y="70"/>
                  <a:pt x="27" y="71"/>
                  <a:pt x="12" y="72"/>
                </a:cubicBezTo>
                <a:lnTo>
                  <a:pt x="0" y="72"/>
                </a:lnTo>
                <a:lnTo>
                  <a:pt x="0" y="42"/>
                </a:lnTo>
                <a:lnTo>
                  <a:pt x="12" y="42"/>
                </a:lnTo>
                <a:cubicBezTo>
                  <a:pt x="34" y="41"/>
                  <a:pt x="52" y="37"/>
                  <a:pt x="69" y="32"/>
                </a:cubicBezTo>
                <a:cubicBezTo>
                  <a:pt x="87" y="26"/>
                  <a:pt x="99" y="21"/>
                  <a:pt x="105" y="16"/>
                </a:cubicBezTo>
                <a:cubicBezTo>
                  <a:pt x="112" y="12"/>
                  <a:pt x="118" y="7"/>
                  <a:pt x="123" y="2"/>
                </a:cubicBezTo>
                <a:cubicBezTo>
                  <a:pt x="124" y="1"/>
                  <a:pt x="127" y="0"/>
                  <a:pt x="131" y="0"/>
                </a:cubicBezTo>
                <a:cubicBezTo>
                  <a:pt x="135" y="0"/>
                  <a:pt x="139" y="1"/>
                  <a:pt x="142" y="4"/>
                </a:cubicBezTo>
                <a:lnTo>
                  <a:pt x="142" y="197"/>
                </a:lnTo>
                <a:lnTo>
                  <a:pt x="143" y="390"/>
                </a:lnTo>
                <a:cubicBezTo>
                  <a:pt x="146" y="393"/>
                  <a:pt x="148" y="395"/>
                  <a:pt x="150" y="396"/>
                </a:cubicBezTo>
                <a:cubicBezTo>
                  <a:pt x="153" y="397"/>
                  <a:pt x="158" y="398"/>
                  <a:pt x="166" y="399"/>
                </a:cubicBezTo>
                <a:cubicBezTo>
                  <a:pt x="174" y="400"/>
                  <a:pt x="187" y="400"/>
                  <a:pt x="206" y="400"/>
                </a:cubicBezTo>
                <a:lnTo>
                  <a:pt x="223" y="400"/>
                </a:lnTo>
                <a:lnTo>
                  <a:pt x="223" y="430"/>
                </a:lnTo>
                <a:lnTo>
                  <a:pt x="215" y="430"/>
                </a:lnTo>
                <a:cubicBezTo>
                  <a:pt x="206" y="428"/>
                  <a:pt x="172" y="428"/>
                  <a:pt x="113" y="428"/>
                </a:cubicBezTo>
                <a:cubicBezTo>
                  <a:pt x="55" y="428"/>
                  <a:pt x="21" y="428"/>
                  <a:pt x="11" y="430"/>
                </a:cubicBezTo>
                <a:lnTo>
                  <a:pt x="3" y="430"/>
                </a:lnTo>
                <a:lnTo>
                  <a:pt x="3" y="400"/>
                </a:lnTo>
                <a:lnTo>
                  <a:pt x="21" y="400"/>
                </a:lnTo>
                <a:cubicBezTo>
                  <a:pt x="31" y="400"/>
                  <a:pt x="39" y="400"/>
                  <a:pt x="46" y="400"/>
                </a:cubicBezTo>
                <a:cubicBezTo>
                  <a:pt x="52" y="400"/>
                  <a:pt x="58" y="400"/>
                  <a:pt x="62" y="399"/>
                </a:cubicBezTo>
                <a:cubicBezTo>
                  <a:pt x="66" y="399"/>
                  <a:pt x="69" y="398"/>
                  <a:pt x="72" y="397"/>
                </a:cubicBezTo>
                <a:cubicBezTo>
                  <a:pt x="75" y="397"/>
                  <a:pt x="77" y="396"/>
                  <a:pt x="77" y="396"/>
                </a:cubicBezTo>
                <a:cubicBezTo>
                  <a:pt x="78" y="396"/>
                  <a:pt x="79" y="395"/>
                  <a:pt x="81" y="393"/>
                </a:cubicBezTo>
                <a:cubicBezTo>
                  <a:pt x="83" y="391"/>
                  <a:pt x="84" y="390"/>
                  <a:pt x="85" y="390"/>
                </a:cubicBezTo>
                <a:lnTo>
                  <a:pt x="85" y="5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23" name=""/>
          <p:cNvSpPr/>
          <p:nvPr/>
        </p:nvSpPr>
        <p:spPr>
          <a:xfrm>
            <a:off x="4038480" y="1852200"/>
            <a:ext cx="105480" cy="163800"/>
          </a:xfrm>
          <a:custGeom>
            <a:avLst/>
            <a:gdLst/>
            <a:ahLst/>
            <a:rect l="0" t="0" r="r" b="b"/>
            <a:pathLst>
              <a:path w="293" h="455">
                <a:moveTo>
                  <a:pt x="48" y="30"/>
                </a:moveTo>
                <a:cubicBezTo>
                  <a:pt x="48" y="26"/>
                  <a:pt x="49" y="21"/>
                  <a:pt x="50" y="16"/>
                </a:cubicBezTo>
                <a:cubicBezTo>
                  <a:pt x="52" y="10"/>
                  <a:pt x="55" y="7"/>
                  <a:pt x="58" y="7"/>
                </a:cubicBezTo>
                <a:cubicBezTo>
                  <a:pt x="58" y="7"/>
                  <a:pt x="74" y="6"/>
                  <a:pt x="104" y="4"/>
                </a:cubicBezTo>
                <a:cubicBezTo>
                  <a:pt x="135" y="2"/>
                  <a:pt x="150" y="0"/>
                  <a:pt x="151" y="0"/>
                </a:cubicBezTo>
                <a:cubicBezTo>
                  <a:pt x="156" y="0"/>
                  <a:pt x="159" y="2"/>
                  <a:pt x="159" y="5"/>
                </a:cubicBezTo>
                <a:cubicBezTo>
                  <a:pt x="159" y="8"/>
                  <a:pt x="148" y="53"/>
                  <a:pt x="127" y="141"/>
                </a:cubicBezTo>
                <a:cubicBezTo>
                  <a:pt x="105" y="226"/>
                  <a:pt x="95" y="270"/>
                  <a:pt x="95" y="273"/>
                </a:cubicBezTo>
                <a:cubicBezTo>
                  <a:pt x="103" y="268"/>
                  <a:pt x="109" y="264"/>
                  <a:pt x="113" y="260"/>
                </a:cubicBezTo>
                <a:cubicBezTo>
                  <a:pt x="124" y="253"/>
                  <a:pt x="138" y="239"/>
                  <a:pt x="158" y="220"/>
                </a:cubicBezTo>
                <a:cubicBezTo>
                  <a:pt x="177" y="201"/>
                  <a:pt x="192" y="187"/>
                  <a:pt x="203" y="181"/>
                </a:cubicBezTo>
                <a:cubicBezTo>
                  <a:pt x="220" y="169"/>
                  <a:pt x="236" y="163"/>
                  <a:pt x="252" y="163"/>
                </a:cubicBezTo>
                <a:cubicBezTo>
                  <a:pt x="265" y="163"/>
                  <a:pt x="275" y="167"/>
                  <a:pt x="282" y="175"/>
                </a:cubicBezTo>
                <a:cubicBezTo>
                  <a:pt x="289" y="184"/>
                  <a:pt x="293" y="195"/>
                  <a:pt x="293" y="210"/>
                </a:cubicBezTo>
                <a:cubicBezTo>
                  <a:pt x="293" y="221"/>
                  <a:pt x="292" y="230"/>
                  <a:pt x="289" y="237"/>
                </a:cubicBezTo>
                <a:cubicBezTo>
                  <a:pt x="286" y="244"/>
                  <a:pt x="282" y="250"/>
                  <a:pt x="277" y="253"/>
                </a:cubicBezTo>
                <a:cubicBezTo>
                  <a:pt x="272" y="257"/>
                  <a:pt x="267" y="259"/>
                  <a:pt x="263" y="260"/>
                </a:cubicBezTo>
                <a:cubicBezTo>
                  <a:pt x="259" y="262"/>
                  <a:pt x="256" y="262"/>
                  <a:pt x="252" y="262"/>
                </a:cubicBezTo>
                <a:cubicBezTo>
                  <a:pt x="243" y="262"/>
                  <a:pt x="236" y="260"/>
                  <a:pt x="231" y="255"/>
                </a:cubicBezTo>
                <a:cubicBezTo>
                  <a:pt x="226" y="250"/>
                  <a:pt x="223" y="244"/>
                  <a:pt x="223" y="237"/>
                </a:cubicBezTo>
                <a:cubicBezTo>
                  <a:pt x="223" y="226"/>
                  <a:pt x="227" y="217"/>
                  <a:pt x="234" y="210"/>
                </a:cubicBezTo>
                <a:cubicBezTo>
                  <a:pt x="241" y="203"/>
                  <a:pt x="247" y="199"/>
                  <a:pt x="254" y="197"/>
                </a:cubicBezTo>
                <a:lnTo>
                  <a:pt x="265" y="195"/>
                </a:lnTo>
                <a:cubicBezTo>
                  <a:pt x="259" y="190"/>
                  <a:pt x="254" y="187"/>
                  <a:pt x="249" y="187"/>
                </a:cubicBezTo>
                <a:lnTo>
                  <a:pt x="247" y="187"/>
                </a:lnTo>
                <a:cubicBezTo>
                  <a:pt x="233" y="188"/>
                  <a:pt x="219" y="194"/>
                  <a:pt x="206" y="203"/>
                </a:cubicBezTo>
                <a:cubicBezTo>
                  <a:pt x="193" y="213"/>
                  <a:pt x="177" y="226"/>
                  <a:pt x="159" y="244"/>
                </a:cubicBezTo>
                <a:cubicBezTo>
                  <a:pt x="141" y="262"/>
                  <a:pt x="127" y="275"/>
                  <a:pt x="117" y="284"/>
                </a:cubicBezTo>
                <a:cubicBezTo>
                  <a:pt x="117" y="284"/>
                  <a:pt x="121" y="285"/>
                  <a:pt x="126" y="285"/>
                </a:cubicBezTo>
                <a:cubicBezTo>
                  <a:pt x="132" y="286"/>
                  <a:pt x="137" y="288"/>
                  <a:pt x="142" y="289"/>
                </a:cubicBezTo>
                <a:cubicBezTo>
                  <a:pt x="146" y="291"/>
                  <a:pt x="152" y="293"/>
                  <a:pt x="158" y="294"/>
                </a:cubicBezTo>
                <a:cubicBezTo>
                  <a:pt x="165" y="296"/>
                  <a:pt x="171" y="299"/>
                  <a:pt x="176" y="303"/>
                </a:cubicBezTo>
                <a:cubicBezTo>
                  <a:pt x="181" y="308"/>
                  <a:pt x="186" y="312"/>
                  <a:pt x="190" y="315"/>
                </a:cubicBezTo>
                <a:cubicBezTo>
                  <a:pt x="194" y="318"/>
                  <a:pt x="198" y="324"/>
                  <a:pt x="201" y="332"/>
                </a:cubicBezTo>
                <a:cubicBezTo>
                  <a:pt x="204" y="339"/>
                  <a:pt x="205" y="347"/>
                  <a:pt x="205" y="353"/>
                </a:cubicBezTo>
                <a:cubicBezTo>
                  <a:pt x="205" y="360"/>
                  <a:pt x="204" y="369"/>
                  <a:pt x="201" y="379"/>
                </a:cubicBezTo>
                <a:cubicBezTo>
                  <a:pt x="199" y="390"/>
                  <a:pt x="198" y="398"/>
                  <a:pt x="198" y="405"/>
                </a:cubicBezTo>
                <a:cubicBezTo>
                  <a:pt x="198" y="422"/>
                  <a:pt x="203" y="431"/>
                  <a:pt x="215" y="431"/>
                </a:cubicBezTo>
                <a:cubicBezTo>
                  <a:pt x="236" y="431"/>
                  <a:pt x="252" y="405"/>
                  <a:pt x="265" y="354"/>
                </a:cubicBezTo>
                <a:cubicBezTo>
                  <a:pt x="266" y="351"/>
                  <a:pt x="270" y="349"/>
                  <a:pt x="278" y="349"/>
                </a:cubicBezTo>
                <a:lnTo>
                  <a:pt x="281" y="349"/>
                </a:lnTo>
                <a:cubicBezTo>
                  <a:pt x="287" y="349"/>
                  <a:pt x="291" y="351"/>
                  <a:pt x="291" y="355"/>
                </a:cubicBezTo>
                <a:cubicBezTo>
                  <a:pt x="291" y="357"/>
                  <a:pt x="290" y="360"/>
                  <a:pt x="289" y="364"/>
                </a:cubicBezTo>
                <a:cubicBezTo>
                  <a:pt x="271" y="424"/>
                  <a:pt x="246" y="455"/>
                  <a:pt x="213" y="455"/>
                </a:cubicBezTo>
                <a:cubicBezTo>
                  <a:pt x="194" y="455"/>
                  <a:pt x="178" y="449"/>
                  <a:pt x="166" y="438"/>
                </a:cubicBezTo>
                <a:cubicBezTo>
                  <a:pt x="154" y="427"/>
                  <a:pt x="148" y="411"/>
                  <a:pt x="148" y="390"/>
                </a:cubicBezTo>
                <a:cubicBezTo>
                  <a:pt x="148" y="382"/>
                  <a:pt x="149" y="375"/>
                  <a:pt x="150" y="370"/>
                </a:cubicBezTo>
                <a:cubicBezTo>
                  <a:pt x="151" y="364"/>
                  <a:pt x="152" y="359"/>
                  <a:pt x="152" y="354"/>
                </a:cubicBezTo>
                <a:cubicBezTo>
                  <a:pt x="152" y="345"/>
                  <a:pt x="149" y="337"/>
                  <a:pt x="143" y="330"/>
                </a:cubicBezTo>
                <a:cubicBezTo>
                  <a:pt x="137" y="323"/>
                  <a:pt x="129" y="318"/>
                  <a:pt x="120" y="315"/>
                </a:cubicBezTo>
                <a:cubicBezTo>
                  <a:pt x="111" y="312"/>
                  <a:pt x="104" y="310"/>
                  <a:pt x="99" y="308"/>
                </a:cubicBezTo>
                <a:cubicBezTo>
                  <a:pt x="93" y="306"/>
                  <a:pt x="89" y="306"/>
                  <a:pt x="87" y="306"/>
                </a:cubicBezTo>
                <a:lnTo>
                  <a:pt x="86" y="306"/>
                </a:lnTo>
                <a:cubicBezTo>
                  <a:pt x="81" y="324"/>
                  <a:pt x="76" y="341"/>
                  <a:pt x="72" y="358"/>
                </a:cubicBezTo>
                <a:cubicBezTo>
                  <a:pt x="68" y="375"/>
                  <a:pt x="65" y="387"/>
                  <a:pt x="63" y="395"/>
                </a:cubicBezTo>
                <a:cubicBezTo>
                  <a:pt x="61" y="404"/>
                  <a:pt x="59" y="412"/>
                  <a:pt x="57" y="419"/>
                </a:cubicBezTo>
                <a:cubicBezTo>
                  <a:pt x="56" y="427"/>
                  <a:pt x="54" y="432"/>
                  <a:pt x="53" y="435"/>
                </a:cubicBezTo>
                <a:cubicBezTo>
                  <a:pt x="52" y="437"/>
                  <a:pt x="50" y="440"/>
                  <a:pt x="48" y="443"/>
                </a:cubicBezTo>
                <a:cubicBezTo>
                  <a:pt x="47" y="446"/>
                  <a:pt x="44" y="448"/>
                  <a:pt x="41" y="449"/>
                </a:cubicBezTo>
                <a:cubicBezTo>
                  <a:pt x="36" y="453"/>
                  <a:pt x="30" y="455"/>
                  <a:pt x="22" y="455"/>
                </a:cubicBezTo>
                <a:cubicBezTo>
                  <a:pt x="15" y="455"/>
                  <a:pt x="9" y="453"/>
                  <a:pt x="6" y="448"/>
                </a:cubicBezTo>
                <a:cubicBezTo>
                  <a:pt x="2" y="444"/>
                  <a:pt x="0" y="440"/>
                  <a:pt x="0" y="437"/>
                </a:cubicBezTo>
                <a:cubicBezTo>
                  <a:pt x="0" y="433"/>
                  <a:pt x="8" y="399"/>
                  <a:pt x="24" y="334"/>
                </a:cubicBezTo>
                <a:cubicBezTo>
                  <a:pt x="40" y="270"/>
                  <a:pt x="56" y="207"/>
                  <a:pt x="72" y="145"/>
                </a:cubicBezTo>
                <a:lnTo>
                  <a:pt x="95" y="50"/>
                </a:lnTo>
                <a:cubicBezTo>
                  <a:pt x="96" y="45"/>
                  <a:pt x="94" y="41"/>
                  <a:pt x="91" y="40"/>
                </a:cubicBezTo>
                <a:cubicBezTo>
                  <a:pt x="87" y="39"/>
                  <a:pt x="79" y="38"/>
                  <a:pt x="66" y="37"/>
                </a:cubicBezTo>
                <a:lnTo>
                  <a:pt x="63" y="37"/>
                </a:lnTo>
                <a:cubicBezTo>
                  <a:pt x="58" y="37"/>
                  <a:pt x="55" y="37"/>
                  <a:pt x="54" y="37"/>
                </a:cubicBezTo>
                <a:cubicBezTo>
                  <a:pt x="53" y="37"/>
                  <a:pt x="51" y="36"/>
                  <a:pt x="50" y="35"/>
                </a:cubicBezTo>
                <a:cubicBezTo>
                  <a:pt x="48" y="34"/>
                  <a:pt x="47" y="32"/>
                  <a:pt x="48" y="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24" name=""/>
          <p:cNvSpPr/>
          <p:nvPr/>
        </p:nvSpPr>
        <p:spPr>
          <a:xfrm>
            <a:off x="4160880" y="1927800"/>
            <a:ext cx="154800" cy="54720"/>
          </a:xfrm>
          <a:custGeom>
            <a:avLst/>
            <a:gdLst/>
            <a:ahLst/>
            <a:rect l="0" t="0" r="r" b="b"/>
            <a:pathLst>
              <a:path w="430" h="152">
                <a:moveTo>
                  <a:pt x="0" y="13"/>
                </a:moveTo>
                <a:cubicBezTo>
                  <a:pt x="0" y="8"/>
                  <a:pt x="3" y="3"/>
                  <a:pt x="9" y="0"/>
                </a:cubicBezTo>
                <a:lnTo>
                  <a:pt x="420" y="0"/>
                </a:lnTo>
                <a:cubicBezTo>
                  <a:pt x="426" y="4"/>
                  <a:pt x="430" y="8"/>
                  <a:pt x="430" y="13"/>
                </a:cubicBezTo>
                <a:cubicBezTo>
                  <a:pt x="430" y="18"/>
                  <a:pt x="427" y="22"/>
                  <a:pt x="421" y="26"/>
                </a:cubicBezTo>
                <a:lnTo>
                  <a:pt x="216" y="26"/>
                </a:lnTo>
                <a:lnTo>
                  <a:pt x="10" y="26"/>
                </a:lnTo>
                <a:cubicBezTo>
                  <a:pt x="4" y="24"/>
                  <a:pt x="0" y="20"/>
                  <a:pt x="0" y="13"/>
                </a:cubicBezTo>
                <a:moveTo>
                  <a:pt x="0" y="139"/>
                </a:moveTo>
                <a:cubicBezTo>
                  <a:pt x="0" y="133"/>
                  <a:pt x="4" y="128"/>
                  <a:pt x="10" y="126"/>
                </a:cubicBezTo>
                <a:lnTo>
                  <a:pt x="421" y="126"/>
                </a:lnTo>
                <a:cubicBezTo>
                  <a:pt x="427" y="131"/>
                  <a:pt x="430" y="135"/>
                  <a:pt x="430" y="139"/>
                </a:cubicBezTo>
                <a:cubicBezTo>
                  <a:pt x="430" y="145"/>
                  <a:pt x="426" y="149"/>
                  <a:pt x="420" y="152"/>
                </a:cubicBezTo>
                <a:lnTo>
                  <a:pt x="9" y="152"/>
                </a:lnTo>
                <a:cubicBezTo>
                  <a:pt x="3" y="149"/>
                  <a:pt x="0" y="145"/>
                  <a:pt x="0" y="1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25" name=""/>
          <p:cNvSpPr/>
          <p:nvPr/>
        </p:nvSpPr>
        <p:spPr>
          <a:xfrm>
            <a:off x="4347360" y="1858680"/>
            <a:ext cx="79920" cy="154800"/>
          </a:xfrm>
          <a:custGeom>
            <a:avLst/>
            <a:gdLst/>
            <a:ahLst/>
            <a:rect l="0" t="0" r="r" b="b"/>
            <a:pathLst>
              <a:path w="222" h="430">
                <a:moveTo>
                  <a:pt x="84" y="57"/>
                </a:moveTo>
                <a:lnTo>
                  <a:pt x="75" y="60"/>
                </a:lnTo>
                <a:cubicBezTo>
                  <a:pt x="69" y="62"/>
                  <a:pt x="61" y="64"/>
                  <a:pt x="50" y="66"/>
                </a:cubicBezTo>
                <a:cubicBezTo>
                  <a:pt x="38" y="68"/>
                  <a:pt x="26" y="70"/>
                  <a:pt x="12" y="71"/>
                </a:cubicBezTo>
                <a:lnTo>
                  <a:pt x="0" y="71"/>
                </a:lnTo>
                <a:lnTo>
                  <a:pt x="0" y="41"/>
                </a:lnTo>
                <a:lnTo>
                  <a:pt x="12" y="41"/>
                </a:lnTo>
                <a:cubicBezTo>
                  <a:pt x="32" y="40"/>
                  <a:pt x="51" y="37"/>
                  <a:pt x="68" y="32"/>
                </a:cubicBezTo>
                <a:cubicBezTo>
                  <a:pt x="85" y="26"/>
                  <a:pt x="97" y="21"/>
                  <a:pt x="104" y="16"/>
                </a:cubicBezTo>
                <a:cubicBezTo>
                  <a:pt x="111" y="11"/>
                  <a:pt x="117" y="7"/>
                  <a:pt x="122" y="2"/>
                </a:cubicBezTo>
                <a:cubicBezTo>
                  <a:pt x="123" y="1"/>
                  <a:pt x="126" y="0"/>
                  <a:pt x="130" y="0"/>
                </a:cubicBezTo>
                <a:cubicBezTo>
                  <a:pt x="134" y="0"/>
                  <a:pt x="138" y="1"/>
                  <a:pt x="141" y="4"/>
                </a:cubicBezTo>
                <a:lnTo>
                  <a:pt x="141" y="197"/>
                </a:lnTo>
                <a:lnTo>
                  <a:pt x="142" y="390"/>
                </a:lnTo>
                <a:cubicBezTo>
                  <a:pt x="145" y="393"/>
                  <a:pt x="147" y="395"/>
                  <a:pt x="149" y="396"/>
                </a:cubicBezTo>
                <a:cubicBezTo>
                  <a:pt x="151" y="397"/>
                  <a:pt x="157" y="398"/>
                  <a:pt x="165" y="399"/>
                </a:cubicBezTo>
                <a:cubicBezTo>
                  <a:pt x="173" y="400"/>
                  <a:pt x="186" y="400"/>
                  <a:pt x="206" y="400"/>
                </a:cubicBezTo>
                <a:lnTo>
                  <a:pt x="222" y="400"/>
                </a:lnTo>
                <a:lnTo>
                  <a:pt x="222" y="430"/>
                </a:lnTo>
                <a:lnTo>
                  <a:pt x="215" y="430"/>
                </a:lnTo>
                <a:cubicBezTo>
                  <a:pt x="206" y="428"/>
                  <a:pt x="171" y="428"/>
                  <a:pt x="112" y="428"/>
                </a:cubicBezTo>
                <a:cubicBezTo>
                  <a:pt x="54" y="428"/>
                  <a:pt x="20" y="428"/>
                  <a:pt x="11" y="430"/>
                </a:cubicBezTo>
                <a:lnTo>
                  <a:pt x="3" y="430"/>
                </a:lnTo>
                <a:lnTo>
                  <a:pt x="3" y="400"/>
                </a:lnTo>
                <a:lnTo>
                  <a:pt x="20" y="400"/>
                </a:lnTo>
                <a:cubicBezTo>
                  <a:pt x="29" y="400"/>
                  <a:pt x="38" y="400"/>
                  <a:pt x="44" y="400"/>
                </a:cubicBezTo>
                <a:cubicBezTo>
                  <a:pt x="51" y="400"/>
                  <a:pt x="57" y="400"/>
                  <a:pt x="61" y="399"/>
                </a:cubicBezTo>
                <a:cubicBezTo>
                  <a:pt x="64" y="399"/>
                  <a:pt x="68" y="398"/>
                  <a:pt x="71" y="397"/>
                </a:cubicBezTo>
                <a:cubicBezTo>
                  <a:pt x="74" y="397"/>
                  <a:pt x="76" y="396"/>
                  <a:pt x="76" y="396"/>
                </a:cubicBezTo>
                <a:cubicBezTo>
                  <a:pt x="76" y="396"/>
                  <a:pt x="78" y="395"/>
                  <a:pt x="80" y="393"/>
                </a:cubicBezTo>
                <a:cubicBezTo>
                  <a:pt x="82" y="391"/>
                  <a:pt x="83" y="390"/>
                  <a:pt x="84" y="390"/>
                </a:cubicBezTo>
                <a:lnTo>
                  <a:pt x="84" y="5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26" name=""/>
          <p:cNvSpPr/>
          <p:nvPr/>
        </p:nvSpPr>
        <p:spPr>
          <a:xfrm>
            <a:off x="5093640" y="1669320"/>
            <a:ext cx="13680" cy="327600"/>
          </a:xfrm>
          <a:custGeom>
            <a:avLst/>
            <a:gdLst/>
            <a:ahLst/>
            <a:rect l="0" t="0" r="r" b="b"/>
            <a:pathLst>
              <a:path w="38" h="910">
                <a:moveTo>
                  <a:pt x="20" y="910"/>
                </a:moveTo>
                <a:lnTo>
                  <a:pt x="17" y="910"/>
                </a:lnTo>
                <a:cubicBezTo>
                  <a:pt x="9" y="910"/>
                  <a:pt x="4" y="906"/>
                  <a:pt x="0" y="897"/>
                </a:cubicBezTo>
                <a:lnTo>
                  <a:pt x="0" y="455"/>
                </a:lnTo>
                <a:lnTo>
                  <a:pt x="1" y="12"/>
                </a:lnTo>
                <a:cubicBezTo>
                  <a:pt x="7" y="4"/>
                  <a:pt x="13" y="0"/>
                  <a:pt x="20" y="0"/>
                </a:cubicBezTo>
                <a:cubicBezTo>
                  <a:pt x="27" y="0"/>
                  <a:pt x="34" y="4"/>
                  <a:pt x="38" y="13"/>
                </a:cubicBezTo>
                <a:lnTo>
                  <a:pt x="38" y="897"/>
                </a:lnTo>
                <a:cubicBezTo>
                  <a:pt x="33" y="906"/>
                  <a:pt x="27" y="910"/>
                  <a:pt x="21" y="910"/>
                </a:cubicBezTo>
                <a:lnTo>
                  <a:pt x="20" y="9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27" name=""/>
          <p:cNvSpPr/>
          <p:nvPr/>
        </p:nvSpPr>
        <p:spPr>
          <a:xfrm>
            <a:off x="5155920" y="1692000"/>
            <a:ext cx="235800" cy="223200"/>
          </a:xfrm>
          <a:custGeom>
            <a:avLst/>
            <a:gdLst/>
            <a:ahLst/>
            <a:rect l="0" t="0" r="r" b="b"/>
            <a:pathLst>
              <a:path w="655" h="620">
                <a:moveTo>
                  <a:pt x="16" y="619"/>
                </a:moveTo>
                <a:cubicBezTo>
                  <a:pt x="5" y="619"/>
                  <a:pt x="0" y="616"/>
                  <a:pt x="0" y="610"/>
                </a:cubicBezTo>
                <a:cubicBezTo>
                  <a:pt x="0" y="609"/>
                  <a:pt x="1" y="604"/>
                  <a:pt x="3" y="597"/>
                </a:cubicBezTo>
                <a:cubicBezTo>
                  <a:pt x="5" y="587"/>
                  <a:pt x="8" y="582"/>
                  <a:pt x="10" y="581"/>
                </a:cubicBezTo>
                <a:cubicBezTo>
                  <a:pt x="13" y="579"/>
                  <a:pt x="20" y="579"/>
                  <a:pt x="31" y="578"/>
                </a:cubicBezTo>
                <a:cubicBezTo>
                  <a:pt x="48" y="578"/>
                  <a:pt x="66" y="577"/>
                  <a:pt x="86" y="575"/>
                </a:cubicBezTo>
                <a:cubicBezTo>
                  <a:pt x="94" y="573"/>
                  <a:pt x="100" y="570"/>
                  <a:pt x="103" y="564"/>
                </a:cubicBezTo>
                <a:cubicBezTo>
                  <a:pt x="104" y="561"/>
                  <a:pt x="126" y="475"/>
                  <a:pt x="168" y="308"/>
                </a:cubicBezTo>
                <a:cubicBezTo>
                  <a:pt x="210" y="140"/>
                  <a:pt x="231" y="55"/>
                  <a:pt x="231" y="53"/>
                </a:cubicBezTo>
                <a:cubicBezTo>
                  <a:pt x="231" y="49"/>
                  <a:pt x="230" y="46"/>
                  <a:pt x="228" y="46"/>
                </a:cubicBezTo>
                <a:cubicBezTo>
                  <a:pt x="223" y="45"/>
                  <a:pt x="207" y="43"/>
                  <a:pt x="180" y="42"/>
                </a:cubicBezTo>
                <a:lnTo>
                  <a:pt x="151" y="42"/>
                </a:lnTo>
                <a:cubicBezTo>
                  <a:pt x="148" y="38"/>
                  <a:pt x="146" y="36"/>
                  <a:pt x="146" y="35"/>
                </a:cubicBezTo>
                <a:cubicBezTo>
                  <a:pt x="146" y="33"/>
                  <a:pt x="147" y="28"/>
                  <a:pt x="148" y="19"/>
                </a:cubicBezTo>
                <a:cubicBezTo>
                  <a:pt x="150" y="9"/>
                  <a:pt x="153" y="2"/>
                  <a:pt x="157" y="0"/>
                </a:cubicBezTo>
                <a:lnTo>
                  <a:pt x="648" y="0"/>
                </a:lnTo>
                <a:cubicBezTo>
                  <a:pt x="653" y="2"/>
                  <a:pt x="655" y="6"/>
                  <a:pt x="655" y="10"/>
                </a:cubicBezTo>
                <a:cubicBezTo>
                  <a:pt x="655" y="13"/>
                  <a:pt x="651" y="47"/>
                  <a:pt x="643" y="112"/>
                </a:cubicBezTo>
                <a:cubicBezTo>
                  <a:pt x="635" y="177"/>
                  <a:pt x="631" y="210"/>
                  <a:pt x="630" y="212"/>
                </a:cubicBezTo>
                <a:cubicBezTo>
                  <a:pt x="629" y="216"/>
                  <a:pt x="623" y="218"/>
                  <a:pt x="612" y="218"/>
                </a:cubicBezTo>
                <a:lnTo>
                  <a:pt x="601" y="218"/>
                </a:lnTo>
                <a:cubicBezTo>
                  <a:pt x="597" y="215"/>
                  <a:pt x="595" y="211"/>
                  <a:pt x="595" y="207"/>
                </a:cubicBezTo>
                <a:cubicBezTo>
                  <a:pt x="595" y="206"/>
                  <a:pt x="596" y="199"/>
                  <a:pt x="597" y="185"/>
                </a:cubicBezTo>
                <a:cubicBezTo>
                  <a:pt x="599" y="171"/>
                  <a:pt x="600" y="155"/>
                  <a:pt x="600" y="137"/>
                </a:cubicBezTo>
                <a:cubicBezTo>
                  <a:pt x="600" y="118"/>
                  <a:pt x="598" y="103"/>
                  <a:pt x="594" y="92"/>
                </a:cubicBezTo>
                <a:cubicBezTo>
                  <a:pt x="589" y="80"/>
                  <a:pt x="584" y="71"/>
                  <a:pt x="576" y="64"/>
                </a:cubicBezTo>
                <a:cubicBezTo>
                  <a:pt x="569" y="56"/>
                  <a:pt x="558" y="52"/>
                  <a:pt x="543" y="49"/>
                </a:cubicBezTo>
                <a:cubicBezTo>
                  <a:pt x="528" y="47"/>
                  <a:pt x="512" y="45"/>
                  <a:pt x="496" y="43"/>
                </a:cubicBezTo>
                <a:cubicBezTo>
                  <a:pt x="481" y="41"/>
                  <a:pt x="459" y="41"/>
                  <a:pt x="431" y="42"/>
                </a:cubicBezTo>
                <a:lnTo>
                  <a:pt x="410" y="42"/>
                </a:lnTo>
                <a:cubicBezTo>
                  <a:pt x="359" y="42"/>
                  <a:pt x="333" y="43"/>
                  <a:pt x="330" y="45"/>
                </a:cubicBezTo>
                <a:cubicBezTo>
                  <a:pt x="327" y="46"/>
                  <a:pt x="325" y="48"/>
                  <a:pt x="323" y="52"/>
                </a:cubicBezTo>
                <a:cubicBezTo>
                  <a:pt x="323" y="52"/>
                  <a:pt x="312" y="92"/>
                  <a:pt x="292" y="171"/>
                </a:cubicBezTo>
                <a:lnTo>
                  <a:pt x="263" y="288"/>
                </a:lnTo>
                <a:lnTo>
                  <a:pt x="313" y="288"/>
                </a:lnTo>
                <a:cubicBezTo>
                  <a:pt x="315" y="288"/>
                  <a:pt x="322" y="288"/>
                  <a:pt x="334" y="288"/>
                </a:cubicBezTo>
                <a:cubicBezTo>
                  <a:pt x="346" y="288"/>
                  <a:pt x="355" y="288"/>
                  <a:pt x="360" y="288"/>
                </a:cubicBezTo>
                <a:cubicBezTo>
                  <a:pt x="365" y="287"/>
                  <a:pt x="372" y="286"/>
                  <a:pt x="381" y="285"/>
                </a:cubicBezTo>
                <a:cubicBezTo>
                  <a:pt x="389" y="284"/>
                  <a:pt x="397" y="282"/>
                  <a:pt x="403" y="278"/>
                </a:cubicBezTo>
                <a:cubicBezTo>
                  <a:pt x="409" y="275"/>
                  <a:pt x="414" y="272"/>
                  <a:pt x="418" y="268"/>
                </a:cubicBezTo>
                <a:cubicBezTo>
                  <a:pt x="426" y="260"/>
                  <a:pt x="433" y="250"/>
                  <a:pt x="438" y="238"/>
                </a:cubicBezTo>
                <a:cubicBezTo>
                  <a:pt x="444" y="225"/>
                  <a:pt x="448" y="213"/>
                  <a:pt x="450" y="203"/>
                </a:cubicBezTo>
                <a:cubicBezTo>
                  <a:pt x="452" y="193"/>
                  <a:pt x="454" y="187"/>
                  <a:pt x="455" y="187"/>
                </a:cubicBezTo>
                <a:cubicBezTo>
                  <a:pt x="456" y="184"/>
                  <a:pt x="462" y="182"/>
                  <a:pt x="472" y="182"/>
                </a:cubicBezTo>
                <a:lnTo>
                  <a:pt x="483" y="182"/>
                </a:lnTo>
                <a:cubicBezTo>
                  <a:pt x="487" y="185"/>
                  <a:pt x="489" y="188"/>
                  <a:pt x="489" y="191"/>
                </a:cubicBezTo>
                <a:cubicBezTo>
                  <a:pt x="489" y="193"/>
                  <a:pt x="480" y="233"/>
                  <a:pt x="461" y="310"/>
                </a:cubicBezTo>
                <a:cubicBezTo>
                  <a:pt x="442" y="388"/>
                  <a:pt x="432" y="428"/>
                  <a:pt x="430" y="430"/>
                </a:cubicBezTo>
                <a:cubicBezTo>
                  <a:pt x="429" y="435"/>
                  <a:pt x="423" y="437"/>
                  <a:pt x="412" y="437"/>
                </a:cubicBezTo>
                <a:lnTo>
                  <a:pt x="401" y="437"/>
                </a:lnTo>
                <a:cubicBezTo>
                  <a:pt x="397" y="433"/>
                  <a:pt x="394" y="430"/>
                  <a:pt x="394" y="426"/>
                </a:cubicBezTo>
                <a:cubicBezTo>
                  <a:pt x="394" y="424"/>
                  <a:pt x="396" y="417"/>
                  <a:pt x="399" y="406"/>
                </a:cubicBezTo>
                <a:cubicBezTo>
                  <a:pt x="402" y="394"/>
                  <a:pt x="404" y="382"/>
                  <a:pt x="404" y="369"/>
                </a:cubicBezTo>
                <a:cubicBezTo>
                  <a:pt x="404" y="352"/>
                  <a:pt x="397" y="341"/>
                  <a:pt x="385" y="337"/>
                </a:cubicBezTo>
                <a:cubicBezTo>
                  <a:pt x="373" y="332"/>
                  <a:pt x="345" y="330"/>
                  <a:pt x="303" y="330"/>
                </a:cubicBezTo>
                <a:lnTo>
                  <a:pt x="253" y="330"/>
                </a:lnTo>
                <a:lnTo>
                  <a:pt x="224" y="446"/>
                </a:lnTo>
                <a:cubicBezTo>
                  <a:pt x="205" y="521"/>
                  <a:pt x="195" y="562"/>
                  <a:pt x="195" y="565"/>
                </a:cubicBezTo>
                <a:cubicBezTo>
                  <a:pt x="195" y="574"/>
                  <a:pt x="222" y="578"/>
                  <a:pt x="276" y="578"/>
                </a:cubicBezTo>
                <a:lnTo>
                  <a:pt x="299" y="578"/>
                </a:lnTo>
                <a:cubicBezTo>
                  <a:pt x="302" y="582"/>
                  <a:pt x="304" y="584"/>
                  <a:pt x="304" y="584"/>
                </a:cubicBezTo>
                <a:cubicBezTo>
                  <a:pt x="304" y="585"/>
                  <a:pt x="304" y="591"/>
                  <a:pt x="302" y="603"/>
                </a:cubicBezTo>
                <a:cubicBezTo>
                  <a:pt x="300" y="610"/>
                  <a:pt x="297" y="616"/>
                  <a:pt x="293" y="620"/>
                </a:cubicBezTo>
                <a:lnTo>
                  <a:pt x="278" y="620"/>
                </a:lnTo>
                <a:cubicBezTo>
                  <a:pt x="253" y="619"/>
                  <a:pt x="207" y="618"/>
                  <a:pt x="140" y="618"/>
                </a:cubicBezTo>
                <a:cubicBezTo>
                  <a:pt x="101" y="618"/>
                  <a:pt x="71" y="618"/>
                  <a:pt x="50" y="618"/>
                </a:cubicBezTo>
                <a:cubicBezTo>
                  <a:pt x="30" y="618"/>
                  <a:pt x="18" y="618"/>
                  <a:pt x="16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28" name=""/>
          <p:cNvSpPr/>
          <p:nvPr/>
        </p:nvSpPr>
        <p:spPr>
          <a:xfrm>
            <a:off x="5259240" y="1604160"/>
            <a:ext cx="90720" cy="53640"/>
          </a:xfrm>
          <a:custGeom>
            <a:avLst/>
            <a:gdLst/>
            <a:ahLst/>
            <a:rect l="0" t="0" r="r" b="b"/>
            <a:pathLst>
              <a:path w="252" h="149">
                <a:moveTo>
                  <a:pt x="0" y="123"/>
                </a:moveTo>
                <a:lnTo>
                  <a:pt x="126" y="0"/>
                </a:lnTo>
                <a:lnTo>
                  <a:pt x="133" y="7"/>
                </a:lnTo>
                <a:cubicBezTo>
                  <a:pt x="212" y="84"/>
                  <a:pt x="252" y="122"/>
                  <a:pt x="252" y="123"/>
                </a:cubicBezTo>
                <a:lnTo>
                  <a:pt x="228" y="149"/>
                </a:lnTo>
                <a:cubicBezTo>
                  <a:pt x="227" y="149"/>
                  <a:pt x="209" y="134"/>
                  <a:pt x="175" y="104"/>
                </a:cubicBezTo>
                <a:lnTo>
                  <a:pt x="127" y="62"/>
                </a:lnTo>
                <a:lnTo>
                  <a:pt x="77" y="105"/>
                </a:lnTo>
                <a:cubicBezTo>
                  <a:pt x="69" y="112"/>
                  <a:pt x="61" y="119"/>
                  <a:pt x="53" y="126"/>
                </a:cubicBezTo>
                <a:cubicBezTo>
                  <a:pt x="45" y="133"/>
                  <a:pt x="39" y="139"/>
                  <a:pt x="34" y="143"/>
                </a:cubicBezTo>
                <a:lnTo>
                  <a:pt x="27" y="149"/>
                </a:lnTo>
                <a:cubicBezTo>
                  <a:pt x="26" y="150"/>
                  <a:pt x="21" y="146"/>
                  <a:pt x="12" y="136"/>
                </a:cubicBezTo>
                <a:lnTo>
                  <a:pt x="0" y="12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29" name=""/>
          <p:cNvSpPr/>
          <p:nvPr/>
        </p:nvSpPr>
        <p:spPr>
          <a:xfrm>
            <a:off x="5386680" y="1809720"/>
            <a:ext cx="79920" cy="154440"/>
          </a:xfrm>
          <a:custGeom>
            <a:avLst/>
            <a:gdLst/>
            <a:ahLst/>
            <a:rect l="0" t="0" r="r" b="b"/>
            <a:pathLst>
              <a:path w="222" h="429">
                <a:moveTo>
                  <a:pt x="83" y="56"/>
                </a:moveTo>
                <a:lnTo>
                  <a:pt x="75" y="60"/>
                </a:lnTo>
                <a:cubicBezTo>
                  <a:pt x="69" y="62"/>
                  <a:pt x="60" y="64"/>
                  <a:pt x="49" y="66"/>
                </a:cubicBezTo>
                <a:cubicBezTo>
                  <a:pt x="38" y="68"/>
                  <a:pt x="26" y="70"/>
                  <a:pt x="12" y="71"/>
                </a:cubicBezTo>
                <a:lnTo>
                  <a:pt x="0" y="71"/>
                </a:lnTo>
                <a:lnTo>
                  <a:pt x="0" y="41"/>
                </a:lnTo>
                <a:lnTo>
                  <a:pt x="12" y="41"/>
                </a:lnTo>
                <a:cubicBezTo>
                  <a:pt x="32" y="40"/>
                  <a:pt x="51" y="37"/>
                  <a:pt x="68" y="31"/>
                </a:cubicBezTo>
                <a:cubicBezTo>
                  <a:pt x="85" y="26"/>
                  <a:pt x="97" y="21"/>
                  <a:pt x="104" y="16"/>
                </a:cubicBezTo>
                <a:cubicBezTo>
                  <a:pt x="111" y="11"/>
                  <a:pt x="117" y="6"/>
                  <a:pt x="122" y="2"/>
                </a:cubicBezTo>
                <a:cubicBezTo>
                  <a:pt x="123" y="0"/>
                  <a:pt x="125" y="0"/>
                  <a:pt x="130" y="0"/>
                </a:cubicBezTo>
                <a:cubicBezTo>
                  <a:pt x="134" y="0"/>
                  <a:pt x="137" y="1"/>
                  <a:pt x="141" y="4"/>
                </a:cubicBezTo>
                <a:lnTo>
                  <a:pt x="141" y="196"/>
                </a:lnTo>
                <a:lnTo>
                  <a:pt x="141" y="390"/>
                </a:lnTo>
                <a:cubicBezTo>
                  <a:pt x="144" y="393"/>
                  <a:pt x="147" y="395"/>
                  <a:pt x="149" y="396"/>
                </a:cubicBezTo>
                <a:cubicBezTo>
                  <a:pt x="151" y="397"/>
                  <a:pt x="156" y="398"/>
                  <a:pt x="164" y="398"/>
                </a:cubicBezTo>
                <a:cubicBezTo>
                  <a:pt x="173" y="399"/>
                  <a:pt x="187" y="400"/>
                  <a:pt x="205" y="400"/>
                </a:cubicBezTo>
                <a:lnTo>
                  <a:pt x="222" y="400"/>
                </a:lnTo>
                <a:lnTo>
                  <a:pt x="222" y="429"/>
                </a:lnTo>
                <a:lnTo>
                  <a:pt x="215" y="429"/>
                </a:lnTo>
                <a:cubicBezTo>
                  <a:pt x="206" y="428"/>
                  <a:pt x="171" y="427"/>
                  <a:pt x="112" y="427"/>
                </a:cubicBezTo>
                <a:cubicBezTo>
                  <a:pt x="53" y="427"/>
                  <a:pt x="20" y="428"/>
                  <a:pt x="11" y="429"/>
                </a:cubicBezTo>
                <a:lnTo>
                  <a:pt x="3" y="429"/>
                </a:lnTo>
                <a:lnTo>
                  <a:pt x="3" y="400"/>
                </a:lnTo>
                <a:lnTo>
                  <a:pt x="20" y="400"/>
                </a:lnTo>
                <a:cubicBezTo>
                  <a:pt x="29" y="400"/>
                  <a:pt x="37" y="400"/>
                  <a:pt x="44" y="400"/>
                </a:cubicBezTo>
                <a:cubicBezTo>
                  <a:pt x="51" y="400"/>
                  <a:pt x="56" y="400"/>
                  <a:pt x="60" y="399"/>
                </a:cubicBezTo>
                <a:cubicBezTo>
                  <a:pt x="64" y="399"/>
                  <a:pt x="67" y="398"/>
                  <a:pt x="70" y="397"/>
                </a:cubicBezTo>
                <a:cubicBezTo>
                  <a:pt x="73" y="396"/>
                  <a:pt x="75" y="396"/>
                  <a:pt x="76" y="396"/>
                </a:cubicBezTo>
                <a:cubicBezTo>
                  <a:pt x="76" y="396"/>
                  <a:pt x="77" y="395"/>
                  <a:pt x="79" y="393"/>
                </a:cubicBezTo>
                <a:cubicBezTo>
                  <a:pt x="82" y="391"/>
                  <a:pt x="83" y="390"/>
                  <a:pt x="83" y="390"/>
                </a:cubicBezTo>
                <a:lnTo>
                  <a:pt x="83" y="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30" name=""/>
          <p:cNvSpPr/>
          <p:nvPr/>
        </p:nvSpPr>
        <p:spPr>
          <a:xfrm>
            <a:off x="5530320" y="166896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0" y="456"/>
                </a:moveTo>
                <a:cubicBezTo>
                  <a:pt x="0" y="414"/>
                  <a:pt x="3" y="375"/>
                  <a:pt x="9" y="336"/>
                </a:cubicBezTo>
                <a:cubicBezTo>
                  <a:pt x="15" y="299"/>
                  <a:pt x="22" y="266"/>
                  <a:pt x="30" y="239"/>
                </a:cubicBezTo>
                <a:cubicBezTo>
                  <a:pt x="38" y="211"/>
                  <a:pt x="49" y="185"/>
                  <a:pt x="64" y="159"/>
                </a:cubicBezTo>
                <a:cubicBezTo>
                  <a:pt x="78" y="133"/>
                  <a:pt x="90" y="112"/>
                  <a:pt x="98" y="98"/>
                </a:cubicBezTo>
                <a:cubicBezTo>
                  <a:pt x="107" y="83"/>
                  <a:pt x="120" y="67"/>
                  <a:pt x="137" y="50"/>
                </a:cubicBezTo>
                <a:cubicBezTo>
                  <a:pt x="155" y="33"/>
                  <a:pt x="165" y="23"/>
                  <a:pt x="168" y="19"/>
                </a:cubicBezTo>
                <a:cubicBezTo>
                  <a:pt x="171" y="16"/>
                  <a:pt x="178" y="9"/>
                  <a:pt x="190" y="0"/>
                </a:cubicBezTo>
                <a:lnTo>
                  <a:pt x="202" y="0"/>
                </a:lnTo>
                <a:lnTo>
                  <a:pt x="206" y="0"/>
                </a:lnTo>
                <a:cubicBezTo>
                  <a:pt x="214" y="0"/>
                  <a:pt x="219" y="3"/>
                  <a:pt x="219" y="9"/>
                </a:cubicBezTo>
                <a:cubicBezTo>
                  <a:pt x="219" y="10"/>
                  <a:pt x="213" y="17"/>
                  <a:pt x="203" y="28"/>
                </a:cubicBezTo>
                <a:cubicBezTo>
                  <a:pt x="193" y="39"/>
                  <a:pt x="180" y="55"/>
                  <a:pt x="166" y="76"/>
                </a:cubicBezTo>
                <a:cubicBezTo>
                  <a:pt x="150" y="97"/>
                  <a:pt x="135" y="123"/>
                  <a:pt x="120" y="154"/>
                </a:cubicBezTo>
                <a:cubicBezTo>
                  <a:pt x="105" y="185"/>
                  <a:pt x="92" y="227"/>
                  <a:pt x="82" y="280"/>
                </a:cubicBezTo>
                <a:cubicBezTo>
                  <a:pt x="72" y="332"/>
                  <a:pt x="66" y="392"/>
                  <a:pt x="66" y="456"/>
                </a:cubicBezTo>
                <a:cubicBezTo>
                  <a:pt x="66" y="521"/>
                  <a:pt x="72" y="579"/>
                  <a:pt x="82" y="631"/>
                </a:cubicBezTo>
                <a:cubicBezTo>
                  <a:pt x="92" y="683"/>
                  <a:pt x="105" y="725"/>
                  <a:pt x="119" y="758"/>
                </a:cubicBezTo>
                <a:cubicBezTo>
                  <a:pt x="134" y="790"/>
                  <a:pt x="149" y="816"/>
                  <a:pt x="165" y="836"/>
                </a:cubicBezTo>
                <a:cubicBezTo>
                  <a:pt x="180" y="856"/>
                  <a:pt x="193" y="872"/>
                  <a:pt x="203" y="884"/>
                </a:cubicBezTo>
                <a:cubicBezTo>
                  <a:pt x="213" y="896"/>
                  <a:pt x="219" y="903"/>
                  <a:pt x="219" y="903"/>
                </a:cubicBezTo>
                <a:cubicBezTo>
                  <a:pt x="219" y="909"/>
                  <a:pt x="214" y="911"/>
                  <a:pt x="205" y="911"/>
                </a:cubicBezTo>
                <a:lnTo>
                  <a:pt x="202" y="911"/>
                </a:lnTo>
                <a:lnTo>
                  <a:pt x="190" y="911"/>
                </a:lnTo>
                <a:lnTo>
                  <a:pt x="165" y="890"/>
                </a:lnTo>
                <a:cubicBezTo>
                  <a:pt x="107" y="838"/>
                  <a:pt x="65" y="774"/>
                  <a:pt x="39" y="697"/>
                </a:cubicBezTo>
                <a:cubicBezTo>
                  <a:pt x="13" y="620"/>
                  <a:pt x="0" y="539"/>
                  <a:pt x="0" y="45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31" name=""/>
          <p:cNvSpPr/>
          <p:nvPr/>
        </p:nvSpPr>
        <p:spPr>
          <a:xfrm>
            <a:off x="5638320" y="1770120"/>
            <a:ext cx="160200" cy="148680"/>
          </a:xfrm>
          <a:custGeom>
            <a:avLst/>
            <a:gdLst/>
            <a:ahLst/>
            <a:rect l="0" t="0" r="r" b="b"/>
            <a:pathLst>
              <a:path w="445" h="413">
                <a:moveTo>
                  <a:pt x="16" y="139"/>
                </a:moveTo>
                <a:cubicBezTo>
                  <a:pt x="20" y="113"/>
                  <a:pt x="36" y="84"/>
                  <a:pt x="66" y="51"/>
                </a:cubicBezTo>
                <a:cubicBezTo>
                  <a:pt x="94" y="17"/>
                  <a:pt x="130" y="0"/>
                  <a:pt x="172" y="0"/>
                </a:cubicBezTo>
                <a:cubicBezTo>
                  <a:pt x="193" y="0"/>
                  <a:pt x="212" y="5"/>
                  <a:pt x="230" y="16"/>
                </a:cubicBezTo>
                <a:cubicBezTo>
                  <a:pt x="247" y="27"/>
                  <a:pt x="260" y="41"/>
                  <a:pt x="269" y="57"/>
                </a:cubicBezTo>
                <a:cubicBezTo>
                  <a:pt x="294" y="19"/>
                  <a:pt x="325" y="0"/>
                  <a:pt x="361" y="0"/>
                </a:cubicBezTo>
                <a:cubicBezTo>
                  <a:pt x="383" y="0"/>
                  <a:pt x="403" y="6"/>
                  <a:pt x="419" y="20"/>
                </a:cubicBezTo>
                <a:cubicBezTo>
                  <a:pt x="435" y="33"/>
                  <a:pt x="444" y="51"/>
                  <a:pt x="445" y="73"/>
                </a:cubicBezTo>
                <a:cubicBezTo>
                  <a:pt x="445" y="91"/>
                  <a:pt x="440" y="105"/>
                  <a:pt x="432" y="116"/>
                </a:cubicBezTo>
                <a:cubicBezTo>
                  <a:pt x="423" y="127"/>
                  <a:pt x="415" y="134"/>
                  <a:pt x="407" y="136"/>
                </a:cubicBezTo>
                <a:cubicBezTo>
                  <a:pt x="399" y="139"/>
                  <a:pt x="392" y="140"/>
                  <a:pt x="386" y="140"/>
                </a:cubicBezTo>
                <a:cubicBezTo>
                  <a:pt x="375" y="140"/>
                  <a:pt x="365" y="136"/>
                  <a:pt x="358" y="130"/>
                </a:cubicBezTo>
                <a:cubicBezTo>
                  <a:pt x="351" y="123"/>
                  <a:pt x="347" y="114"/>
                  <a:pt x="347" y="103"/>
                </a:cubicBezTo>
                <a:cubicBezTo>
                  <a:pt x="347" y="75"/>
                  <a:pt x="362" y="56"/>
                  <a:pt x="393" y="46"/>
                </a:cubicBezTo>
                <a:cubicBezTo>
                  <a:pt x="386" y="38"/>
                  <a:pt x="374" y="34"/>
                  <a:pt x="356" y="34"/>
                </a:cubicBezTo>
                <a:cubicBezTo>
                  <a:pt x="348" y="34"/>
                  <a:pt x="343" y="35"/>
                  <a:pt x="339" y="36"/>
                </a:cubicBezTo>
                <a:cubicBezTo>
                  <a:pt x="316" y="46"/>
                  <a:pt x="299" y="66"/>
                  <a:pt x="288" y="96"/>
                </a:cubicBezTo>
                <a:cubicBezTo>
                  <a:pt x="252" y="230"/>
                  <a:pt x="233" y="309"/>
                  <a:pt x="233" y="332"/>
                </a:cubicBezTo>
                <a:cubicBezTo>
                  <a:pt x="233" y="349"/>
                  <a:pt x="238" y="361"/>
                  <a:pt x="248" y="368"/>
                </a:cubicBezTo>
                <a:cubicBezTo>
                  <a:pt x="258" y="376"/>
                  <a:pt x="268" y="379"/>
                  <a:pt x="280" y="379"/>
                </a:cubicBezTo>
                <a:cubicBezTo>
                  <a:pt x="302" y="379"/>
                  <a:pt x="324" y="369"/>
                  <a:pt x="346" y="349"/>
                </a:cubicBezTo>
                <a:cubicBezTo>
                  <a:pt x="368" y="329"/>
                  <a:pt x="383" y="305"/>
                  <a:pt x="391" y="275"/>
                </a:cubicBezTo>
                <a:cubicBezTo>
                  <a:pt x="393" y="269"/>
                  <a:pt x="394" y="266"/>
                  <a:pt x="396" y="265"/>
                </a:cubicBezTo>
                <a:cubicBezTo>
                  <a:pt x="398" y="265"/>
                  <a:pt x="403" y="264"/>
                  <a:pt x="411" y="264"/>
                </a:cubicBezTo>
                <a:lnTo>
                  <a:pt x="414" y="264"/>
                </a:lnTo>
                <a:cubicBezTo>
                  <a:pt x="424" y="264"/>
                  <a:pt x="428" y="266"/>
                  <a:pt x="428" y="271"/>
                </a:cubicBezTo>
                <a:cubicBezTo>
                  <a:pt x="428" y="271"/>
                  <a:pt x="428" y="275"/>
                  <a:pt x="426" y="281"/>
                </a:cubicBezTo>
                <a:cubicBezTo>
                  <a:pt x="417" y="315"/>
                  <a:pt x="398" y="346"/>
                  <a:pt x="370" y="373"/>
                </a:cubicBezTo>
                <a:cubicBezTo>
                  <a:pt x="342" y="400"/>
                  <a:pt x="310" y="413"/>
                  <a:pt x="273" y="413"/>
                </a:cubicBezTo>
                <a:cubicBezTo>
                  <a:pt x="230" y="413"/>
                  <a:pt x="198" y="394"/>
                  <a:pt x="176" y="356"/>
                </a:cubicBezTo>
                <a:cubicBezTo>
                  <a:pt x="151" y="393"/>
                  <a:pt x="123" y="412"/>
                  <a:pt x="91" y="412"/>
                </a:cubicBezTo>
                <a:lnTo>
                  <a:pt x="85" y="412"/>
                </a:lnTo>
                <a:cubicBezTo>
                  <a:pt x="54" y="412"/>
                  <a:pt x="33" y="404"/>
                  <a:pt x="20" y="388"/>
                </a:cubicBezTo>
                <a:cubicBezTo>
                  <a:pt x="8" y="373"/>
                  <a:pt x="1" y="356"/>
                  <a:pt x="0" y="338"/>
                </a:cubicBezTo>
                <a:cubicBezTo>
                  <a:pt x="0" y="319"/>
                  <a:pt x="6" y="303"/>
                  <a:pt x="18" y="291"/>
                </a:cubicBezTo>
                <a:cubicBezTo>
                  <a:pt x="29" y="279"/>
                  <a:pt x="43" y="273"/>
                  <a:pt x="59" y="273"/>
                </a:cubicBezTo>
                <a:cubicBezTo>
                  <a:pt x="86" y="273"/>
                  <a:pt x="99" y="285"/>
                  <a:pt x="99" y="311"/>
                </a:cubicBezTo>
                <a:cubicBezTo>
                  <a:pt x="99" y="323"/>
                  <a:pt x="95" y="334"/>
                  <a:pt x="88" y="343"/>
                </a:cubicBezTo>
                <a:cubicBezTo>
                  <a:pt x="81" y="352"/>
                  <a:pt x="74" y="358"/>
                  <a:pt x="67" y="361"/>
                </a:cubicBezTo>
                <a:cubicBezTo>
                  <a:pt x="59" y="364"/>
                  <a:pt x="55" y="366"/>
                  <a:pt x="54" y="366"/>
                </a:cubicBezTo>
                <a:lnTo>
                  <a:pt x="51" y="366"/>
                </a:lnTo>
                <a:cubicBezTo>
                  <a:pt x="51" y="367"/>
                  <a:pt x="53" y="368"/>
                  <a:pt x="57" y="370"/>
                </a:cubicBezTo>
                <a:cubicBezTo>
                  <a:pt x="60" y="372"/>
                  <a:pt x="66" y="374"/>
                  <a:pt x="72" y="376"/>
                </a:cubicBezTo>
                <a:cubicBezTo>
                  <a:pt x="78" y="379"/>
                  <a:pt x="84" y="380"/>
                  <a:pt x="90" y="379"/>
                </a:cubicBezTo>
                <a:cubicBezTo>
                  <a:pt x="111" y="379"/>
                  <a:pt x="130" y="366"/>
                  <a:pt x="146" y="338"/>
                </a:cubicBezTo>
                <a:cubicBezTo>
                  <a:pt x="151" y="329"/>
                  <a:pt x="158" y="308"/>
                  <a:pt x="167" y="276"/>
                </a:cubicBezTo>
                <a:cubicBezTo>
                  <a:pt x="175" y="245"/>
                  <a:pt x="184" y="211"/>
                  <a:pt x="192" y="177"/>
                </a:cubicBezTo>
                <a:cubicBezTo>
                  <a:pt x="201" y="143"/>
                  <a:pt x="206" y="123"/>
                  <a:pt x="207" y="117"/>
                </a:cubicBezTo>
                <a:cubicBezTo>
                  <a:pt x="210" y="101"/>
                  <a:pt x="212" y="89"/>
                  <a:pt x="212" y="82"/>
                </a:cubicBezTo>
                <a:cubicBezTo>
                  <a:pt x="212" y="65"/>
                  <a:pt x="207" y="52"/>
                  <a:pt x="198" y="45"/>
                </a:cubicBezTo>
                <a:cubicBezTo>
                  <a:pt x="189" y="38"/>
                  <a:pt x="178" y="34"/>
                  <a:pt x="167" y="34"/>
                </a:cubicBezTo>
                <a:cubicBezTo>
                  <a:pt x="143" y="34"/>
                  <a:pt x="120" y="44"/>
                  <a:pt x="99" y="63"/>
                </a:cubicBezTo>
                <a:cubicBezTo>
                  <a:pt x="77" y="83"/>
                  <a:pt x="62" y="108"/>
                  <a:pt x="53" y="138"/>
                </a:cubicBezTo>
                <a:cubicBezTo>
                  <a:pt x="52" y="143"/>
                  <a:pt x="50" y="146"/>
                  <a:pt x="49" y="147"/>
                </a:cubicBezTo>
                <a:cubicBezTo>
                  <a:pt x="47" y="148"/>
                  <a:pt x="42" y="148"/>
                  <a:pt x="34" y="149"/>
                </a:cubicBezTo>
                <a:lnTo>
                  <a:pt x="21" y="149"/>
                </a:lnTo>
                <a:cubicBezTo>
                  <a:pt x="18" y="145"/>
                  <a:pt x="16" y="142"/>
                  <a:pt x="16" y="1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32" name=""/>
          <p:cNvSpPr/>
          <p:nvPr/>
        </p:nvSpPr>
        <p:spPr>
          <a:xfrm>
            <a:off x="5847120" y="1798920"/>
            <a:ext cx="55440" cy="231840"/>
          </a:xfrm>
          <a:custGeom>
            <a:avLst/>
            <a:gdLst/>
            <a:ahLst/>
            <a:rect l="0" t="0" r="r" b="b"/>
            <a:pathLst>
              <a:path w="154" h="644">
                <a:moveTo>
                  <a:pt x="0" y="322"/>
                </a:moveTo>
                <a:cubicBezTo>
                  <a:pt x="0" y="292"/>
                  <a:pt x="2" y="264"/>
                  <a:pt x="6" y="238"/>
                </a:cubicBezTo>
                <a:cubicBezTo>
                  <a:pt x="10" y="211"/>
                  <a:pt x="15" y="188"/>
                  <a:pt x="21" y="169"/>
                </a:cubicBezTo>
                <a:cubicBezTo>
                  <a:pt x="26" y="149"/>
                  <a:pt x="34" y="130"/>
                  <a:pt x="45" y="112"/>
                </a:cubicBezTo>
                <a:cubicBezTo>
                  <a:pt x="56" y="94"/>
                  <a:pt x="64" y="79"/>
                  <a:pt x="70" y="69"/>
                </a:cubicBezTo>
                <a:cubicBezTo>
                  <a:pt x="76" y="59"/>
                  <a:pt x="85" y="47"/>
                  <a:pt x="97" y="35"/>
                </a:cubicBezTo>
                <a:cubicBezTo>
                  <a:pt x="109" y="23"/>
                  <a:pt x="116" y="16"/>
                  <a:pt x="118" y="14"/>
                </a:cubicBezTo>
                <a:cubicBezTo>
                  <a:pt x="120" y="11"/>
                  <a:pt x="126" y="7"/>
                  <a:pt x="134" y="0"/>
                </a:cubicBezTo>
                <a:lnTo>
                  <a:pt x="143" y="0"/>
                </a:lnTo>
                <a:lnTo>
                  <a:pt x="145" y="0"/>
                </a:lnTo>
                <a:cubicBezTo>
                  <a:pt x="151" y="0"/>
                  <a:pt x="154" y="2"/>
                  <a:pt x="154" y="6"/>
                </a:cubicBezTo>
                <a:cubicBezTo>
                  <a:pt x="154" y="7"/>
                  <a:pt x="151" y="12"/>
                  <a:pt x="143" y="19"/>
                </a:cubicBezTo>
                <a:cubicBezTo>
                  <a:pt x="136" y="27"/>
                  <a:pt x="127" y="38"/>
                  <a:pt x="117" y="54"/>
                </a:cubicBezTo>
                <a:cubicBezTo>
                  <a:pt x="107" y="69"/>
                  <a:pt x="96" y="87"/>
                  <a:pt x="85" y="109"/>
                </a:cubicBezTo>
                <a:cubicBezTo>
                  <a:pt x="75" y="131"/>
                  <a:pt x="66" y="160"/>
                  <a:pt x="58" y="198"/>
                </a:cubicBezTo>
                <a:cubicBezTo>
                  <a:pt x="50" y="235"/>
                  <a:pt x="47" y="276"/>
                  <a:pt x="47" y="322"/>
                </a:cubicBezTo>
                <a:cubicBezTo>
                  <a:pt x="47" y="367"/>
                  <a:pt x="50" y="408"/>
                  <a:pt x="58" y="445"/>
                </a:cubicBezTo>
                <a:cubicBezTo>
                  <a:pt x="66" y="483"/>
                  <a:pt x="75" y="513"/>
                  <a:pt x="85" y="536"/>
                </a:cubicBezTo>
                <a:cubicBezTo>
                  <a:pt x="95" y="558"/>
                  <a:pt x="106" y="577"/>
                  <a:pt x="116" y="591"/>
                </a:cubicBezTo>
                <a:cubicBezTo>
                  <a:pt x="127" y="605"/>
                  <a:pt x="136" y="617"/>
                  <a:pt x="143" y="625"/>
                </a:cubicBezTo>
                <a:cubicBezTo>
                  <a:pt x="151" y="634"/>
                  <a:pt x="154" y="638"/>
                  <a:pt x="154" y="639"/>
                </a:cubicBezTo>
                <a:cubicBezTo>
                  <a:pt x="154" y="643"/>
                  <a:pt x="151" y="644"/>
                  <a:pt x="145" y="644"/>
                </a:cubicBezTo>
                <a:lnTo>
                  <a:pt x="143" y="644"/>
                </a:lnTo>
                <a:lnTo>
                  <a:pt x="134" y="644"/>
                </a:lnTo>
                <a:lnTo>
                  <a:pt x="116" y="629"/>
                </a:lnTo>
                <a:cubicBezTo>
                  <a:pt x="76" y="593"/>
                  <a:pt x="46" y="547"/>
                  <a:pt x="27" y="493"/>
                </a:cubicBezTo>
                <a:cubicBezTo>
                  <a:pt x="9" y="437"/>
                  <a:pt x="0" y="381"/>
                  <a:pt x="0" y="32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33" name=""/>
          <p:cNvSpPr/>
          <p:nvPr/>
        </p:nvSpPr>
        <p:spPr>
          <a:xfrm>
            <a:off x="5926320" y="1811880"/>
            <a:ext cx="105840" cy="163800"/>
          </a:xfrm>
          <a:custGeom>
            <a:avLst/>
            <a:gdLst/>
            <a:ahLst/>
            <a:rect l="0" t="0" r="r" b="b"/>
            <a:pathLst>
              <a:path w="294" h="455">
                <a:moveTo>
                  <a:pt x="48" y="30"/>
                </a:moveTo>
                <a:cubicBezTo>
                  <a:pt x="48" y="26"/>
                  <a:pt x="49" y="21"/>
                  <a:pt x="51" y="16"/>
                </a:cubicBezTo>
                <a:cubicBezTo>
                  <a:pt x="52" y="10"/>
                  <a:pt x="55" y="7"/>
                  <a:pt x="58" y="7"/>
                </a:cubicBezTo>
                <a:cubicBezTo>
                  <a:pt x="59" y="7"/>
                  <a:pt x="74" y="6"/>
                  <a:pt x="105" y="4"/>
                </a:cubicBezTo>
                <a:cubicBezTo>
                  <a:pt x="135" y="2"/>
                  <a:pt x="151" y="1"/>
                  <a:pt x="152" y="0"/>
                </a:cubicBezTo>
                <a:cubicBezTo>
                  <a:pt x="157" y="0"/>
                  <a:pt x="159" y="2"/>
                  <a:pt x="159" y="5"/>
                </a:cubicBezTo>
                <a:cubicBezTo>
                  <a:pt x="159" y="8"/>
                  <a:pt x="149" y="53"/>
                  <a:pt x="127" y="140"/>
                </a:cubicBezTo>
                <a:cubicBezTo>
                  <a:pt x="106" y="226"/>
                  <a:pt x="95" y="270"/>
                  <a:pt x="95" y="273"/>
                </a:cubicBezTo>
                <a:cubicBezTo>
                  <a:pt x="103" y="268"/>
                  <a:pt x="110" y="264"/>
                  <a:pt x="114" y="260"/>
                </a:cubicBezTo>
                <a:cubicBezTo>
                  <a:pt x="124" y="253"/>
                  <a:pt x="139" y="239"/>
                  <a:pt x="158" y="220"/>
                </a:cubicBezTo>
                <a:cubicBezTo>
                  <a:pt x="178" y="201"/>
                  <a:pt x="193" y="187"/>
                  <a:pt x="203" y="181"/>
                </a:cubicBezTo>
                <a:cubicBezTo>
                  <a:pt x="220" y="168"/>
                  <a:pt x="237" y="162"/>
                  <a:pt x="252" y="162"/>
                </a:cubicBezTo>
                <a:cubicBezTo>
                  <a:pt x="265" y="162"/>
                  <a:pt x="275" y="166"/>
                  <a:pt x="282" y="174"/>
                </a:cubicBezTo>
                <a:cubicBezTo>
                  <a:pt x="290" y="184"/>
                  <a:pt x="294" y="195"/>
                  <a:pt x="294" y="210"/>
                </a:cubicBezTo>
                <a:cubicBezTo>
                  <a:pt x="294" y="221"/>
                  <a:pt x="292" y="230"/>
                  <a:pt x="289" y="237"/>
                </a:cubicBezTo>
                <a:cubicBezTo>
                  <a:pt x="286" y="245"/>
                  <a:pt x="282" y="250"/>
                  <a:pt x="277" y="253"/>
                </a:cubicBezTo>
                <a:cubicBezTo>
                  <a:pt x="272" y="257"/>
                  <a:pt x="268" y="259"/>
                  <a:pt x="264" y="260"/>
                </a:cubicBezTo>
                <a:cubicBezTo>
                  <a:pt x="260" y="262"/>
                  <a:pt x="256" y="262"/>
                  <a:pt x="252" y="262"/>
                </a:cubicBezTo>
                <a:cubicBezTo>
                  <a:pt x="244" y="262"/>
                  <a:pt x="237" y="260"/>
                  <a:pt x="232" y="255"/>
                </a:cubicBezTo>
                <a:cubicBezTo>
                  <a:pt x="226" y="251"/>
                  <a:pt x="224" y="244"/>
                  <a:pt x="224" y="237"/>
                </a:cubicBezTo>
                <a:cubicBezTo>
                  <a:pt x="224" y="226"/>
                  <a:pt x="227" y="217"/>
                  <a:pt x="234" y="210"/>
                </a:cubicBezTo>
                <a:cubicBezTo>
                  <a:pt x="241" y="203"/>
                  <a:pt x="248" y="199"/>
                  <a:pt x="255" y="197"/>
                </a:cubicBezTo>
                <a:lnTo>
                  <a:pt x="265" y="195"/>
                </a:lnTo>
                <a:cubicBezTo>
                  <a:pt x="260" y="190"/>
                  <a:pt x="255" y="187"/>
                  <a:pt x="250" y="187"/>
                </a:cubicBezTo>
                <a:lnTo>
                  <a:pt x="247" y="187"/>
                </a:lnTo>
                <a:cubicBezTo>
                  <a:pt x="233" y="188"/>
                  <a:pt x="220" y="194"/>
                  <a:pt x="206" y="203"/>
                </a:cubicBezTo>
                <a:cubicBezTo>
                  <a:pt x="193" y="213"/>
                  <a:pt x="178" y="226"/>
                  <a:pt x="159" y="244"/>
                </a:cubicBezTo>
                <a:cubicBezTo>
                  <a:pt x="141" y="262"/>
                  <a:pt x="127" y="275"/>
                  <a:pt x="117" y="284"/>
                </a:cubicBezTo>
                <a:cubicBezTo>
                  <a:pt x="118" y="284"/>
                  <a:pt x="121" y="285"/>
                  <a:pt x="127" y="286"/>
                </a:cubicBezTo>
                <a:cubicBezTo>
                  <a:pt x="132" y="286"/>
                  <a:pt x="137" y="288"/>
                  <a:pt x="142" y="289"/>
                </a:cubicBezTo>
                <a:cubicBezTo>
                  <a:pt x="147" y="291"/>
                  <a:pt x="152" y="293"/>
                  <a:pt x="159" y="295"/>
                </a:cubicBezTo>
                <a:cubicBezTo>
                  <a:pt x="165" y="296"/>
                  <a:pt x="171" y="299"/>
                  <a:pt x="176" y="304"/>
                </a:cubicBezTo>
                <a:cubicBezTo>
                  <a:pt x="181" y="308"/>
                  <a:pt x="186" y="312"/>
                  <a:pt x="190" y="315"/>
                </a:cubicBezTo>
                <a:cubicBezTo>
                  <a:pt x="195" y="319"/>
                  <a:pt x="198" y="324"/>
                  <a:pt x="201" y="332"/>
                </a:cubicBezTo>
                <a:cubicBezTo>
                  <a:pt x="204" y="340"/>
                  <a:pt x="206" y="347"/>
                  <a:pt x="205" y="353"/>
                </a:cubicBezTo>
                <a:cubicBezTo>
                  <a:pt x="205" y="360"/>
                  <a:pt x="204" y="369"/>
                  <a:pt x="202" y="379"/>
                </a:cubicBezTo>
                <a:cubicBezTo>
                  <a:pt x="200" y="390"/>
                  <a:pt x="199" y="398"/>
                  <a:pt x="198" y="405"/>
                </a:cubicBezTo>
                <a:cubicBezTo>
                  <a:pt x="198" y="422"/>
                  <a:pt x="204" y="431"/>
                  <a:pt x="215" y="431"/>
                </a:cubicBezTo>
                <a:cubicBezTo>
                  <a:pt x="236" y="431"/>
                  <a:pt x="253" y="405"/>
                  <a:pt x="266" y="354"/>
                </a:cubicBezTo>
                <a:cubicBezTo>
                  <a:pt x="267" y="351"/>
                  <a:pt x="271" y="349"/>
                  <a:pt x="279" y="349"/>
                </a:cubicBezTo>
                <a:lnTo>
                  <a:pt x="281" y="349"/>
                </a:lnTo>
                <a:cubicBezTo>
                  <a:pt x="288" y="349"/>
                  <a:pt x="291" y="351"/>
                  <a:pt x="291" y="355"/>
                </a:cubicBezTo>
                <a:cubicBezTo>
                  <a:pt x="291" y="357"/>
                  <a:pt x="291" y="360"/>
                  <a:pt x="289" y="364"/>
                </a:cubicBezTo>
                <a:cubicBezTo>
                  <a:pt x="272" y="424"/>
                  <a:pt x="247" y="455"/>
                  <a:pt x="214" y="455"/>
                </a:cubicBezTo>
                <a:cubicBezTo>
                  <a:pt x="194" y="455"/>
                  <a:pt x="179" y="449"/>
                  <a:pt x="167" y="438"/>
                </a:cubicBezTo>
                <a:cubicBezTo>
                  <a:pt x="155" y="427"/>
                  <a:pt x="149" y="411"/>
                  <a:pt x="149" y="390"/>
                </a:cubicBezTo>
                <a:cubicBezTo>
                  <a:pt x="149" y="382"/>
                  <a:pt x="149" y="375"/>
                  <a:pt x="150" y="370"/>
                </a:cubicBezTo>
                <a:cubicBezTo>
                  <a:pt x="152" y="364"/>
                  <a:pt x="152" y="359"/>
                  <a:pt x="152" y="354"/>
                </a:cubicBezTo>
                <a:cubicBezTo>
                  <a:pt x="152" y="345"/>
                  <a:pt x="149" y="337"/>
                  <a:pt x="143" y="330"/>
                </a:cubicBezTo>
                <a:cubicBezTo>
                  <a:pt x="137" y="323"/>
                  <a:pt x="130" y="318"/>
                  <a:pt x="121" y="315"/>
                </a:cubicBezTo>
                <a:cubicBezTo>
                  <a:pt x="112" y="312"/>
                  <a:pt x="105" y="310"/>
                  <a:pt x="99" y="308"/>
                </a:cubicBezTo>
                <a:cubicBezTo>
                  <a:pt x="93" y="306"/>
                  <a:pt x="90" y="306"/>
                  <a:pt x="87" y="306"/>
                </a:cubicBezTo>
                <a:lnTo>
                  <a:pt x="86" y="306"/>
                </a:lnTo>
                <a:cubicBezTo>
                  <a:pt x="81" y="324"/>
                  <a:pt x="76" y="341"/>
                  <a:pt x="73" y="358"/>
                </a:cubicBezTo>
                <a:cubicBezTo>
                  <a:pt x="69" y="375"/>
                  <a:pt x="66" y="387"/>
                  <a:pt x="64" y="396"/>
                </a:cubicBezTo>
                <a:cubicBezTo>
                  <a:pt x="61" y="404"/>
                  <a:pt x="60" y="412"/>
                  <a:pt x="58" y="419"/>
                </a:cubicBezTo>
                <a:cubicBezTo>
                  <a:pt x="56" y="427"/>
                  <a:pt x="55" y="432"/>
                  <a:pt x="53" y="435"/>
                </a:cubicBezTo>
                <a:cubicBezTo>
                  <a:pt x="52" y="437"/>
                  <a:pt x="51" y="440"/>
                  <a:pt x="49" y="443"/>
                </a:cubicBezTo>
                <a:cubicBezTo>
                  <a:pt x="47" y="446"/>
                  <a:pt x="45" y="448"/>
                  <a:pt x="42" y="449"/>
                </a:cubicBezTo>
                <a:cubicBezTo>
                  <a:pt x="35" y="453"/>
                  <a:pt x="29" y="455"/>
                  <a:pt x="23" y="455"/>
                </a:cubicBezTo>
                <a:cubicBezTo>
                  <a:pt x="15" y="455"/>
                  <a:pt x="10" y="453"/>
                  <a:pt x="6" y="448"/>
                </a:cubicBezTo>
                <a:cubicBezTo>
                  <a:pt x="2" y="444"/>
                  <a:pt x="0" y="440"/>
                  <a:pt x="0" y="437"/>
                </a:cubicBezTo>
                <a:cubicBezTo>
                  <a:pt x="0" y="433"/>
                  <a:pt x="8" y="399"/>
                  <a:pt x="24" y="334"/>
                </a:cubicBezTo>
                <a:cubicBezTo>
                  <a:pt x="41" y="270"/>
                  <a:pt x="57" y="207"/>
                  <a:pt x="72" y="144"/>
                </a:cubicBezTo>
                <a:lnTo>
                  <a:pt x="96" y="50"/>
                </a:lnTo>
                <a:cubicBezTo>
                  <a:pt x="96" y="45"/>
                  <a:pt x="95" y="41"/>
                  <a:pt x="91" y="40"/>
                </a:cubicBezTo>
                <a:cubicBezTo>
                  <a:pt x="88" y="39"/>
                  <a:pt x="79" y="38"/>
                  <a:pt x="66" y="37"/>
                </a:cubicBezTo>
                <a:lnTo>
                  <a:pt x="63" y="37"/>
                </a:lnTo>
                <a:cubicBezTo>
                  <a:pt x="59" y="37"/>
                  <a:pt x="56" y="37"/>
                  <a:pt x="55" y="37"/>
                </a:cubicBezTo>
                <a:cubicBezTo>
                  <a:pt x="53" y="37"/>
                  <a:pt x="52" y="36"/>
                  <a:pt x="50" y="35"/>
                </a:cubicBezTo>
                <a:cubicBezTo>
                  <a:pt x="48" y="34"/>
                  <a:pt x="48" y="32"/>
                  <a:pt x="48" y="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34" name=""/>
          <p:cNvSpPr/>
          <p:nvPr/>
        </p:nvSpPr>
        <p:spPr>
          <a:xfrm>
            <a:off x="6048720" y="1798920"/>
            <a:ext cx="55800" cy="231840"/>
          </a:xfrm>
          <a:custGeom>
            <a:avLst/>
            <a:gdLst/>
            <a:ahLst/>
            <a:rect l="0" t="0" r="r" b="b"/>
            <a:pathLst>
              <a:path w="155" h="644">
                <a:moveTo>
                  <a:pt x="3" y="1"/>
                </a:moveTo>
                <a:lnTo>
                  <a:pt x="6" y="0"/>
                </a:lnTo>
                <a:cubicBezTo>
                  <a:pt x="8" y="0"/>
                  <a:pt x="10" y="0"/>
                  <a:pt x="12" y="0"/>
                </a:cubicBezTo>
                <a:lnTo>
                  <a:pt x="20" y="0"/>
                </a:lnTo>
                <a:lnTo>
                  <a:pt x="38" y="16"/>
                </a:lnTo>
                <a:cubicBezTo>
                  <a:pt x="78" y="52"/>
                  <a:pt x="109" y="97"/>
                  <a:pt x="127" y="152"/>
                </a:cubicBezTo>
                <a:cubicBezTo>
                  <a:pt x="145" y="206"/>
                  <a:pt x="155" y="263"/>
                  <a:pt x="155" y="322"/>
                </a:cubicBezTo>
                <a:cubicBezTo>
                  <a:pt x="155" y="351"/>
                  <a:pt x="153" y="379"/>
                  <a:pt x="148" y="406"/>
                </a:cubicBezTo>
                <a:cubicBezTo>
                  <a:pt x="144" y="433"/>
                  <a:pt x="139" y="456"/>
                  <a:pt x="133" y="476"/>
                </a:cubicBezTo>
                <a:cubicBezTo>
                  <a:pt x="128" y="495"/>
                  <a:pt x="120" y="514"/>
                  <a:pt x="110" y="533"/>
                </a:cubicBezTo>
                <a:cubicBezTo>
                  <a:pt x="98" y="551"/>
                  <a:pt x="90" y="566"/>
                  <a:pt x="84" y="576"/>
                </a:cubicBezTo>
                <a:cubicBezTo>
                  <a:pt x="78" y="586"/>
                  <a:pt x="69" y="596"/>
                  <a:pt x="58" y="608"/>
                </a:cubicBezTo>
                <a:cubicBezTo>
                  <a:pt x="46" y="620"/>
                  <a:pt x="39" y="628"/>
                  <a:pt x="37" y="630"/>
                </a:cubicBezTo>
                <a:cubicBezTo>
                  <a:pt x="35" y="632"/>
                  <a:pt x="30" y="636"/>
                  <a:pt x="22" y="642"/>
                </a:cubicBezTo>
                <a:cubicBezTo>
                  <a:pt x="21" y="643"/>
                  <a:pt x="20" y="644"/>
                  <a:pt x="20" y="644"/>
                </a:cubicBezTo>
                <a:lnTo>
                  <a:pt x="12" y="644"/>
                </a:lnTo>
                <a:cubicBezTo>
                  <a:pt x="9" y="644"/>
                  <a:pt x="6" y="644"/>
                  <a:pt x="5" y="644"/>
                </a:cubicBezTo>
                <a:cubicBezTo>
                  <a:pt x="4" y="644"/>
                  <a:pt x="3" y="644"/>
                  <a:pt x="2" y="643"/>
                </a:cubicBezTo>
                <a:cubicBezTo>
                  <a:pt x="1" y="641"/>
                  <a:pt x="0" y="639"/>
                  <a:pt x="0" y="637"/>
                </a:cubicBezTo>
                <a:cubicBezTo>
                  <a:pt x="0" y="636"/>
                  <a:pt x="3" y="634"/>
                  <a:pt x="7" y="628"/>
                </a:cubicBezTo>
                <a:cubicBezTo>
                  <a:pt x="73" y="559"/>
                  <a:pt x="108" y="456"/>
                  <a:pt x="108" y="322"/>
                </a:cubicBezTo>
                <a:cubicBezTo>
                  <a:pt x="108" y="187"/>
                  <a:pt x="73" y="85"/>
                  <a:pt x="7" y="16"/>
                </a:cubicBezTo>
                <a:cubicBezTo>
                  <a:pt x="3" y="11"/>
                  <a:pt x="0" y="8"/>
                  <a:pt x="0" y="8"/>
                </a:cubicBezTo>
                <a:cubicBezTo>
                  <a:pt x="0" y="4"/>
                  <a:pt x="1" y="2"/>
                  <a:pt x="3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35" name=""/>
          <p:cNvSpPr/>
          <p:nvPr/>
        </p:nvSpPr>
        <p:spPr>
          <a:xfrm>
            <a:off x="6160680" y="166896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0" y="74"/>
                  <a:pt x="153" y="138"/>
                  <a:pt x="179" y="215"/>
                </a:cubicBezTo>
                <a:cubicBezTo>
                  <a:pt x="205" y="292"/>
                  <a:pt x="218" y="373"/>
                  <a:pt x="218" y="456"/>
                </a:cubicBezTo>
                <a:cubicBezTo>
                  <a:pt x="218" y="498"/>
                  <a:pt x="215" y="537"/>
                  <a:pt x="209" y="576"/>
                </a:cubicBezTo>
                <a:cubicBezTo>
                  <a:pt x="203" y="614"/>
                  <a:pt x="196" y="646"/>
                  <a:pt x="188" y="673"/>
                </a:cubicBezTo>
                <a:cubicBezTo>
                  <a:pt x="180" y="700"/>
                  <a:pt x="169" y="726"/>
                  <a:pt x="154" y="753"/>
                </a:cubicBezTo>
                <a:cubicBezTo>
                  <a:pt x="140" y="780"/>
                  <a:pt x="127" y="800"/>
                  <a:pt x="119" y="814"/>
                </a:cubicBezTo>
                <a:cubicBezTo>
                  <a:pt x="110" y="828"/>
                  <a:pt x="98" y="843"/>
                  <a:pt x="81" y="860"/>
                </a:cubicBezTo>
                <a:cubicBezTo>
                  <a:pt x="65" y="877"/>
                  <a:pt x="55" y="887"/>
                  <a:pt x="52" y="890"/>
                </a:cubicBezTo>
                <a:cubicBezTo>
                  <a:pt x="49" y="893"/>
                  <a:pt x="42" y="899"/>
                  <a:pt x="31" y="908"/>
                </a:cubicBezTo>
                <a:cubicBezTo>
                  <a:pt x="30" y="910"/>
                  <a:pt x="28" y="911"/>
                  <a:pt x="28" y="911"/>
                </a:cubicBezTo>
                <a:lnTo>
                  <a:pt x="17" y="911"/>
                </a:lnTo>
                <a:cubicBezTo>
                  <a:pt x="12" y="911"/>
                  <a:pt x="9" y="911"/>
                  <a:pt x="7" y="911"/>
                </a:cubicBezTo>
                <a:cubicBezTo>
                  <a:pt x="5" y="911"/>
                  <a:pt x="4" y="910"/>
                  <a:pt x="2" y="909"/>
                </a:cubicBezTo>
                <a:cubicBezTo>
                  <a:pt x="1" y="907"/>
                  <a:pt x="0" y="904"/>
                  <a:pt x="0" y="900"/>
                </a:cubicBezTo>
                <a:cubicBezTo>
                  <a:pt x="0" y="900"/>
                  <a:pt x="4" y="896"/>
                  <a:pt x="10" y="889"/>
                </a:cubicBezTo>
                <a:cubicBezTo>
                  <a:pt x="104" y="791"/>
                  <a:pt x="152" y="647"/>
                  <a:pt x="152" y="456"/>
                </a:cubicBezTo>
                <a:cubicBezTo>
                  <a:pt x="152" y="265"/>
                  <a:pt x="104" y="121"/>
                  <a:pt x="10" y="23"/>
                </a:cubicBezTo>
                <a:cubicBezTo>
                  <a:pt x="4" y="16"/>
                  <a:pt x="0" y="12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36" name=""/>
          <p:cNvSpPr/>
          <p:nvPr/>
        </p:nvSpPr>
        <p:spPr>
          <a:xfrm>
            <a:off x="6370200" y="1826280"/>
            <a:ext cx="200160" cy="13680"/>
          </a:xfrm>
          <a:custGeom>
            <a:avLst/>
            <a:gdLst/>
            <a:ahLst/>
            <a:rect l="0" t="0" r="r" b="b"/>
            <a:pathLst>
              <a:path w="556" h="38">
                <a:moveTo>
                  <a:pt x="13" y="0"/>
                </a:moveTo>
                <a:lnTo>
                  <a:pt x="543" y="0"/>
                </a:lnTo>
                <a:cubicBezTo>
                  <a:pt x="552" y="5"/>
                  <a:pt x="556" y="11"/>
                  <a:pt x="556" y="18"/>
                </a:cubicBezTo>
                <a:cubicBezTo>
                  <a:pt x="556" y="27"/>
                  <a:pt x="552" y="33"/>
                  <a:pt x="543" y="38"/>
                </a:cubicBezTo>
                <a:lnTo>
                  <a:pt x="13" y="38"/>
                </a:lnTo>
                <a:cubicBezTo>
                  <a:pt x="4" y="33"/>
                  <a:pt x="0" y="27"/>
                  <a:pt x="0" y="18"/>
                </a:cubicBezTo>
                <a:cubicBezTo>
                  <a:pt x="0" y="10"/>
                  <a:pt x="4" y="4"/>
                  <a:pt x="13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37" name=""/>
          <p:cNvSpPr/>
          <p:nvPr/>
        </p:nvSpPr>
        <p:spPr>
          <a:xfrm>
            <a:off x="6680520" y="1692000"/>
            <a:ext cx="235800" cy="223200"/>
          </a:xfrm>
          <a:custGeom>
            <a:avLst/>
            <a:gdLst/>
            <a:ahLst/>
            <a:rect l="0" t="0" r="r" b="b"/>
            <a:pathLst>
              <a:path w="655" h="620">
                <a:moveTo>
                  <a:pt x="16" y="619"/>
                </a:moveTo>
                <a:cubicBezTo>
                  <a:pt x="5" y="619"/>
                  <a:pt x="0" y="616"/>
                  <a:pt x="0" y="610"/>
                </a:cubicBezTo>
                <a:cubicBezTo>
                  <a:pt x="0" y="609"/>
                  <a:pt x="1" y="604"/>
                  <a:pt x="3" y="597"/>
                </a:cubicBezTo>
                <a:cubicBezTo>
                  <a:pt x="5" y="587"/>
                  <a:pt x="8" y="582"/>
                  <a:pt x="10" y="581"/>
                </a:cubicBezTo>
                <a:cubicBezTo>
                  <a:pt x="13" y="579"/>
                  <a:pt x="20" y="579"/>
                  <a:pt x="31" y="578"/>
                </a:cubicBezTo>
                <a:cubicBezTo>
                  <a:pt x="47" y="578"/>
                  <a:pt x="67" y="577"/>
                  <a:pt x="87" y="575"/>
                </a:cubicBezTo>
                <a:cubicBezTo>
                  <a:pt x="95" y="573"/>
                  <a:pt x="101" y="570"/>
                  <a:pt x="104" y="564"/>
                </a:cubicBezTo>
                <a:cubicBezTo>
                  <a:pt x="105" y="561"/>
                  <a:pt x="127" y="475"/>
                  <a:pt x="169" y="308"/>
                </a:cubicBezTo>
                <a:cubicBezTo>
                  <a:pt x="210" y="140"/>
                  <a:pt x="232" y="55"/>
                  <a:pt x="232" y="53"/>
                </a:cubicBezTo>
                <a:cubicBezTo>
                  <a:pt x="232" y="49"/>
                  <a:pt x="231" y="46"/>
                  <a:pt x="229" y="46"/>
                </a:cubicBezTo>
                <a:cubicBezTo>
                  <a:pt x="224" y="45"/>
                  <a:pt x="208" y="43"/>
                  <a:pt x="180" y="42"/>
                </a:cubicBezTo>
                <a:lnTo>
                  <a:pt x="152" y="42"/>
                </a:lnTo>
                <a:cubicBezTo>
                  <a:pt x="149" y="38"/>
                  <a:pt x="147" y="36"/>
                  <a:pt x="147" y="35"/>
                </a:cubicBezTo>
                <a:cubicBezTo>
                  <a:pt x="147" y="33"/>
                  <a:pt x="147" y="28"/>
                  <a:pt x="149" y="19"/>
                </a:cubicBezTo>
                <a:cubicBezTo>
                  <a:pt x="151" y="9"/>
                  <a:pt x="154" y="2"/>
                  <a:pt x="158" y="0"/>
                </a:cubicBezTo>
                <a:lnTo>
                  <a:pt x="648" y="0"/>
                </a:lnTo>
                <a:cubicBezTo>
                  <a:pt x="652" y="2"/>
                  <a:pt x="655" y="6"/>
                  <a:pt x="655" y="10"/>
                </a:cubicBezTo>
                <a:cubicBezTo>
                  <a:pt x="655" y="13"/>
                  <a:pt x="651" y="47"/>
                  <a:pt x="643" y="112"/>
                </a:cubicBezTo>
                <a:cubicBezTo>
                  <a:pt x="635" y="177"/>
                  <a:pt x="631" y="210"/>
                  <a:pt x="630" y="212"/>
                </a:cubicBezTo>
                <a:cubicBezTo>
                  <a:pt x="629" y="216"/>
                  <a:pt x="623" y="218"/>
                  <a:pt x="612" y="218"/>
                </a:cubicBezTo>
                <a:lnTo>
                  <a:pt x="601" y="218"/>
                </a:lnTo>
                <a:cubicBezTo>
                  <a:pt x="597" y="215"/>
                  <a:pt x="594" y="211"/>
                  <a:pt x="594" y="207"/>
                </a:cubicBezTo>
                <a:cubicBezTo>
                  <a:pt x="594" y="206"/>
                  <a:pt x="595" y="199"/>
                  <a:pt x="597" y="185"/>
                </a:cubicBezTo>
                <a:cubicBezTo>
                  <a:pt x="599" y="171"/>
                  <a:pt x="600" y="155"/>
                  <a:pt x="600" y="137"/>
                </a:cubicBezTo>
                <a:cubicBezTo>
                  <a:pt x="600" y="118"/>
                  <a:pt x="598" y="103"/>
                  <a:pt x="594" y="92"/>
                </a:cubicBezTo>
                <a:cubicBezTo>
                  <a:pt x="589" y="80"/>
                  <a:pt x="584" y="71"/>
                  <a:pt x="576" y="64"/>
                </a:cubicBezTo>
                <a:cubicBezTo>
                  <a:pt x="569" y="56"/>
                  <a:pt x="558" y="52"/>
                  <a:pt x="543" y="49"/>
                </a:cubicBezTo>
                <a:cubicBezTo>
                  <a:pt x="527" y="47"/>
                  <a:pt x="512" y="45"/>
                  <a:pt x="496" y="43"/>
                </a:cubicBezTo>
                <a:cubicBezTo>
                  <a:pt x="480" y="41"/>
                  <a:pt x="459" y="41"/>
                  <a:pt x="431" y="42"/>
                </a:cubicBezTo>
                <a:lnTo>
                  <a:pt x="410" y="42"/>
                </a:lnTo>
                <a:cubicBezTo>
                  <a:pt x="360" y="42"/>
                  <a:pt x="334" y="43"/>
                  <a:pt x="331" y="45"/>
                </a:cubicBezTo>
                <a:cubicBezTo>
                  <a:pt x="328" y="46"/>
                  <a:pt x="325" y="48"/>
                  <a:pt x="324" y="52"/>
                </a:cubicBezTo>
                <a:cubicBezTo>
                  <a:pt x="324" y="52"/>
                  <a:pt x="313" y="92"/>
                  <a:pt x="293" y="171"/>
                </a:cubicBezTo>
                <a:lnTo>
                  <a:pt x="264" y="288"/>
                </a:lnTo>
                <a:lnTo>
                  <a:pt x="314" y="288"/>
                </a:lnTo>
                <a:cubicBezTo>
                  <a:pt x="316" y="288"/>
                  <a:pt x="323" y="288"/>
                  <a:pt x="335" y="288"/>
                </a:cubicBezTo>
                <a:cubicBezTo>
                  <a:pt x="347" y="288"/>
                  <a:pt x="356" y="288"/>
                  <a:pt x="361" y="288"/>
                </a:cubicBezTo>
                <a:cubicBezTo>
                  <a:pt x="365" y="287"/>
                  <a:pt x="372" y="286"/>
                  <a:pt x="381" y="285"/>
                </a:cubicBezTo>
                <a:cubicBezTo>
                  <a:pt x="389" y="284"/>
                  <a:pt x="396" y="282"/>
                  <a:pt x="402" y="278"/>
                </a:cubicBezTo>
                <a:cubicBezTo>
                  <a:pt x="409" y="275"/>
                  <a:pt x="414" y="272"/>
                  <a:pt x="418" y="268"/>
                </a:cubicBezTo>
                <a:cubicBezTo>
                  <a:pt x="426" y="260"/>
                  <a:pt x="433" y="250"/>
                  <a:pt x="438" y="238"/>
                </a:cubicBezTo>
                <a:cubicBezTo>
                  <a:pt x="443" y="225"/>
                  <a:pt x="447" y="213"/>
                  <a:pt x="450" y="203"/>
                </a:cubicBezTo>
                <a:cubicBezTo>
                  <a:pt x="452" y="193"/>
                  <a:pt x="454" y="187"/>
                  <a:pt x="454" y="187"/>
                </a:cubicBezTo>
                <a:cubicBezTo>
                  <a:pt x="456" y="184"/>
                  <a:pt x="462" y="182"/>
                  <a:pt x="472" y="182"/>
                </a:cubicBezTo>
                <a:lnTo>
                  <a:pt x="483" y="182"/>
                </a:lnTo>
                <a:cubicBezTo>
                  <a:pt x="487" y="185"/>
                  <a:pt x="489" y="188"/>
                  <a:pt x="489" y="191"/>
                </a:cubicBezTo>
                <a:cubicBezTo>
                  <a:pt x="489" y="193"/>
                  <a:pt x="480" y="233"/>
                  <a:pt x="461" y="310"/>
                </a:cubicBezTo>
                <a:cubicBezTo>
                  <a:pt x="442" y="388"/>
                  <a:pt x="432" y="428"/>
                  <a:pt x="430" y="430"/>
                </a:cubicBezTo>
                <a:cubicBezTo>
                  <a:pt x="429" y="435"/>
                  <a:pt x="423" y="437"/>
                  <a:pt x="412" y="437"/>
                </a:cubicBezTo>
                <a:lnTo>
                  <a:pt x="401" y="437"/>
                </a:lnTo>
                <a:cubicBezTo>
                  <a:pt x="396" y="433"/>
                  <a:pt x="394" y="430"/>
                  <a:pt x="394" y="426"/>
                </a:cubicBezTo>
                <a:cubicBezTo>
                  <a:pt x="394" y="424"/>
                  <a:pt x="396" y="417"/>
                  <a:pt x="399" y="406"/>
                </a:cubicBezTo>
                <a:cubicBezTo>
                  <a:pt x="402" y="394"/>
                  <a:pt x="403" y="382"/>
                  <a:pt x="403" y="369"/>
                </a:cubicBezTo>
                <a:cubicBezTo>
                  <a:pt x="403" y="352"/>
                  <a:pt x="397" y="341"/>
                  <a:pt x="385" y="337"/>
                </a:cubicBezTo>
                <a:cubicBezTo>
                  <a:pt x="373" y="332"/>
                  <a:pt x="346" y="330"/>
                  <a:pt x="304" y="330"/>
                </a:cubicBezTo>
                <a:lnTo>
                  <a:pt x="254" y="330"/>
                </a:lnTo>
                <a:lnTo>
                  <a:pt x="225" y="446"/>
                </a:lnTo>
                <a:cubicBezTo>
                  <a:pt x="206" y="521"/>
                  <a:pt x="196" y="562"/>
                  <a:pt x="196" y="565"/>
                </a:cubicBezTo>
                <a:cubicBezTo>
                  <a:pt x="196" y="574"/>
                  <a:pt x="223" y="578"/>
                  <a:pt x="277" y="578"/>
                </a:cubicBezTo>
                <a:lnTo>
                  <a:pt x="300" y="578"/>
                </a:lnTo>
                <a:cubicBezTo>
                  <a:pt x="303" y="582"/>
                  <a:pt x="305" y="584"/>
                  <a:pt x="305" y="584"/>
                </a:cubicBezTo>
                <a:cubicBezTo>
                  <a:pt x="305" y="585"/>
                  <a:pt x="305" y="591"/>
                  <a:pt x="303" y="603"/>
                </a:cubicBezTo>
                <a:cubicBezTo>
                  <a:pt x="301" y="610"/>
                  <a:pt x="298" y="616"/>
                  <a:pt x="294" y="620"/>
                </a:cubicBezTo>
                <a:lnTo>
                  <a:pt x="279" y="620"/>
                </a:lnTo>
                <a:cubicBezTo>
                  <a:pt x="254" y="619"/>
                  <a:pt x="208" y="618"/>
                  <a:pt x="141" y="618"/>
                </a:cubicBezTo>
                <a:cubicBezTo>
                  <a:pt x="102" y="618"/>
                  <a:pt x="72" y="618"/>
                  <a:pt x="50" y="618"/>
                </a:cubicBezTo>
                <a:cubicBezTo>
                  <a:pt x="30" y="618"/>
                  <a:pt x="18" y="618"/>
                  <a:pt x="16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38" name=""/>
          <p:cNvSpPr/>
          <p:nvPr/>
        </p:nvSpPr>
        <p:spPr>
          <a:xfrm>
            <a:off x="6783840" y="1604160"/>
            <a:ext cx="90360" cy="53640"/>
          </a:xfrm>
          <a:custGeom>
            <a:avLst/>
            <a:gdLst/>
            <a:ahLst/>
            <a:rect l="0" t="0" r="r" b="b"/>
            <a:pathLst>
              <a:path w="251" h="149">
                <a:moveTo>
                  <a:pt x="0" y="123"/>
                </a:moveTo>
                <a:lnTo>
                  <a:pt x="126" y="0"/>
                </a:lnTo>
                <a:lnTo>
                  <a:pt x="133" y="7"/>
                </a:lnTo>
                <a:cubicBezTo>
                  <a:pt x="212" y="84"/>
                  <a:pt x="251" y="122"/>
                  <a:pt x="251" y="123"/>
                </a:cubicBezTo>
                <a:lnTo>
                  <a:pt x="228" y="149"/>
                </a:lnTo>
                <a:cubicBezTo>
                  <a:pt x="226" y="149"/>
                  <a:pt x="209" y="134"/>
                  <a:pt x="175" y="104"/>
                </a:cubicBezTo>
                <a:lnTo>
                  <a:pt x="127" y="62"/>
                </a:lnTo>
                <a:lnTo>
                  <a:pt x="77" y="105"/>
                </a:lnTo>
                <a:cubicBezTo>
                  <a:pt x="69" y="112"/>
                  <a:pt x="61" y="119"/>
                  <a:pt x="53" y="126"/>
                </a:cubicBezTo>
                <a:cubicBezTo>
                  <a:pt x="45" y="133"/>
                  <a:pt x="39" y="139"/>
                  <a:pt x="34" y="143"/>
                </a:cubicBezTo>
                <a:lnTo>
                  <a:pt x="26" y="149"/>
                </a:lnTo>
                <a:cubicBezTo>
                  <a:pt x="24" y="150"/>
                  <a:pt x="20" y="146"/>
                  <a:pt x="12" y="136"/>
                </a:cubicBezTo>
                <a:lnTo>
                  <a:pt x="0" y="12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39" name=""/>
          <p:cNvSpPr/>
          <p:nvPr/>
        </p:nvSpPr>
        <p:spPr>
          <a:xfrm>
            <a:off x="6903360" y="1809720"/>
            <a:ext cx="92880" cy="154440"/>
          </a:xfrm>
          <a:custGeom>
            <a:avLst/>
            <a:gdLst/>
            <a:ahLst/>
            <a:rect l="0" t="0" r="r" b="b"/>
            <a:pathLst>
              <a:path w="258" h="429">
                <a:moveTo>
                  <a:pt x="38" y="152"/>
                </a:moveTo>
                <a:cubicBezTo>
                  <a:pt x="27" y="152"/>
                  <a:pt x="17" y="148"/>
                  <a:pt x="11" y="141"/>
                </a:cubicBezTo>
                <a:cubicBezTo>
                  <a:pt x="4" y="133"/>
                  <a:pt x="0" y="124"/>
                  <a:pt x="0" y="112"/>
                </a:cubicBezTo>
                <a:cubicBezTo>
                  <a:pt x="0" y="82"/>
                  <a:pt x="12" y="56"/>
                  <a:pt x="34" y="33"/>
                </a:cubicBezTo>
                <a:cubicBezTo>
                  <a:pt x="57" y="11"/>
                  <a:pt x="85" y="0"/>
                  <a:pt x="119" y="0"/>
                </a:cubicBezTo>
                <a:cubicBezTo>
                  <a:pt x="159" y="0"/>
                  <a:pt x="192" y="12"/>
                  <a:pt x="218" y="36"/>
                </a:cubicBezTo>
                <a:cubicBezTo>
                  <a:pt x="244" y="60"/>
                  <a:pt x="258" y="91"/>
                  <a:pt x="258" y="129"/>
                </a:cubicBezTo>
                <a:cubicBezTo>
                  <a:pt x="258" y="148"/>
                  <a:pt x="254" y="165"/>
                  <a:pt x="245" y="182"/>
                </a:cubicBezTo>
                <a:cubicBezTo>
                  <a:pt x="237" y="199"/>
                  <a:pt x="226" y="213"/>
                  <a:pt x="214" y="226"/>
                </a:cubicBezTo>
                <a:cubicBezTo>
                  <a:pt x="202" y="238"/>
                  <a:pt x="185" y="254"/>
                  <a:pt x="163" y="273"/>
                </a:cubicBezTo>
                <a:cubicBezTo>
                  <a:pt x="146" y="287"/>
                  <a:pt x="125" y="306"/>
                  <a:pt x="97" y="333"/>
                </a:cubicBezTo>
                <a:lnTo>
                  <a:pt x="59" y="370"/>
                </a:lnTo>
                <a:lnTo>
                  <a:pt x="108" y="370"/>
                </a:lnTo>
                <a:cubicBezTo>
                  <a:pt x="177" y="370"/>
                  <a:pt x="213" y="369"/>
                  <a:pt x="217" y="367"/>
                </a:cubicBezTo>
                <a:cubicBezTo>
                  <a:pt x="220" y="366"/>
                  <a:pt x="225" y="347"/>
                  <a:pt x="232" y="309"/>
                </a:cubicBezTo>
                <a:lnTo>
                  <a:pt x="232" y="307"/>
                </a:lnTo>
                <a:lnTo>
                  <a:pt x="258" y="307"/>
                </a:lnTo>
                <a:lnTo>
                  <a:pt x="258" y="309"/>
                </a:lnTo>
                <a:cubicBezTo>
                  <a:pt x="258" y="310"/>
                  <a:pt x="255" y="330"/>
                  <a:pt x="250" y="368"/>
                </a:cubicBezTo>
                <a:cubicBezTo>
                  <a:pt x="245" y="406"/>
                  <a:pt x="241" y="426"/>
                  <a:pt x="240" y="427"/>
                </a:cubicBezTo>
                <a:lnTo>
                  <a:pt x="240" y="429"/>
                </a:lnTo>
                <a:lnTo>
                  <a:pt x="0" y="429"/>
                </a:lnTo>
                <a:lnTo>
                  <a:pt x="0" y="417"/>
                </a:lnTo>
                <a:lnTo>
                  <a:pt x="0" y="409"/>
                </a:lnTo>
                <a:cubicBezTo>
                  <a:pt x="0" y="406"/>
                  <a:pt x="2" y="403"/>
                  <a:pt x="4" y="400"/>
                </a:cubicBezTo>
                <a:cubicBezTo>
                  <a:pt x="7" y="396"/>
                  <a:pt x="13" y="389"/>
                  <a:pt x="23" y="377"/>
                </a:cubicBezTo>
                <a:cubicBezTo>
                  <a:pt x="36" y="364"/>
                  <a:pt x="47" y="351"/>
                  <a:pt x="56" y="341"/>
                </a:cubicBezTo>
                <a:cubicBezTo>
                  <a:pt x="59" y="337"/>
                  <a:pt x="67" y="329"/>
                  <a:pt x="78" y="316"/>
                </a:cubicBezTo>
                <a:cubicBezTo>
                  <a:pt x="88" y="305"/>
                  <a:pt x="96" y="297"/>
                  <a:pt x="99" y="293"/>
                </a:cubicBezTo>
                <a:cubicBezTo>
                  <a:pt x="103" y="288"/>
                  <a:pt x="109" y="281"/>
                  <a:pt x="118" y="271"/>
                </a:cubicBezTo>
                <a:cubicBezTo>
                  <a:pt x="127" y="261"/>
                  <a:pt x="133" y="254"/>
                  <a:pt x="136" y="249"/>
                </a:cubicBezTo>
                <a:cubicBezTo>
                  <a:pt x="139" y="245"/>
                  <a:pt x="144" y="238"/>
                  <a:pt x="151" y="230"/>
                </a:cubicBezTo>
                <a:cubicBezTo>
                  <a:pt x="158" y="222"/>
                  <a:pt x="163" y="215"/>
                  <a:pt x="165" y="210"/>
                </a:cubicBezTo>
                <a:cubicBezTo>
                  <a:pt x="168" y="204"/>
                  <a:pt x="171" y="198"/>
                  <a:pt x="175" y="191"/>
                </a:cubicBezTo>
                <a:cubicBezTo>
                  <a:pt x="179" y="184"/>
                  <a:pt x="182" y="177"/>
                  <a:pt x="183" y="170"/>
                </a:cubicBezTo>
                <a:cubicBezTo>
                  <a:pt x="185" y="163"/>
                  <a:pt x="187" y="157"/>
                  <a:pt x="188" y="151"/>
                </a:cubicBezTo>
                <a:cubicBezTo>
                  <a:pt x="189" y="145"/>
                  <a:pt x="190" y="138"/>
                  <a:pt x="190" y="130"/>
                </a:cubicBezTo>
                <a:cubicBezTo>
                  <a:pt x="190" y="103"/>
                  <a:pt x="183" y="79"/>
                  <a:pt x="168" y="60"/>
                </a:cubicBezTo>
                <a:cubicBezTo>
                  <a:pt x="153" y="40"/>
                  <a:pt x="132" y="30"/>
                  <a:pt x="105" y="30"/>
                </a:cubicBezTo>
                <a:cubicBezTo>
                  <a:pt x="90" y="30"/>
                  <a:pt x="78" y="34"/>
                  <a:pt x="67" y="41"/>
                </a:cubicBezTo>
                <a:cubicBezTo>
                  <a:pt x="56" y="48"/>
                  <a:pt x="49" y="55"/>
                  <a:pt x="45" y="62"/>
                </a:cubicBezTo>
                <a:cubicBezTo>
                  <a:pt x="40" y="69"/>
                  <a:pt x="38" y="73"/>
                  <a:pt x="38" y="74"/>
                </a:cubicBezTo>
                <a:cubicBezTo>
                  <a:pt x="38" y="75"/>
                  <a:pt x="39" y="75"/>
                  <a:pt x="41" y="75"/>
                </a:cubicBezTo>
                <a:cubicBezTo>
                  <a:pt x="49" y="75"/>
                  <a:pt x="57" y="78"/>
                  <a:pt x="65" y="84"/>
                </a:cubicBezTo>
                <a:cubicBezTo>
                  <a:pt x="73" y="90"/>
                  <a:pt x="78" y="100"/>
                  <a:pt x="78" y="114"/>
                </a:cubicBezTo>
                <a:cubicBezTo>
                  <a:pt x="78" y="124"/>
                  <a:pt x="74" y="133"/>
                  <a:pt x="67" y="141"/>
                </a:cubicBezTo>
                <a:cubicBezTo>
                  <a:pt x="60" y="148"/>
                  <a:pt x="51" y="152"/>
                  <a:pt x="38" y="15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40" name=""/>
          <p:cNvSpPr/>
          <p:nvPr/>
        </p:nvSpPr>
        <p:spPr>
          <a:xfrm>
            <a:off x="7054920" y="166896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0" y="456"/>
                </a:moveTo>
                <a:cubicBezTo>
                  <a:pt x="0" y="414"/>
                  <a:pt x="3" y="375"/>
                  <a:pt x="9" y="336"/>
                </a:cubicBezTo>
                <a:cubicBezTo>
                  <a:pt x="15" y="299"/>
                  <a:pt x="22" y="266"/>
                  <a:pt x="30" y="239"/>
                </a:cubicBezTo>
                <a:cubicBezTo>
                  <a:pt x="38" y="211"/>
                  <a:pt x="50" y="185"/>
                  <a:pt x="65" y="159"/>
                </a:cubicBezTo>
                <a:cubicBezTo>
                  <a:pt x="79" y="133"/>
                  <a:pt x="91" y="112"/>
                  <a:pt x="99" y="98"/>
                </a:cubicBezTo>
                <a:cubicBezTo>
                  <a:pt x="108" y="83"/>
                  <a:pt x="120" y="67"/>
                  <a:pt x="137" y="50"/>
                </a:cubicBezTo>
                <a:cubicBezTo>
                  <a:pt x="154" y="33"/>
                  <a:pt x="164" y="23"/>
                  <a:pt x="167" y="19"/>
                </a:cubicBezTo>
                <a:cubicBezTo>
                  <a:pt x="171" y="16"/>
                  <a:pt x="178" y="9"/>
                  <a:pt x="190" y="0"/>
                </a:cubicBezTo>
                <a:lnTo>
                  <a:pt x="202" y="0"/>
                </a:lnTo>
                <a:lnTo>
                  <a:pt x="206" y="0"/>
                </a:lnTo>
                <a:cubicBezTo>
                  <a:pt x="214" y="0"/>
                  <a:pt x="218" y="3"/>
                  <a:pt x="218" y="9"/>
                </a:cubicBezTo>
                <a:cubicBezTo>
                  <a:pt x="218" y="10"/>
                  <a:pt x="213" y="17"/>
                  <a:pt x="203" y="28"/>
                </a:cubicBezTo>
                <a:cubicBezTo>
                  <a:pt x="193" y="39"/>
                  <a:pt x="180" y="55"/>
                  <a:pt x="166" y="76"/>
                </a:cubicBezTo>
                <a:cubicBezTo>
                  <a:pt x="151" y="97"/>
                  <a:pt x="136" y="123"/>
                  <a:pt x="121" y="154"/>
                </a:cubicBezTo>
                <a:cubicBezTo>
                  <a:pt x="106" y="185"/>
                  <a:pt x="93" y="227"/>
                  <a:pt x="83" y="280"/>
                </a:cubicBezTo>
                <a:cubicBezTo>
                  <a:pt x="73" y="332"/>
                  <a:pt x="67" y="392"/>
                  <a:pt x="67" y="456"/>
                </a:cubicBezTo>
                <a:cubicBezTo>
                  <a:pt x="67" y="521"/>
                  <a:pt x="73" y="579"/>
                  <a:pt x="83" y="631"/>
                </a:cubicBezTo>
                <a:cubicBezTo>
                  <a:pt x="93" y="683"/>
                  <a:pt x="106" y="725"/>
                  <a:pt x="120" y="758"/>
                </a:cubicBezTo>
                <a:cubicBezTo>
                  <a:pt x="135" y="790"/>
                  <a:pt x="150" y="816"/>
                  <a:pt x="165" y="836"/>
                </a:cubicBezTo>
                <a:cubicBezTo>
                  <a:pt x="180" y="856"/>
                  <a:pt x="193" y="872"/>
                  <a:pt x="203" y="884"/>
                </a:cubicBezTo>
                <a:cubicBezTo>
                  <a:pt x="213" y="896"/>
                  <a:pt x="218" y="903"/>
                  <a:pt x="218" y="903"/>
                </a:cubicBezTo>
                <a:cubicBezTo>
                  <a:pt x="218" y="909"/>
                  <a:pt x="214" y="911"/>
                  <a:pt x="205" y="911"/>
                </a:cubicBezTo>
                <a:lnTo>
                  <a:pt x="202" y="911"/>
                </a:lnTo>
                <a:lnTo>
                  <a:pt x="190" y="911"/>
                </a:lnTo>
                <a:lnTo>
                  <a:pt x="165" y="890"/>
                </a:lnTo>
                <a:cubicBezTo>
                  <a:pt x="108" y="838"/>
                  <a:pt x="66" y="774"/>
                  <a:pt x="39" y="697"/>
                </a:cubicBezTo>
                <a:cubicBezTo>
                  <a:pt x="13" y="620"/>
                  <a:pt x="0" y="539"/>
                  <a:pt x="0" y="45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41" name=""/>
          <p:cNvSpPr/>
          <p:nvPr/>
        </p:nvSpPr>
        <p:spPr>
          <a:xfrm>
            <a:off x="7162920" y="1770120"/>
            <a:ext cx="159840" cy="148680"/>
          </a:xfrm>
          <a:custGeom>
            <a:avLst/>
            <a:gdLst/>
            <a:ahLst/>
            <a:rect l="0" t="0" r="r" b="b"/>
            <a:pathLst>
              <a:path w="444" h="413">
                <a:moveTo>
                  <a:pt x="16" y="139"/>
                </a:moveTo>
                <a:cubicBezTo>
                  <a:pt x="20" y="113"/>
                  <a:pt x="36" y="84"/>
                  <a:pt x="65" y="51"/>
                </a:cubicBezTo>
                <a:cubicBezTo>
                  <a:pt x="93" y="17"/>
                  <a:pt x="129" y="0"/>
                  <a:pt x="170" y="0"/>
                </a:cubicBezTo>
                <a:cubicBezTo>
                  <a:pt x="192" y="0"/>
                  <a:pt x="211" y="5"/>
                  <a:pt x="229" y="16"/>
                </a:cubicBezTo>
                <a:cubicBezTo>
                  <a:pt x="246" y="27"/>
                  <a:pt x="259" y="41"/>
                  <a:pt x="269" y="57"/>
                </a:cubicBezTo>
                <a:cubicBezTo>
                  <a:pt x="294" y="19"/>
                  <a:pt x="325" y="0"/>
                  <a:pt x="361" y="0"/>
                </a:cubicBezTo>
                <a:cubicBezTo>
                  <a:pt x="383" y="0"/>
                  <a:pt x="403" y="6"/>
                  <a:pt x="419" y="20"/>
                </a:cubicBezTo>
                <a:cubicBezTo>
                  <a:pt x="435" y="33"/>
                  <a:pt x="444" y="51"/>
                  <a:pt x="444" y="73"/>
                </a:cubicBezTo>
                <a:cubicBezTo>
                  <a:pt x="444" y="91"/>
                  <a:pt x="440" y="105"/>
                  <a:pt x="432" y="116"/>
                </a:cubicBezTo>
                <a:cubicBezTo>
                  <a:pt x="423" y="127"/>
                  <a:pt x="415" y="134"/>
                  <a:pt x="407" y="136"/>
                </a:cubicBezTo>
                <a:cubicBezTo>
                  <a:pt x="399" y="139"/>
                  <a:pt x="392" y="140"/>
                  <a:pt x="386" y="140"/>
                </a:cubicBezTo>
                <a:cubicBezTo>
                  <a:pt x="375" y="140"/>
                  <a:pt x="365" y="136"/>
                  <a:pt x="358" y="130"/>
                </a:cubicBezTo>
                <a:cubicBezTo>
                  <a:pt x="351" y="123"/>
                  <a:pt x="347" y="114"/>
                  <a:pt x="347" y="103"/>
                </a:cubicBezTo>
                <a:cubicBezTo>
                  <a:pt x="347" y="75"/>
                  <a:pt x="362" y="56"/>
                  <a:pt x="393" y="46"/>
                </a:cubicBezTo>
                <a:cubicBezTo>
                  <a:pt x="386" y="38"/>
                  <a:pt x="374" y="34"/>
                  <a:pt x="356" y="34"/>
                </a:cubicBezTo>
                <a:cubicBezTo>
                  <a:pt x="348" y="34"/>
                  <a:pt x="343" y="35"/>
                  <a:pt x="339" y="36"/>
                </a:cubicBezTo>
                <a:cubicBezTo>
                  <a:pt x="316" y="46"/>
                  <a:pt x="299" y="66"/>
                  <a:pt x="288" y="96"/>
                </a:cubicBezTo>
                <a:cubicBezTo>
                  <a:pt x="251" y="230"/>
                  <a:pt x="232" y="309"/>
                  <a:pt x="232" y="332"/>
                </a:cubicBezTo>
                <a:cubicBezTo>
                  <a:pt x="232" y="349"/>
                  <a:pt x="237" y="361"/>
                  <a:pt x="247" y="368"/>
                </a:cubicBezTo>
                <a:cubicBezTo>
                  <a:pt x="257" y="376"/>
                  <a:pt x="268" y="379"/>
                  <a:pt x="280" y="379"/>
                </a:cubicBezTo>
                <a:cubicBezTo>
                  <a:pt x="302" y="379"/>
                  <a:pt x="324" y="369"/>
                  <a:pt x="346" y="349"/>
                </a:cubicBezTo>
                <a:cubicBezTo>
                  <a:pt x="368" y="329"/>
                  <a:pt x="383" y="305"/>
                  <a:pt x="391" y="275"/>
                </a:cubicBezTo>
                <a:cubicBezTo>
                  <a:pt x="393" y="269"/>
                  <a:pt x="394" y="266"/>
                  <a:pt x="396" y="265"/>
                </a:cubicBezTo>
                <a:cubicBezTo>
                  <a:pt x="398" y="265"/>
                  <a:pt x="403" y="264"/>
                  <a:pt x="411" y="264"/>
                </a:cubicBezTo>
                <a:lnTo>
                  <a:pt x="414" y="264"/>
                </a:lnTo>
                <a:cubicBezTo>
                  <a:pt x="424" y="264"/>
                  <a:pt x="428" y="266"/>
                  <a:pt x="428" y="271"/>
                </a:cubicBezTo>
                <a:cubicBezTo>
                  <a:pt x="428" y="271"/>
                  <a:pt x="427" y="275"/>
                  <a:pt x="426" y="281"/>
                </a:cubicBezTo>
                <a:cubicBezTo>
                  <a:pt x="417" y="315"/>
                  <a:pt x="398" y="346"/>
                  <a:pt x="370" y="373"/>
                </a:cubicBezTo>
                <a:cubicBezTo>
                  <a:pt x="342" y="400"/>
                  <a:pt x="309" y="413"/>
                  <a:pt x="272" y="413"/>
                </a:cubicBezTo>
                <a:cubicBezTo>
                  <a:pt x="229" y="413"/>
                  <a:pt x="197" y="394"/>
                  <a:pt x="175" y="356"/>
                </a:cubicBezTo>
                <a:cubicBezTo>
                  <a:pt x="150" y="393"/>
                  <a:pt x="122" y="412"/>
                  <a:pt x="89" y="412"/>
                </a:cubicBezTo>
                <a:lnTo>
                  <a:pt x="84" y="412"/>
                </a:lnTo>
                <a:cubicBezTo>
                  <a:pt x="54" y="412"/>
                  <a:pt x="33" y="404"/>
                  <a:pt x="20" y="388"/>
                </a:cubicBezTo>
                <a:cubicBezTo>
                  <a:pt x="8" y="373"/>
                  <a:pt x="1" y="356"/>
                  <a:pt x="0" y="338"/>
                </a:cubicBezTo>
                <a:cubicBezTo>
                  <a:pt x="0" y="319"/>
                  <a:pt x="6" y="303"/>
                  <a:pt x="18" y="291"/>
                </a:cubicBezTo>
                <a:cubicBezTo>
                  <a:pt x="29" y="279"/>
                  <a:pt x="43" y="273"/>
                  <a:pt x="59" y="273"/>
                </a:cubicBezTo>
                <a:cubicBezTo>
                  <a:pt x="85" y="273"/>
                  <a:pt x="98" y="285"/>
                  <a:pt x="98" y="311"/>
                </a:cubicBezTo>
                <a:cubicBezTo>
                  <a:pt x="98" y="323"/>
                  <a:pt x="94" y="334"/>
                  <a:pt x="87" y="343"/>
                </a:cubicBezTo>
                <a:cubicBezTo>
                  <a:pt x="79" y="352"/>
                  <a:pt x="72" y="358"/>
                  <a:pt x="66" y="361"/>
                </a:cubicBezTo>
                <a:cubicBezTo>
                  <a:pt x="59" y="364"/>
                  <a:pt x="55" y="366"/>
                  <a:pt x="54" y="366"/>
                </a:cubicBezTo>
                <a:lnTo>
                  <a:pt x="51" y="366"/>
                </a:lnTo>
                <a:cubicBezTo>
                  <a:pt x="51" y="367"/>
                  <a:pt x="53" y="368"/>
                  <a:pt x="57" y="370"/>
                </a:cubicBezTo>
                <a:cubicBezTo>
                  <a:pt x="60" y="372"/>
                  <a:pt x="65" y="374"/>
                  <a:pt x="71" y="376"/>
                </a:cubicBezTo>
                <a:cubicBezTo>
                  <a:pt x="77" y="379"/>
                  <a:pt x="83" y="380"/>
                  <a:pt x="89" y="379"/>
                </a:cubicBezTo>
                <a:cubicBezTo>
                  <a:pt x="110" y="379"/>
                  <a:pt x="129" y="366"/>
                  <a:pt x="145" y="338"/>
                </a:cubicBezTo>
                <a:cubicBezTo>
                  <a:pt x="150" y="329"/>
                  <a:pt x="157" y="308"/>
                  <a:pt x="166" y="276"/>
                </a:cubicBezTo>
                <a:cubicBezTo>
                  <a:pt x="174" y="245"/>
                  <a:pt x="183" y="211"/>
                  <a:pt x="191" y="177"/>
                </a:cubicBezTo>
                <a:cubicBezTo>
                  <a:pt x="200" y="143"/>
                  <a:pt x="205" y="123"/>
                  <a:pt x="206" y="117"/>
                </a:cubicBezTo>
                <a:cubicBezTo>
                  <a:pt x="209" y="101"/>
                  <a:pt x="210" y="89"/>
                  <a:pt x="210" y="82"/>
                </a:cubicBezTo>
                <a:cubicBezTo>
                  <a:pt x="210" y="65"/>
                  <a:pt x="206" y="52"/>
                  <a:pt x="197" y="45"/>
                </a:cubicBezTo>
                <a:cubicBezTo>
                  <a:pt x="188" y="38"/>
                  <a:pt x="177" y="34"/>
                  <a:pt x="166" y="34"/>
                </a:cubicBezTo>
                <a:cubicBezTo>
                  <a:pt x="142" y="34"/>
                  <a:pt x="119" y="44"/>
                  <a:pt x="98" y="63"/>
                </a:cubicBezTo>
                <a:cubicBezTo>
                  <a:pt x="76" y="83"/>
                  <a:pt x="62" y="108"/>
                  <a:pt x="53" y="138"/>
                </a:cubicBezTo>
                <a:cubicBezTo>
                  <a:pt x="52" y="143"/>
                  <a:pt x="50" y="146"/>
                  <a:pt x="49" y="147"/>
                </a:cubicBezTo>
                <a:cubicBezTo>
                  <a:pt x="47" y="148"/>
                  <a:pt x="42" y="148"/>
                  <a:pt x="34" y="149"/>
                </a:cubicBezTo>
                <a:lnTo>
                  <a:pt x="21" y="149"/>
                </a:lnTo>
                <a:cubicBezTo>
                  <a:pt x="18" y="145"/>
                  <a:pt x="16" y="142"/>
                  <a:pt x="16" y="1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42" name=""/>
          <p:cNvSpPr/>
          <p:nvPr/>
        </p:nvSpPr>
        <p:spPr>
          <a:xfrm>
            <a:off x="7371360" y="1798920"/>
            <a:ext cx="55800" cy="231840"/>
          </a:xfrm>
          <a:custGeom>
            <a:avLst/>
            <a:gdLst/>
            <a:ahLst/>
            <a:rect l="0" t="0" r="r" b="b"/>
            <a:pathLst>
              <a:path w="155" h="644">
                <a:moveTo>
                  <a:pt x="0" y="322"/>
                </a:moveTo>
                <a:cubicBezTo>
                  <a:pt x="0" y="292"/>
                  <a:pt x="3" y="264"/>
                  <a:pt x="7" y="238"/>
                </a:cubicBezTo>
                <a:cubicBezTo>
                  <a:pt x="11" y="211"/>
                  <a:pt x="16" y="188"/>
                  <a:pt x="22" y="169"/>
                </a:cubicBezTo>
                <a:cubicBezTo>
                  <a:pt x="27" y="149"/>
                  <a:pt x="35" y="130"/>
                  <a:pt x="46" y="112"/>
                </a:cubicBezTo>
                <a:cubicBezTo>
                  <a:pt x="56" y="94"/>
                  <a:pt x="64" y="79"/>
                  <a:pt x="70" y="69"/>
                </a:cubicBezTo>
                <a:cubicBezTo>
                  <a:pt x="76" y="59"/>
                  <a:pt x="85" y="47"/>
                  <a:pt x="97" y="35"/>
                </a:cubicBezTo>
                <a:cubicBezTo>
                  <a:pt x="110" y="23"/>
                  <a:pt x="117" y="16"/>
                  <a:pt x="119" y="14"/>
                </a:cubicBezTo>
                <a:cubicBezTo>
                  <a:pt x="121" y="11"/>
                  <a:pt x="127" y="7"/>
                  <a:pt x="135" y="0"/>
                </a:cubicBezTo>
                <a:lnTo>
                  <a:pt x="144" y="0"/>
                </a:lnTo>
                <a:lnTo>
                  <a:pt x="146" y="0"/>
                </a:lnTo>
                <a:cubicBezTo>
                  <a:pt x="152" y="0"/>
                  <a:pt x="155" y="2"/>
                  <a:pt x="155" y="6"/>
                </a:cubicBezTo>
                <a:cubicBezTo>
                  <a:pt x="155" y="7"/>
                  <a:pt x="152" y="12"/>
                  <a:pt x="144" y="19"/>
                </a:cubicBezTo>
                <a:cubicBezTo>
                  <a:pt x="137" y="27"/>
                  <a:pt x="128" y="38"/>
                  <a:pt x="118" y="54"/>
                </a:cubicBezTo>
                <a:cubicBezTo>
                  <a:pt x="108" y="69"/>
                  <a:pt x="96" y="87"/>
                  <a:pt x="85" y="109"/>
                </a:cubicBezTo>
                <a:cubicBezTo>
                  <a:pt x="75" y="131"/>
                  <a:pt x="66" y="160"/>
                  <a:pt x="58" y="198"/>
                </a:cubicBezTo>
                <a:cubicBezTo>
                  <a:pt x="51" y="235"/>
                  <a:pt x="47" y="276"/>
                  <a:pt x="47" y="322"/>
                </a:cubicBezTo>
                <a:cubicBezTo>
                  <a:pt x="47" y="367"/>
                  <a:pt x="51" y="408"/>
                  <a:pt x="58" y="445"/>
                </a:cubicBezTo>
                <a:cubicBezTo>
                  <a:pt x="66" y="483"/>
                  <a:pt x="74" y="513"/>
                  <a:pt x="85" y="536"/>
                </a:cubicBezTo>
                <a:cubicBezTo>
                  <a:pt x="95" y="558"/>
                  <a:pt x="107" y="577"/>
                  <a:pt x="117" y="591"/>
                </a:cubicBezTo>
                <a:cubicBezTo>
                  <a:pt x="128" y="605"/>
                  <a:pt x="137" y="617"/>
                  <a:pt x="144" y="625"/>
                </a:cubicBezTo>
                <a:cubicBezTo>
                  <a:pt x="152" y="634"/>
                  <a:pt x="155" y="638"/>
                  <a:pt x="155" y="639"/>
                </a:cubicBezTo>
                <a:cubicBezTo>
                  <a:pt x="155" y="643"/>
                  <a:pt x="152" y="644"/>
                  <a:pt x="146" y="644"/>
                </a:cubicBezTo>
                <a:lnTo>
                  <a:pt x="144" y="644"/>
                </a:lnTo>
                <a:lnTo>
                  <a:pt x="135" y="644"/>
                </a:lnTo>
                <a:lnTo>
                  <a:pt x="117" y="629"/>
                </a:lnTo>
                <a:cubicBezTo>
                  <a:pt x="76" y="593"/>
                  <a:pt x="47" y="547"/>
                  <a:pt x="28" y="493"/>
                </a:cubicBezTo>
                <a:cubicBezTo>
                  <a:pt x="10" y="437"/>
                  <a:pt x="0" y="381"/>
                  <a:pt x="0" y="32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43" name=""/>
          <p:cNvSpPr/>
          <p:nvPr/>
        </p:nvSpPr>
        <p:spPr>
          <a:xfrm>
            <a:off x="7450920" y="1811880"/>
            <a:ext cx="105840" cy="163800"/>
          </a:xfrm>
          <a:custGeom>
            <a:avLst/>
            <a:gdLst/>
            <a:ahLst/>
            <a:rect l="0" t="0" r="r" b="b"/>
            <a:pathLst>
              <a:path w="294" h="455">
                <a:moveTo>
                  <a:pt x="47" y="30"/>
                </a:moveTo>
                <a:cubicBezTo>
                  <a:pt x="47" y="26"/>
                  <a:pt x="48" y="21"/>
                  <a:pt x="50" y="16"/>
                </a:cubicBezTo>
                <a:cubicBezTo>
                  <a:pt x="51" y="10"/>
                  <a:pt x="54" y="7"/>
                  <a:pt x="57" y="7"/>
                </a:cubicBezTo>
                <a:cubicBezTo>
                  <a:pt x="58" y="7"/>
                  <a:pt x="73" y="6"/>
                  <a:pt x="104" y="4"/>
                </a:cubicBezTo>
                <a:cubicBezTo>
                  <a:pt x="134" y="2"/>
                  <a:pt x="150" y="1"/>
                  <a:pt x="151" y="0"/>
                </a:cubicBezTo>
                <a:cubicBezTo>
                  <a:pt x="156" y="0"/>
                  <a:pt x="158" y="2"/>
                  <a:pt x="158" y="5"/>
                </a:cubicBezTo>
                <a:cubicBezTo>
                  <a:pt x="158" y="8"/>
                  <a:pt x="148" y="53"/>
                  <a:pt x="126" y="140"/>
                </a:cubicBezTo>
                <a:cubicBezTo>
                  <a:pt x="105" y="226"/>
                  <a:pt x="94" y="270"/>
                  <a:pt x="94" y="273"/>
                </a:cubicBezTo>
                <a:cubicBezTo>
                  <a:pt x="102" y="268"/>
                  <a:pt x="108" y="264"/>
                  <a:pt x="113" y="260"/>
                </a:cubicBezTo>
                <a:cubicBezTo>
                  <a:pt x="123" y="253"/>
                  <a:pt x="138" y="239"/>
                  <a:pt x="157" y="220"/>
                </a:cubicBezTo>
                <a:cubicBezTo>
                  <a:pt x="176" y="201"/>
                  <a:pt x="192" y="187"/>
                  <a:pt x="203" y="181"/>
                </a:cubicBezTo>
                <a:cubicBezTo>
                  <a:pt x="220" y="168"/>
                  <a:pt x="237" y="162"/>
                  <a:pt x="252" y="162"/>
                </a:cubicBezTo>
                <a:cubicBezTo>
                  <a:pt x="265" y="162"/>
                  <a:pt x="275" y="166"/>
                  <a:pt x="282" y="174"/>
                </a:cubicBezTo>
                <a:cubicBezTo>
                  <a:pt x="290" y="184"/>
                  <a:pt x="293" y="195"/>
                  <a:pt x="294" y="210"/>
                </a:cubicBezTo>
                <a:cubicBezTo>
                  <a:pt x="294" y="221"/>
                  <a:pt x="292" y="230"/>
                  <a:pt x="289" y="237"/>
                </a:cubicBezTo>
                <a:cubicBezTo>
                  <a:pt x="286" y="245"/>
                  <a:pt x="282" y="250"/>
                  <a:pt x="277" y="253"/>
                </a:cubicBezTo>
                <a:cubicBezTo>
                  <a:pt x="272" y="257"/>
                  <a:pt x="268" y="259"/>
                  <a:pt x="264" y="260"/>
                </a:cubicBezTo>
                <a:cubicBezTo>
                  <a:pt x="260" y="262"/>
                  <a:pt x="256" y="262"/>
                  <a:pt x="252" y="262"/>
                </a:cubicBezTo>
                <a:cubicBezTo>
                  <a:pt x="244" y="262"/>
                  <a:pt x="237" y="260"/>
                  <a:pt x="231" y="255"/>
                </a:cubicBezTo>
                <a:cubicBezTo>
                  <a:pt x="226" y="251"/>
                  <a:pt x="224" y="244"/>
                  <a:pt x="224" y="237"/>
                </a:cubicBezTo>
                <a:cubicBezTo>
                  <a:pt x="224" y="226"/>
                  <a:pt x="227" y="217"/>
                  <a:pt x="234" y="210"/>
                </a:cubicBezTo>
                <a:cubicBezTo>
                  <a:pt x="241" y="203"/>
                  <a:pt x="248" y="199"/>
                  <a:pt x="255" y="197"/>
                </a:cubicBezTo>
                <a:lnTo>
                  <a:pt x="265" y="195"/>
                </a:lnTo>
                <a:cubicBezTo>
                  <a:pt x="260" y="190"/>
                  <a:pt x="255" y="187"/>
                  <a:pt x="250" y="187"/>
                </a:cubicBezTo>
                <a:lnTo>
                  <a:pt x="247" y="187"/>
                </a:lnTo>
                <a:cubicBezTo>
                  <a:pt x="233" y="188"/>
                  <a:pt x="220" y="194"/>
                  <a:pt x="206" y="203"/>
                </a:cubicBezTo>
                <a:cubicBezTo>
                  <a:pt x="193" y="213"/>
                  <a:pt x="176" y="226"/>
                  <a:pt x="158" y="244"/>
                </a:cubicBezTo>
                <a:cubicBezTo>
                  <a:pt x="140" y="262"/>
                  <a:pt x="126" y="275"/>
                  <a:pt x="116" y="284"/>
                </a:cubicBezTo>
                <a:cubicBezTo>
                  <a:pt x="117" y="284"/>
                  <a:pt x="120" y="285"/>
                  <a:pt x="126" y="286"/>
                </a:cubicBezTo>
                <a:cubicBezTo>
                  <a:pt x="131" y="286"/>
                  <a:pt x="136" y="288"/>
                  <a:pt x="141" y="289"/>
                </a:cubicBezTo>
                <a:cubicBezTo>
                  <a:pt x="146" y="291"/>
                  <a:pt x="151" y="293"/>
                  <a:pt x="158" y="295"/>
                </a:cubicBezTo>
                <a:cubicBezTo>
                  <a:pt x="164" y="296"/>
                  <a:pt x="170" y="299"/>
                  <a:pt x="175" y="304"/>
                </a:cubicBezTo>
                <a:cubicBezTo>
                  <a:pt x="180" y="308"/>
                  <a:pt x="186" y="312"/>
                  <a:pt x="190" y="315"/>
                </a:cubicBezTo>
                <a:cubicBezTo>
                  <a:pt x="195" y="319"/>
                  <a:pt x="198" y="324"/>
                  <a:pt x="201" y="332"/>
                </a:cubicBezTo>
                <a:cubicBezTo>
                  <a:pt x="204" y="340"/>
                  <a:pt x="206" y="347"/>
                  <a:pt x="205" y="353"/>
                </a:cubicBezTo>
                <a:cubicBezTo>
                  <a:pt x="205" y="360"/>
                  <a:pt x="204" y="369"/>
                  <a:pt x="202" y="379"/>
                </a:cubicBezTo>
                <a:cubicBezTo>
                  <a:pt x="200" y="390"/>
                  <a:pt x="198" y="398"/>
                  <a:pt x="198" y="405"/>
                </a:cubicBezTo>
                <a:cubicBezTo>
                  <a:pt x="198" y="422"/>
                  <a:pt x="204" y="431"/>
                  <a:pt x="215" y="431"/>
                </a:cubicBezTo>
                <a:cubicBezTo>
                  <a:pt x="236" y="431"/>
                  <a:pt x="253" y="405"/>
                  <a:pt x="266" y="354"/>
                </a:cubicBezTo>
                <a:cubicBezTo>
                  <a:pt x="266" y="351"/>
                  <a:pt x="271" y="349"/>
                  <a:pt x="278" y="349"/>
                </a:cubicBezTo>
                <a:lnTo>
                  <a:pt x="281" y="349"/>
                </a:lnTo>
                <a:cubicBezTo>
                  <a:pt x="288" y="349"/>
                  <a:pt x="291" y="351"/>
                  <a:pt x="291" y="355"/>
                </a:cubicBezTo>
                <a:cubicBezTo>
                  <a:pt x="291" y="357"/>
                  <a:pt x="291" y="360"/>
                  <a:pt x="289" y="364"/>
                </a:cubicBezTo>
                <a:cubicBezTo>
                  <a:pt x="272" y="424"/>
                  <a:pt x="247" y="455"/>
                  <a:pt x="213" y="455"/>
                </a:cubicBezTo>
                <a:cubicBezTo>
                  <a:pt x="194" y="455"/>
                  <a:pt x="178" y="449"/>
                  <a:pt x="166" y="438"/>
                </a:cubicBezTo>
                <a:cubicBezTo>
                  <a:pt x="153" y="427"/>
                  <a:pt x="147" y="411"/>
                  <a:pt x="147" y="390"/>
                </a:cubicBezTo>
                <a:cubicBezTo>
                  <a:pt x="147" y="382"/>
                  <a:pt x="148" y="375"/>
                  <a:pt x="149" y="370"/>
                </a:cubicBezTo>
                <a:cubicBezTo>
                  <a:pt x="151" y="364"/>
                  <a:pt x="151" y="359"/>
                  <a:pt x="151" y="354"/>
                </a:cubicBezTo>
                <a:cubicBezTo>
                  <a:pt x="151" y="345"/>
                  <a:pt x="148" y="337"/>
                  <a:pt x="142" y="330"/>
                </a:cubicBezTo>
                <a:cubicBezTo>
                  <a:pt x="136" y="323"/>
                  <a:pt x="129" y="318"/>
                  <a:pt x="120" y="315"/>
                </a:cubicBezTo>
                <a:cubicBezTo>
                  <a:pt x="111" y="312"/>
                  <a:pt x="104" y="310"/>
                  <a:pt x="98" y="308"/>
                </a:cubicBezTo>
                <a:cubicBezTo>
                  <a:pt x="92" y="306"/>
                  <a:pt x="89" y="306"/>
                  <a:pt x="86" y="306"/>
                </a:cubicBezTo>
                <a:lnTo>
                  <a:pt x="85" y="306"/>
                </a:lnTo>
                <a:cubicBezTo>
                  <a:pt x="80" y="324"/>
                  <a:pt x="75" y="341"/>
                  <a:pt x="72" y="358"/>
                </a:cubicBezTo>
                <a:cubicBezTo>
                  <a:pt x="68" y="375"/>
                  <a:pt x="65" y="387"/>
                  <a:pt x="63" y="396"/>
                </a:cubicBezTo>
                <a:cubicBezTo>
                  <a:pt x="60" y="404"/>
                  <a:pt x="58" y="412"/>
                  <a:pt x="57" y="419"/>
                </a:cubicBezTo>
                <a:cubicBezTo>
                  <a:pt x="55" y="427"/>
                  <a:pt x="54" y="432"/>
                  <a:pt x="52" y="435"/>
                </a:cubicBezTo>
                <a:cubicBezTo>
                  <a:pt x="51" y="437"/>
                  <a:pt x="49" y="440"/>
                  <a:pt x="48" y="443"/>
                </a:cubicBezTo>
                <a:cubicBezTo>
                  <a:pt x="46" y="446"/>
                  <a:pt x="44" y="448"/>
                  <a:pt x="41" y="449"/>
                </a:cubicBezTo>
                <a:cubicBezTo>
                  <a:pt x="35" y="453"/>
                  <a:pt x="29" y="455"/>
                  <a:pt x="23" y="455"/>
                </a:cubicBezTo>
                <a:cubicBezTo>
                  <a:pt x="15" y="455"/>
                  <a:pt x="10" y="453"/>
                  <a:pt x="6" y="448"/>
                </a:cubicBezTo>
                <a:cubicBezTo>
                  <a:pt x="2" y="444"/>
                  <a:pt x="0" y="440"/>
                  <a:pt x="0" y="437"/>
                </a:cubicBezTo>
                <a:cubicBezTo>
                  <a:pt x="0" y="433"/>
                  <a:pt x="8" y="399"/>
                  <a:pt x="24" y="334"/>
                </a:cubicBezTo>
                <a:cubicBezTo>
                  <a:pt x="40" y="270"/>
                  <a:pt x="55" y="207"/>
                  <a:pt x="71" y="144"/>
                </a:cubicBezTo>
                <a:lnTo>
                  <a:pt x="95" y="50"/>
                </a:lnTo>
                <a:cubicBezTo>
                  <a:pt x="95" y="45"/>
                  <a:pt x="94" y="41"/>
                  <a:pt x="90" y="40"/>
                </a:cubicBezTo>
                <a:cubicBezTo>
                  <a:pt x="87" y="39"/>
                  <a:pt x="78" y="38"/>
                  <a:pt x="65" y="37"/>
                </a:cubicBezTo>
                <a:lnTo>
                  <a:pt x="62" y="37"/>
                </a:lnTo>
                <a:cubicBezTo>
                  <a:pt x="58" y="37"/>
                  <a:pt x="55" y="37"/>
                  <a:pt x="54" y="37"/>
                </a:cubicBezTo>
                <a:cubicBezTo>
                  <a:pt x="52" y="37"/>
                  <a:pt x="51" y="36"/>
                  <a:pt x="49" y="35"/>
                </a:cubicBezTo>
                <a:cubicBezTo>
                  <a:pt x="47" y="34"/>
                  <a:pt x="47" y="32"/>
                  <a:pt x="47" y="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44" name=""/>
          <p:cNvSpPr/>
          <p:nvPr/>
        </p:nvSpPr>
        <p:spPr>
          <a:xfrm>
            <a:off x="7573320" y="1798920"/>
            <a:ext cx="56160" cy="231840"/>
          </a:xfrm>
          <a:custGeom>
            <a:avLst/>
            <a:gdLst/>
            <a:ahLst/>
            <a:rect l="0" t="0" r="r" b="b"/>
            <a:pathLst>
              <a:path w="156" h="644">
                <a:moveTo>
                  <a:pt x="4" y="1"/>
                </a:moveTo>
                <a:lnTo>
                  <a:pt x="7" y="0"/>
                </a:lnTo>
                <a:cubicBezTo>
                  <a:pt x="9" y="0"/>
                  <a:pt x="11" y="0"/>
                  <a:pt x="13" y="0"/>
                </a:cubicBezTo>
                <a:lnTo>
                  <a:pt x="21" y="0"/>
                </a:lnTo>
                <a:lnTo>
                  <a:pt x="39" y="16"/>
                </a:lnTo>
                <a:cubicBezTo>
                  <a:pt x="79" y="52"/>
                  <a:pt x="109" y="97"/>
                  <a:pt x="127" y="152"/>
                </a:cubicBezTo>
                <a:cubicBezTo>
                  <a:pt x="145" y="206"/>
                  <a:pt x="156" y="263"/>
                  <a:pt x="156" y="322"/>
                </a:cubicBezTo>
                <a:cubicBezTo>
                  <a:pt x="156" y="351"/>
                  <a:pt x="152" y="379"/>
                  <a:pt x="148" y="406"/>
                </a:cubicBezTo>
                <a:cubicBezTo>
                  <a:pt x="144" y="433"/>
                  <a:pt x="139" y="456"/>
                  <a:pt x="133" y="476"/>
                </a:cubicBezTo>
                <a:cubicBezTo>
                  <a:pt x="128" y="495"/>
                  <a:pt x="120" y="514"/>
                  <a:pt x="110" y="533"/>
                </a:cubicBezTo>
                <a:cubicBezTo>
                  <a:pt x="99" y="551"/>
                  <a:pt x="91" y="566"/>
                  <a:pt x="85" y="576"/>
                </a:cubicBezTo>
                <a:cubicBezTo>
                  <a:pt x="79" y="586"/>
                  <a:pt x="70" y="596"/>
                  <a:pt x="59" y="608"/>
                </a:cubicBezTo>
                <a:cubicBezTo>
                  <a:pt x="47" y="620"/>
                  <a:pt x="40" y="628"/>
                  <a:pt x="38" y="630"/>
                </a:cubicBezTo>
                <a:cubicBezTo>
                  <a:pt x="36" y="632"/>
                  <a:pt x="31" y="636"/>
                  <a:pt x="23" y="642"/>
                </a:cubicBezTo>
                <a:cubicBezTo>
                  <a:pt x="22" y="643"/>
                  <a:pt x="21" y="644"/>
                  <a:pt x="21" y="644"/>
                </a:cubicBezTo>
                <a:lnTo>
                  <a:pt x="13" y="644"/>
                </a:lnTo>
                <a:cubicBezTo>
                  <a:pt x="10" y="644"/>
                  <a:pt x="7" y="644"/>
                  <a:pt x="6" y="644"/>
                </a:cubicBezTo>
                <a:cubicBezTo>
                  <a:pt x="5" y="644"/>
                  <a:pt x="4" y="644"/>
                  <a:pt x="3" y="643"/>
                </a:cubicBezTo>
                <a:cubicBezTo>
                  <a:pt x="2" y="641"/>
                  <a:pt x="0" y="639"/>
                  <a:pt x="0" y="637"/>
                </a:cubicBezTo>
                <a:cubicBezTo>
                  <a:pt x="0" y="636"/>
                  <a:pt x="4" y="634"/>
                  <a:pt x="8" y="628"/>
                </a:cubicBezTo>
                <a:cubicBezTo>
                  <a:pt x="74" y="559"/>
                  <a:pt x="108" y="456"/>
                  <a:pt x="108" y="322"/>
                </a:cubicBezTo>
                <a:cubicBezTo>
                  <a:pt x="108" y="187"/>
                  <a:pt x="74" y="85"/>
                  <a:pt x="8" y="16"/>
                </a:cubicBezTo>
                <a:cubicBezTo>
                  <a:pt x="4" y="11"/>
                  <a:pt x="0" y="8"/>
                  <a:pt x="0" y="8"/>
                </a:cubicBezTo>
                <a:cubicBezTo>
                  <a:pt x="0" y="4"/>
                  <a:pt x="2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45" name=""/>
          <p:cNvSpPr/>
          <p:nvPr/>
        </p:nvSpPr>
        <p:spPr>
          <a:xfrm>
            <a:off x="7684920" y="166896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5" y="1"/>
                </a:moveTo>
                <a:lnTo>
                  <a:pt x="9" y="0"/>
                </a:lnTo>
                <a:cubicBezTo>
                  <a:pt x="12" y="0"/>
                  <a:pt x="15" y="0"/>
                  <a:pt x="18" y="0"/>
                </a:cubicBezTo>
                <a:lnTo>
                  <a:pt x="30" y="0"/>
                </a:lnTo>
                <a:lnTo>
                  <a:pt x="55" y="22"/>
                </a:lnTo>
                <a:cubicBezTo>
                  <a:pt x="112" y="74"/>
                  <a:pt x="154" y="138"/>
                  <a:pt x="180" y="215"/>
                </a:cubicBezTo>
                <a:cubicBezTo>
                  <a:pt x="206" y="292"/>
                  <a:pt x="219" y="373"/>
                  <a:pt x="219" y="456"/>
                </a:cubicBezTo>
                <a:cubicBezTo>
                  <a:pt x="219" y="498"/>
                  <a:pt x="216" y="537"/>
                  <a:pt x="210" y="576"/>
                </a:cubicBezTo>
                <a:cubicBezTo>
                  <a:pt x="204" y="614"/>
                  <a:pt x="197" y="646"/>
                  <a:pt x="189" y="673"/>
                </a:cubicBezTo>
                <a:cubicBezTo>
                  <a:pt x="181" y="700"/>
                  <a:pt x="170" y="726"/>
                  <a:pt x="155" y="753"/>
                </a:cubicBezTo>
                <a:cubicBezTo>
                  <a:pt x="141" y="780"/>
                  <a:pt x="129" y="800"/>
                  <a:pt x="121" y="814"/>
                </a:cubicBezTo>
                <a:cubicBezTo>
                  <a:pt x="112" y="828"/>
                  <a:pt x="100" y="843"/>
                  <a:pt x="83" y="860"/>
                </a:cubicBezTo>
                <a:cubicBezTo>
                  <a:pt x="67" y="877"/>
                  <a:pt x="57" y="887"/>
                  <a:pt x="54" y="890"/>
                </a:cubicBezTo>
                <a:cubicBezTo>
                  <a:pt x="51" y="893"/>
                  <a:pt x="44" y="899"/>
                  <a:pt x="33" y="908"/>
                </a:cubicBezTo>
                <a:cubicBezTo>
                  <a:pt x="31" y="910"/>
                  <a:pt x="30" y="911"/>
                  <a:pt x="30" y="911"/>
                </a:cubicBezTo>
                <a:lnTo>
                  <a:pt x="18" y="911"/>
                </a:lnTo>
                <a:cubicBezTo>
                  <a:pt x="13" y="911"/>
                  <a:pt x="10" y="911"/>
                  <a:pt x="8" y="911"/>
                </a:cubicBezTo>
                <a:cubicBezTo>
                  <a:pt x="6" y="911"/>
                  <a:pt x="4" y="910"/>
                  <a:pt x="3" y="909"/>
                </a:cubicBezTo>
                <a:cubicBezTo>
                  <a:pt x="2" y="907"/>
                  <a:pt x="1" y="904"/>
                  <a:pt x="0" y="900"/>
                </a:cubicBezTo>
                <a:cubicBezTo>
                  <a:pt x="1" y="900"/>
                  <a:pt x="4" y="896"/>
                  <a:pt x="10" y="889"/>
                </a:cubicBezTo>
                <a:cubicBezTo>
                  <a:pt x="105" y="791"/>
                  <a:pt x="152" y="647"/>
                  <a:pt x="152" y="456"/>
                </a:cubicBezTo>
                <a:cubicBezTo>
                  <a:pt x="152" y="265"/>
                  <a:pt x="105" y="121"/>
                  <a:pt x="10" y="23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46" name=""/>
          <p:cNvSpPr/>
          <p:nvPr/>
        </p:nvSpPr>
        <p:spPr>
          <a:xfrm>
            <a:off x="7833600" y="1669320"/>
            <a:ext cx="13320" cy="327600"/>
          </a:xfrm>
          <a:custGeom>
            <a:avLst/>
            <a:gdLst/>
            <a:ahLst/>
            <a:rect l="0" t="0" r="r" b="b"/>
            <a:pathLst>
              <a:path w="37" h="910">
                <a:moveTo>
                  <a:pt x="19" y="910"/>
                </a:moveTo>
                <a:lnTo>
                  <a:pt x="17" y="910"/>
                </a:lnTo>
                <a:cubicBezTo>
                  <a:pt x="10" y="910"/>
                  <a:pt x="4" y="906"/>
                  <a:pt x="0" y="897"/>
                </a:cubicBezTo>
                <a:lnTo>
                  <a:pt x="0" y="455"/>
                </a:lnTo>
                <a:lnTo>
                  <a:pt x="1" y="12"/>
                </a:lnTo>
                <a:cubicBezTo>
                  <a:pt x="8" y="4"/>
                  <a:pt x="13" y="0"/>
                  <a:pt x="19" y="0"/>
                </a:cubicBezTo>
                <a:cubicBezTo>
                  <a:pt x="27" y="0"/>
                  <a:pt x="33" y="4"/>
                  <a:pt x="37" y="13"/>
                </a:cubicBezTo>
                <a:lnTo>
                  <a:pt x="37" y="897"/>
                </a:lnTo>
                <a:cubicBezTo>
                  <a:pt x="32" y="906"/>
                  <a:pt x="27" y="910"/>
                  <a:pt x="21" y="910"/>
                </a:cubicBezTo>
                <a:lnTo>
                  <a:pt x="19" y="9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47" name=""/>
          <p:cNvSpPr/>
          <p:nvPr/>
        </p:nvSpPr>
        <p:spPr>
          <a:xfrm>
            <a:off x="7984080" y="1813320"/>
            <a:ext cx="39960" cy="39600"/>
          </a:xfrm>
          <a:custGeom>
            <a:avLst/>
            <a:gdLst/>
            <a:ahLst/>
            <a:rect l="0" t="0" r="r" b="b"/>
            <a:pathLst>
              <a:path w="111" h="110">
                <a:moveTo>
                  <a:pt x="0" y="55"/>
                </a:moveTo>
                <a:cubicBezTo>
                  <a:pt x="0" y="41"/>
                  <a:pt x="5" y="27"/>
                  <a:pt x="15" y="16"/>
                </a:cubicBezTo>
                <a:cubicBezTo>
                  <a:pt x="25" y="5"/>
                  <a:pt x="38" y="0"/>
                  <a:pt x="54" y="0"/>
                </a:cubicBezTo>
                <a:cubicBezTo>
                  <a:pt x="69" y="0"/>
                  <a:pt x="81" y="5"/>
                  <a:pt x="92" y="14"/>
                </a:cubicBezTo>
                <a:cubicBezTo>
                  <a:pt x="104" y="24"/>
                  <a:pt x="110" y="38"/>
                  <a:pt x="111" y="54"/>
                </a:cubicBezTo>
                <a:cubicBezTo>
                  <a:pt x="111" y="70"/>
                  <a:pt x="106" y="83"/>
                  <a:pt x="94" y="94"/>
                </a:cubicBezTo>
                <a:cubicBezTo>
                  <a:pt x="84" y="104"/>
                  <a:pt x="71" y="110"/>
                  <a:pt x="55" y="110"/>
                </a:cubicBezTo>
                <a:cubicBezTo>
                  <a:pt x="39" y="110"/>
                  <a:pt x="26" y="105"/>
                  <a:pt x="16" y="94"/>
                </a:cubicBezTo>
                <a:cubicBezTo>
                  <a:pt x="6" y="84"/>
                  <a:pt x="0" y="71"/>
                  <a:pt x="0" y="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48" name=""/>
          <p:cNvSpPr/>
          <p:nvPr/>
        </p:nvSpPr>
        <p:spPr>
          <a:xfrm>
            <a:off x="8152920" y="166896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0" y="456"/>
                </a:moveTo>
                <a:cubicBezTo>
                  <a:pt x="0" y="414"/>
                  <a:pt x="3" y="375"/>
                  <a:pt x="9" y="336"/>
                </a:cubicBezTo>
                <a:cubicBezTo>
                  <a:pt x="15" y="299"/>
                  <a:pt x="22" y="266"/>
                  <a:pt x="31" y="239"/>
                </a:cubicBezTo>
                <a:cubicBezTo>
                  <a:pt x="39" y="211"/>
                  <a:pt x="50" y="185"/>
                  <a:pt x="65" y="159"/>
                </a:cubicBezTo>
                <a:cubicBezTo>
                  <a:pt x="80" y="133"/>
                  <a:pt x="91" y="112"/>
                  <a:pt x="100" y="98"/>
                </a:cubicBezTo>
                <a:cubicBezTo>
                  <a:pt x="108" y="83"/>
                  <a:pt x="121" y="67"/>
                  <a:pt x="138" y="50"/>
                </a:cubicBezTo>
                <a:cubicBezTo>
                  <a:pt x="155" y="33"/>
                  <a:pt x="165" y="23"/>
                  <a:pt x="168" y="19"/>
                </a:cubicBezTo>
                <a:cubicBezTo>
                  <a:pt x="171" y="16"/>
                  <a:pt x="178" y="9"/>
                  <a:pt x="191" y="0"/>
                </a:cubicBezTo>
                <a:lnTo>
                  <a:pt x="202" y="0"/>
                </a:lnTo>
                <a:lnTo>
                  <a:pt x="206" y="0"/>
                </a:lnTo>
                <a:cubicBezTo>
                  <a:pt x="215" y="0"/>
                  <a:pt x="219" y="3"/>
                  <a:pt x="219" y="9"/>
                </a:cubicBezTo>
                <a:cubicBezTo>
                  <a:pt x="219" y="10"/>
                  <a:pt x="214" y="17"/>
                  <a:pt x="203" y="28"/>
                </a:cubicBezTo>
                <a:cubicBezTo>
                  <a:pt x="193" y="39"/>
                  <a:pt x="181" y="55"/>
                  <a:pt x="166" y="76"/>
                </a:cubicBezTo>
                <a:cubicBezTo>
                  <a:pt x="151" y="97"/>
                  <a:pt x="137" y="123"/>
                  <a:pt x="121" y="154"/>
                </a:cubicBezTo>
                <a:cubicBezTo>
                  <a:pt x="106" y="185"/>
                  <a:pt x="94" y="227"/>
                  <a:pt x="83" y="280"/>
                </a:cubicBezTo>
                <a:cubicBezTo>
                  <a:pt x="73" y="332"/>
                  <a:pt x="68" y="392"/>
                  <a:pt x="68" y="456"/>
                </a:cubicBezTo>
                <a:cubicBezTo>
                  <a:pt x="68" y="521"/>
                  <a:pt x="73" y="579"/>
                  <a:pt x="83" y="631"/>
                </a:cubicBezTo>
                <a:cubicBezTo>
                  <a:pt x="94" y="683"/>
                  <a:pt x="106" y="725"/>
                  <a:pt x="121" y="758"/>
                </a:cubicBezTo>
                <a:cubicBezTo>
                  <a:pt x="135" y="790"/>
                  <a:pt x="150" y="816"/>
                  <a:pt x="165" y="836"/>
                </a:cubicBezTo>
                <a:cubicBezTo>
                  <a:pt x="180" y="856"/>
                  <a:pt x="193" y="872"/>
                  <a:pt x="203" y="884"/>
                </a:cubicBezTo>
                <a:cubicBezTo>
                  <a:pt x="214" y="896"/>
                  <a:pt x="219" y="903"/>
                  <a:pt x="219" y="903"/>
                </a:cubicBezTo>
                <a:cubicBezTo>
                  <a:pt x="219" y="909"/>
                  <a:pt x="214" y="911"/>
                  <a:pt x="205" y="911"/>
                </a:cubicBezTo>
                <a:lnTo>
                  <a:pt x="202" y="911"/>
                </a:lnTo>
                <a:lnTo>
                  <a:pt x="191" y="911"/>
                </a:lnTo>
                <a:lnTo>
                  <a:pt x="165" y="890"/>
                </a:lnTo>
                <a:cubicBezTo>
                  <a:pt x="108" y="838"/>
                  <a:pt x="67" y="774"/>
                  <a:pt x="40" y="697"/>
                </a:cubicBezTo>
                <a:cubicBezTo>
                  <a:pt x="13" y="620"/>
                  <a:pt x="0" y="539"/>
                  <a:pt x="0" y="45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49" name=""/>
          <p:cNvSpPr/>
          <p:nvPr/>
        </p:nvSpPr>
        <p:spPr>
          <a:xfrm>
            <a:off x="8261280" y="1770120"/>
            <a:ext cx="159840" cy="148680"/>
          </a:xfrm>
          <a:custGeom>
            <a:avLst/>
            <a:gdLst/>
            <a:ahLst/>
            <a:rect l="0" t="0" r="r" b="b"/>
            <a:pathLst>
              <a:path w="444" h="413">
                <a:moveTo>
                  <a:pt x="15" y="139"/>
                </a:moveTo>
                <a:cubicBezTo>
                  <a:pt x="19" y="113"/>
                  <a:pt x="36" y="84"/>
                  <a:pt x="64" y="51"/>
                </a:cubicBezTo>
                <a:cubicBezTo>
                  <a:pt x="93" y="17"/>
                  <a:pt x="128" y="0"/>
                  <a:pt x="170" y="0"/>
                </a:cubicBezTo>
                <a:cubicBezTo>
                  <a:pt x="191" y="0"/>
                  <a:pt x="210" y="5"/>
                  <a:pt x="228" y="16"/>
                </a:cubicBezTo>
                <a:cubicBezTo>
                  <a:pt x="246" y="27"/>
                  <a:pt x="259" y="41"/>
                  <a:pt x="267" y="57"/>
                </a:cubicBezTo>
                <a:cubicBezTo>
                  <a:pt x="293" y="19"/>
                  <a:pt x="324" y="0"/>
                  <a:pt x="360" y="0"/>
                </a:cubicBezTo>
                <a:cubicBezTo>
                  <a:pt x="383" y="0"/>
                  <a:pt x="402" y="6"/>
                  <a:pt x="418" y="20"/>
                </a:cubicBezTo>
                <a:cubicBezTo>
                  <a:pt x="435" y="33"/>
                  <a:pt x="443" y="51"/>
                  <a:pt x="444" y="73"/>
                </a:cubicBezTo>
                <a:cubicBezTo>
                  <a:pt x="444" y="91"/>
                  <a:pt x="440" y="105"/>
                  <a:pt x="431" y="116"/>
                </a:cubicBezTo>
                <a:cubicBezTo>
                  <a:pt x="423" y="127"/>
                  <a:pt x="414" y="134"/>
                  <a:pt x="406" y="136"/>
                </a:cubicBezTo>
                <a:cubicBezTo>
                  <a:pt x="399" y="139"/>
                  <a:pt x="392" y="140"/>
                  <a:pt x="386" y="140"/>
                </a:cubicBezTo>
                <a:cubicBezTo>
                  <a:pt x="374" y="140"/>
                  <a:pt x="365" y="136"/>
                  <a:pt x="357" y="130"/>
                </a:cubicBezTo>
                <a:cubicBezTo>
                  <a:pt x="350" y="123"/>
                  <a:pt x="346" y="114"/>
                  <a:pt x="346" y="103"/>
                </a:cubicBezTo>
                <a:cubicBezTo>
                  <a:pt x="346" y="75"/>
                  <a:pt x="362" y="56"/>
                  <a:pt x="392" y="46"/>
                </a:cubicBezTo>
                <a:cubicBezTo>
                  <a:pt x="385" y="38"/>
                  <a:pt x="373" y="34"/>
                  <a:pt x="356" y="34"/>
                </a:cubicBezTo>
                <a:cubicBezTo>
                  <a:pt x="348" y="34"/>
                  <a:pt x="342" y="35"/>
                  <a:pt x="338" y="36"/>
                </a:cubicBezTo>
                <a:cubicBezTo>
                  <a:pt x="315" y="46"/>
                  <a:pt x="297" y="66"/>
                  <a:pt x="286" y="96"/>
                </a:cubicBezTo>
                <a:cubicBezTo>
                  <a:pt x="250" y="230"/>
                  <a:pt x="232" y="309"/>
                  <a:pt x="232" y="332"/>
                </a:cubicBezTo>
                <a:cubicBezTo>
                  <a:pt x="232" y="349"/>
                  <a:pt x="237" y="361"/>
                  <a:pt x="246" y="368"/>
                </a:cubicBezTo>
                <a:cubicBezTo>
                  <a:pt x="256" y="376"/>
                  <a:pt x="267" y="379"/>
                  <a:pt x="278" y="379"/>
                </a:cubicBezTo>
                <a:cubicBezTo>
                  <a:pt x="301" y="379"/>
                  <a:pt x="324" y="369"/>
                  <a:pt x="346" y="349"/>
                </a:cubicBezTo>
                <a:cubicBezTo>
                  <a:pt x="367" y="329"/>
                  <a:pt x="382" y="305"/>
                  <a:pt x="390" y="275"/>
                </a:cubicBezTo>
                <a:cubicBezTo>
                  <a:pt x="392" y="269"/>
                  <a:pt x="394" y="266"/>
                  <a:pt x="396" y="265"/>
                </a:cubicBezTo>
                <a:cubicBezTo>
                  <a:pt x="397" y="265"/>
                  <a:pt x="402" y="264"/>
                  <a:pt x="410" y="264"/>
                </a:cubicBezTo>
                <a:lnTo>
                  <a:pt x="414" y="264"/>
                </a:lnTo>
                <a:cubicBezTo>
                  <a:pt x="423" y="264"/>
                  <a:pt x="427" y="266"/>
                  <a:pt x="427" y="271"/>
                </a:cubicBezTo>
                <a:cubicBezTo>
                  <a:pt x="427" y="271"/>
                  <a:pt x="427" y="275"/>
                  <a:pt x="426" y="281"/>
                </a:cubicBezTo>
                <a:cubicBezTo>
                  <a:pt x="416" y="315"/>
                  <a:pt x="397" y="346"/>
                  <a:pt x="369" y="373"/>
                </a:cubicBezTo>
                <a:cubicBezTo>
                  <a:pt x="341" y="400"/>
                  <a:pt x="308" y="413"/>
                  <a:pt x="271" y="413"/>
                </a:cubicBezTo>
                <a:cubicBezTo>
                  <a:pt x="228" y="413"/>
                  <a:pt x="196" y="394"/>
                  <a:pt x="174" y="356"/>
                </a:cubicBezTo>
                <a:cubicBezTo>
                  <a:pt x="149" y="393"/>
                  <a:pt x="121" y="412"/>
                  <a:pt x="89" y="412"/>
                </a:cubicBezTo>
                <a:lnTo>
                  <a:pt x="83" y="412"/>
                </a:lnTo>
                <a:cubicBezTo>
                  <a:pt x="54" y="412"/>
                  <a:pt x="32" y="404"/>
                  <a:pt x="20" y="388"/>
                </a:cubicBezTo>
                <a:cubicBezTo>
                  <a:pt x="7" y="373"/>
                  <a:pt x="0" y="356"/>
                  <a:pt x="0" y="338"/>
                </a:cubicBezTo>
                <a:cubicBezTo>
                  <a:pt x="0" y="319"/>
                  <a:pt x="5" y="303"/>
                  <a:pt x="17" y="291"/>
                </a:cubicBezTo>
                <a:cubicBezTo>
                  <a:pt x="28" y="279"/>
                  <a:pt x="42" y="273"/>
                  <a:pt x="58" y="273"/>
                </a:cubicBezTo>
                <a:cubicBezTo>
                  <a:pt x="84" y="273"/>
                  <a:pt x="97" y="285"/>
                  <a:pt x="97" y="311"/>
                </a:cubicBezTo>
                <a:cubicBezTo>
                  <a:pt x="97" y="323"/>
                  <a:pt x="93" y="334"/>
                  <a:pt x="86" y="343"/>
                </a:cubicBezTo>
                <a:cubicBezTo>
                  <a:pt x="79" y="352"/>
                  <a:pt x="72" y="358"/>
                  <a:pt x="65" y="361"/>
                </a:cubicBezTo>
                <a:cubicBezTo>
                  <a:pt x="58" y="364"/>
                  <a:pt x="55" y="366"/>
                  <a:pt x="53" y="366"/>
                </a:cubicBezTo>
                <a:lnTo>
                  <a:pt x="51" y="366"/>
                </a:lnTo>
                <a:cubicBezTo>
                  <a:pt x="51" y="367"/>
                  <a:pt x="52" y="368"/>
                  <a:pt x="56" y="370"/>
                </a:cubicBezTo>
                <a:cubicBezTo>
                  <a:pt x="60" y="372"/>
                  <a:pt x="65" y="374"/>
                  <a:pt x="71" y="376"/>
                </a:cubicBezTo>
                <a:cubicBezTo>
                  <a:pt x="77" y="379"/>
                  <a:pt x="82" y="380"/>
                  <a:pt x="88" y="379"/>
                </a:cubicBezTo>
                <a:cubicBezTo>
                  <a:pt x="110" y="379"/>
                  <a:pt x="129" y="366"/>
                  <a:pt x="144" y="338"/>
                </a:cubicBezTo>
                <a:cubicBezTo>
                  <a:pt x="150" y="329"/>
                  <a:pt x="157" y="308"/>
                  <a:pt x="165" y="276"/>
                </a:cubicBezTo>
                <a:cubicBezTo>
                  <a:pt x="174" y="245"/>
                  <a:pt x="182" y="211"/>
                  <a:pt x="191" y="177"/>
                </a:cubicBezTo>
                <a:cubicBezTo>
                  <a:pt x="199" y="143"/>
                  <a:pt x="204" y="123"/>
                  <a:pt x="205" y="117"/>
                </a:cubicBezTo>
                <a:cubicBezTo>
                  <a:pt x="208" y="101"/>
                  <a:pt x="210" y="89"/>
                  <a:pt x="210" y="82"/>
                </a:cubicBezTo>
                <a:cubicBezTo>
                  <a:pt x="210" y="65"/>
                  <a:pt x="205" y="52"/>
                  <a:pt x="196" y="45"/>
                </a:cubicBezTo>
                <a:cubicBezTo>
                  <a:pt x="187" y="38"/>
                  <a:pt x="177" y="34"/>
                  <a:pt x="165" y="34"/>
                </a:cubicBezTo>
                <a:cubicBezTo>
                  <a:pt x="141" y="34"/>
                  <a:pt x="118" y="44"/>
                  <a:pt x="97" y="63"/>
                </a:cubicBezTo>
                <a:cubicBezTo>
                  <a:pt x="76" y="83"/>
                  <a:pt x="61" y="108"/>
                  <a:pt x="52" y="138"/>
                </a:cubicBezTo>
                <a:cubicBezTo>
                  <a:pt x="51" y="143"/>
                  <a:pt x="50" y="146"/>
                  <a:pt x="48" y="147"/>
                </a:cubicBezTo>
                <a:cubicBezTo>
                  <a:pt x="46" y="148"/>
                  <a:pt x="41" y="148"/>
                  <a:pt x="33" y="149"/>
                </a:cubicBezTo>
                <a:lnTo>
                  <a:pt x="21" y="149"/>
                </a:lnTo>
                <a:cubicBezTo>
                  <a:pt x="17" y="145"/>
                  <a:pt x="15" y="142"/>
                  <a:pt x="15" y="1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50" name=""/>
          <p:cNvSpPr/>
          <p:nvPr/>
        </p:nvSpPr>
        <p:spPr>
          <a:xfrm>
            <a:off x="8469720" y="1798920"/>
            <a:ext cx="55800" cy="231840"/>
          </a:xfrm>
          <a:custGeom>
            <a:avLst/>
            <a:gdLst/>
            <a:ahLst/>
            <a:rect l="0" t="0" r="r" b="b"/>
            <a:pathLst>
              <a:path w="155" h="644">
                <a:moveTo>
                  <a:pt x="0" y="322"/>
                </a:moveTo>
                <a:cubicBezTo>
                  <a:pt x="0" y="292"/>
                  <a:pt x="2" y="264"/>
                  <a:pt x="6" y="238"/>
                </a:cubicBezTo>
                <a:cubicBezTo>
                  <a:pt x="11" y="211"/>
                  <a:pt x="15" y="188"/>
                  <a:pt x="21" y="169"/>
                </a:cubicBezTo>
                <a:cubicBezTo>
                  <a:pt x="27" y="149"/>
                  <a:pt x="35" y="130"/>
                  <a:pt x="45" y="112"/>
                </a:cubicBezTo>
                <a:cubicBezTo>
                  <a:pt x="55" y="94"/>
                  <a:pt x="63" y="79"/>
                  <a:pt x="69" y="69"/>
                </a:cubicBezTo>
                <a:cubicBezTo>
                  <a:pt x="75" y="59"/>
                  <a:pt x="84" y="47"/>
                  <a:pt x="96" y="35"/>
                </a:cubicBezTo>
                <a:cubicBezTo>
                  <a:pt x="108" y="23"/>
                  <a:pt x="116" y="16"/>
                  <a:pt x="119" y="14"/>
                </a:cubicBezTo>
                <a:cubicBezTo>
                  <a:pt x="121" y="11"/>
                  <a:pt x="126" y="7"/>
                  <a:pt x="135" y="0"/>
                </a:cubicBezTo>
                <a:lnTo>
                  <a:pt x="143" y="0"/>
                </a:lnTo>
                <a:lnTo>
                  <a:pt x="146" y="0"/>
                </a:lnTo>
                <a:cubicBezTo>
                  <a:pt x="152" y="0"/>
                  <a:pt x="155" y="2"/>
                  <a:pt x="155" y="6"/>
                </a:cubicBezTo>
                <a:cubicBezTo>
                  <a:pt x="155" y="7"/>
                  <a:pt x="151" y="12"/>
                  <a:pt x="144" y="19"/>
                </a:cubicBezTo>
                <a:cubicBezTo>
                  <a:pt x="136" y="27"/>
                  <a:pt x="128" y="38"/>
                  <a:pt x="117" y="54"/>
                </a:cubicBezTo>
                <a:cubicBezTo>
                  <a:pt x="106" y="69"/>
                  <a:pt x="95" y="87"/>
                  <a:pt x="85" y="109"/>
                </a:cubicBezTo>
                <a:cubicBezTo>
                  <a:pt x="74" y="131"/>
                  <a:pt x="65" y="160"/>
                  <a:pt x="58" y="198"/>
                </a:cubicBezTo>
                <a:cubicBezTo>
                  <a:pt x="50" y="235"/>
                  <a:pt x="47" y="276"/>
                  <a:pt x="47" y="322"/>
                </a:cubicBezTo>
                <a:cubicBezTo>
                  <a:pt x="47" y="367"/>
                  <a:pt x="50" y="408"/>
                  <a:pt x="58" y="445"/>
                </a:cubicBezTo>
                <a:cubicBezTo>
                  <a:pt x="65" y="483"/>
                  <a:pt x="74" y="513"/>
                  <a:pt x="84" y="536"/>
                </a:cubicBezTo>
                <a:cubicBezTo>
                  <a:pt x="94" y="558"/>
                  <a:pt x="105" y="577"/>
                  <a:pt x="117" y="591"/>
                </a:cubicBezTo>
                <a:cubicBezTo>
                  <a:pt x="127" y="605"/>
                  <a:pt x="136" y="617"/>
                  <a:pt x="144" y="625"/>
                </a:cubicBezTo>
                <a:cubicBezTo>
                  <a:pt x="151" y="634"/>
                  <a:pt x="155" y="638"/>
                  <a:pt x="155" y="639"/>
                </a:cubicBezTo>
                <a:cubicBezTo>
                  <a:pt x="155" y="643"/>
                  <a:pt x="151" y="644"/>
                  <a:pt x="145" y="644"/>
                </a:cubicBezTo>
                <a:lnTo>
                  <a:pt x="143" y="644"/>
                </a:lnTo>
                <a:lnTo>
                  <a:pt x="135" y="644"/>
                </a:lnTo>
                <a:lnTo>
                  <a:pt x="117" y="629"/>
                </a:lnTo>
                <a:cubicBezTo>
                  <a:pt x="75" y="593"/>
                  <a:pt x="46" y="547"/>
                  <a:pt x="27" y="493"/>
                </a:cubicBezTo>
                <a:cubicBezTo>
                  <a:pt x="9" y="437"/>
                  <a:pt x="0" y="381"/>
                  <a:pt x="0" y="32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51" name=""/>
          <p:cNvSpPr/>
          <p:nvPr/>
        </p:nvSpPr>
        <p:spPr>
          <a:xfrm>
            <a:off x="8549280" y="1811880"/>
            <a:ext cx="105480" cy="163800"/>
          </a:xfrm>
          <a:custGeom>
            <a:avLst/>
            <a:gdLst/>
            <a:ahLst/>
            <a:rect l="0" t="0" r="r" b="b"/>
            <a:pathLst>
              <a:path w="293" h="455">
                <a:moveTo>
                  <a:pt x="46" y="30"/>
                </a:moveTo>
                <a:cubicBezTo>
                  <a:pt x="46" y="26"/>
                  <a:pt x="47" y="21"/>
                  <a:pt x="49" y="16"/>
                </a:cubicBezTo>
                <a:cubicBezTo>
                  <a:pt x="52" y="10"/>
                  <a:pt x="54" y="7"/>
                  <a:pt x="58" y="7"/>
                </a:cubicBezTo>
                <a:cubicBezTo>
                  <a:pt x="58" y="7"/>
                  <a:pt x="74" y="6"/>
                  <a:pt x="104" y="4"/>
                </a:cubicBezTo>
                <a:cubicBezTo>
                  <a:pt x="135" y="2"/>
                  <a:pt x="150" y="1"/>
                  <a:pt x="151" y="0"/>
                </a:cubicBezTo>
                <a:cubicBezTo>
                  <a:pt x="156" y="0"/>
                  <a:pt x="159" y="2"/>
                  <a:pt x="159" y="5"/>
                </a:cubicBezTo>
                <a:cubicBezTo>
                  <a:pt x="159" y="8"/>
                  <a:pt x="148" y="53"/>
                  <a:pt x="127" y="140"/>
                </a:cubicBezTo>
                <a:cubicBezTo>
                  <a:pt x="105" y="226"/>
                  <a:pt x="94" y="270"/>
                  <a:pt x="94" y="273"/>
                </a:cubicBezTo>
                <a:cubicBezTo>
                  <a:pt x="103" y="268"/>
                  <a:pt x="109" y="264"/>
                  <a:pt x="113" y="260"/>
                </a:cubicBezTo>
                <a:cubicBezTo>
                  <a:pt x="123" y="253"/>
                  <a:pt x="138" y="239"/>
                  <a:pt x="157" y="220"/>
                </a:cubicBezTo>
                <a:cubicBezTo>
                  <a:pt x="177" y="201"/>
                  <a:pt x="192" y="187"/>
                  <a:pt x="203" y="181"/>
                </a:cubicBezTo>
                <a:cubicBezTo>
                  <a:pt x="220" y="168"/>
                  <a:pt x="236" y="162"/>
                  <a:pt x="251" y="162"/>
                </a:cubicBezTo>
                <a:cubicBezTo>
                  <a:pt x="264" y="162"/>
                  <a:pt x="274" y="166"/>
                  <a:pt x="282" y="174"/>
                </a:cubicBezTo>
                <a:cubicBezTo>
                  <a:pt x="289" y="184"/>
                  <a:pt x="293" y="195"/>
                  <a:pt x="293" y="210"/>
                </a:cubicBezTo>
                <a:cubicBezTo>
                  <a:pt x="293" y="221"/>
                  <a:pt x="292" y="230"/>
                  <a:pt x="289" y="237"/>
                </a:cubicBezTo>
                <a:cubicBezTo>
                  <a:pt x="286" y="245"/>
                  <a:pt x="282" y="250"/>
                  <a:pt x="277" y="253"/>
                </a:cubicBezTo>
                <a:cubicBezTo>
                  <a:pt x="271" y="257"/>
                  <a:pt x="267" y="259"/>
                  <a:pt x="263" y="260"/>
                </a:cubicBezTo>
                <a:cubicBezTo>
                  <a:pt x="259" y="262"/>
                  <a:pt x="255" y="262"/>
                  <a:pt x="251" y="262"/>
                </a:cubicBezTo>
                <a:cubicBezTo>
                  <a:pt x="243" y="262"/>
                  <a:pt x="236" y="260"/>
                  <a:pt x="231" y="255"/>
                </a:cubicBezTo>
                <a:cubicBezTo>
                  <a:pt x="226" y="251"/>
                  <a:pt x="223" y="244"/>
                  <a:pt x="223" y="237"/>
                </a:cubicBezTo>
                <a:cubicBezTo>
                  <a:pt x="223" y="226"/>
                  <a:pt x="227" y="217"/>
                  <a:pt x="233" y="210"/>
                </a:cubicBezTo>
                <a:cubicBezTo>
                  <a:pt x="240" y="203"/>
                  <a:pt x="247" y="199"/>
                  <a:pt x="254" y="197"/>
                </a:cubicBezTo>
                <a:lnTo>
                  <a:pt x="264" y="195"/>
                </a:lnTo>
                <a:cubicBezTo>
                  <a:pt x="259" y="190"/>
                  <a:pt x="254" y="187"/>
                  <a:pt x="249" y="187"/>
                </a:cubicBezTo>
                <a:lnTo>
                  <a:pt x="246" y="187"/>
                </a:lnTo>
                <a:cubicBezTo>
                  <a:pt x="233" y="188"/>
                  <a:pt x="219" y="194"/>
                  <a:pt x="206" y="203"/>
                </a:cubicBezTo>
                <a:cubicBezTo>
                  <a:pt x="192" y="213"/>
                  <a:pt x="177" y="226"/>
                  <a:pt x="159" y="244"/>
                </a:cubicBezTo>
                <a:cubicBezTo>
                  <a:pt x="141" y="262"/>
                  <a:pt x="127" y="275"/>
                  <a:pt x="116" y="284"/>
                </a:cubicBezTo>
                <a:cubicBezTo>
                  <a:pt x="117" y="284"/>
                  <a:pt x="120" y="285"/>
                  <a:pt x="126" y="286"/>
                </a:cubicBezTo>
                <a:cubicBezTo>
                  <a:pt x="132" y="286"/>
                  <a:pt x="137" y="288"/>
                  <a:pt x="141" y="289"/>
                </a:cubicBezTo>
                <a:cubicBezTo>
                  <a:pt x="146" y="291"/>
                  <a:pt x="152" y="293"/>
                  <a:pt x="158" y="295"/>
                </a:cubicBezTo>
                <a:cubicBezTo>
                  <a:pt x="165" y="296"/>
                  <a:pt x="170" y="299"/>
                  <a:pt x="176" y="304"/>
                </a:cubicBezTo>
                <a:cubicBezTo>
                  <a:pt x="181" y="308"/>
                  <a:pt x="185" y="312"/>
                  <a:pt x="190" y="315"/>
                </a:cubicBezTo>
                <a:cubicBezTo>
                  <a:pt x="194" y="319"/>
                  <a:pt x="198" y="324"/>
                  <a:pt x="201" y="332"/>
                </a:cubicBezTo>
                <a:cubicBezTo>
                  <a:pt x="204" y="340"/>
                  <a:pt x="205" y="347"/>
                  <a:pt x="204" y="353"/>
                </a:cubicBezTo>
                <a:cubicBezTo>
                  <a:pt x="204" y="360"/>
                  <a:pt x="203" y="369"/>
                  <a:pt x="201" y="379"/>
                </a:cubicBezTo>
                <a:cubicBezTo>
                  <a:pt x="199" y="390"/>
                  <a:pt x="198" y="398"/>
                  <a:pt x="197" y="405"/>
                </a:cubicBezTo>
                <a:cubicBezTo>
                  <a:pt x="197" y="422"/>
                  <a:pt x="203" y="431"/>
                  <a:pt x="215" y="431"/>
                </a:cubicBezTo>
                <a:cubicBezTo>
                  <a:pt x="235" y="431"/>
                  <a:pt x="252" y="405"/>
                  <a:pt x="265" y="354"/>
                </a:cubicBezTo>
                <a:cubicBezTo>
                  <a:pt x="266" y="351"/>
                  <a:pt x="270" y="349"/>
                  <a:pt x="278" y="349"/>
                </a:cubicBezTo>
                <a:lnTo>
                  <a:pt x="280" y="349"/>
                </a:lnTo>
                <a:cubicBezTo>
                  <a:pt x="287" y="349"/>
                  <a:pt x="291" y="351"/>
                  <a:pt x="291" y="355"/>
                </a:cubicBezTo>
                <a:cubicBezTo>
                  <a:pt x="291" y="357"/>
                  <a:pt x="290" y="360"/>
                  <a:pt x="289" y="364"/>
                </a:cubicBezTo>
                <a:cubicBezTo>
                  <a:pt x="271" y="424"/>
                  <a:pt x="246" y="455"/>
                  <a:pt x="213" y="455"/>
                </a:cubicBezTo>
                <a:cubicBezTo>
                  <a:pt x="194" y="455"/>
                  <a:pt x="178" y="449"/>
                  <a:pt x="166" y="438"/>
                </a:cubicBezTo>
                <a:cubicBezTo>
                  <a:pt x="154" y="427"/>
                  <a:pt x="148" y="411"/>
                  <a:pt x="148" y="390"/>
                </a:cubicBezTo>
                <a:cubicBezTo>
                  <a:pt x="148" y="382"/>
                  <a:pt x="148" y="375"/>
                  <a:pt x="150" y="370"/>
                </a:cubicBezTo>
                <a:cubicBezTo>
                  <a:pt x="151" y="364"/>
                  <a:pt x="152" y="359"/>
                  <a:pt x="152" y="354"/>
                </a:cubicBezTo>
                <a:cubicBezTo>
                  <a:pt x="152" y="345"/>
                  <a:pt x="149" y="337"/>
                  <a:pt x="143" y="330"/>
                </a:cubicBezTo>
                <a:cubicBezTo>
                  <a:pt x="137" y="323"/>
                  <a:pt x="129" y="318"/>
                  <a:pt x="120" y="315"/>
                </a:cubicBezTo>
                <a:cubicBezTo>
                  <a:pt x="111" y="312"/>
                  <a:pt x="104" y="310"/>
                  <a:pt x="98" y="308"/>
                </a:cubicBezTo>
                <a:cubicBezTo>
                  <a:pt x="93" y="306"/>
                  <a:pt x="89" y="306"/>
                  <a:pt x="87" y="306"/>
                </a:cubicBezTo>
                <a:lnTo>
                  <a:pt x="85" y="306"/>
                </a:lnTo>
                <a:cubicBezTo>
                  <a:pt x="80" y="324"/>
                  <a:pt x="76" y="341"/>
                  <a:pt x="72" y="358"/>
                </a:cubicBezTo>
                <a:cubicBezTo>
                  <a:pt x="68" y="375"/>
                  <a:pt x="65" y="387"/>
                  <a:pt x="63" y="396"/>
                </a:cubicBezTo>
                <a:cubicBezTo>
                  <a:pt x="61" y="404"/>
                  <a:pt x="59" y="412"/>
                  <a:pt x="57" y="419"/>
                </a:cubicBezTo>
                <a:cubicBezTo>
                  <a:pt x="55" y="427"/>
                  <a:pt x="54" y="432"/>
                  <a:pt x="53" y="435"/>
                </a:cubicBezTo>
                <a:cubicBezTo>
                  <a:pt x="50" y="437"/>
                  <a:pt x="49" y="440"/>
                  <a:pt x="47" y="443"/>
                </a:cubicBezTo>
                <a:cubicBezTo>
                  <a:pt x="45" y="446"/>
                  <a:pt x="43" y="448"/>
                  <a:pt x="40" y="449"/>
                </a:cubicBezTo>
                <a:cubicBezTo>
                  <a:pt x="34" y="453"/>
                  <a:pt x="28" y="455"/>
                  <a:pt x="22" y="455"/>
                </a:cubicBezTo>
                <a:cubicBezTo>
                  <a:pt x="15" y="455"/>
                  <a:pt x="9" y="453"/>
                  <a:pt x="5" y="448"/>
                </a:cubicBezTo>
                <a:cubicBezTo>
                  <a:pt x="1" y="444"/>
                  <a:pt x="0" y="440"/>
                  <a:pt x="0" y="437"/>
                </a:cubicBezTo>
                <a:cubicBezTo>
                  <a:pt x="0" y="433"/>
                  <a:pt x="7" y="399"/>
                  <a:pt x="23" y="334"/>
                </a:cubicBezTo>
                <a:cubicBezTo>
                  <a:pt x="39" y="270"/>
                  <a:pt x="56" y="207"/>
                  <a:pt x="71" y="144"/>
                </a:cubicBezTo>
                <a:lnTo>
                  <a:pt x="95" y="50"/>
                </a:lnTo>
                <a:cubicBezTo>
                  <a:pt x="96" y="45"/>
                  <a:pt x="94" y="41"/>
                  <a:pt x="91" y="40"/>
                </a:cubicBezTo>
                <a:cubicBezTo>
                  <a:pt x="87" y="39"/>
                  <a:pt x="79" y="38"/>
                  <a:pt x="65" y="37"/>
                </a:cubicBezTo>
                <a:lnTo>
                  <a:pt x="62" y="37"/>
                </a:lnTo>
                <a:cubicBezTo>
                  <a:pt x="58" y="37"/>
                  <a:pt x="55" y="37"/>
                  <a:pt x="54" y="37"/>
                </a:cubicBezTo>
                <a:cubicBezTo>
                  <a:pt x="53" y="37"/>
                  <a:pt x="50" y="36"/>
                  <a:pt x="48" y="35"/>
                </a:cubicBezTo>
                <a:cubicBezTo>
                  <a:pt x="47" y="34"/>
                  <a:pt x="46" y="32"/>
                  <a:pt x="46" y="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52" name=""/>
          <p:cNvSpPr/>
          <p:nvPr/>
        </p:nvSpPr>
        <p:spPr>
          <a:xfrm>
            <a:off x="8671680" y="1837800"/>
            <a:ext cx="154440" cy="154080"/>
          </a:xfrm>
          <a:custGeom>
            <a:avLst/>
            <a:gdLst/>
            <a:ahLst/>
            <a:rect l="0" t="0" r="r" b="b"/>
            <a:pathLst>
              <a:path w="429" h="428">
                <a:moveTo>
                  <a:pt x="9" y="201"/>
                </a:moveTo>
                <a:lnTo>
                  <a:pt x="202" y="201"/>
                </a:lnTo>
                <a:lnTo>
                  <a:pt x="202" y="104"/>
                </a:lnTo>
                <a:lnTo>
                  <a:pt x="203" y="8"/>
                </a:lnTo>
                <a:cubicBezTo>
                  <a:pt x="207" y="2"/>
                  <a:pt x="211" y="0"/>
                  <a:pt x="215" y="0"/>
                </a:cubicBezTo>
                <a:cubicBezTo>
                  <a:pt x="221" y="0"/>
                  <a:pt x="225" y="3"/>
                  <a:pt x="228" y="9"/>
                </a:cubicBezTo>
                <a:lnTo>
                  <a:pt x="228" y="201"/>
                </a:lnTo>
                <a:lnTo>
                  <a:pt x="420" y="201"/>
                </a:lnTo>
                <a:cubicBezTo>
                  <a:pt x="426" y="204"/>
                  <a:pt x="429" y="209"/>
                  <a:pt x="429" y="214"/>
                </a:cubicBezTo>
                <a:cubicBezTo>
                  <a:pt x="429" y="219"/>
                  <a:pt x="426" y="223"/>
                  <a:pt x="420" y="227"/>
                </a:cubicBezTo>
                <a:lnTo>
                  <a:pt x="228" y="227"/>
                </a:lnTo>
                <a:lnTo>
                  <a:pt x="228" y="419"/>
                </a:lnTo>
                <a:cubicBezTo>
                  <a:pt x="225" y="425"/>
                  <a:pt x="221" y="428"/>
                  <a:pt x="216" y="428"/>
                </a:cubicBezTo>
                <a:lnTo>
                  <a:pt x="215" y="428"/>
                </a:lnTo>
                <a:lnTo>
                  <a:pt x="214" y="428"/>
                </a:lnTo>
                <a:cubicBezTo>
                  <a:pt x="209" y="428"/>
                  <a:pt x="205" y="425"/>
                  <a:pt x="202" y="419"/>
                </a:cubicBezTo>
                <a:lnTo>
                  <a:pt x="202" y="227"/>
                </a:lnTo>
                <a:lnTo>
                  <a:pt x="9" y="227"/>
                </a:lnTo>
                <a:cubicBezTo>
                  <a:pt x="3" y="224"/>
                  <a:pt x="0" y="219"/>
                  <a:pt x="0" y="214"/>
                </a:cubicBezTo>
                <a:cubicBezTo>
                  <a:pt x="0" y="208"/>
                  <a:pt x="3" y="204"/>
                  <a:pt x="9" y="20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53" name=""/>
          <p:cNvSpPr/>
          <p:nvPr/>
        </p:nvSpPr>
        <p:spPr>
          <a:xfrm>
            <a:off x="8858160" y="1818360"/>
            <a:ext cx="79920" cy="154800"/>
          </a:xfrm>
          <a:custGeom>
            <a:avLst/>
            <a:gdLst/>
            <a:ahLst/>
            <a:rect l="0" t="0" r="r" b="b"/>
            <a:pathLst>
              <a:path w="222" h="430">
                <a:moveTo>
                  <a:pt x="84" y="57"/>
                </a:moveTo>
                <a:lnTo>
                  <a:pt x="76" y="60"/>
                </a:lnTo>
                <a:cubicBezTo>
                  <a:pt x="70" y="62"/>
                  <a:pt x="61" y="64"/>
                  <a:pt x="50" y="66"/>
                </a:cubicBezTo>
                <a:cubicBezTo>
                  <a:pt x="39" y="69"/>
                  <a:pt x="26" y="70"/>
                  <a:pt x="12" y="71"/>
                </a:cubicBezTo>
                <a:lnTo>
                  <a:pt x="0" y="71"/>
                </a:lnTo>
                <a:lnTo>
                  <a:pt x="0" y="41"/>
                </a:lnTo>
                <a:lnTo>
                  <a:pt x="12" y="41"/>
                </a:lnTo>
                <a:cubicBezTo>
                  <a:pt x="32" y="40"/>
                  <a:pt x="52" y="37"/>
                  <a:pt x="69" y="32"/>
                </a:cubicBezTo>
                <a:cubicBezTo>
                  <a:pt x="86" y="26"/>
                  <a:pt x="98" y="21"/>
                  <a:pt x="105" y="16"/>
                </a:cubicBezTo>
                <a:cubicBezTo>
                  <a:pt x="112" y="12"/>
                  <a:pt x="118" y="7"/>
                  <a:pt x="123" y="2"/>
                </a:cubicBezTo>
                <a:cubicBezTo>
                  <a:pt x="124" y="1"/>
                  <a:pt x="126" y="0"/>
                  <a:pt x="131" y="0"/>
                </a:cubicBezTo>
                <a:cubicBezTo>
                  <a:pt x="135" y="0"/>
                  <a:pt x="138" y="1"/>
                  <a:pt x="142" y="4"/>
                </a:cubicBezTo>
                <a:lnTo>
                  <a:pt x="142" y="196"/>
                </a:lnTo>
                <a:lnTo>
                  <a:pt x="142" y="390"/>
                </a:lnTo>
                <a:cubicBezTo>
                  <a:pt x="145" y="393"/>
                  <a:pt x="148" y="395"/>
                  <a:pt x="150" y="396"/>
                </a:cubicBezTo>
                <a:cubicBezTo>
                  <a:pt x="152" y="397"/>
                  <a:pt x="157" y="398"/>
                  <a:pt x="166" y="399"/>
                </a:cubicBezTo>
                <a:cubicBezTo>
                  <a:pt x="174" y="400"/>
                  <a:pt x="187" y="400"/>
                  <a:pt x="205" y="400"/>
                </a:cubicBezTo>
                <a:lnTo>
                  <a:pt x="222" y="400"/>
                </a:lnTo>
                <a:lnTo>
                  <a:pt x="222" y="430"/>
                </a:lnTo>
                <a:lnTo>
                  <a:pt x="215" y="430"/>
                </a:lnTo>
                <a:cubicBezTo>
                  <a:pt x="206" y="428"/>
                  <a:pt x="172" y="428"/>
                  <a:pt x="113" y="428"/>
                </a:cubicBezTo>
                <a:cubicBezTo>
                  <a:pt x="54" y="428"/>
                  <a:pt x="20" y="428"/>
                  <a:pt x="11" y="430"/>
                </a:cubicBezTo>
                <a:lnTo>
                  <a:pt x="3" y="430"/>
                </a:lnTo>
                <a:lnTo>
                  <a:pt x="3" y="400"/>
                </a:lnTo>
                <a:lnTo>
                  <a:pt x="20" y="400"/>
                </a:lnTo>
                <a:cubicBezTo>
                  <a:pt x="29" y="400"/>
                  <a:pt x="38" y="400"/>
                  <a:pt x="45" y="400"/>
                </a:cubicBezTo>
                <a:cubicBezTo>
                  <a:pt x="52" y="400"/>
                  <a:pt x="57" y="400"/>
                  <a:pt x="61" y="399"/>
                </a:cubicBezTo>
                <a:cubicBezTo>
                  <a:pt x="65" y="399"/>
                  <a:pt x="69" y="398"/>
                  <a:pt x="72" y="397"/>
                </a:cubicBezTo>
                <a:cubicBezTo>
                  <a:pt x="75" y="397"/>
                  <a:pt x="76" y="396"/>
                  <a:pt x="77" y="396"/>
                </a:cubicBezTo>
                <a:cubicBezTo>
                  <a:pt x="77" y="396"/>
                  <a:pt x="78" y="395"/>
                  <a:pt x="81" y="393"/>
                </a:cubicBezTo>
                <a:cubicBezTo>
                  <a:pt x="83" y="391"/>
                  <a:pt x="84" y="390"/>
                  <a:pt x="84" y="390"/>
                </a:cubicBezTo>
                <a:lnTo>
                  <a:pt x="84" y="5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54" name=""/>
          <p:cNvSpPr/>
          <p:nvPr/>
        </p:nvSpPr>
        <p:spPr>
          <a:xfrm>
            <a:off x="8967240" y="1798920"/>
            <a:ext cx="55800" cy="231840"/>
          </a:xfrm>
          <a:custGeom>
            <a:avLst/>
            <a:gdLst/>
            <a:ahLst/>
            <a:rect l="0" t="0" r="r" b="b"/>
            <a:pathLst>
              <a:path w="155" h="644">
                <a:moveTo>
                  <a:pt x="4" y="1"/>
                </a:moveTo>
                <a:lnTo>
                  <a:pt x="6" y="0"/>
                </a:lnTo>
                <a:cubicBezTo>
                  <a:pt x="8" y="0"/>
                  <a:pt x="11" y="0"/>
                  <a:pt x="13" y="0"/>
                </a:cubicBezTo>
                <a:lnTo>
                  <a:pt x="20" y="0"/>
                </a:lnTo>
                <a:lnTo>
                  <a:pt x="38" y="16"/>
                </a:lnTo>
                <a:cubicBezTo>
                  <a:pt x="79" y="52"/>
                  <a:pt x="109" y="97"/>
                  <a:pt x="128" y="152"/>
                </a:cubicBezTo>
                <a:cubicBezTo>
                  <a:pt x="146" y="206"/>
                  <a:pt x="155" y="263"/>
                  <a:pt x="155" y="322"/>
                </a:cubicBezTo>
                <a:cubicBezTo>
                  <a:pt x="155" y="351"/>
                  <a:pt x="153" y="379"/>
                  <a:pt x="149" y="406"/>
                </a:cubicBezTo>
                <a:cubicBezTo>
                  <a:pt x="145" y="433"/>
                  <a:pt x="140" y="456"/>
                  <a:pt x="134" y="476"/>
                </a:cubicBezTo>
                <a:cubicBezTo>
                  <a:pt x="128" y="495"/>
                  <a:pt x="121" y="514"/>
                  <a:pt x="110" y="533"/>
                </a:cubicBezTo>
                <a:cubicBezTo>
                  <a:pt x="99" y="551"/>
                  <a:pt x="91" y="566"/>
                  <a:pt x="85" y="576"/>
                </a:cubicBezTo>
                <a:cubicBezTo>
                  <a:pt x="79" y="586"/>
                  <a:pt x="70" y="596"/>
                  <a:pt x="58" y="608"/>
                </a:cubicBezTo>
                <a:cubicBezTo>
                  <a:pt x="47" y="620"/>
                  <a:pt x="40" y="628"/>
                  <a:pt x="38" y="630"/>
                </a:cubicBezTo>
                <a:cubicBezTo>
                  <a:pt x="36" y="632"/>
                  <a:pt x="31" y="636"/>
                  <a:pt x="23" y="642"/>
                </a:cubicBezTo>
                <a:cubicBezTo>
                  <a:pt x="22" y="643"/>
                  <a:pt x="21" y="644"/>
                  <a:pt x="20" y="644"/>
                </a:cubicBezTo>
                <a:lnTo>
                  <a:pt x="13" y="644"/>
                </a:lnTo>
                <a:cubicBezTo>
                  <a:pt x="9" y="644"/>
                  <a:pt x="7" y="644"/>
                  <a:pt x="6" y="644"/>
                </a:cubicBezTo>
                <a:cubicBezTo>
                  <a:pt x="4" y="644"/>
                  <a:pt x="3" y="644"/>
                  <a:pt x="2" y="643"/>
                </a:cubicBezTo>
                <a:cubicBezTo>
                  <a:pt x="2" y="641"/>
                  <a:pt x="1" y="639"/>
                  <a:pt x="0" y="637"/>
                </a:cubicBezTo>
                <a:cubicBezTo>
                  <a:pt x="1" y="636"/>
                  <a:pt x="3" y="634"/>
                  <a:pt x="8" y="628"/>
                </a:cubicBezTo>
                <a:cubicBezTo>
                  <a:pt x="74" y="559"/>
                  <a:pt x="108" y="456"/>
                  <a:pt x="108" y="322"/>
                </a:cubicBezTo>
                <a:cubicBezTo>
                  <a:pt x="108" y="187"/>
                  <a:pt x="74" y="85"/>
                  <a:pt x="8" y="16"/>
                </a:cubicBezTo>
                <a:cubicBezTo>
                  <a:pt x="3" y="11"/>
                  <a:pt x="1" y="8"/>
                  <a:pt x="0" y="8"/>
                </a:cubicBezTo>
                <a:cubicBezTo>
                  <a:pt x="0" y="4"/>
                  <a:pt x="2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55" name=""/>
          <p:cNvSpPr/>
          <p:nvPr/>
        </p:nvSpPr>
        <p:spPr>
          <a:xfrm>
            <a:off x="9161640" y="1826280"/>
            <a:ext cx="200160" cy="13680"/>
          </a:xfrm>
          <a:custGeom>
            <a:avLst/>
            <a:gdLst/>
            <a:ahLst/>
            <a:rect l="0" t="0" r="r" b="b"/>
            <a:pathLst>
              <a:path w="556" h="38">
                <a:moveTo>
                  <a:pt x="13" y="0"/>
                </a:moveTo>
                <a:lnTo>
                  <a:pt x="542" y="0"/>
                </a:lnTo>
                <a:cubicBezTo>
                  <a:pt x="551" y="5"/>
                  <a:pt x="556" y="11"/>
                  <a:pt x="556" y="18"/>
                </a:cubicBezTo>
                <a:cubicBezTo>
                  <a:pt x="556" y="27"/>
                  <a:pt x="551" y="33"/>
                  <a:pt x="542" y="38"/>
                </a:cubicBezTo>
                <a:lnTo>
                  <a:pt x="13" y="38"/>
                </a:lnTo>
                <a:cubicBezTo>
                  <a:pt x="4" y="33"/>
                  <a:pt x="0" y="27"/>
                  <a:pt x="0" y="18"/>
                </a:cubicBezTo>
                <a:cubicBezTo>
                  <a:pt x="0" y="10"/>
                  <a:pt x="4" y="4"/>
                  <a:pt x="13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56" name=""/>
          <p:cNvSpPr/>
          <p:nvPr/>
        </p:nvSpPr>
        <p:spPr>
          <a:xfrm>
            <a:off x="9473040" y="1770120"/>
            <a:ext cx="160200" cy="148680"/>
          </a:xfrm>
          <a:custGeom>
            <a:avLst/>
            <a:gdLst/>
            <a:ahLst/>
            <a:rect l="0" t="0" r="r" b="b"/>
            <a:pathLst>
              <a:path w="445" h="413">
                <a:moveTo>
                  <a:pt x="16" y="139"/>
                </a:moveTo>
                <a:cubicBezTo>
                  <a:pt x="20" y="113"/>
                  <a:pt x="37" y="84"/>
                  <a:pt x="66" y="51"/>
                </a:cubicBezTo>
                <a:cubicBezTo>
                  <a:pt x="95" y="17"/>
                  <a:pt x="130" y="0"/>
                  <a:pt x="172" y="0"/>
                </a:cubicBezTo>
                <a:cubicBezTo>
                  <a:pt x="193" y="0"/>
                  <a:pt x="212" y="5"/>
                  <a:pt x="230" y="16"/>
                </a:cubicBezTo>
                <a:cubicBezTo>
                  <a:pt x="247" y="27"/>
                  <a:pt x="261" y="41"/>
                  <a:pt x="269" y="57"/>
                </a:cubicBezTo>
                <a:cubicBezTo>
                  <a:pt x="295" y="19"/>
                  <a:pt x="325" y="0"/>
                  <a:pt x="361" y="0"/>
                </a:cubicBezTo>
                <a:cubicBezTo>
                  <a:pt x="383" y="0"/>
                  <a:pt x="403" y="6"/>
                  <a:pt x="419" y="20"/>
                </a:cubicBezTo>
                <a:cubicBezTo>
                  <a:pt x="436" y="33"/>
                  <a:pt x="444" y="51"/>
                  <a:pt x="445" y="73"/>
                </a:cubicBezTo>
                <a:cubicBezTo>
                  <a:pt x="445" y="91"/>
                  <a:pt x="440" y="105"/>
                  <a:pt x="432" y="116"/>
                </a:cubicBezTo>
                <a:cubicBezTo>
                  <a:pt x="423" y="127"/>
                  <a:pt x="415" y="134"/>
                  <a:pt x="407" y="136"/>
                </a:cubicBezTo>
                <a:cubicBezTo>
                  <a:pt x="399" y="139"/>
                  <a:pt x="392" y="140"/>
                  <a:pt x="386" y="140"/>
                </a:cubicBezTo>
                <a:cubicBezTo>
                  <a:pt x="375" y="140"/>
                  <a:pt x="365" y="136"/>
                  <a:pt x="358" y="130"/>
                </a:cubicBezTo>
                <a:cubicBezTo>
                  <a:pt x="351" y="123"/>
                  <a:pt x="347" y="114"/>
                  <a:pt x="347" y="103"/>
                </a:cubicBezTo>
                <a:cubicBezTo>
                  <a:pt x="347" y="75"/>
                  <a:pt x="362" y="56"/>
                  <a:pt x="393" y="46"/>
                </a:cubicBezTo>
                <a:cubicBezTo>
                  <a:pt x="386" y="38"/>
                  <a:pt x="374" y="34"/>
                  <a:pt x="356" y="34"/>
                </a:cubicBezTo>
                <a:cubicBezTo>
                  <a:pt x="349" y="34"/>
                  <a:pt x="343" y="35"/>
                  <a:pt x="339" y="36"/>
                </a:cubicBezTo>
                <a:cubicBezTo>
                  <a:pt x="316" y="46"/>
                  <a:pt x="299" y="66"/>
                  <a:pt x="288" y="96"/>
                </a:cubicBezTo>
                <a:cubicBezTo>
                  <a:pt x="252" y="230"/>
                  <a:pt x="234" y="309"/>
                  <a:pt x="234" y="332"/>
                </a:cubicBezTo>
                <a:cubicBezTo>
                  <a:pt x="234" y="349"/>
                  <a:pt x="238" y="361"/>
                  <a:pt x="248" y="368"/>
                </a:cubicBezTo>
                <a:cubicBezTo>
                  <a:pt x="258" y="376"/>
                  <a:pt x="268" y="379"/>
                  <a:pt x="280" y="379"/>
                </a:cubicBezTo>
                <a:cubicBezTo>
                  <a:pt x="302" y="379"/>
                  <a:pt x="325" y="369"/>
                  <a:pt x="346" y="349"/>
                </a:cubicBezTo>
                <a:cubicBezTo>
                  <a:pt x="368" y="329"/>
                  <a:pt x="383" y="305"/>
                  <a:pt x="391" y="275"/>
                </a:cubicBezTo>
                <a:cubicBezTo>
                  <a:pt x="393" y="269"/>
                  <a:pt x="395" y="266"/>
                  <a:pt x="396" y="265"/>
                </a:cubicBezTo>
                <a:cubicBezTo>
                  <a:pt x="398" y="265"/>
                  <a:pt x="403" y="264"/>
                  <a:pt x="411" y="264"/>
                </a:cubicBezTo>
                <a:lnTo>
                  <a:pt x="415" y="264"/>
                </a:lnTo>
                <a:cubicBezTo>
                  <a:pt x="424" y="264"/>
                  <a:pt x="428" y="266"/>
                  <a:pt x="428" y="271"/>
                </a:cubicBezTo>
                <a:cubicBezTo>
                  <a:pt x="428" y="271"/>
                  <a:pt x="428" y="275"/>
                  <a:pt x="426" y="281"/>
                </a:cubicBezTo>
                <a:cubicBezTo>
                  <a:pt x="417" y="315"/>
                  <a:pt x="398" y="346"/>
                  <a:pt x="370" y="373"/>
                </a:cubicBezTo>
                <a:cubicBezTo>
                  <a:pt x="342" y="400"/>
                  <a:pt x="310" y="413"/>
                  <a:pt x="273" y="413"/>
                </a:cubicBezTo>
                <a:cubicBezTo>
                  <a:pt x="230" y="413"/>
                  <a:pt x="198" y="394"/>
                  <a:pt x="176" y="356"/>
                </a:cubicBezTo>
                <a:cubicBezTo>
                  <a:pt x="151" y="393"/>
                  <a:pt x="123" y="412"/>
                  <a:pt x="91" y="412"/>
                </a:cubicBezTo>
                <a:lnTo>
                  <a:pt x="85" y="412"/>
                </a:lnTo>
                <a:cubicBezTo>
                  <a:pt x="55" y="412"/>
                  <a:pt x="33" y="404"/>
                  <a:pt x="20" y="388"/>
                </a:cubicBezTo>
                <a:cubicBezTo>
                  <a:pt x="8" y="373"/>
                  <a:pt x="1" y="356"/>
                  <a:pt x="0" y="338"/>
                </a:cubicBezTo>
                <a:cubicBezTo>
                  <a:pt x="0" y="319"/>
                  <a:pt x="6" y="303"/>
                  <a:pt x="18" y="291"/>
                </a:cubicBezTo>
                <a:cubicBezTo>
                  <a:pt x="29" y="279"/>
                  <a:pt x="43" y="273"/>
                  <a:pt x="60" y="273"/>
                </a:cubicBezTo>
                <a:cubicBezTo>
                  <a:pt x="86" y="273"/>
                  <a:pt x="99" y="285"/>
                  <a:pt x="99" y="311"/>
                </a:cubicBezTo>
                <a:cubicBezTo>
                  <a:pt x="99" y="323"/>
                  <a:pt x="95" y="334"/>
                  <a:pt x="88" y="343"/>
                </a:cubicBezTo>
                <a:cubicBezTo>
                  <a:pt x="81" y="352"/>
                  <a:pt x="74" y="358"/>
                  <a:pt x="67" y="361"/>
                </a:cubicBezTo>
                <a:cubicBezTo>
                  <a:pt x="60" y="364"/>
                  <a:pt x="56" y="366"/>
                  <a:pt x="55" y="366"/>
                </a:cubicBezTo>
                <a:lnTo>
                  <a:pt x="52" y="366"/>
                </a:lnTo>
                <a:cubicBezTo>
                  <a:pt x="52" y="367"/>
                  <a:pt x="54" y="368"/>
                  <a:pt x="58" y="370"/>
                </a:cubicBezTo>
                <a:cubicBezTo>
                  <a:pt x="62" y="372"/>
                  <a:pt x="66" y="374"/>
                  <a:pt x="72" y="376"/>
                </a:cubicBezTo>
                <a:cubicBezTo>
                  <a:pt x="79" y="379"/>
                  <a:pt x="84" y="380"/>
                  <a:pt x="90" y="379"/>
                </a:cubicBezTo>
                <a:cubicBezTo>
                  <a:pt x="112" y="379"/>
                  <a:pt x="130" y="366"/>
                  <a:pt x="146" y="338"/>
                </a:cubicBezTo>
                <a:cubicBezTo>
                  <a:pt x="152" y="329"/>
                  <a:pt x="159" y="308"/>
                  <a:pt x="167" y="276"/>
                </a:cubicBezTo>
                <a:cubicBezTo>
                  <a:pt x="176" y="245"/>
                  <a:pt x="184" y="211"/>
                  <a:pt x="193" y="177"/>
                </a:cubicBezTo>
                <a:cubicBezTo>
                  <a:pt x="201" y="143"/>
                  <a:pt x="206" y="123"/>
                  <a:pt x="207" y="117"/>
                </a:cubicBezTo>
                <a:cubicBezTo>
                  <a:pt x="210" y="101"/>
                  <a:pt x="212" y="89"/>
                  <a:pt x="212" y="82"/>
                </a:cubicBezTo>
                <a:cubicBezTo>
                  <a:pt x="212" y="65"/>
                  <a:pt x="207" y="52"/>
                  <a:pt x="198" y="45"/>
                </a:cubicBezTo>
                <a:cubicBezTo>
                  <a:pt x="189" y="38"/>
                  <a:pt x="179" y="34"/>
                  <a:pt x="167" y="34"/>
                </a:cubicBezTo>
                <a:cubicBezTo>
                  <a:pt x="143" y="34"/>
                  <a:pt x="120" y="44"/>
                  <a:pt x="99" y="63"/>
                </a:cubicBezTo>
                <a:cubicBezTo>
                  <a:pt x="78" y="83"/>
                  <a:pt x="63" y="108"/>
                  <a:pt x="54" y="138"/>
                </a:cubicBezTo>
                <a:cubicBezTo>
                  <a:pt x="53" y="143"/>
                  <a:pt x="52" y="146"/>
                  <a:pt x="50" y="147"/>
                </a:cubicBezTo>
                <a:cubicBezTo>
                  <a:pt x="48" y="148"/>
                  <a:pt x="42" y="148"/>
                  <a:pt x="34" y="149"/>
                </a:cubicBezTo>
                <a:lnTo>
                  <a:pt x="21" y="149"/>
                </a:lnTo>
                <a:cubicBezTo>
                  <a:pt x="18" y="145"/>
                  <a:pt x="16" y="142"/>
                  <a:pt x="16" y="1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57" name=""/>
          <p:cNvSpPr/>
          <p:nvPr/>
        </p:nvSpPr>
        <p:spPr>
          <a:xfrm>
            <a:off x="9681840" y="1798920"/>
            <a:ext cx="55440" cy="231840"/>
          </a:xfrm>
          <a:custGeom>
            <a:avLst/>
            <a:gdLst/>
            <a:ahLst/>
            <a:rect l="0" t="0" r="r" b="b"/>
            <a:pathLst>
              <a:path w="154" h="644">
                <a:moveTo>
                  <a:pt x="0" y="322"/>
                </a:moveTo>
                <a:cubicBezTo>
                  <a:pt x="0" y="292"/>
                  <a:pt x="2" y="264"/>
                  <a:pt x="6" y="238"/>
                </a:cubicBezTo>
                <a:cubicBezTo>
                  <a:pt x="10" y="211"/>
                  <a:pt x="15" y="188"/>
                  <a:pt x="21" y="169"/>
                </a:cubicBezTo>
                <a:cubicBezTo>
                  <a:pt x="26" y="149"/>
                  <a:pt x="34" y="130"/>
                  <a:pt x="45" y="112"/>
                </a:cubicBezTo>
                <a:cubicBezTo>
                  <a:pt x="55" y="94"/>
                  <a:pt x="63" y="79"/>
                  <a:pt x="69" y="69"/>
                </a:cubicBezTo>
                <a:cubicBezTo>
                  <a:pt x="75" y="59"/>
                  <a:pt x="84" y="47"/>
                  <a:pt x="96" y="35"/>
                </a:cubicBezTo>
                <a:cubicBezTo>
                  <a:pt x="108" y="23"/>
                  <a:pt x="116" y="16"/>
                  <a:pt x="118" y="14"/>
                </a:cubicBezTo>
                <a:cubicBezTo>
                  <a:pt x="121" y="11"/>
                  <a:pt x="126" y="7"/>
                  <a:pt x="135" y="0"/>
                </a:cubicBezTo>
                <a:lnTo>
                  <a:pt x="143" y="0"/>
                </a:lnTo>
                <a:lnTo>
                  <a:pt x="145" y="0"/>
                </a:lnTo>
                <a:cubicBezTo>
                  <a:pt x="151" y="0"/>
                  <a:pt x="154" y="2"/>
                  <a:pt x="154" y="6"/>
                </a:cubicBezTo>
                <a:cubicBezTo>
                  <a:pt x="154" y="7"/>
                  <a:pt x="151" y="12"/>
                  <a:pt x="144" y="19"/>
                </a:cubicBezTo>
                <a:cubicBezTo>
                  <a:pt x="136" y="27"/>
                  <a:pt x="127" y="38"/>
                  <a:pt x="117" y="54"/>
                </a:cubicBezTo>
                <a:cubicBezTo>
                  <a:pt x="106" y="69"/>
                  <a:pt x="95" y="87"/>
                  <a:pt x="85" y="109"/>
                </a:cubicBezTo>
                <a:cubicBezTo>
                  <a:pt x="74" y="131"/>
                  <a:pt x="65" y="160"/>
                  <a:pt x="58" y="198"/>
                </a:cubicBezTo>
                <a:cubicBezTo>
                  <a:pt x="50" y="235"/>
                  <a:pt x="47" y="276"/>
                  <a:pt x="47" y="322"/>
                </a:cubicBezTo>
                <a:cubicBezTo>
                  <a:pt x="47" y="367"/>
                  <a:pt x="50" y="408"/>
                  <a:pt x="58" y="445"/>
                </a:cubicBezTo>
                <a:cubicBezTo>
                  <a:pt x="65" y="483"/>
                  <a:pt x="74" y="513"/>
                  <a:pt x="84" y="536"/>
                </a:cubicBezTo>
                <a:cubicBezTo>
                  <a:pt x="94" y="558"/>
                  <a:pt x="105" y="577"/>
                  <a:pt x="116" y="591"/>
                </a:cubicBezTo>
                <a:cubicBezTo>
                  <a:pt x="127" y="605"/>
                  <a:pt x="136" y="617"/>
                  <a:pt x="144" y="625"/>
                </a:cubicBezTo>
                <a:cubicBezTo>
                  <a:pt x="151" y="634"/>
                  <a:pt x="154" y="638"/>
                  <a:pt x="154" y="639"/>
                </a:cubicBezTo>
                <a:cubicBezTo>
                  <a:pt x="154" y="643"/>
                  <a:pt x="151" y="644"/>
                  <a:pt x="145" y="644"/>
                </a:cubicBezTo>
                <a:lnTo>
                  <a:pt x="143" y="644"/>
                </a:lnTo>
                <a:lnTo>
                  <a:pt x="135" y="644"/>
                </a:lnTo>
                <a:lnTo>
                  <a:pt x="116" y="629"/>
                </a:lnTo>
                <a:cubicBezTo>
                  <a:pt x="75" y="593"/>
                  <a:pt x="46" y="547"/>
                  <a:pt x="27" y="493"/>
                </a:cubicBezTo>
                <a:cubicBezTo>
                  <a:pt x="9" y="437"/>
                  <a:pt x="0" y="381"/>
                  <a:pt x="0" y="32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58" name=""/>
          <p:cNvSpPr/>
          <p:nvPr/>
        </p:nvSpPr>
        <p:spPr>
          <a:xfrm>
            <a:off x="9761040" y="1811880"/>
            <a:ext cx="105840" cy="163800"/>
          </a:xfrm>
          <a:custGeom>
            <a:avLst/>
            <a:gdLst/>
            <a:ahLst/>
            <a:rect l="0" t="0" r="r" b="b"/>
            <a:pathLst>
              <a:path w="294" h="455">
                <a:moveTo>
                  <a:pt x="47" y="30"/>
                </a:moveTo>
                <a:cubicBezTo>
                  <a:pt x="47" y="26"/>
                  <a:pt x="48" y="21"/>
                  <a:pt x="50" y="16"/>
                </a:cubicBezTo>
                <a:cubicBezTo>
                  <a:pt x="52" y="10"/>
                  <a:pt x="54" y="7"/>
                  <a:pt x="58" y="7"/>
                </a:cubicBezTo>
                <a:cubicBezTo>
                  <a:pt x="58" y="7"/>
                  <a:pt x="73" y="6"/>
                  <a:pt x="104" y="4"/>
                </a:cubicBezTo>
                <a:cubicBezTo>
                  <a:pt x="134" y="2"/>
                  <a:pt x="150" y="1"/>
                  <a:pt x="151" y="0"/>
                </a:cubicBezTo>
                <a:cubicBezTo>
                  <a:pt x="156" y="0"/>
                  <a:pt x="159" y="2"/>
                  <a:pt x="159" y="5"/>
                </a:cubicBezTo>
                <a:cubicBezTo>
                  <a:pt x="159" y="8"/>
                  <a:pt x="148" y="53"/>
                  <a:pt x="126" y="140"/>
                </a:cubicBezTo>
                <a:cubicBezTo>
                  <a:pt x="105" y="226"/>
                  <a:pt x="94" y="270"/>
                  <a:pt x="94" y="273"/>
                </a:cubicBezTo>
                <a:cubicBezTo>
                  <a:pt x="102" y="268"/>
                  <a:pt x="109" y="264"/>
                  <a:pt x="113" y="260"/>
                </a:cubicBezTo>
                <a:cubicBezTo>
                  <a:pt x="123" y="253"/>
                  <a:pt x="138" y="239"/>
                  <a:pt x="157" y="220"/>
                </a:cubicBezTo>
                <a:cubicBezTo>
                  <a:pt x="177" y="201"/>
                  <a:pt x="193" y="187"/>
                  <a:pt x="203" y="181"/>
                </a:cubicBezTo>
                <a:cubicBezTo>
                  <a:pt x="221" y="168"/>
                  <a:pt x="237" y="162"/>
                  <a:pt x="252" y="162"/>
                </a:cubicBezTo>
                <a:cubicBezTo>
                  <a:pt x="265" y="162"/>
                  <a:pt x="275" y="166"/>
                  <a:pt x="283" y="174"/>
                </a:cubicBezTo>
                <a:cubicBezTo>
                  <a:pt x="290" y="184"/>
                  <a:pt x="294" y="195"/>
                  <a:pt x="294" y="210"/>
                </a:cubicBezTo>
                <a:cubicBezTo>
                  <a:pt x="294" y="221"/>
                  <a:pt x="293" y="230"/>
                  <a:pt x="290" y="237"/>
                </a:cubicBezTo>
                <a:cubicBezTo>
                  <a:pt x="287" y="245"/>
                  <a:pt x="283" y="250"/>
                  <a:pt x="277" y="253"/>
                </a:cubicBezTo>
                <a:cubicBezTo>
                  <a:pt x="272" y="257"/>
                  <a:pt x="268" y="259"/>
                  <a:pt x="264" y="260"/>
                </a:cubicBezTo>
                <a:cubicBezTo>
                  <a:pt x="260" y="262"/>
                  <a:pt x="256" y="262"/>
                  <a:pt x="252" y="262"/>
                </a:cubicBezTo>
                <a:cubicBezTo>
                  <a:pt x="244" y="262"/>
                  <a:pt x="237" y="260"/>
                  <a:pt x="232" y="255"/>
                </a:cubicBezTo>
                <a:cubicBezTo>
                  <a:pt x="227" y="251"/>
                  <a:pt x="224" y="244"/>
                  <a:pt x="224" y="237"/>
                </a:cubicBezTo>
                <a:cubicBezTo>
                  <a:pt x="224" y="226"/>
                  <a:pt x="227" y="217"/>
                  <a:pt x="234" y="210"/>
                </a:cubicBezTo>
                <a:cubicBezTo>
                  <a:pt x="241" y="203"/>
                  <a:pt x="248" y="199"/>
                  <a:pt x="255" y="197"/>
                </a:cubicBezTo>
                <a:lnTo>
                  <a:pt x="265" y="195"/>
                </a:lnTo>
                <a:cubicBezTo>
                  <a:pt x="260" y="190"/>
                  <a:pt x="255" y="187"/>
                  <a:pt x="250" y="187"/>
                </a:cubicBezTo>
                <a:lnTo>
                  <a:pt x="247" y="187"/>
                </a:lnTo>
                <a:cubicBezTo>
                  <a:pt x="233" y="188"/>
                  <a:pt x="220" y="194"/>
                  <a:pt x="207" y="203"/>
                </a:cubicBezTo>
                <a:cubicBezTo>
                  <a:pt x="193" y="213"/>
                  <a:pt x="177" y="226"/>
                  <a:pt x="159" y="244"/>
                </a:cubicBezTo>
                <a:cubicBezTo>
                  <a:pt x="141" y="262"/>
                  <a:pt x="126" y="275"/>
                  <a:pt x="116" y="284"/>
                </a:cubicBezTo>
                <a:cubicBezTo>
                  <a:pt x="117" y="284"/>
                  <a:pt x="120" y="285"/>
                  <a:pt x="126" y="286"/>
                </a:cubicBezTo>
                <a:cubicBezTo>
                  <a:pt x="131" y="286"/>
                  <a:pt x="137" y="288"/>
                  <a:pt x="141" y="289"/>
                </a:cubicBezTo>
                <a:cubicBezTo>
                  <a:pt x="146" y="291"/>
                  <a:pt x="152" y="293"/>
                  <a:pt x="158" y="295"/>
                </a:cubicBezTo>
                <a:cubicBezTo>
                  <a:pt x="164" y="296"/>
                  <a:pt x="170" y="299"/>
                  <a:pt x="175" y="304"/>
                </a:cubicBezTo>
                <a:cubicBezTo>
                  <a:pt x="181" y="308"/>
                  <a:pt x="185" y="312"/>
                  <a:pt x="191" y="315"/>
                </a:cubicBezTo>
                <a:cubicBezTo>
                  <a:pt x="195" y="319"/>
                  <a:pt x="198" y="324"/>
                  <a:pt x="201" y="332"/>
                </a:cubicBezTo>
                <a:cubicBezTo>
                  <a:pt x="204" y="340"/>
                  <a:pt x="206" y="347"/>
                  <a:pt x="205" y="353"/>
                </a:cubicBezTo>
                <a:cubicBezTo>
                  <a:pt x="205" y="360"/>
                  <a:pt x="204" y="369"/>
                  <a:pt x="202" y="379"/>
                </a:cubicBezTo>
                <a:cubicBezTo>
                  <a:pt x="200" y="390"/>
                  <a:pt x="199" y="398"/>
                  <a:pt x="198" y="405"/>
                </a:cubicBezTo>
                <a:cubicBezTo>
                  <a:pt x="198" y="422"/>
                  <a:pt x="204" y="431"/>
                  <a:pt x="216" y="431"/>
                </a:cubicBezTo>
                <a:cubicBezTo>
                  <a:pt x="236" y="431"/>
                  <a:pt x="253" y="405"/>
                  <a:pt x="266" y="354"/>
                </a:cubicBezTo>
                <a:cubicBezTo>
                  <a:pt x="267" y="351"/>
                  <a:pt x="271" y="349"/>
                  <a:pt x="279" y="349"/>
                </a:cubicBezTo>
                <a:lnTo>
                  <a:pt x="281" y="349"/>
                </a:lnTo>
                <a:cubicBezTo>
                  <a:pt x="288" y="349"/>
                  <a:pt x="292" y="351"/>
                  <a:pt x="292" y="355"/>
                </a:cubicBezTo>
                <a:cubicBezTo>
                  <a:pt x="292" y="357"/>
                  <a:pt x="291" y="360"/>
                  <a:pt x="290" y="364"/>
                </a:cubicBezTo>
                <a:cubicBezTo>
                  <a:pt x="272" y="424"/>
                  <a:pt x="247" y="455"/>
                  <a:pt x="214" y="455"/>
                </a:cubicBezTo>
                <a:cubicBezTo>
                  <a:pt x="194" y="455"/>
                  <a:pt x="178" y="449"/>
                  <a:pt x="166" y="438"/>
                </a:cubicBezTo>
                <a:cubicBezTo>
                  <a:pt x="154" y="427"/>
                  <a:pt x="148" y="411"/>
                  <a:pt x="148" y="390"/>
                </a:cubicBezTo>
                <a:cubicBezTo>
                  <a:pt x="148" y="382"/>
                  <a:pt x="148" y="375"/>
                  <a:pt x="150" y="370"/>
                </a:cubicBezTo>
                <a:cubicBezTo>
                  <a:pt x="151" y="364"/>
                  <a:pt x="152" y="359"/>
                  <a:pt x="152" y="354"/>
                </a:cubicBezTo>
                <a:cubicBezTo>
                  <a:pt x="152" y="345"/>
                  <a:pt x="149" y="337"/>
                  <a:pt x="143" y="330"/>
                </a:cubicBezTo>
                <a:cubicBezTo>
                  <a:pt x="137" y="323"/>
                  <a:pt x="129" y="318"/>
                  <a:pt x="120" y="315"/>
                </a:cubicBezTo>
                <a:cubicBezTo>
                  <a:pt x="111" y="312"/>
                  <a:pt x="104" y="310"/>
                  <a:pt x="98" y="308"/>
                </a:cubicBezTo>
                <a:cubicBezTo>
                  <a:pt x="93" y="306"/>
                  <a:pt x="89" y="306"/>
                  <a:pt x="87" y="306"/>
                </a:cubicBezTo>
                <a:lnTo>
                  <a:pt x="85" y="306"/>
                </a:lnTo>
                <a:cubicBezTo>
                  <a:pt x="80" y="324"/>
                  <a:pt x="76" y="341"/>
                  <a:pt x="72" y="358"/>
                </a:cubicBezTo>
                <a:cubicBezTo>
                  <a:pt x="68" y="375"/>
                  <a:pt x="65" y="387"/>
                  <a:pt x="63" y="396"/>
                </a:cubicBezTo>
                <a:cubicBezTo>
                  <a:pt x="61" y="404"/>
                  <a:pt x="59" y="412"/>
                  <a:pt x="57" y="419"/>
                </a:cubicBezTo>
                <a:cubicBezTo>
                  <a:pt x="55" y="427"/>
                  <a:pt x="54" y="432"/>
                  <a:pt x="52" y="435"/>
                </a:cubicBezTo>
                <a:cubicBezTo>
                  <a:pt x="51" y="437"/>
                  <a:pt x="50" y="440"/>
                  <a:pt x="48" y="443"/>
                </a:cubicBezTo>
                <a:cubicBezTo>
                  <a:pt x="46" y="446"/>
                  <a:pt x="44" y="448"/>
                  <a:pt x="41" y="449"/>
                </a:cubicBezTo>
                <a:cubicBezTo>
                  <a:pt x="35" y="453"/>
                  <a:pt x="29" y="455"/>
                  <a:pt x="23" y="455"/>
                </a:cubicBezTo>
                <a:cubicBezTo>
                  <a:pt x="16" y="455"/>
                  <a:pt x="10" y="453"/>
                  <a:pt x="6" y="448"/>
                </a:cubicBezTo>
                <a:cubicBezTo>
                  <a:pt x="2" y="444"/>
                  <a:pt x="0" y="440"/>
                  <a:pt x="0" y="437"/>
                </a:cubicBezTo>
                <a:cubicBezTo>
                  <a:pt x="0" y="433"/>
                  <a:pt x="8" y="399"/>
                  <a:pt x="24" y="334"/>
                </a:cubicBezTo>
                <a:cubicBezTo>
                  <a:pt x="40" y="270"/>
                  <a:pt x="56" y="207"/>
                  <a:pt x="71" y="144"/>
                </a:cubicBezTo>
                <a:lnTo>
                  <a:pt x="95" y="50"/>
                </a:lnTo>
                <a:cubicBezTo>
                  <a:pt x="95" y="45"/>
                  <a:pt x="94" y="41"/>
                  <a:pt x="90" y="40"/>
                </a:cubicBezTo>
                <a:cubicBezTo>
                  <a:pt x="87" y="39"/>
                  <a:pt x="79" y="38"/>
                  <a:pt x="65" y="37"/>
                </a:cubicBezTo>
                <a:lnTo>
                  <a:pt x="62" y="37"/>
                </a:lnTo>
                <a:cubicBezTo>
                  <a:pt x="58" y="37"/>
                  <a:pt x="55" y="37"/>
                  <a:pt x="54" y="37"/>
                </a:cubicBezTo>
                <a:cubicBezTo>
                  <a:pt x="52" y="37"/>
                  <a:pt x="51" y="36"/>
                  <a:pt x="49" y="35"/>
                </a:cubicBezTo>
                <a:cubicBezTo>
                  <a:pt x="48" y="34"/>
                  <a:pt x="47" y="32"/>
                  <a:pt x="47" y="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59" name=""/>
          <p:cNvSpPr/>
          <p:nvPr/>
        </p:nvSpPr>
        <p:spPr>
          <a:xfrm>
            <a:off x="9883440" y="1798920"/>
            <a:ext cx="55800" cy="231840"/>
          </a:xfrm>
          <a:custGeom>
            <a:avLst/>
            <a:gdLst/>
            <a:ahLst/>
            <a:rect l="0" t="0" r="r" b="b"/>
            <a:pathLst>
              <a:path w="155" h="644">
                <a:moveTo>
                  <a:pt x="3" y="1"/>
                </a:moveTo>
                <a:lnTo>
                  <a:pt x="6" y="0"/>
                </a:lnTo>
                <a:cubicBezTo>
                  <a:pt x="8" y="0"/>
                  <a:pt x="11" y="0"/>
                  <a:pt x="13" y="0"/>
                </a:cubicBezTo>
                <a:lnTo>
                  <a:pt x="21" y="0"/>
                </a:lnTo>
                <a:lnTo>
                  <a:pt x="39" y="16"/>
                </a:lnTo>
                <a:cubicBezTo>
                  <a:pt x="79" y="52"/>
                  <a:pt x="109" y="97"/>
                  <a:pt x="127" y="152"/>
                </a:cubicBezTo>
                <a:cubicBezTo>
                  <a:pt x="146" y="206"/>
                  <a:pt x="155" y="263"/>
                  <a:pt x="155" y="322"/>
                </a:cubicBezTo>
                <a:cubicBezTo>
                  <a:pt x="155" y="351"/>
                  <a:pt x="153" y="379"/>
                  <a:pt x="148" y="406"/>
                </a:cubicBezTo>
                <a:cubicBezTo>
                  <a:pt x="144" y="433"/>
                  <a:pt x="139" y="456"/>
                  <a:pt x="134" y="476"/>
                </a:cubicBezTo>
                <a:cubicBezTo>
                  <a:pt x="128" y="495"/>
                  <a:pt x="120" y="514"/>
                  <a:pt x="110" y="533"/>
                </a:cubicBezTo>
                <a:cubicBezTo>
                  <a:pt x="100" y="551"/>
                  <a:pt x="91" y="566"/>
                  <a:pt x="85" y="576"/>
                </a:cubicBezTo>
                <a:cubicBezTo>
                  <a:pt x="79" y="586"/>
                  <a:pt x="71" y="596"/>
                  <a:pt x="59" y="608"/>
                </a:cubicBezTo>
                <a:cubicBezTo>
                  <a:pt x="47" y="620"/>
                  <a:pt x="41" y="628"/>
                  <a:pt x="38" y="630"/>
                </a:cubicBezTo>
                <a:cubicBezTo>
                  <a:pt x="36" y="632"/>
                  <a:pt x="31" y="636"/>
                  <a:pt x="24" y="642"/>
                </a:cubicBezTo>
                <a:cubicBezTo>
                  <a:pt x="22" y="643"/>
                  <a:pt x="21" y="644"/>
                  <a:pt x="21" y="644"/>
                </a:cubicBezTo>
                <a:lnTo>
                  <a:pt x="13" y="644"/>
                </a:lnTo>
                <a:cubicBezTo>
                  <a:pt x="9" y="644"/>
                  <a:pt x="7" y="644"/>
                  <a:pt x="5" y="644"/>
                </a:cubicBezTo>
                <a:cubicBezTo>
                  <a:pt x="4" y="644"/>
                  <a:pt x="3" y="644"/>
                  <a:pt x="2" y="643"/>
                </a:cubicBezTo>
                <a:cubicBezTo>
                  <a:pt x="1" y="641"/>
                  <a:pt x="1" y="639"/>
                  <a:pt x="0" y="637"/>
                </a:cubicBezTo>
                <a:cubicBezTo>
                  <a:pt x="1" y="636"/>
                  <a:pt x="3" y="634"/>
                  <a:pt x="7" y="628"/>
                </a:cubicBezTo>
                <a:cubicBezTo>
                  <a:pt x="75" y="559"/>
                  <a:pt x="108" y="456"/>
                  <a:pt x="108" y="322"/>
                </a:cubicBezTo>
                <a:cubicBezTo>
                  <a:pt x="108" y="187"/>
                  <a:pt x="75" y="85"/>
                  <a:pt x="7" y="16"/>
                </a:cubicBezTo>
                <a:cubicBezTo>
                  <a:pt x="3" y="11"/>
                  <a:pt x="1" y="8"/>
                  <a:pt x="0" y="8"/>
                </a:cubicBezTo>
                <a:cubicBezTo>
                  <a:pt x="0" y="4"/>
                  <a:pt x="1" y="2"/>
                  <a:pt x="3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60" name=""/>
          <p:cNvSpPr/>
          <p:nvPr/>
        </p:nvSpPr>
        <p:spPr>
          <a:xfrm>
            <a:off x="9995400" y="166896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0" y="74"/>
                  <a:pt x="153" y="138"/>
                  <a:pt x="179" y="215"/>
                </a:cubicBezTo>
                <a:cubicBezTo>
                  <a:pt x="205" y="292"/>
                  <a:pt x="218" y="373"/>
                  <a:pt x="218" y="456"/>
                </a:cubicBezTo>
                <a:cubicBezTo>
                  <a:pt x="218" y="498"/>
                  <a:pt x="215" y="537"/>
                  <a:pt x="209" y="576"/>
                </a:cubicBezTo>
                <a:cubicBezTo>
                  <a:pt x="203" y="614"/>
                  <a:pt x="196" y="646"/>
                  <a:pt x="188" y="673"/>
                </a:cubicBezTo>
                <a:cubicBezTo>
                  <a:pt x="180" y="700"/>
                  <a:pt x="169" y="726"/>
                  <a:pt x="154" y="753"/>
                </a:cubicBezTo>
                <a:cubicBezTo>
                  <a:pt x="140" y="780"/>
                  <a:pt x="128" y="800"/>
                  <a:pt x="119" y="814"/>
                </a:cubicBezTo>
                <a:cubicBezTo>
                  <a:pt x="110" y="828"/>
                  <a:pt x="98" y="843"/>
                  <a:pt x="82" y="860"/>
                </a:cubicBezTo>
                <a:cubicBezTo>
                  <a:pt x="65" y="877"/>
                  <a:pt x="55" y="887"/>
                  <a:pt x="52" y="890"/>
                </a:cubicBezTo>
                <a:cubicBezTo>
                  <a:pt x="49" y="893"/>
                  <a:pt x="42" y="899"/>
                  <a:pt x="31" y="908"/>
                </a:cubicBezTo>
                <a:cubicBezTo>
                  <a:pt x="30" y="910"/>
                  <a:pt x="28" y="911"/>
                  <a:pt x="28" y="911"/>
                </a:cubicBezTo>
                <a:lnTo>
                  <a:pt x="17" y="911"/>
                </a:lnTo>
                <a:cubicBezTo>
                  <a:pt x="12" y="911"/>
                  <a:pt x="9" y="911"/>
                  <a:pt x="7" y="911"/>
                </a:cubicBezTo>
                <a:cubicBezTo>
                  <a:pt x="5" y="911"/>
                  <a:pt x="4" y="910"/>
                  <a:pt x="2" y="909"/>
                </a:cubicBezTo>
                <a:cubicBezTo>
                  <a:pt x="1" y="907"/>
                  <a:pt x="0" y="904"/>
                  <a:pt x="0" y="900"/>
                </a:cubicBezTo>
                <a:cubicBezTo>
                  <a:pt x="0" y="900"/>
                  <a:pt x="4" y="896"/>
                  <a:pt x="10" y="889"/>
                </a:cubicBezTo>
                <a:cubicBezTo>
                  <a:pt x="104" y="791"/>
                  <a:pt x="152" y="647"/>
                  <a:pt x="152" y="456"/>
                </a:cubicBezTo>
                <a:cubicBezTo>
                  <a:pt x="152" y="265"/>
                  <a:pt x="104" y="121"/>
                  <a:pt x="10" y="23"/>
                </a:cubicBezTo>
                <a:cubicBezTo>
                  <a:pt x="4" y="16"/>
                  <a:pt x="0" y="12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61" name=""/>
          <p:cNvSpPr/>
          <p:nvPr/>
        </p:nvSpPr>
        <p:spPr>
          <a:xfrm>
            <a:off x="6245640" y="2337120"/>
            <a:ext cx="104400" cy="223920"/>
          </a:xfrm>
          <a:custGeom>
            <a:avLst/>
            <a:gdLst/>
            <a:ahLst/>
            <a:rect l="0" t="0" r="r" b="b"/>
            <a:pathLst>
              <a:path w="290" h="622">
                <a:moveTo>
                  <a:pt x="280" y="622"/>
                </a:moveTo>
                <a:cubicBezTo>
                  <a:pt x="267" y="620"/>
                  <a:pt x="222" y="619"/>
                  <a:pt x="145" y="619"/>
                </a:cubicBezTo>
                <a:cubicBezTo>
                  <a:pt x="67" y="619"/>
                  <a:pt x="22" y="620"/>
                  <a:pt x="10" y="622"/>
                </a:cubicBezTo>
                <a:lnTo>
                  <a:pt x="0" y="622"/>
                </a:lnTo>
                <a:lnTo>
                  <a:pt x="0" y="580"/>
                </a:lnTo>
                <a:lnTo>
                  <a:pt x="20" y="580"/>
                </a:lnTo>
                <a:cubicBezTo>
                  <a:pt x="49" y="580"/>
                  <a:pt x="68" y="579"/>
                  <a:pt x="77" y="578"/>
                </a:cubicBezTo>
                <a:cubicBezTo>
                  <a:pt x="85" y="576"/>
                  <a:pt x="91" y="572"/>
                  <a:pt x="95" y="568"/>
                </a:cubicBezTo>
                <a:cubicBezTo>
                  <a:pt x="96" y="566"/>
                  <a:pt x="97" y="480"/>
                  <a:pt x="97" y="311"/>
                </a:cubicBezTo>
                <a:cubicBezTo>
                  <a:pt x="97" y="142"/>
                  <a:pt x="96" y="57"/>
                  <a:pt x="95" y="55"/>
                </a:cubicBezTo>
                <a:cubicBezTo>
                  <a:pt x="93" y="52"/>
                  <a:pt x="90" y="50"/>
                  <a:pt x="88" y="49"/>
                </a:cubicBezTo>
                <a:cubicBezTo>
                  <a:pt x="85" y="48"/>
                  <a:pt x="79" y="46"/>
                  <a:pt x="68" y="44"/>
                </a:cubicBezTo>
                <a:cubicBezTo>
                  <a:pt x="57" y="42"/>
                  <a:pt x="41" y="42"/>
                  <a:pt x="20" y="42"/>
                </a:cubicBezTo>
                <a:lnTo>
                  <a:pt x="0" y="42"/>
                </a:lnTo>
                <a:lnTo>
                  <a:pt x="0" y="0"/>
                </a:lnTo>
                <a:lnTo>
                  <a:pt x="10" y="0"/>
                </a:lnTo>
                <a:cubicBezTo>
                  <a:pt x="22" y="1"/>
                  <a:pt x="67" y="2"/>
                  <a:pt x="145" y="2"/>
                </a:cubicBezTo>
                <a:cubicBezTo>
                  <a:pt x="222" y="2"/>
                  <a:pt x="267" y="1"/>
                  <a:pt x="280" y="0"/>
                </a:cubicBezTo>
                <a:lnTo>
                  <a:pt x="290" y="0"/>
                </a:lnTo>
                <a:lnTo>
                  <a:pt x="290" y="42"/>
                </a:lnTo>
                <a:lnTo>
                  <a:pt x="270" y="42"/>
                </a:lnTo>
                <a:cubicBezTo>
                  <a:pt x="240" y="42"/>
                  <a:pt x="221" y="43"/>
                  <a:pt x="213" y="45"/>
                </a:cubicBezTo>
                <a:cubicBezTo>
                  <a:pt x="204" y="47"/>
                  <a:pt x="198" y="50"/>
                  <a:pt x="194" y="55"/>
                </a:cubicBezTo>
                <a:cubicBezTo>
                  <a:pt x="193" y="57"/>
                  <a:pt x="193" y="142"/>
                  <a:pt x="193" y="311"/>
                </a:cubicBezTo>
                <a:cubicBezTo>
                  <a:pt x="193" y="480"/>
                  <a:pt x="193" y="566"/>
                  <a:pt x="194" y="568"/>
                </a:cubicBezTo>
                <a:cubicBezTo>
                  <a:pt x="197" y="571"/>
                  <a:pt x="199" y="573"/>
                  <a:pt x="202" y="574"/>
                </a:cubicBezTo>
                <a:cubicBezTo>
                  <a:pt x="204" y="575"/>
                  <a:pt x="211" y="577"/>
                  <a:pt x="222" y="578"/>
                </a:cubicBezTo>
                <a:cubicBezTo>
                  <a:pt x="233" y="580"/>
                  <a:pt x="249" y="581"/>
                  <a:pt x="270" y="580"/>
                </a:cubicBezTo>
                <a:lnTo>
                  <a:pt x="290" y="580"/>
                </a:lnTo>
                <a:lnTo>
                  <a:pt x="290" y="622"/>
                </a:lnTo>
                <a:lnTo>
                  <a:pt x="280" y="62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62" name=""/>
          <p:cNvSpPr/>
          <p:nvPr/>
        </p:nvSpPr>
        <p:spPr>
          <a:xfrm>
            <a:off x="6375240" y="2329920"/>
            <a:ext cx="220320" cy="294480"/>
          </a:xfrm>
          <a:custGeom>
            <a:avLst/>
            <a:gdLst/>
            <a:ahLst/>
            <a:rect l="0" t="0" r="r" b="b"/>
            <a:pathLst>
              <a:path w="612" h="818">
                <a:moveTo>
                  <a:pt x="0" y="331"/>
                </a:moveTo>
                <a:cubicBezTo>
                  <a:pt x="0" y="235"/>
                  <a:pt x="31" y="156"/>
                  <a:pt x="92" y="93"/>
                </a:cubicBezTo>
                <a:cubicBezTo>
                  <a:pt x="153" y="31"/>
                  <a:pt x="223" y="0"/>
                  <a:pt x="302" y="0"/>
                </a:cubicBezTo>
                <a:cubicBezTo>
                  <a:pt x="384" y="0"/>
                  <a:pt x="454" y="31"/>
                  <a:pt x="515" y="94"/>
                </a:cubicBezTo>
                <a:cubicBezTo>
                  <a:pt x="576" y="157"/>
                  <a:pt x="606" y="236"/>
                  <a:pt x="607" y="331"/>
                </a:cubicBezTo>
                <a:cubicBezTo>
                  <a:pt x="607" y="371"/>
                  <a:pt x="601" y="408"/>
                  <a:pt x="590" y="443"/>
                </a:cubicBezTo>
                <a:cubicBezTo>
                  <a:pt x="578" y="478"/>
                  <a:pt x="565" y="506"/>
                  <a:pt x="551" y="527"/>
                </a:cubicBezTo>
                <a:cubicBezTo>
                  <a:pt x="536" y="547"/>
                  <a:pt x="519" y="567"/>
                  <a:pt x="499" y="585"/>
                </a:cubicBezTo>
                <a:cubicBezTo>
                  <a:pt x="479" y="603"/>
                  <a:pt x="464" y="615"/>
                  <a:pt x="455" y="619"/>
                </a:cubicBezTo>
                <a:cubicBezTo>
                  <a:pt x="446" y="624"/>
                  <a:pt x="437" y="629"/>
                  <a:pt x="428" y="634"/>
                </a:cubicBezTo>
                <a:cubicBezTo>
                  <a:pt x="427" y="635"/>
                  <a:pt x="427" y="635"/>
                  <a:pt x="427" y="635"/>
                </a:cubicBezTo>
                <a:lnTo>
                  <a:pt x="426" y="635"/>
                </a:lnTo>
                <a:cubicBezTo>
                  <a:pt x="427" y="637"/>
                  <a:pt x="427" y="639"/>
                  <a:pt x="429" y="643"/>
                </a:cubicBezTo>
                <a:cubicBezTo>
                  <a:pt x="430" y="647"/>
                  <a:pt x="433" y="653"/>
                  <a:pt x="439" y="661"/>
                </a:cubicBezTo>
                <a:cubicBezTo>
                  <a:pt x="444" y="670"/>
                  <a:pt x="450" y="678"/>
                  <a:pt x="455" y="685"/>
                </a:cubicBezTo>
                <a:cubicBezTo>
                  <a:pt x="460" y="692"/>
                  <a:pt x="468" y="698"/>
                  <a:pt x="479" y="703"/>
                </a:cubicBezTo>
                <a:cubicBezTo>
                  <a:pt x="489" y="708"/>
                  <a:pt x="499" y="711"/>
                  <a:pt x="510" y="711"/>
                </a:cubicBezTo>
                <a:cubicBezTo>
                  <a:pt x="533" y="711"/>
                  <a:pt x="552" y="705"/>
                  <a:pt x="567" y="693"/>
                </a:cubicBezTo>
                <a:cubicBezTo>
                  <a:pt x="582" y="681"/>
                  <a:pt x="591" y="665"/>
                  <a:pt x="592" y="645"/>
                </a:cubicBezTo>
                <a:cubicBezTo>
                  <a:pt x="593" y="637"/>
                  <a:pt x="596" y="633"/>
                  <a:pt x="602" y="633"/>
                </a:cubicBezTo>
                <a:cubicBezTo>
                  <a:pt x="605" y="633"/>
                  <a:pt x="608" y="635"/>
                  <a:pt x="612" y="638"/>
                </a:cubicBezTo>
                <a:lnTo>
                  <a:pt x="612" y="654"/>
                </a:lnTo>
                <a:cubicBezTo>
                  <a:pt x="612" y="699"/>
                  <a:pt x="602" y="738"/>
                  <a:pt x="584" y="770"/>
                </a:cubicBezTo>
                <a:cubicBezTo>
                  <a:pt x="566" y="801"/>
                  <a:pt x="538" y="817"/>
                  <a:pt x="501" y="818"/>
                </a:cubicBezTo>
                <a:cubicBezTo>
                  <a:pt x="475" y="818"/>
                  <a:pt x="455" y="810"/>
                  <a:pt x="440" y="793"/>
                </a:cubicBezTo>
                <a:cubicBezTo>
                  <a:pt x="424" y="777"/>
                  <a:pt x="412" y="752"/>
                  <a:pt x="403" y="718"/>
                </a:cubicBezTo>
                <a:cubicBezTo>
                  <a:pt x="394" y="681"/>
                  <a:pt x="389" y="659"/>
                  <a:pt x="389" y="649"/>
                </a:cubicBezTo>
                <a:lnTo>
                  <a:pt x="379" y="652"/>
                </a:lnTo>
                <a:cubicBezTo>
                  <a:pt x="371" y="654"/>
                  <a:pt x="360" y="656"/>
                  <a:pt x="346" y="659"/>
                </a:cubicBezTo>
                <a:cubicBezTo>
                  <a:pt x="331" y="661"/>
                  <a:pt x="317" y="662"/>
                  <a:pt x="302" y="662"/>
                </a:cubicBezTo>
                <a:cubicBezTo>
                  <a:pt x="221" y="662"/>
                  <a:pt x="150" y="631"/>
                  <a:pt x="90" y="568"/>
                </a:cubicBezTo>
                <a:cubicBezTo>
                  <a:pt x="30" y="506"/>
                  <a:pt x="0" y="426"/>
                  <a:pt x="0" y="331"/>
                </a:cubicBezTo>
                <a:moveTo>
                  <a:pt x="502" y="333"/>
                </a:moveTo>
                <a:cubicBezTo>
                  <a:pt x="502" y="278"/>
                  <a:pt x="496" y="230"/>
                  <a:pt x="483" y="190"/>
                </a:cubicBezTo>
                <a:cubicBezTo>
                  <a:pt x="470" y="149"/>
                  <a:pt x="454" y="118"/>
                  <a:pt x="433" y="97"/>
                </a:cubicBezTo>
                <a:cubicBezTo>
                  <a:pt x="413" y="76"/>
                  <a:pt x="391" y="60"/>
                  <a:pt x="369" y="51"/>
                </a:cubicBezTo>
                <a:cubicBezTo>
                  <a:pt x="348" y="41"/>
                  <a:pt x="326" y="36"/>
                  <a:pt x="304" y="36"/>
                </a:cubicBezTo>
                <a:cubicBezTo>
                  <a:pt x="283" y="36"/>
                  <a:pt x="261" y="41"/>
                  <a:pt x="238" y="51"/>
                </a:cubicBezTo>
                <a:cubicBezTo>
                  <a:pt x="216" y="60"/>
                  <a:pt x="195" y="76"/>
                  <a:pt x="175" y="97"/>
                </a:cubicBezTo>
                <a:cubicBezTo>
                  <a:pt x="155" y="118"/>
                  <a:pt x="138" y="149"/>
                  <a:pt x="124" y="190"/>
                </a:cubicBezTo>
                <a:cubicBezTo>
                  <a:pt x="110" y="230"/>
                  <a:pt x="103" y="278"/>
                  <a:pt x="104" y="333"/>
                </a:cubicBezTo>
                <a:cubicBezTo>
                  <a:pt x="104" y="452"/>
                  <a:pt x="136" y="538"/>
                  <a:pt x="201" y="590"/>
                </a:cubicBezTo>
                <a:cubicBezTo>
                  <a:pt x="216" y="601"/>
                  <a:pt x="224" y="607"/>
                  <a:pt x="227" y="607"/>
                </a:cubicBezTo>
                <a:lnTo>
                  <a:pt x="226" y="604"/>
                </a:lnTo>
                <a:cubicBezTo>
                  <a:pt x="226" y="603"/>
                  <a:pt x="226" y="602"/>
                  <a:pt x="226" y="600"/>
                </a:cubicBezTo>
                <a:cubicBezTo>
                  <a:pt x="224" y="596"/>
                  <a:pt x="223" y="589"/>
                  <a:pt x="223" y="580"/>
                </a:cubicBezTo>
                <a:cubicBezTo>
                  <a:pt x="223" y="560"/>
                  <a:pt x="230" y="542"/>
                  <a:pt x="245" y="526"/>
                </a:cubicBezTo>
                <a:cubicBezTo>
                  <a:pt x="259" y="509"/>
                  <a:pt x="279" y="501"/>
                  <a:pt x="305" y="501"/>
                </a:cubicBezTo>
                <a:cubicBezTo>
                  <a:pt x="344" y="501"/>
                  <a:pt x="376" y="527"/>
                  <a:pt x="400" y="578"/>
                </a:cubicBezTo>
                <a:lnTo>
                  <a:pt x="406" y="589"/>
                </a:lnTo>
                <a:cubicBezTo>
                  <a:pt x="435" y="569"/>
                  <a:pt x="458" y="537"/>
                  <a:pt x="476" y="493"/>
                </a:cubicBezTo>
                <a:cubicBezTo>
                  <a:pt x="494" y="449"/>
                  <a:pt x="502" y="396"/>
                  <a:pt x="502" y="333"/>
                </a:cubicBezTo>
                <a:moveTo>
                  <a:pt x="299" y="626"/>
                </a:moveTo>
                <a:cubicBezTo>
                  <a:pt x="311" y="626"/>
                  <a:pt x="324" y="624"/>
                  <a:pt x="337" y="621"/>
                </a:cubicBezTo>
                <a:cubicBezTo>
                  <a:pt x="349" y="618"/>
                  <a:pt x="360" y="615"/>
                  <a:pt x="368" y="612"/>
                </a:cubicBezTo>
                <a:cubicBezTo>
                  <a:pt x="376" y="609"/>
                  <a:pt x="379" y="607"/>
                  <a:pt x="379" y="606"/>
                </a:cubicBezTo>
                <a:cubicBezTo>
                  <a:pt x="379" y="602"/>
                  <a:pt x="378" y="596"/>
                  <a:pt x="376" y="590"/>
                </a:cubicBezTo>
                <a:cubicBezTo>
                  <a:pt x="374" y="584"/>
                  <a:pt x="368" y="575"/>
                  <a:pt x="359" y="562"/>
                </a:cubicBezTo>
                <a:cubicBezTo>
                  <a:pt x="349" y="549"/>
                  <a:pt x="338" y="541"/>
                  <a:pt x="325" y="538"/>
                </a:cubicBezTo>
                <a:cubicBezTo>
                  <a:pt x="315" y="536"/>
                  <a:pt x="308" y="536"/>
                  <a:pt x="300" y="536"/>
                </a:cubicBezTo>
                <a:cubicBezTo>
                  <a:pt x="289" y="536"/>
                  <a:pt x="279" y="540"/>
                  <a:pt x="270" y="549"/>
                </a:cubicBezTo>
                <a:cubicBezTo>
                  <a:pt x="262" y="558"/>
                  <a:pt x="257" y="569"/>
                  <a:pt x="257" y="581"/>
                </a:cubicBezTo>
                <a:cubicBezTo>
                  <a:pt x="257" y="593"/>
                  <a:pt x="260" y="603"/>
                  <a:pt x="268" y="612"/>
                </a:cubicBezTo>
                <a:cubicBezTo>
                  <a:pt x="276" y="621"/>
                  <a:pt x="287" y="626"/>
                  <a:pt x="299" y="62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63" name=""/>
          <p:cNvSpPr/>
          <p:nvPr/>
        </p:nvSpPr>
        <p:spPr>
          <a:xfrm>
            <a:off x="6620760" y="2337120"/>
            <a:ext cx="231120" cy="231120"/>
          </a:xfrm>
          <a:custGeom>
            <a:avLst/>
            <a:gdLst/>
            <a:ahLst/>
            <a:rect l="0" t="0" r="r" b="b"/>
            <a:pathLst>
              <a:path w="642" h="642">
                <a:moveTo>
                  <a:pt x="93" y="55"/>
                </a:moveTo>
                <a:cubicBezTo>
                  <a:pt x="89" y="51"/>
                  <a:pt x="86" y="48"/>
                  <a:pt x="83" y="47"/>
                </a:cubicBezTo>
                <a:cubicBezTo>
                  <a:pt x="81" y="46"/>
                  <a:pt x="76" y="45"/>
                  <a:pt x="69" y="44"/>
                </a:cubicBezTo>
                <a:cubicBezTo>
                  <a:pt x="61" y="44"/>
                  <a:pt x="48" y="43"/>
                  <a:pt x="30" y="41"/>
                </a:cubicBezTo>
                <a:lnTo>
                  <a:pt x="0" y="41"/>
                </a:lnTo>
                <a:lnTo>
                  <a:pt x="0" y="0"/>
                </a:lnTo>
                <a:lnTo>
                  <a:pt x="159" y="0"/>
                </a:lnTo>
                <a:lnTo>
                  <a:pt x="190" y="0"/>
                </a:lnTo>
                <a:lnTo>
                  <a:pt x="248" y="0"/>
                </a:lnTo>
                <a:cubicBezTo>
                  <a:pt x="294" y="0"/>
                  <a:pt x="330" y="1"/>
                  <a:pt x="354" y="5"/>
                </a:cubicBezTo>
                <a:cubicBezTo>
                  <a:pt x="379" y="9"/>
                  <a:pt x="404" y="18"/>
                  <a:pt x="430" y="31"/>
                </a:cubicBezTo>
                <a:cubicBezTo>
                  <a:pt x="488" y="61"/>
                  <a:pt x="522" y="100"/>
                  <a:pt x="530" y="151"/>
                </a:cubicBezTo>
                <a:cubicBezTo>
                  <a:pt x="531" y="154"/>
                  <a:pt x="531" y="159"/>
                  <a:pt x="531" y="165"/>
                </a:cubicBezTo>
                <a:cubicBezTo>
                  <a:pt x="531" y="185"/>
                  <a:pt x="526" y="204"/>
                  <a:pt x="516" y="222"/>
                </a:cubicBezTo>
                <a:cubicBezTo>
                  <a:pt x="506" y="240"/>
                  <a:pt x="494" y="255"/>
                  <a:pt x="481" y="265"/>
                </a:cubicBezTo>
                <a:cubicBezTo>
                  <a:pt x="468" y="276"/>
                  <a:pt x="454" y="286"/>
                  <a:pt x="440" y="294"/>
                </a:cubicBezTo>
                <a:cubicBezTo>
                  <a:pt x="426" y="302"/>
                  <a:pt x="414" y="307"/>
                  <a:pt x="404" y="310"/>
                </a:cubicBezTo>
                <a:lnTo>
                  <a:pt x="390" y="315"/>
                </a:lnTo>
                <a:cubicBezTo>
                  <a:pt x="392" y="316"/>
                  <a:pt x="395" y="318"/>
                  <a:pt x="400" y="320"/>
                </a:cubicBezTo>
                <a:cubicBezTo>
                  <a:pt x="418" y="330"/>
                  <a:pt x="433" y="340"/>
                  <a:pt x="445" y="351"/>
                </a:cubicBezTo>
                <a:cubicBezTo>
                  <a:pt x="456" y="362"/>
                  <a:pt x="465" y="375"/>
                  <a:pt x="471" y="391"/>
                </a:cubicBezTo>
                <a:cubicBezTo>
                  <a:pt x="477" y="407"/>
                  <a:pt x="481" y="420"/>
                  <a:pt x="484" y="430"/>
                </a:cubicBezTo>
                <a:cubicBezTo>
                  <a:pt x="486" y="440"/>
                  <a:pt x="489" y="457"/>
                  <a:pt x="492" y="481"/>
                </a:cubicBezTo>
                <a:cubicBezTo>
                  <a:pt x="495" y="505"/>
                  <a:pt x="498" y="523"/>
                  <a:pt x="501" y="537"/>
                </a:cubicBezTo>
                <a:cubicBezTo>
                  <a:pt x="507" y="566"/>
                  <a:pt x="514" y="585"/>
                  <a:pt x="524" y="594"/>
                </a:cubicBezTo>
                <a:cubicBezTo>
                  <a:pt x="532" y="603"/>
                  <a:pt x="544" y="608"/>
                  <a:pt x="558" y="608"/>
                </a:cubicBezTo>
                <a:lnTo>
                  <a:pt x="563" y="608"/>
                </a:lnTo>
                <a:cubicBezTo>
                  <a:pt x="572" y="608"/>
                  <a:pt x="581" y="603"/>
                  <a:pt x="589" y="593"/>
                </a:cubicBezTo>
                <a:cubicBezTo>
                  <a:pt x="598" y="583"/>
                  <a:pt x="603" y="567"/>
                  <a:pt x="606" y="543"/>
                </a:cubicBezTo>
                <a:cubicBezTo>
                  <a:pt x="606" y="536"/>
                  <a:pt x="607" y="532"/>
                  <a:pt x="609" y="530"/>
                </a:cubicBezTo>
                <a:cubicBezTo>
                  <a:pt x="612" y="528"/>
                  <a:pt x="617" y="527"/>
                  <a:pt x="624" y="527"/>
                </a:cubicBezTo>
                <a:cubicBezTo>
                  <a:pt x="631" y="526"/>
                  <a:pt x="636" y="527"/>
                  <a:pt x="638" y="528"/>
                </a:cubicBezTo>
                <a:cubicBezTo>
                  <a:pt x="641" y="530"/>
                  <a:pt x="642" y="534"/>
                  <a:pt x="642" y="540"/>
                </a:cubicBezTo>
                <a:cubicBezTo>
                  <a:pt x="642" y="559"/>
                  <a:pt x="637" y="578"/>
                  <a:pt x="628" y="598"/>
                </a:cubicBezTo>
                <a:cubicBezTo>
                  <a:pt x="618" y="617"/>
                  <a:pt x="604" y="630"/>
                  <a:pt x="588" y="637"/>
                </a:cubicBezTo>
                <a:cubicBezTo>
                  <a:pt x="578" y="640"/>
                  <a:pt x="565" y="642"/>
                  <a:pt x="549" y="642"/>
                </a:cubicBezTo>
                <a:cubicBezTo>
                  <a:pt x="458" y="639"/>
                  <a:pt x="406" y="605"/>
                  <a:pt x="392" y="540"/>
                </a:cubicBezTo>
                <a:cubicBezTo>
                  <a:pt x="391" y="534"/>
                  <a:pt x="390" y="511"/>
                  <a:pt x="390" y="474"/>
                </a:cubicBezTo>
                <a:cubicBezTo>
                  <a:pt x="390" y="436"/>
                  <a:pt x="388" y="411"/>
                  <a:pt x="384" y="398"/>
                </a:cubicBezTo>
                <a:cubicBezTo>
                  <a:pt x="372" y="363"/>
                  <a:pt x="349" y="341"/>
                  <a:pt x="314" y="331"/>
                </a:cubicBezTo>
                <a:lnTo>
                  <a:pt x="305" y="329"/>
                </a:lnTo>
                <a:lnTo>
                  <a:pt x="245" y="328"/>
                </a:lnTo>
                <a:lnTo>
                  <a:pt x="185" y="328"/>
                </a:lnTo>
                <a:lnTo>
                  <a:pt x="185" y="447"/>
                </a:lnTo>
                <a:lnTo>
                  <a:pt x="186" y="567"/>
                </a:lnTo>
                <a:cubicBezTo>
                  <a:pt x="190" y="573"/>
                  <a:pt x="195" y="576"/>
                  <a:pt x="202" y="578"/>
                </a:cubicBezTo>
                <a:cubicBezTo>
                  <a:pt x="208" y="579"/>
                  <a:pt x="224" y="580"/>
                  <a:pt x="249" y="580"/>
                </a:cubicBezTo>
                <a:lnTo>
                  <a:pt x="279" y="580"/>
                </a:lnTo>
                <a:lnTo>
                  <a:pt x="279" y="622"/>
                </a:lnTo>
                <a:lnTo>
                  <a:pt x="269" y="622"/>
                </a:lnTo>
                <a:cubicBezTo>
                  <a:pt x="256" y="620"/>
                  <a:pt x="213" y="619"/>
                  <a:pt x="140" y="619"/>
                </a:cubicBezTo>
                <a:cubicBezTo>
                  <a:pt x="66" y="619"/>
                  <a:pt x="22" y="620"/>
                  <a:pt x="10" y="622"/>
                </a:cubicBezTo>
                <a:lnTo>
                  <a:pt x="0" y="622"/>
                </a:lnTo>
                <a:lnTo>
                  <a:pt x="0" y="580"/>
                </a:lnTo>
                <a:lnTo>
                  <a:pt x="30" y="580"/>
                </a:lnTo>
                <a:cubicBezTo>
                  <a:pt x="55" y="580"/>
                  <a:pt x="71" y="579"/>
                  <a:pt x="76" y="578"/>
                </a:cubicBezTo>
                <a:cubicBezTo>
                  <a:pt x="81" y="576"/>
                  <a:pt x="87" y="573"/>
                  <a:pt x="93" y="567"/>
                </a:cubicBezTo>
                <a:lnTo>
                  <a:pt x="93" y="55"/>
                </a:lnTo>
                <a:moveTo>
                  <a:pt x="422" y="167"/>
                </a:moveTo>
                <a:lnTo>
                  <a:pt x="422" y="158"/>
                </a:lnTo>
                <a:cubicBezTo>
                  <a:pt x="422" y="147"/>
                  <a:pt x="421" y="138"/>
                  <a:pt x="421" y="131"/>
                </a:cubicBezTo>
                <a:cubicBezTo>
                  <a:pt x="420" y="123"/>
                  <a:pt x="418" y="114"/>
                  <a:pt x="413" y="102"/>
                </a:cubicBezTo>
                <a:cubicBezTo>
                  <a:pt x="408" y="91"/>
                  <a:pt x="402" y="82"/>
                  <a:pt x="395" y="74"/>
                </a:cubicBezTo>
                <a:cubicBezTo>
                  <a:pt x="389" y="67"/>
                  <a:pt x="377" y="60"/>
                  <a:pt x="361" y="54"/>
                </a:cubicBezTo>
                <a:cubicBezTo>
                  <a:pt x="344" y="48"/>
                  <a:pt x="326" y="44"/>
                  <a:pt x="304" y="42"/>
                </a:cubicBezTo>
                <a:cubicBezTo>
                  <a:pt x="303" y="42"/>
                  <a:pt x="297" y="42"/>
                  <a:pt x="284" y="42"/>
                </a:cubicBezTo>
                <a:cubicBezTo>
                  <a:pt x="272" y="42"/>
                  <a:pt x="261" y="42"/>
                  <a:pt x="252" y="41"/>
                </a:cubicBezTo>
                <a:lnTo>
                  <a:pt x="232" y="41"/>
                </a:lnTo>
                <a:cubicBezTo>
                  <a:pt x="205" y="41"/>
                  <a:pt x="190" y="44"/>
                  <a:pt x="188" y="50"/>
                </a:cubicBezTo>
                <a:cubicBezTo>
                  <a:pt x="186" y="52"/>
                  <a:pt x="185" y="93"/>
                  <a:pt x="185" y="173"/>
                </a:cubicBezTo>
                <a:lnTo>
                  <a:pt x="185" y="295"/>
                </a:lnTo>
                <a:lnTo>
                  <a:pt x="238" y="295"/>
                </a:lnTo>
                <a:cubicBezTo>
                  <a:pt x="299" y="295"/>
                  <a:pt x="343" y="289"/>
                  <a:pt x="370" y="278"/>
                </a:cubicBezTo>
                <a:cubicBezTo>
                  <a:pt x="397" y="267"/>
                  <a:pt x="413" y="244"/>
                  <a:pt x="420" y="206"/>
                </a:cubicBezTo>
                <a:cubicBezTo>
                  <a:pt x="421" y="200"/>
                  <a:pt x="422" y="186"/>
                  <a:pt x="422" y="16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64" name=""/>
          <p:cNvSpPr/>
          <p:nvPr/>
        </p:nvSpPr>
        <p:spPr>
          <a:xfrm>
            <a:off x="6229440" y="2202480"/>
            <a:ext cx="628200" cy="93240"/>
          </a:xfrm>
          <a:custGeom>
            <a:avLst/>
            <a:gdLst/>
            <a:ahLst/>
            <a:rect l="0" t="0" r="r" b="b"/>
            <a:pathLst>
              <a:path w="1745" h="259">
                <a:moveTo>
                  <a:pt x="18" y="259"/>
                </a:moveTo>
                <a:cubicBezTo>
                  <a:pt x="12" y="259"/>
                  <a:pt x="8" y="253"/>
                  <a:pt x="5" y="240"/>
                </a:cubicBezTo>
                <a:cubicBezTo>
                  <a:pt x="2" y="227"/>
                  <a:pt x="0" y="216"/>
                  <a:pt x="0" y="207"/>
                </a:cubicBezTo>
                <a:cubicBezTo>
                  <a:pt x="0" y="204"/>
                  <a:pt x="1" y="201"/>
                  <a:pt x="1" y="200"/>
                </a:cubicBezTo>
                <a:cubicBezTo>
                  <a:pt x="3" y="198"/>
                  <a:pt x="146" y="164"/>
                  <a:pt x="433" y="99"/>
                </a:cubicBezTo>
                <a:cubicBezTo>
                  <a:pt x="719" y="33"/>
                  <a:pt x="865" y="0"/>
                  <a:pt x="871" y="0"/>
                </a:cubicBezTo>
                <a:cubicBezTo>
                  <a:pt x="873" y="0"/>
                  <a:pt x="1017" y="32"/>
                  <a:pt x="1304" y="97"/>
                </a:cubicBezTo>
                <a:cubicBezTo>
                  <a:pt x="1590" y="162"/>
                  <a:pt x="1735" y="195"/>
                  <a:pt x="1740" y="197"/>
                </a:cubicBezTo>
                <a:cubicBezTo>
                  <a:pt x="1743" y="197"/>
                  <a:pt x="1745" y="200"/>
                  <a:pt x="1745" y="207"/>
                </a:cubicBezTo>
                <a:cubicBezTo>
                  <a:pt x="1745" y="214"/>
                  <a:pt x="1744" y="224"/>
                  <a:pt x="1740" y="238"/>
                </a:cubicBezTo>
                <a:cubicBezTo>
                  <a:pt x="1737" y="252"/>
                  <a:pt x="1733" y="259"/>
                  <a:pt x="1728" y="259"/>
                </a:cubicBezTo>
                <a:cubicBezTo>
                  <a:pt x="1727" y="259"/>
                  <a:pt x="1584" y="231"/>
                  <a:pt x="1299" y="173"/>
                </a:cubicBezTo>
                <a:lnTo>
                  <a:pt x="873" y="86"/>
                </a:lnTo>
                <a:lnTo>
                  <a:pt x="446" y="173"/>
                </a:lnTo>
                <a:cubicBezTo>
                  <a:pt x="161" y="231"/>
                  <a:pt x="18" y="259"/>
                  <a:pt x="18" y="2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65" name=""/>
          <p:cNvSpPr/>
          <p:nvPr/>
        </p:nvSpPr>
        <p:spPr>
          <a:xfrm>
            <a:off x="6868440" y="2532960"/>
            <a:ext cx="116640" cy="147960"/>
          </a:xfrm>
          <a:custGeom>
            <a:avLst/>
            <a:gdLst/>
            <a:ahLst/>
            <a:rect l="0" t="0" r="r" b="b"/>
            <a:pathLst>
              <a:path w="324" h="411">
                <a:moveTo>
                  <a:pt x="10" y="381"/>
                </a:moveTo>
                <a:lnTo>
                  <a:pt x="19" y="381"/>
                </a:lnTo>
                <a:cubicBezTo>
                  <a:pt x="36" y="381"/>
                  <a:pt x="46" y="378"/>
                  <a:pt x="49" y="372"/>
                </a:cubicBezTo>
                <a:lnTo>
                  <a:pt x="49" y="367"/>
                </a:lnTo>
                <a:cubicBezTo>
                  <a:pt x="49" y="364"/>
                  <a:pt x="49" y="360"/>
                  <a:pt x="49" y="355"/>
                </a:cubicBezTo>
                <a:cubicBezTo>
                  <a:pt x="49" y="350"/>
                  <a:pt x="49" y="343"/>
                  <a:pt x="49" y="336"/>
                </a:cubicBezTo>
                <a:cubicBezTo>
                  <a:pt x="49" y="328"/>
                  <a:pt x="49" y="319"/>
                  <a:pt x="50" y="310"/>
                </a:cubicBezTo>
                <a:cubicBezTo>
                  <a:pt x="50" y="301"/>
                  <a:pt x="50" y="292"/>
                  <a:pt x="50" y="282"/>
                </a:cubicBezTo>
                <a:cubicBezTo>
                  <a:pt x="49" y="272"/>
                  <a:pt x="49" y="262"/>
                  <a:pt x="50" y="251"/>
                </a:cubicBezTo>
                <a:cubicBezTo>
                  <a:pt x="50" y="239"/>
                  <a:pt x="50" y="229"/>
                  <a:pt x="50" y="218"/>
                </a:cubicBezTo>
                <a:cubicBezTo>
                  <a:pt x="50" y="203"/>
                  <a:pt x="50" y="188"/>
                  <a:pt x="50" y="172"/>
                </a:cubicBezTo>
                <a:cubicBezTo>
                  <a:pt x="50" y="156"/>
                  <a:pt x="50" y="142"/>
                  <a:pt x="50" y="130"/>
                </a:cubicBezTo>
                <a:cubicBezTo>
                  <a:pt x="50" y="116"/>
                  <a:pt x="50" y="105"/>
                  <a:pt x="50" y="95"/>
                </a:cubicBezTo>
                <a:cubicBezTo>
                  <a:pt x="50" y="84"/>
                  <a:pt x="50" y="76"/>
                  <a:pt x="49" y="69"/>
                </a:cubicBezTo>
                <a:cubicBezTo>
                  <a:pt x="49" y="63"/>
                  <a:pt x="49" y="60"/>
                  <a:pt x="49" y="59"/>
                </a:cubicBezTo>
                <a:cubicBezTo>
                  <a:pt x="48" y="51"/>
                  <a:pt x="45" y="46"/>
                  <a:pt x="40" y="43"/>
                </a:cubicBezTo>
                <a:cubicBezTo>
                  <a:pt x="35" y="41"/>
                  <a:pt x="26" y="39"/>
                  <a:pt x="11" y="37"/>
                </a:cubicBezTo>
                <a:lnTo>
                  <a:pt x="0" y="37"/>
                </a:lnTo>
                <a:lnTo>
                  <a:pt x="0" y="23"/>
                </a:lnTo>
                <a:cubicBezTo>
                  <a:pt x="0" y="13"/>
                  <a:pt x="0" y="8"/>
                  <a:pt x="1" y="8"/>
                </a:cubicBezTo>
                <a:lnTo>
                  <a:pt x="7" y="7"/>
                </a:lnTo>
                <a:cubicBezTo>
                  <a:pt x="12" y="7"/>
                  <a:pt x="18" y="6"/>
                  <a:pt x="26" y="6"/>
                </a:cubicBezTo>
                <a:cubicBezTo>
                  <a:pt x="34" y="5"/>
                  <a:pt x="42" y="5"/>
                  <a:pt x="50" y="4"/>
                </a:cubicBezTo>
                <a:cubicBezTo>
                  <a:pt x="57" y="4"/>
                  <a:pt x="65" y="4"/>
                  <a:pt x="74" y="3"/>
                </a:cubicBezTo>
                <a:cubicBezTo>
                  <a:pt x="83" y="3"/>
                  <a:pt x="90" y="2"/>
                  <a:pt x="94" y="1"/>
                </a:cubicBezTo>
                <a:cubicBezTo>
                  <a:pt x="98" y="0"/>
                  <a:pt x="101" y="0"/>
                  <a:pt x="101" y="1"/>
                </a:cubicBezTo>
                <a:lnTo>
                  <a:pt x="103" y="1"/>
                </a:lnTo>
                <a:lnTo>
                  <a:pt x="103" y="17"/>
                </a:lnTo>
                <a:lnTo>
                  <a:pt x="104" y="34"/>
                </a:lnTo>
                <a:lnTo>
                  <a:pt x="109" y="30"/>
                </a:lnTo>
                <a:cubicBezTo>
                  <a:pt x="134" y="11"/>
                  <a:pt x="164" y="1"/>
                  <a:pt x="198" y="1"/>
                </a:cubicBezTo>
                <a:cubicBezTo>
                  <a:pt x="232" y="1"/>
                  <a:pt x="262" y="15"/>
                  <a:pt x="286" y="42"/>
                </a:cubicBezTo>
                <a:cubicBezTo>
                  <a:pt x="311" y="70"/>
                  <a:pt x="323" y="104"/>
                  <a:pt x="324" y="147"/>
                </a:cubicBezTo>
                <a:cubicBezTo>
                  <a:pt x="324" y="190"/>
                  <a:pt x="310" y="226"/>
                  <a:pt x="282" y="253"/>
                </a:cubicBezTo>
                <a:cubicBezTo>
                  <a:pt x="254" y="280"/>
                  <a:pt x="222" y="293"/>
                  <a:pt x="187" y="293"/>
                </a:cubicBezTo>
                <a:cubicBezTo>
                  <a:pt x="158" y="293"/>
                  <a:pt x="132" y="284"/>
                  <a:pt x="110" y="265"/>
                </a:cubicBezTo>
                <a:lnTo>
                  <a:pt x="105" y="260"/>
                </a:lnTo>
                <a:lnTo>
                  <a:pt x="105" y="315"/>
                </a:lnTo>
                <a:lnTo>
                  <a:pt x="105" y="351"/>
                </a:lnTo>
                <a:cubicBezTo>
                  <a:pt x="105" y="363"/>
                  <a:pt x="105" y="370"/>
                  <a:pt x="106" y="372"/>
                </a:cubicBezTo>
                <a:cubicBezTo>
                  <a:pt x="107" y="375"/>
                  <a:pt x="109" y="377"/>
                  <a:pt x="113" y="379"/>
                </a:cubicBezTo>
                <a:cubicBezTo>
                  <a:pt x="122" y="381"/>
                  <a:pt x="133" y="381"/>
                  <a:pt x="145" y="381"/>
                </a:cubicBezTo>
                <a:lnTo>
                  <a:pt x="155" y="381"/>
                </a:lnTo>
                <a:lnTo>
                  <a:pt x="155" y="411"/>
                </a:lnTo>
                <a:lnTo>
                  <a:pt x="150" y="411"/>
                </a:lnTo>
                <a:lnTo>
                  <a:pt x="134" y="410"/>
                </a:lnTo>
                <a:cubicBezTo>
                  <a:pt x="125" y="410"/>
                  <a:pt x="114" y="410"/>
                  <a:pt x="102" y="410"/>
                </a:cubicBezTo>
                <a:cubicBezTo>
                  <a:pt x="91" y="410"/>
                  <a:pt x="83" y="409"/>
                  <a:pt x="77" y="409"/>
                </a:cubicBezTo>
                <a:cubicBezTo>
                  <a:pt x="33" y="409"/>
                  <a:pt x="9" y="410"/>
                  <a:pt x="5" y="411"/>
                </a:cubicBezTo>
                <a:lnTo>
                  <a:pt x="0" y="411"/>
                </a:lnTo>
                <a:lnTo>
                  <a:pt x="0" y="381"/>
                </a:lnTo>
                <a:lnTo>
                  <a:pt x="10" y="381"/>
                </a:lnTo>
                <a:moveTo>
                  <a:pt x="261" y="146"/>
                </a:moveTo>
                <a:cubicBezTo>
                  <a:pt x="261" y="113"/>
                  <a:pt x="253" y="85"/>
                  <a:pt x="239" y="62"/>
                </a:cubicBezTo>
                <a:cubicBezTo>
                  <a:pt x="224" y="38"/>
                  <a:pt x="206" y="26"/>
                  <a:pt x="184" y="26"/>
                </a:cubicBezTo>
                <a:cubicBezTo>
                  <a:pt x="154" y="26"/>
                  <a:pt x="127" y="40"/>
                  <a:pt x="105" y="68"/>
                </a:cubicBezTo>
                <a:lnTo>
                  <a:pt x="105" y="223"/>
                </a:lnTo>
                <a:cubicBezTo>
                  <a:pt x="122" y="254"/>
                  <a:pt x="146" y="269"/>
                  <a:pt x="177" y="269"/>
                </a:cubicBezTo>
                <a:cubicBezTo>
                  <a:pt x="199" y="269"/>
                  <a:pt x="218" y="258"/>
                  <a:pt x="235" y="235"/>
                </a:cubicBezTo>
                <a:cubicBezTo>
                  <a:pt x="252" y="211"/>
                  <a:pt x="260" y="182"/>
                  <a:pt x="261" y="14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66" name=""/>
          <p:cNvSpPr/>
          <p:nvPr/>
        </p:nvSpPr>
        <p:spPr>
          <a:xfrm>
            <a:off x="6999120" y="2531880"/>
            <a:ext cx="102960" cy="106200"/>
          </a:xfrm>
          <a:custGeom>
            <a:avLst/>
            <a:gdLst/>
            <a:ahLst/>
            <a:rect l="0" t="0" r="r" b="b"/>
            <a:pathLst>
              <a:path w="286" h="295">
                <a:moveTo>
                  <a:pt x="0" y="150"/>
                </a:moveTo>
                <a:cubicBezTo>
                  <a:pt x="0" y="110"/>
                  <a:pt x="13" y="74"/>
                  <a:pt x="41" y="45"/>
                </a:cubicBezTo>
                <a:cubicBezTo>
                  <a:pt x="69" y="15"/>
                  <a:pt x="104" y="0"/>
                  <a:pt x="143" y="0"/>
                </a:cubicBezTo>
                <a:cubicBezTo>
                  <a:pt x="182" y="0"/>
                  <a:pt x="215" y="14"/>
                  <a:pt x="243" y="44"/>
                </a:cubicBezTo>
                <a:cubicBezTo>
                  <a:pt x="271" y="73"/>
                  <a:pt x="285" y="108"/>
                  <a:pt x="286" y="150"/>
                </a:cubicBezTo>
                <a:cubicBezTo>
                  <a:pt x="286" y="191"/>
                  <a:pt x="272" y="226"/>
                  <a:pt x="244" y="254"/>
                </a:cubicBezTo>
                <a:cubicBezTo>
                  <a:pt x="217" y="282"/>
                  <a:pt x="183" y="295"/>
                  <a:pt x="143" y="295"/>
                </a:cubicBezTo>
                <a:cubicBezTo>
                  <a:pt x="102" y="295"/>
                  <a:pt x="67" y="281"/>
                  <a:pt x="40" y="252"/>
                </a:cubicBezTo>
                <a:cubicBezTo>
                  <a:pt x="13" y="224"/>
                  <a:pt x="0" y="190"/>
                  <a:pt x="0" y="150"/>
                </a:cubicBezTo>
                <a:moveTo>
                  <a:pt x="143" y="270"/>
                </a:moveTo>
                <a:cubicBezTo>
                  <a:pt x="196" y="270"/>
                  <a:pt x="222" y="235"/>
                  <a:pt x="222" y="164"/>
                </a:cubicBezTo>
                <a:lnTo>
                  <a:pt x="222" y="143"/>
                </a:lnTo>
                <a:lnTo>
                  <a:pt x="222" y="127"/>
                </a:lnTo>
                <a:cubicBezTo>
                  <a:pt x="222" y="118"/>
                  <a:pt x="222" y="110"/>
                  <a:pt x="221" y="103"/>
                </a:cubicBezTo>
                <a:cubicBezTo>
                  <a:pt x="221" y="96"/>
                  <a:pt x="219" y="88"/>
                  <a:pt x="217" y="78"/>
                </a:cubicBezTo>
                <a:cubicBezTo>
                  <a:pt x="214" y="69"/>
                  <a:pt x="211" y="61"/>
                  <a:pt x="206" y="55"/>
                </a:cubicBezTo>
                <a:cubicBezTo>
                  <a:pt x="202" y="49"/>
                  <a:pt x="195" y="43"/>
                  <a:pt x="186" y="37"/>
                </a:cubicBezTo>
                <a:cubicBezTo>
                  <a:pt x="177" y="31"/>
                  <a:pt x="167" y="27"/>
                  <a:pt x="155" y="24"/>
                </a:cubicBezTo>
                <a:cubicBezTo>
                  <a:pt x="153" y="24"/>
                  <a:pt x="149" y="24"/>
                  <a:pt x="145" y="24"/>
                </a:cubicBezTo>
                <a:cubicBezTo>
                  <a:pt x="132" y="24"/>
                  <a:pt x="120" y="26"/>
                  <a:pt x="108" y="31"/>
                </a:cubicBezTo>
                <a:cubicBezTo>
                  <a:pt x="90" y="41"/>
                  <a:pt x="77" y="54"/>
                  <a:pt x="71" y="71"/>
                </a:cubicBezTo>
                <a:cubicBezTo>
                  <a:pt x="65" y="87"/>
                  <a:pt x="63" y="107"/>
                  <a:pt x="63" y="130"/>
                </a:cubicBezTo>
                <a:lnTo>
                  <a:pt x="63" y="143"/>
                </a:lnTo>
                <a:cubicBezTo>
                  <a:pt x="63" y="185"/>
                  <a:pt x="67" y="214"/>
                  <a:pt x="75" y="230"/>
                </a:cubicBezTo>
                <a:cubicBezTo>
                  <a:pt x="90" y="257"/>
                  <a:pt x="112" y="270"/>
                  <a:pt x="143" y="27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67" name=""/>
          <p:cNvSpPr/>
          <p:nvPr/>
        </p:nvSpPr>
        <p:spPr>
          <a:xfrm>
            <a:off x="7114680" y="2531880"/>
            <a:ext cx="102960" cy="106200"/>
          </a:xfrm>
          <a:custGeom>
            <a:avLst/>
            <a:gdLst/>
            <a:ahLst/>
            <a:rect l="0" t="0" r="r" b="b"/>
            <a:pathLst>
              <a:path w="286" h="295">
                <a:moveTo>
                  <a:pt x="0" y="150"/>
                </a:moveTo>
                <a:cubicBezTo>
                  <a:pt x="0" y="110"/>
                  <a:pt x="14" y="74"/>
                  <a:pt x="42" y="45"/>
                </a:cubicBezTo>
                <a:cubicBezTo>
                  <a:pt x="71" y="15"/>
                  <a:pt x="105" y="0"/>
                  <a:pt x="144" y="0"/>
                </a:cubicBezTo>
                <a:cubicBezTo>
                  <a:pt x="183" y="0"/>
                  <a:pt x="216" y="14"/>
                  <a:pt x="244" y="44"/>
                </a:cubicBezTo>
                <a:cubicBezTo>
                  <a:pt x="272" y="73"/>
                  <a:pt x="286" y="108"/>
                  <a:pt x="286" y="150"/>
                </a:cubicBezTo>
                <a:cubicBezTo>
                  <a:pt x="286" y="191"/>
                  <a:pt x="273" y="226"/>
                  <a:pt x="245" y="254"/>
                </a:cubicBezTo>
                <a:cubicBezTo>
                  <a:pt x="218" y="282"/>
                  <a:pt x="184" y="295"/>
                  <a:pt x="144" y="295"/>
                </a:cubicBezTo>
                <a:cubicBezTo>
                  <a:pt x="102" y="295"/>
                  <a:pt x="68" y="281"/>
                  <a:pt x="41" y="252"/>
                </a:cubicBezTo>
                <a:cubicBezTo>
                  <a:pt x="14" y="224"/>
                  <a:pt x="1" y="190"/>
                  <a:pt x="0" y="150"/>
                </a:cubicBezTo>
                <a:moveTo>
                  <a:pt x="144" y="270"/>
                </a:moveTo>
                <a:cubicBezTo>
                  <a:pt x="196" y="270"/>
                  <a:pt x="223" y="235"/>
                  <a:pt x="223" y="164"/>
                </a:cubicBezTo>
                <a:lnTo>
                  <a:pt x="223" y="143"/>
                </a:lnTo>
                <a:lnTo>
                  <a:pt x="223" y="127"/>
                </a:lnTo>
                <a:cubicBezTo>
                  <a:pt x="223" y="118"/>
                  <a:pt x="222" y="110"/>
                  <a:pt x="222" y="103"/>
                </a:cubicBezTo>
                <a:cubicBezTo>
                  <a:pt x="221" y="96"/>
                  <a:pt x="220" y="88"/>
                  <a:pt x="217" y="78"/>
                </a:cubicBezTo>
                <a:cubicBezTo>
                  <a:pt x="215" y="69"/>
                  <a:pt x="211" y="61"/>
                  <a:pt x="207" y="55"/>
                </a:cubicBezTo>
                <a:cubicBezTo>
                  <a:pt x="203" y="49"/>
                  <a:pt x="196" y="43"/>
                  <a:pt x="187" y="37"/>
                </a:cubicBezTo>
                <a:cubicBezTo>
                  <a:pt x="178" y="31"/>
                  <a:pt x="168" y="27"/>
                  <a:pt x="156" y="24"/>
                </a:cubicBezTo>
                <a:cubicBezTo>
                  <a:pt x="153" y="24"/>
                  <a:pt x="150" y="24"/>
                  <a:pt x="145" y="24"/>
                </a:cubicBezTo>
                <a:cubicBezTo>
                  <a:pt x="132" y="24"/>
                  <a:pt x="120" y="26"/>
                  <a:pt x="109" y="31"/>
                </a:cubicBezTo>
                <a:cubicBezTo>
                  <a:pt x="90" y="41"/>
                  <a:pt x="78" y="54"/>
                  <a:pt x="73" y="71"/>
                </a:cubicBezTo>
                <a:cubicBezTo>
                  <a:pt x="67" y="87"/>
                  <a:pt x="64" y="107"/>
                  <a:pt x="64" y="130"/>
                </a:cubicBezTo>
                <a:lnTo>
                  <a:pt x="64" y="143"/>
                </a:lnTo>
                <a:cubicBezTo>
                  <a:pt x="64" y="185"/>
                  <a:pt x="68" y="214"/>
                  <a:pt x="76" y="230"/>
                </a:cubicBezTo>
                <a:cubicBezTo>
                  <a:pt x="90" y="257"/>
                  <a:pt x="113" y="270"/>
                  <a:pt x="144" y="27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68" name=""/>
          <p:cNvSpPr/>
          <p:nvPr/>
        </p:nvSpPr>
        <p:spPr>
          <a:xfrm>
            <a:off x="7230240" y="2474640"/>
            <a:ext cx="55080" cy="161280"/>
          </a:xfrm>
          <a:custGeom>
            <a:avLst/>
            <a:gdLst/>
            <a:ahLst/>
            <a:rect l="0" t="0" r="r" b="b"/>
            <a:pathLst>
              <a:path w="153" h="448">
                <a:moveTo>
                  <a:pt x="10" y="418"/>
                </a:moveTo>
                <a:lnTo>
                  <a:pt x="19" y="418"/>
                </a:lnTo>
                <a:cubicBezTo>
                  <a:pt x="36" y="418"/>
                  <a:pt x="46" y="415"/>
                  <a:pt x="49" y="409"/>
                </a:cubicBezTo>
                <a:lnTo>
                  <a:pt x="49" y="404"/>
                </a:lnTo>
                <a:cubicBezTo>
                  <a:pt x="49" y="400"/>
                  <a:pt x="49" y="395"/>
                  <a:pt x="49" y="389"/>
                </a:cubicBezTo>
                <a:cubicBezTo>
                  <a:pt x="49" y="383"/>
                  <a:pt x="49" y="376"/>
                  <a:pt x="49" y="368"/>
                </a:cubicBezTo>
                <a:cubicBezTo>
                  <a:pt x="49" y="360"/>
                  <a:pt x="49" y="351"/>
                  <a:pt x="50" y="341"/>
                </a:cubicBezTo>
                <a:cubicBezTo>
                  <a:pt x="50" y="330"/>
                  <a:pt x="50" y="320"/>
                  <a:pt x="50" y="308"/>
                </a:cubicBezTo>
                <a:cubicBezTo>
                  <a:pt x="49" y="297"/>
                  <a:pt x="49" y="285"/>
                  <a:pt x="50" y="273"/>
                </a:cubicBezTo>
                <a:cubicBezTo>
                  <a:pt x="50" y="261"/>
                  <a:pt x="50" y="248"/>
                  <a:pt x="50" y="236"/>
                </a:cubicBezTo>
                <a:cubicBezTo>
                  <a:pt x="50" y="220"/>
                  <a:pt x="50" y="204"/>
                  <a:pt x="50" y="186"/>
                </a:cubicBezTo>
                <a:cubicBezTo>
                  <a:pt x="50" y="169"/>
                  <a:pt x="50" y="152"/>
                  <a:pt x="50" y="138"/>
                </a:cubicBezTo>
                <a:cubicBezTo>
                  <a:pt x="50" y="123"/>
                  <a:pt x="50" y="110"/>
                  <a:pt x="50" y="99"/>
                </a:cubicBezTo>
                <a:cubicBezTo>
                  <a:pt x="50" y="88"/>
                  <a:pt x="50" y="79"/>
                  <a:pt x="49" y="71"/>
                </a:cubicBezTo>
                <a:cubicBezTo>
                  <a:pt x="49" y="63"/>
                  <a:pt x="49" y="60"/>
                  <a:pt x="49" y="60"/>
                </a:cubicBezTo>
                <a:cubicBezTo>
                  <a:pt x="48" y="52"/>
                  <a:pt x="45" y="47"/>
                  <a:pt x="40" y="44"/>
                </a:cubicBezTo>
                <a:cubicBezTo>
                  <a:pt x="35" y="41"/>
                  <a:pt x="26" y="38"/>
                  <a:pt x="11" y="37"/>
                </a:cubicBezTo>
                <a:lnTo>
                  <a:pt x="0" y="37"/>
                </a:lnTo>
                <a:lnTo>
                  <a:pt x="0" y="22"/>
                </a:lnTo>
                <a:cubicBezTo>
                  <a:pt x="0" y="13"/>
                  <a:pt x="0" y="8"/>
                  <a:pt x="1" y="8"/>
                </a:cubicBezTo>
                <a:lnTo>
                  <a:pt x="7" y="7"/>
                </a:lnTo>
                <a:cubicBezTo>
                  <a:pt x="12" y="6"/>
                  <a:pt x="18" y="6"/>
                  <a:pt x="26" y="6"/>
                </a:cubicBezTo>
                <a:cubicBezTo>
                  <a:pt x="34" y="5"/>
                  <a:pt x="42" y="5"/>
                  <a:pt x="50" y="4"/>
                </a:cubicBezTo>
                <a:cubicBezTo>
                  <a:pt x="58" y="4"/>
                  <a:pt x="66" y="3"/>
                  <a:pt x="75" y="3"/>
                </a:cubicBezTo>
                <a:cubicBezTo>
                  <a:pt x="83" y="3"/>
                  <a:pt x="90" y="2"/>
                  <a:pt x="94" y="1"/>
                </a:cubicBezTo>
                <a:cubicBezTo>
                  <a:pt x="98" y="0"/>
                  <a:pt x="101" y="0"/>
                  <a:pt x="101" y="0"/>
                </a:cubicBezTo>
                <a:lnTo>
                  <a:pt x="103" y="0"/>
                </a:lnTo>
                <a:lnTo>
                  <a:pt x="103" y="204"/>
                </a:lnTo>
                <a:cubicBezTo>
                  <a:pt x="103" y="340"/>
                  <a:pt x="103" y="409"/>
                  <a:pt x="104" y="409"/>
                </a:cubicBezTo>
                <a:cubicBezTo>
                  <a:pt x="105" y="413"/>
                  <a:pt x="108" y="415"/>
                  <a:pt x="111" y="416"/>
                </a:cubicBezTo>
                <a:cubicBezTo>
                  <a:pt x="120" y="418"/>
                  <a:pt x="131" y="418"/>
                  <a:pt x="143" y="418"/>
                </a:cubicBezTo>
                <a:lnTo>
                  <a:pt x="153" y="418"/>
                </a:lnTo>
                <a:lnTo>
                  <a:pt x="153" y="448"/>
                </a:lnTo>
                <a:lnTo>
                  <a:pt x="148" y="448"/>
                </a:lnTo>
                <a:lnTo>
                  <a:pt x="133" y="447"/>
                </a:lnTo>
                <a:cubicBezTo>
                  <a:pt x="123" y="447"/>
                  <a:pt x="113" y="447"/>
                  <a:pt x="102" y="447"/>
                </a:cubicBezTo>
                <a:cubicBezTo>
                  <a:pt x="90" y="447"/>
                  <a:pt x="82" y="447"/>
                  <a:pt x="77" y="446"/>
                </a:cubicBezTo>
                <a:cubicBezTo>
                  <a:pt x="72" y="446"/>
                  <a:pt x="64" y="446"/>
                  <a:pt x="52" y="446"/>
                </a:cubicBezTo>
                <a:cubicBezTo>
                  <a:pt x="41" y="447"/>
                  <a:pt x="30" y="447"/>
                  <a:pt x="20" y="447"/>
                </a:cubicBezTo>
                <a:lnTo>
                  <a:pt x="5" y="448"/>
                </a:lnTo>
                <a:lnTo>
                  <a:pt x="0" y="448"/>
                </a:lnTo>
                <a:lnTo>
                  <a:pt x="0" y="418"/>
                </a:lnTo>
                <a:lnTo>
                  <a:pt x="10" y="41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69" name=""/>
          <p:cNvSpPr/>
          <p:nvPr/>
        </p:nvSpPr>
        <p:spPr>
          <a:xfrm>
            <a:off x="7295040" y="2531880"/>
            <a:ext cx="90000" cy="106560"/>
          </a:xfrm>
          <a:custGeom>
            <a:avLst/>
            <a:gdLst/>
            <a:ahLst/>
            <a:rect l="0" t="0" r="r" b="b"/>
            <a:pathLst>
              <a:path w="250" h="296">
                <a:moveTo>
                  <a:pt x="0" y="148"/>
                </a:moveTo>
                <a:cubicBezTo>
                  <a:pt x="0" y="124"/>
                  <a:pt x="4" y="103"/>
                  <a:pt x="13" y="83"/>
                </a:cubicBezTo>
                <a:cubicBezTo>
                  <a:pt x="21" y="64"/>
                  <a:pt x="32" y="48"/>
                  <a:pt x="45" y="36"/>
                </a:cubicBezTo>
                <a:cubicBezTo>
                  <a:pt x="58" y="24"/>
                  <a:pt x="72" y="15"/>
                  <a:pt x="87" y="9"/>
                </a:cubicBezTo>
                <a:cubicBezTo>
                  <a:pt x="102" y="3"/>
                  <a:pt x="116" y="0"/>
                  <a:pt x="129" y="0"/>
                </a:cubicBezTo>
                <a:cubicBezTo>
                  <a:pt x="152" y="0"/>
                  <a:pt x="171" y="4"/>
                  <a:pt x="188" y="11"/>
                </a:cubicBezTo>
                <a:cubicBezTo>
                  <a:pt x="205" y="19"/>
                  <a:pt x="217" y="30"/>
                  <a:pt x="226" y="44"/>
                </a:cubicBezTo>
                <a:cubicBezTo>
                  <a:pt x="235" y="57"/>
                  <a:pt x="241" y="71"/>
                  <a:pt x="244" y="85"/>
                </a:cubicBezTo>
                <a:cubicBezTo>
                  <a:pt x="247" y="98"/>
                  <a:pt x="249" y="114"/>
                  <a:pt x="250" y="130"/>
                </a:cubicBezTo>
                <a:cubicBezTo>
                  <a:pt x="250" y="133"/>
                  <a:pt x="248" y="136"/>
                  <a:pt x="245" y="139"/>
                </a:cubicBezTo>
                <a:lnTo>
                  <a:pt x="63" y="139"/>
                </a:lnTo>
                <a:lnTo>
                  <a:pt x="63" y="149"/>
                </a:lnTo>
                <a:cubicBezTo>
                  <a:pt x="63" y="214"/>
                  <a:pt x="84" y="252"/>
                  <a:pt x="127" y="266"/>
                </a:cubicBezTo>
                <a:cubicBezTo>
                  <a:pt x="136" y="268"/>
                  <a:pt x="145" y="270"/>
                  <a:pt x="155" y="270"/>
                </a:cubicBezTo>
                <a:cubicBezTo>
                  <a:pt x="173" y="270"/>
                  <a:pt x="189" y="263"/>
                  <a:pt x="203" y="249"/>
                </a:cubicBezTo>
                <a:cubicBezTo>
                  <a:pt x="210" y="242"/>
                  <a:pt x="216" y="233"/>
                  <a:pt x="220" y="222"/>
                </a:cubicBezTo>
                <a:lnTo>
                  <a:pt x="227" y="207"/>
                </a:lnTo>
                <a:cubicBezTo>
                  <a:pt x="228" y="205"/>
                  <a:pt x="231" y="205"/>
                  <a:pt x="237" y="205"/>
                </a:cubicBezTo>
                <a:lnTo>
                  <a:pt x="239" y="205"/>
                </a:lnTo>
                <a:cubicBezTo>
                  <a:pt x="246" y="205"/>
                  <a:pt x="250" y="207"/>
                  <a:pt x="250" y="211"/>
                </a:cubicBezTo>
                <a:cubicBezTo>
                  <a:pt x="250" y="213"/>
                  <a:pt x="249" y="216"/>
                  <a:pt x="248" y="220"/>
                </a:cubicBezTo>
                <a:cubicBezTo>
                  <a:pt x="240" y="243"/>
                  <a:pt x="226" y="262"/>
                  <a:pt x="207" y="275"/>
                </a:cubicBezTo>
                <a:cubicBezTo>
                  <a:pt x="187" y="289"/>
                  <a:pt x="166" y="296"/>
                  <a:pt x="143" y="296"/>
                </a:cubicBezTo>
                <a:cubicBezTo>
                  <a:pt x="102" y="296"/>
                  <a:pt x="68" y="281"/>
                  <a:pt x="41" y="252"/>
                </a:cubicBezTo>
                <a:cubicBezTo>
                  <a:pt x="14" y="222"/>
                  <a:pt x="0" y="187"/>
                  <a:pt x="0" y="148"/>
                </a:cubicBezTo>
                <a:moveTo>
                  <a:pt x="197" y="111"/>
                </a:moveTo>
                <a:cubicBezTo>
                  <a:pt x="191" y="56"/>
                  <a:pt x="171" y="27"/>
                  <a:pt x="135" y="24"/>
                </a:cubicBezTo>
                <a:lnTo>
                  <a:pt x="134" y="24"/>
                </a:lnTo>
                <a:cubicBezTo>
                  <a:pt x="130" y="24"/>
                  <a:pt x="127" y="24"/>
                  <a:pt x="123" y="24"/>
                </a:cubicBezTo>
                <a:cubicBezTo>
                  <a:pt x="120" y="25"/>
                  <a:pt x="115" y="26"/>
                  <a:pt x="107" y="29"/>
                </a:cubicBezTo>
                <a:cubicBezTo>
                  <a:pt x="100" y="32"/>
                  <a:pt x="94" y="37"/>
                  <a:pt x="89" y="43"/>
                </a:cubicBezTo>
                <a:cubicBezTo>
                  <a:pt x="83" y="49"/>
                  <a:pt x="78" y="58"/>
                  <a:pt x="74" y="69"/>
                </a:cubicBezTo>
                <a:cubicBezTo>
                  <a:pt x="69" y="81"/>
                  <a:pt x="66" y="95"/>
                  <a:pt x="63" y="112"/>
                </a:cubicBezTo>
                <a:lnTo>
                  <a:pt x="63" y="116"/>
                </a:lnTo>
                <a:lnTo>
                  <a:pt x="197" y="116"/>
                </a:lnTo>
                <a:lnTo>
                  <a:pt x="197" y="11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70" name=""/>
          <p:cNvSpPr/>
          <p:nvPr/>
        </p:nvSpPr>
        <p:spPr>
          <a:xfrm>
            <a:off x="7399080" y="2474640"/>
            <a:ext cx="116640" cy="163800"/>
          </a:xfrm>
          <a:custGeom>
            <a:avLst/>
            <a:gdLst/>
            <a:ahLst/>
            <a:rect l="0" t="0" r="r" b="b"/>
            <a:pathLst>
              <a:path w="324" h="455">
                <a:moveTo>
                  <a:pt x="221" y="129"/>
                </a:moveTo>
                <a:cubicBezTo>
                  <a:pt x="221" y="122"/>
                  <a:pt x="221" y="113"/>
                  <a:pt x="221" y="103"/>
                </a:cubicBezTo>
                <a:cubicBezTo>
                  <a:pt x="221" y="92"/>
                  <a:pt x="222" y="85"/>
                  <a:pt x="222" y="82"/>
                </a:cubicBezTo>
                <a:cubicBezTo>
                  <a:pt x="222" y="62"/>
                  <a:pt x="220" y="50"/>
                  <a:pt x="215" y="46"/>
                </a:cubicBezTo>
                <a:cubicBezTo>
                  <a:pt x="210" y="41"/>
                  <a:pt x="199" y="38"/>
                  <a:pt x="182" y="37"/>
                </a:cubicBezTo>
                <a:lnTo>
                  <a:pt x="170" y="37"/>
                </a:lnTo>
                <a:lnTo>
                  <a:pt x="170" y="22"/>
                </a:lnTo>
                <a:cubicBezTo>
                  <a:pt x="170" y="13"/>
                  <a:pt x="171" y="8"/>
                  <a:pt x="171" y="8"/>
                </a:cubicBezTo>
                <a:lnTo>
                  <a:pt x="178" y="7"/>
                </a:lnTo>
                <a:cubicBezTo>
                  <a:pt x="182" y="6"/>
                  <a:pt x="188" y="6"/>
                  <a:pt x="197" y="6"/>
                </a:cubicBezTo>
                <a:cubicBezTo>
                  <a:pt x="205" y="5"/>
                  <a:pt x="213" y="5"/>
                  <a:pt x="221" y="4"/>
                </a:cubicBezTo>
                <a:cubicBezTo>
                  <a:pt x="229" y="4"/>
                  <a:pt x="237" y="3"/>
                  <a:pt x="245" y="3"/>
                </a:cubicBezTo>
                <a:cubicBezTo>
                  <a:pt x="254" y="3"/>
                  <a:pt x="260" y="2"/>
                  <a:pt x="264" y="1"/>
                </a:cubicBezTo>
                <a:cubicBezTo>
                  <a:pt x="269" y="0"/>
                  <a:pt x="271" y="0"/>
                  <a:pt x="272" y="0"/>
                </a:cubicBezTo>
                <a:lnTo>
                  <a:pt x="273" y="0"/>
                </a:lnTo>
                <a:lnTo>
                  <a:pt x="273" y="197"/>
                </a:lnTo>
                <a:cubicBezTo>
                  <a:pt x="273" y="328"/>
                  <a:pt x="274" y="395"/>
                  <a:pt x="274" y="396"/>
                </a:cubicBezTo>
                <a:cubicBezTo>
                  <a:pt x="275" y="404"/>
                  <a:pt x="278" y="410"/>
                  <a:pt x="283" y="413"/>
                </a:cubicBezTo>
                <a:cubicBezTo>
                  <a:pt x="288" y="415"/>
                  <a:pt x="297" y="417"/>
                  <a:pt x="312" y="418"/>
                </a:cubicBezTo>
                <a:lnTo>
                  <a:pt x="324" y="418"/>
                </a:lnTo>
                <a:lnTo>
                  <a:pt x="324" y="448"/>
                </a:lnTo>
                <a:cubicBezTo>
                  <a:pt x="323" y="448"/>
                  <a:pt x="306" y="449"/>
                  <a:pt x="275" y="451"/>
                </a:cubicBezTo>
                <a:cubicBezTo>
                  <a:pt x="243" y="453"/>
                  <a:pt x="226" y="455"/>
                  <a:pt x="224" y="455"/>
                </a:cubicBezTo>
                <a:lnTo>
                  <a:pt x="219" y="455"/>
                </a:lnTo>
                <a:lnTo>
                  <a:pt x="219" y="420"/>
                </a:lnTo>
                <a:lnTo>
                  <a:pt x="213" y="424"/>
                </a:lnTo>
                <a:cubicBezTo>
                  <a:pt x="188" y="445"/>
                  <a:pt x="161" y="455"/>
                  <a:pt x="130" y="455"/>
                </a:cubicBezTo>
                <a:cubicBezTo>
                  <a:pt x="97" y="455"/>
                  <a:pt x="67" y="442"/>
                  <a:pt x="40" y="416"/>
                </a:cubicBezTo>
                <a:cubicBezTo>
                  <a:pt x="14" y="390"/>
                  <a:pt x="0" y="354"/>
                  <a:pt x="0" y="310"/>
                </a:cubicBezTo>
                <a:cubicBezTo>
                  <a:pt x="0" y="267"/>
                  <a:pt x="14" y="232"/>
                  <a:pt x="41" y="205"/>
                </a:cubicBezTo>
                <a:cubicBezTo>
                  <a:pt x="68" y="178"/>
                  <a:pt x="99" y="164"/>
                  <a:pt x="135" y="164"/>
                </a:cubicBezTo>
                <a:cubicBezTo>
                  <a:pt x="168" y="164"/>
                  <a:pt x="196" y="174"/>
                  <a:pt x="221" y="195"/>
                </a:cubicBezTo>
                <a:lnTo>
                  <a:pt x="221" y="129"/>
                </a:lnTo>
                <a:moveTo>
                  <a:pt x="219" y="228"/>
                </a:moveTo>
                <a:cubicBezTo>
                  <a:pt x="199" y="201"/>
                  <a:pt x="175" y="187"/>
                  <a:pt x="146" y="187"/>
                </a:cubicBezTo>
                <a:cubicBezTo>
                  <a:pt x="125" y="187"/>
                  <a:pt x="106" y="195"/>
                  <a:pt x="90" y="211"/>
                </a:cubicBezTo>
                <a:cubicBezTo>
                  <a:pt x="78" y="223"/>
                  <a:pt x="71" y="236"/>
                  <a:pt x="68" y="252"/>
                </a:cubicBezTo>
                <a:cubicBezTo>
                  <a:pt x="65" y="267"/>
                  <a:pt x="63" y="287"/>
                  <a:pt x="63" y="312"/>
                </a:cubicBezTo>
                <a:cubicBezTo>
                  <a:pt x="63" y="336"/>
                  <a:pt x="64" y="356"/>
                  <a:pt x="67" y="371"/>
                </a:cubicBezTo>
                <a:cubicBezTo>
                  <a:pt x="70" y="386"/>
                  <a:pt x="78" y="399"/>
                  <a:pt x="90" y="410"/>
                </a:cubicBezTo>
                <a:cubicBezTo>
                  <a:pt x="103" y="424"/>
                  <a:pt x="119" y="431"/>
                  <a:pt x="140" y="431"/>
                </a:cubicBezTo>
                <a:cubicBezTo>
                  <a:pt x="170" y="431"/>
                  <a:pt x="197" y="415"/>
                  <a:pt x="219" y="382"/>
                </a:cubicBezTo>
                <a:lnTo>
                  <a:pt x="219" y="2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71" name=""/>
          <p:cNvSpPr/>
          <p:nvPr/>
        </p:nvSpPr>
        <p:spPr>
          <a:xfrm>
            <a:off x="3637800" y="2090880"/>
            <a:ext cx="6500160" cy="20160"/>
          </a:xfrm>
          <a:custGeom>
            <a:avLst/>
            <a:gdLst/>
            <a:ahLst/>
            <a:rect l="0" t="0" r="r" b="b"/>
            <a:pathLst>
              <a:path w="18056" h="56">
                <a:moveTo>
                  <a:pt x="0" y="0"/>
                </a:moveTo>
                <a:lnTo>
                  <a:pt x="18056" y="0"/>
                </a:lnTo>
                <a:lnTo>
                  <a:pt x="18056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72" name=""/>
          <p:cNvSpPr/>
          <p:nvPr/>
        </p:nvSpPr>
        <p:spPr>
          <a:xfrm>
            <a:off x="933120" y="2971440"/>
            <a:ext cx="105120" cy="105480"/>
          </a:xfrm>
          <a:custGeom>
            <a:avLst/>
            <a:gdLst/>
            <a:ahLst/>
            <a:rect l="0" t="0" r="r" b="b"/>
            <a:pathLst>
              <a:path w="292" h="293">
                <a:moveTo>
                  <a:pt x="292" y="147"/>
                </a:moveTo>
                <a:cubicBezTo>
                  <a:pt x="292" y="157"/>
                  <a:pt x="292" y="166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2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2"/>
                  <a:pt x="155" y="293"/>
                  <a:pt x="146" y="293"/>
                </a:cubicBezTo>
                <a:cubicBezTo>
                  <a:pt x="136" y="293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2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7"/>
                  <a:pt x="0" y="147"/>
                </a:cubicBez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3"/>
                  <a:pt x="20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2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4"/>
                </a:cubicBezTo>
                <a:cubicBezTo>
                  <a:pt x="257" y="51"/>
                  <a:pt x="263" y="58"/>
                  <a:pt x="268" y="66"/>
                </a:cubicBezTo>
                <a:cubicBezTo>
                  <a:pt x="273" y="74"/>
                  <a:pt x="278" y="83"/>
                  <a:pt x="281" y="91"/>
                </a:cubicBezTo>
                <a:cubicBezTo>
                  <a:pt x="285" y="100"/>
                  <a:pt x="288" y="109"/>
                  <a:pt x="290" y="119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571320" y="1052640"/>
            <a:ext cx="13341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経験推定量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74" name=""/>
          <p:cNvSpPr/>
          <p:nvPr/>
        </p:nvSpPr>
        <p:spPr>
          <a:xfrm>
            <a:off x="2150280" y="2900880"/>
            <a:ext cx="226080" cy="238320"/>
          </a:xfrm>
          <a:custGeom>
            <a:avLst/>
            <a:gdLst/>
            <a:ahLst/>
            <a:rect l="0" t="0" r="r" b="b"/>
            <a:pathLst>
              <a:path w="628" h="662">
                <a:moveTo>
                  <a:pt x="628" y="246"/>
                </a:moveTo>
                <a:cubicBezTo>
                  <a:pt x="628" y="316"/>
                  <a:pt x="608" y="383"/>
                  <a:pt x="569" y="448"/>
                </a:cubicBezTo>
                <a:cubicBezTo>
                  <a:pt x="530" y="513"/>
                  <a:pt x="480" y="565"/>
                  <a:pt x="419" y="604"/>
                </a:cubicBezTo>
                <a:cubicBezTo>
                  <a:pt x="358" y="642"/>
                  <a:pt x="295" y="662"/>
                  <a:pt x="231" y="662"/>
                </a:cubicBezTo>
                <a:cubicBezTo>
                  <a:pt x="172" y="662"/>
                  <a:pt x="122" y="645"/>
                  <a:pt x="80" y="610"/>
                </a:cubicBezTo>
                <a:cubicBezTo>
                  <a:pt x="38" y="575"/>
                  <a:pt x="11" y="525"/>
                  <a:pt x="1" y="459"/>
                </a:cubicBezTo>
                <a:cubicBezTo>
                  <a:pt x="0" y="454"/>
                  <a:pt x="0" y="441"/>
                  <a:pt x="0" y="420"/>
                </a:cubicBezTo>
                <a:cubicBezTo>
                  <a:pt x="0" y="358"/>
                  <a:pt x="14" y="299"/>
                  <a:pt x="43" y="243"/>
                </a:cubicBezTo>
                <a:cubicBezTo>
                  <a:pt x="72" y="186"/>
                  <a:pt x="112" y="137"/>
                  <a:pt x="161" y="94"/>
                </a:cubicBezTo>
                <a:cubicBezTo>
                  <a:pt x="236" y="31"/>
                  <a:pt x="311" y="0"/>
                  <a:pt x="387" y="0"/>
                </a:cubicBezTo>
                <a:cubicBezTo>
                  <a:pt x="410" y="0"/>
                  <a:pt x="425" y="1"/>
                  <a:pt x="431" y="1"/>
                </a:cubicBezTo>
                <a:cubicBezTo>
                  <a:pt x="490" y="10"/>
                  <a:pt x="537" y="36"/>
                  <a:pt x="573" y="79"/>
                </a:cubicBezTo>
                <a:cubicBezTo>
                  <a:pt x="609" y="123"/>
                  <a:pt x="628" y="178"/>
                  <a:pt x="628" y="246"/>
                </a:cubicBezTo>
                <a:moveTo>
                  <a:pt x="534" y="209"/>
                </a:moveTo>
                <a:cubicBezTo>
                  <a:pt x="534" y="154"/>
                  <a:pt x="520" y="112"/>
                  <a:pt x="492" y="81"/>
                </a:cubicBezTo>
                <a:cubicBezTo>
                  <a:pt x="464" y="51"/>
                  <a:pt x="429" y="36"/>
                  <a:pt x="387" y="36"/>
                </a:cubicBezTo>
                <a:cubicBezTo>
                  <a:pt x="339" y="36"/>
                  <a:pt x="292" y="54"/>
                  <a:pt x="247" y="90"/>
                </a:cubicBezTo>
                <a:cubicBezTo>
                  <a:pt x="199" y="129"/>
                  <a:pt x="162" y="182"/>
                  <a:pt x="136" y="252"/>
                </a:cubicBezTo>
                <a:cubicBezTo>
                  <a:pt x="111" y="322"/>
                  <a:pt x="98" y="386"/>
                  <a:pt x="97" y="445"/>
                </a:cubicBezTo>
                <a:cubicBezTo>
                  <a:pt x="97" y="500"/>
                  <a:pt x="110" y="543"/>
                  <a:pt x="136" y="575"/>
                </a:cubicBezTo>
                <a:cubicBezTo>
                  <a:pt x="162" y="608"/>
                  <a:pt x="197" y="624"/>
                  <a:pt x="240" y="625"/>
                </a:cubicBezTo>
                <a:cubicBezTo>
                  <a:pt x="294" y="625"/>
                  <a:pt x="346" y="601"/>
                  <a:pt x="395" y="553"/>
                </a:cubicBezTo>
                <a:cubicBezTo>
                  <a:pt x="445" y="505"/>
                  <a:pt x="482" y="440"/>
                  <a:pt x="507" y="357"/>
                </a:cubicBezTo>
                <a:cubicBezTo>
                  <a:pt x="525" y="299"/>
                  <a:pt x="534" y="250"/>
                  <a:pt x="534" y="20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75" name=""/>
          <p:cNvSpPr/>
          <p:nvPr/>
        </p:nvSpPr>
        <p:spPr>
          <a:xfrm>
            <a:off x="2414520" y="288576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0" y="455"/>
                </a:moveTo>
                <a:cubicBezTo>
                  <a:pt x="0" y="413"/>
                  <a:pt x="3" y="374"/>
                  <a:pt x="9" y="336"/>
                </a:cubicBezTo>
                <a:cubicBezTo>
                  <a:pt x="15" y="299"/>
                  <a:pt x="22" y="266"/>
                  <a:pt x="30" y="239"/>
                </a:cubicBezTo>
                <a:cubicBezTo>
                  <a:pt x="38" y="211"/>
                  <a:pt x="49" y="185"/>
                  <a:pt x="64" y="159"/>
                </a:cubicBezTo>
                <a:cubicBezTo>
                  <a:pt x="78" y="133"/>
                  <a:pt x="90" y="112"/>
                  <a:pt x="98" y="98"/>
                </a:cubicBezTo>
                <a:cubicBezTo>
                  <a:pt x="107" y="83"/>
                  <a:pt x="119" y="67"/>
                  <a:pt x="137" y="50"/>
                </a:cubicBezTo>
                <a:cubicBezTo>
                  <a:pt x="154" y="33"/>
                  <a:pt x="164" y="23"/>
                  <a:pt x="167" y="19"/>
                </a:cubicBezTo>
                <a:cubicBezTo>
                  <a:pt x="170" y="16"/>
                  <a:pt x="178" y="9"/>
                  <a:pt x="190" y="0"/>
                </a:cubicBezTo>
                <a:lnTo>
                  <a:pt x="202" y="0"/>
                </a:lnTo>
                <a:lnTo>
                  <a:pt x="206" y="0"/>
                </a:lnTo>
                <a:cubicBezTo>
                  <a:pt x="214" y="0"/>
                  <a:pt x="218" y="3"/>
                  <a:pt x="218" y="9"/>
                </a:cubicBezTo>
                <a:cubicBezTo>
                  <a:pt x="218" y="10"/>
                  <a:pt x="213" y="17"/>
                  <a:pt x="203" y="28"/>
                </a:cubicBezTo>
                <a:cubicBezTo>
                  <a:pt x="193" y="39"/>
                  <a:pt x="180" y="55"/>
                  <a:pt x="166" y="76"/>
                </a:cubicBezTo>
                <a:cubicBezTo>
                  <a:pt x="151" y="97"/>
                  <a:pt x="136" y="123"/>
                  <a:pt x="120" y="154"/>
                </a:cubicBezTo>
                <a:cubicBezTo>
                  <a:pt x="105" y="185"/>
                  <a:pt x="92" y="227"/>
                  <a:pt x="82" y="280"/>
                </a:cubicBezTo>
                <a:cubicBezTo>
                  <a:pt x="72" y="332"/>
                  <a:pt x="66" y="391"/>
                  <a:pt x="66" y="455"/>
                </a:cubicBezTo>
                <a:cubicBezTo>
                  <a:pt x="66" y="520"/>
                  <a:pt x="72" y="578"/>
                  <a:pt x="82" y="631"/>
                </a:cubicBezTo>
                <a:cubicBezTo>
                  <a:pt x="92" y="683"/>
                  <a:pt x="105" y="725"/>
                  <a:pt x="119" y="758"/>
                </a:cubicBezTo>
                <a:cubicBezTo>
                  <a:pt x="135" y="790"/>
                  <a:pt x="150" y="816"/>
                  <a:pt x="165" y="836"/>
                </a:cubicBezTo>
                <a:cubicBezTo>
                  <a:pt x="180" y="856"/>
                  <a:pt x="193" y="872"/>
                  <a:pt x="203" y="884"/>
                </a:cubicBezTo>
                <a:cubicBezTo>
                  <a:pt x="213" y="896"/>
                  <a:pt x="218" y="902"/>
                  <a:pt x="218" y="903"/>
                </a:cubicBezTo>
                <a:cubicBezTo>
                  <a:pt x="218" y="909"/>
                  <a:pt x="214" y="911"/>
                  <a:pt x="205" y="911"/>
                </a:cubicBezTo>
                <a:lnTo>
                  <a:pt x="202" y="911"/>
                </a:lnTo>
                <a:lnTo>
                  <a:pt x="190" y="911"/>
                </a:lnTo>
                <a:lnTo>
                  <a:pt x="165" y="889"/>
                </a:lnTo>
                <a:cubicBezTo>
                  <a:pt x="107" y="838"/>
                  <a:pt x="65" y="774"/>
                  <a:pt x="39" y="697"/>
                </a:cubicBezTo>
                <a:cubicBezTo>
                  <a:pt x="13" y="619"/>
                  <a:pt x="0" y="538"/>
                  <a:pt x="0" y="4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76" name=""/>
          <p:cNvSpPr/>
          <p:nvPr/>
        </p:nvSpPr>
        <p:spPr>
          <a:xfrm>
            <a:off x="2541960" y="288576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0" y="455"/>
                </a:moveTo>
                <a:cubicBezTo>
                  <a:pt x="0" y="413"/>
                  <a:pt x="3" y="374"/>
                  <a:pt x="9" y="336"/>
                </a:cubicBezTo>
                <a:cubicBezTo>
                  <a:pt x="15" y="299"/>
                  <a:pt x="22" y="266"/>
                  <a:pt x="30" y="239"/>
                </a:cubicBezTo>
                <a:cubicBezTo>
                  <a:pt x="38" y="211"/>
                  <a:pt x="49" y="185"/>
                  <a:pt x="64" y="159"/>
                </a:cubicBezTo>
                <a:cubicBezTo>
                  <a:pt x="78" y="133"/>
                  <a:pt x="90" y="112"/>
                  <a:pt x="98" y="98"/>
                </a:cubicBezTo>
                <a:cubicBezTo>
                  <a:pt x="107" y="83"/>
                  <a:pt x="119" y="67"/>
                  <a:pt x="136" y="50"/>
                </a:cubicBezTo>
                <a:cubicBezTo>
                  <a:pt x="153" y="33"/>
                  <a:pt x="163" y="23"/>
                  <a:pt x="166" y="19"/>
                </a:cubicBezTo>
                <a:cubicBezTo>
                  <a:pt x="169" y="16"/>
                  <a:pt x="177" y="9"/>
                  <a:pt x="189" y="0"/>
                </a:cubicBezTo>
                <a:lnTo>
                  <a:pt x="201" y="0"/>
                </a:lnTo>
                <a:lnTo>
                  <a:pt x="205" y="0"/>
                </a:lnTo>
                <a:cubicBezTo>
                  <a:pt x="214" y="0"/>
                  <a:pt x="218" y="3"/>
                  <a:pt x="218" y="9"/>
                </a:cubicBezTo>
                <a:cubicBezTo>
                  <a:pt x="218" y="10"/>
                  <a:pt x="213" y="17"/>
                  <a:pt x="202" y="28"/>
                </a:cubicBezTo>
                <a:cubicBezTo>
                  <a:pt x="192" y="39"/>
                  <a:pt x="179" y="55"/>
                  <a:pt x="165" y="76"/>
                </a:cubicBezTo>
                <a:cubicBezTo>
                  <a:pt x="150" y="97"/>
                  <a:pt x="135" y="123"/>
                  <a:pt x="120" y="154"/>
                </a:cubicBezTo>
                <a:cubicBezTo>
                  <a:pt x="105" y="185"/>
                  <a:pt x="92" y="227"/>
                  <a:pt x="82" y="280"/>
                </a:cubicBezTo>
                <a:cubicBezTo>
                  <a:pt x="71" y="332"/>
                  <a:pt x="66" y="391"/>
                  <a:pt x="66" y="455"/>
                </a:cubicBezTo>
                <a:cubicBezTo>
                  <a:pt x="66" y="520"/>
                  <a:pt x="71" y="578"/>
                  <a:pt x="82" y="631"/>
                </a:cubicBezTo>
                <a:cubicBezTo>
                  <a:pt x="92" y="683"/>
                  <a:pt x="105" y="725"/>
                  <a:pt x="119" y="758"/>
                </a:cubicBezTo>
                <a:cubicBezTo>
                  <a:pt x="134" y="790"/>
                  <a:pt x="149" y="816"/>
                  <a:pt x="164" y="836"/>
                </a:cubicBezTo>
                <a:cubicBezTo>
                  <a:pt x="179" y="856"/>
                  <a:pt x="192" y="872"/>
                  <a:pt x="202" y="884"/>
                </a:cubicBezTo>
                <a:cubicBezTo>
                  <a:pt x="213" y="896"/>
                  <a:pt x="218" y="902"/>
                  <a:pt x="218" y="903"/>
                </a:cubicBezTo>
                <a:cubicBezTo>
                  <a:pt x="218" y="909"/>
                  <a:pt x="214" y="911"/>
                  <a:pt x="204" y="911"/>
                </a:cubicBezTo>
                <a:lnTo>
                  <a:pt x="201" y="911"/>
                </a:lnTo>
                <a:lnTo>
                  <a:pt x="189" y="911"/>
                </a:lnTo>
                <a:lnTo>
                  <a:pt x="164" y="889"/>
                </a:lnTo>
                <a:cubicBezTo>
                  <a:pt x="107" y="838"/>
                  <a:pt x="65" y="774"/>
                  <a:pt x="39" y="697"/>
                </a:cubicBezTo>
                <a:cubicBezTo>
                  <a:pt x="13" y="619"/>
                  <a:pt x="0" y="538"/>
                  <a:pt x="0" y="4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77" name=""/>
          <p:cNvSpPr/>
          <p:nvPr/>
        </p:nvSpPr>
        <p:spPr>
          <a:xfrm>
            <a:off x="2645280" y="2986920"/>
            <a:ext cx="183600" cy="148680"/>
          </a:xfrm>
          <a:custGeom>
            <a:avLst/>
            <a:gdLst/>
            <a:ahLst/>
            <a:rect l="0" t="0" r="r" b="b"/>
            <a:pathLst>
              <a:path w="510" h="413">
                <a:moveTo>
                  <a:pt x="0" y="141"/>
                </a:moveTo>
                <a:cubicBezTo>
                  <a:pt x="1" y="137"/>
                  <a:pt x="2" y="132"/>
                  <a:pt x="3" y="126"/>
                </a:cubicBezTo>
                <a:cubicBezTo>
                  <a:pt x="4" y="120"/>
                  <a:pt x="8" y="109"/>
                  <a:pt x="14" y="92"/>
                </a:cubicBezTo>
                <a:cubicBezTo>
                  <a:pt x="21" y="75"/>
                  <a:pt x="27" y="60"/>
                  <a:pt x="33" y="49"/>
                </a:cubicBezTo>
                <a:cubicBezTo>
                  <a:pt x="39" y="37"/>
                  <a:pt x="49" y="26"/>
                  <a:pt x="63" y="15"/>
                </a:cubicBezTo>
                <a:cubicBezTo>
                  <a:pt x="77" y="4"/>
                  <a:pt x="91" y="-1"/>
                  <a:pt x="105" y="0"/>
                </a:cubicBezTo>
                <a:cubicBezTo>
                  <a:pt x="127" y="0"/>
                  <a:pt x="145" y="5"/>
                  <a:pt x="160" y="16"/>
                </a:cubicBezTo>
                <a:cubicBezTo>
                  <a:pt x="174" y="27"/>
                  <a:pt x="183" y="37"/>
                  <a:pt x="187" y="47"/>
                </a:cubicBezTo>
                <a:cubicBezTo>
                  <a:pt x="191" y="57"/>
                  <a:pt x="193" y="63"/>
                  <a:pt x="193" y="66"/>
                </a:cubicBezTo>
                <a:cubicBezTo>
                  <a:pt x="193" y="67"/>
                  <a:pt x="193" y="68"/>
                  <a:pt x="193" y="68"/>
                </a:cubicBezTo>
                <a:lnTo>
                  <a:pt x="203" y="58"/>
                </a:lnTo>
                <a:cubicBezTo>
                  <a:pt x="240" y="19"/>
                  <a:pt x="283" y="0"/>
                  <a:pt x="330" y="0"/>
                </a:cubicBezTo>
                <a:cubicBezTo>
                  <a:pt x="363" y="0"/>
                  <a:pt x="389" y="8"/>
                  <a:pt x="409" y="24"/>
                </a:cubicBezTo>
                <a:cubicBezTo>
                  <a:pt x="429" y="41"/>
                  <a:pt x="439" y="65"/>
                  <a:pt x="440" y="96"/>
                </a:cubicBezTo>
                <a:cubicBezTo>
                  <a:pt x="441" y="128"/>
                  <a:pt x="429" y="176"/>
                  <a:pt x="405" y="240"/>
                </a:cubicBezTo>
                <a:cubicBezTo>
                  <a:pt x="382" y="304"/>
                  <a:pt x="370" y="342"/>
                  <a:pt x="371" y="355"/>
                </a:cubicBezTo>
                <a:cubicBezTo>
                  <a:pt x="371" y="371"/>
                  <a:pt x="376" y="379"/>
                  <a:pt x="386" y="379"/>
                </a:cubicBezTo>
                <a:cubicBezTo>
                  <a:pt x="390" y="379"/>
                  <a:pt x="393" y="379"/>
                  <a:pt x="395" y="378"/>
                </a:cubicBezTo>
                <a:cubicBezTo>
                  <a:pt x="412" y="375"/>
                  <a:pt x="428" y="364"/>
                  <a:pt x="442" y="344"/>
                </a:cubicBezTo>
                <a:cubicBezTo>
                  <a:pt x="456" y="324"/>
                  <a:pt x="466" y="299"/>
                  <a:pt x="474" y="271"/>
                </a:cubicBezTo>
                <a:cubicBezTo>
                  <a:pt x="475" y="266"/>
                  <a:pt x="481" y="264"/>
                  <a:pt x="492" y="264"/>
                </a:cubicBezTo>
                <a:cubicBezTo>
                  <a:pt x="504" y="264"/>
                  <a:pt x="510" y="266"/>
                  <a:pt x="510" y="271"/>
                </a:cubicBezTo>
                <a:cubicBezTo>
                  <a:pt x="510" y="271"/>
                  <a:pt x="509" y="276"/>
                  <a:pt x="506" y="285"/>
                </a:cubicBezTo>
                <a:cubicBezTo>
                  <a:pt x="502" y="302"/>
                  <a:pt x="495" y="319"/>
                  <a:pt x="486" y="336"/>
                </a:cubicBezTo>
                <a:cubicBezTo>
                  <a:pt x="478" y="353"/>
                  <a:pt x="464" y="370"/>
                  <a:pt x="445" y="387"/>
                </a:cubicBezTo>
                <a:cubicBezTo>
                  <a:pt x="425" y="404"/>
                  <a:pt x="404" y="413"/>
                  <a:pt x="382" y="412"/>
                </a:cubicBezTo>
                <a:cubicBezTo>
                  <a:pt x="353" y="412"/>
                  <a:pt x="333" y="404"/>
                  <a:pt x="320" y="387"/>
                </a:cubicBezTo>
                <a:cubicBezTo>
                  <a:pt x="307" y="371"/>
                  <a:pt x="301" y="354"/>
                  <a:pt x="301" y="336"/>
                </a:cubicBezTo>
                <a:cubicBezTo>
                  <a:pt x="301" y="325"/>
                  <a:pt x="312" y="288"/>
                  <a:pt x="334" y="227"/>
                </a:cubicBezTo>
                <a:cubicBezTo>
                  <a:pt x="355" y="166"/>
                  <a:pt x="367" y="119"/>
                  <a:pt x="367" y="88"/>
                </a:cubicBezTo>
                <a:cubicBezTo>
                  <a:pt x="367" y="52"/>
                  <a:pt x="354" y="34"/>
                  <a:pt x="327" y="34"/>
                </a:cubicBezTo>
                <a:lnTo>
                  <a:pt x="323" y="34"/>
                </a:lnTo>
                <a:cubicBezTo>
                  <a:pt x="270" y="34"/>
                  <a:pt x="226" y="65"/>
                  <a:pt x="191" y="126"/>
                </a:cubicBezTo>
                <a:lnTo>
                  <a:pt x="184" y="137"/>
                </a:lnTo>
                <a:lnTo>
                  <a:pt x="154" y="260"/>
                </a:lnTo>
                <a:cubicBezTo>
                  <a:pt x="134" y="339"/>
                  <a:pt x="123" y="382"/>
                  <a:pt x="120" y="388"/>
                </a:cubicBezTo>
                <a:cubicBezTo>
                  <a:pt x="112" y="405"/>
                  <a:pt x="99" y="413"/>
                  <a:pt x="81" y="413"/>
                </a:cubicBezTo>
                <a:cubicBezTo>
                  <a:pt x="73" y="413"/>
                  <a:pt x="66" y="411"/>
                  <a:pt x="61" y="407"/>
                </a:cubicBezTo>
                <a:cubicBezTo>
                  <a:pt x="57" y="404"/>
                  <a:pt x="53" y="400"/>
                  <a:pt x="51" y="396"/>
                </a:cubicBezTo>
                <a:cubicBezTo>
                  <a:pt x="50" y="393"/>
                  <a:pt x="49" y="390"/>
                  <a:pt x="50" y="387"/>
                </a:cubicBezTo>
                <a:cubicBezTo>
                  <a:pt x="50" y="379"/>
                  <a:pt x="61" y="330"/>
                  <a:pt x="84" y="239"/>
                </a:cubicBezTo>
                <a:cubicBezTo>
                  <a:pt x="107" y="147"/>
                  <a:pt x="119" y="98"/>
                  <a:pt x="121" y="90"/>
                </a:cubicBezTo>
                <a:cubicBezTo>
                  <a:pt x="121" y="87"/>
                  <a:pt x="122" y="80"/>
                  <a:pt x="122" y="69"/>
                </a:cubicBezTo>
                <a:cubicBezTo>
                  <a:pt x="122" y="45"/>
                  <a:pt x="114" y="33"/>
                  <a:pt x="100" y="33"/>
                </a:cubicBezTo>
                <a:cubicBezTo>
                  <a:pt x="77" y="33"/>
                  <a:pt x="58" y="64"/>
                  <a:pt x="42" y="124"/>
                </a:cubicBezTo>
                <a:cubicBezTo>
                  <a:pt x="39" y="136"/>
                  <a:pt x="37" y="143"/>
                  <a:pt x="37" y="143"/>
                </a:cubicBezTo>
                <a:cubicBezTo>
                  <a:pt x="36" y="147"/>
                  <a:pt x="30" y="150"/>
                  <a:pt x="20" y="150"/>
                </a:cubicBezTo>
                <a:lnTo>
                  <a:pt x="6" y="150"/>
                </a:lnTo>
                <a:cubicBezTo>
                  <a:pt x="2" y="145"/>
                  <a:pt x="0" y="142"/>
                  <a:pt x="0" y="1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78" name=""/>
          <p:cNvSpPr/>
          <p:nvPr/>
        </p:nvSpPr>
        <p:spPr>
          <a:xfrm>
            <a:off x="2865240" y="3026520"/>
            <a:ext cx="79920" cy="154440"/>
          </a:xfrm>
          <a:custGeom>
            <a:avLst/>
            <a:gdLst/>
            <a:ahLst/>
            <a:rect l="0" t="0" r="r" b="b"/>
            <a:pathLst>
              <a:path w="222" h="429">
                <a:moveTo>
                  <a:pt x="83" y="56"/>
                </a:moveTo>
                <a:lnTo>
                  <a:pt x="75" y="60"/>
                </a:lnTo>
                <a:cubicBezTo>
                  <a:pt x="69" y="62"/>
                  <a:pt x="60" y="64"/>
                  <a:pt x="49" y="66"/>
                </a:cubicBezTo>
                <a:cubicBezTo>
                  <a:pt x="38" y="68"/>
                  <a:pt x="26" y="70"/>
                  <a:pt x="12" y="71"/>
                </a:cubicBezTo>
                <a:lnTo>
                  <a:pt x="0" y="71"/>
                </a:lnTo>
                <a:lnTo>
                  <a:pt x="0" y="41"/>
                </a:lnTo>
                <a:lnTo>
                  <a:pt x="12" y="41"/>
                </a:lnTo>
                <a:cubicBezTo>
                  <a:pt x="32" y="40"/>
                  <a:pt x="51" y="37"/>
                  <a:pt x="68" y="31"/>
                </a:cubicBezTo>
                <a:cubicBezTo>
                  <a:pt x="85" y="26"/>
                  <a:pt x="97" y="21"/>
                  <a:pt x="104" y="16"/>
                </a:cubicBezTo>
                <a:cubicBezTo>
                  <a:pt x="112" y="11"/>
                  <a:pt x="118" y="7"/>
                  <a:pt x="123" y="2"/>
                </a:cubicBezTo>
                <a:cubicBezTo>
                  <a:pt x="124" y="0"/>
                  <a:pt x="126" y="0"/>
                  <a:pt x="131" y="0"/>
                </a:cubicBezTo>
                <a:cubicBezTo>
                  <a:pt x="135" y="0"/>
                  <a:pt x="138" y="1"/>
                  <a:pt x="142" y="4"/>
                </a:cubicBezTo>
                <a:lnTo>
                  <a:pt x="142" y="196"/>
                </a:lnTo>
                <a:lnTo>
                  <a:pt x="142" y="390"/>
                </a:lnTo>
                <a:cubicBezTo>
                  <a:pt x="145" y="393"/>
                  <a:pt x="148" y="395"/>
                  <a:pt x="150" y="396"/>
                </a:cubicBezTo>
                <a:cubicBezTo>
                  <a:pt x="152" y="397"/>
                  <a:pt x="157" y="398"/>
                  <a:pt x="165" y="398"/>
                </a:cubicBezTo>
                <a:cubicBezTo>
                  <a:pt x="174" y="399"/>
                  <a:pt x="187" y="400"/>
                  <a:pt x="205" y="400"/>
                </a:cubicBezTo>
                <a:lnTo>
                  <a:pt x="222" y="400"/>
                </a:lnTo>
                <a:lnTo>
                  <a:pt x="222" y="429"/>
                </a:lnTo>
                <a:lnTo>
                  <a:pt x="215" y="429"/>
                </a:lnTo>
                <a:cubicBezTo>
                  <a:pt x="206" y="428"/>
                  <a:pt x="172" y="427"/>
                  <a:pt x="113" y="427"/>
                </a:cubicBezTo>
                <a:cubicBezTo>
                  <a:pt x="53" y="427"/>
                  <a:pt x="20" y="428"/>
                  <a:pt x="11" y="429"/>
                </a:cubicBezTo>
                <a:lnTo>
                  <a:pt x="3" y="429"/>
                </a:lnTo>
                <a:lnTo>
                  <a:pt x="3" y="400"/>
                </a:lnTo>
                <a:lnTo>
                  <a:pt x="20" y="400"/>
                </a:lnTo>
                <a:cubicBezTo>
                  <a:pt x="29" y="400"/>
                  <a:pt x="37" y="400"/>
                  <a:pt x="44" y="400"/>
                </a:cubicBezTo>
                <a:cubicBezTo>
                  <a:pt x="51" y="400"/>
                  <a:pt x="56" y="399"/>
                  <a:pt x="60" y="399"/>
                </a:cubicBezTo>
                <a:cubicBezTo>
                  <a:pt x="64" y="399"/>
                  <a:pt x="67" y="398"/>
                  <a:pt x="70" y="397"/>
                </a:cubicBezTo>
                <a:cubicBezTo>
                  <a:pt x="73" y="396"/>
                  <a:pt x="75" y="396"/>
                  <a:pt x="76" y="396"/>
                </a:cubicBezTo>
                <a:cubicBezTo>
                  <a:pt x="76" y="396"/>
                  <a:pt x="77" y="395"/>
                  <a:pt x="79" y="393"/>
                </a:cubicBezTo>
                <a:cubicBezTo>
                  <a:pt x="82" y="390"/>
                  <a:pt x="83" y="390"/>
                  <a:pt x="83" y="390"/>
                </a:cubicBezTo>
                <a:lnTo>
                  <a:pt x="83" y="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79" name=""/>
          <p:cNvSpPr/>
          <p:nvPr/>
        </p:nvSpPr>
        <p:spPr>
          <a:xfrm>
            <a:off x="3069360" y="2940480"/>
            <a:ext cx="218520" cy="218160"/>
          </a:xfrm>
          <a:custGeom>
            <a:avLst/>
            <a:gdLst/>
            <a:ahLst/>
            <a:rect l="0" t="0" r="r" b="b"/>
            <a:pathLst>
              <a:path w="607" h="606">
                <a:moveTo>
                  <a:pt x="12" y="285"/>
                </a:moveTo>
                <a:lnTo>
                  <a:pt x="285" y="285"/>
                </a:lnTo>
                <a:lnTo>
                  <a:pt x="285" y="149"/>
                </a:lnTo>
                <a:lnTo>
                  <a:pt x="286" y="12"/>
                </a:lnTo>
                <a:cubicBezTo>
                  <a:pt x="292" y="4"/>
                  <a:pt x="298" y="0"/>
                  <a:pt x="304" y="0"/>
                </a:cubicBezTo>
                <a:cubicBezTo>
                  <a:pt x="312" y="0"/>
                  <a:pt x="318" y="5"/>
                  <a:pt x="322" y="14"/>
                </a:cubicBezTo>
                <a:lnTo>
                  <a:pt x="322" y="285"/>
                </a:lnTo>
                <a:lnTo>
                  <a:pt x="593" y="285"/>
                </a:lnTo>
                <a:cubicBezTo>
                  <a:pt x="602" y="290"/>
                  <a:pt x="607" y="296"/>
                  <a:pt x="607" y="303"/>
                </a:cubicBezTo>
                <a:cubicBezTo>
                  <a:pt x="607" y="311"/>
                  <a:pt x="602" y="317"/>
                  <a:pt x="593" y="322"/>
                </a:cubicBezTo>
                <a:lnTo>
                  <a:pt x="322" y="322"/>
                </a:lnTo>
                <a:lnTo>
                  <a:pt x="322" y="593"/>
                </a:lnTo>
                <a:cubicBezTo>
                  <a:pt x="317" y="601"/>
                  <a:pt x="312" y="606"/>
                  <a:pt x="306" y="606"/>
                </a:cubicBezTo>
                <a:lnTo>
                  <a:pt x="304" y="606"/>
                </a:lnTo>
                <a:lnTo>
                  <a:pt x="302" y="606"/>
                </a:lnTo>
                <a:cubicBezTo>
                  <a:pt x="295" y="606"/>
                  <a:pt x="289" y="601"/>
                  <a:pt x="285" y="593"/>
                </a:cubicBezTo>
                <a:lnTo>
                  <a:pt x="285" y="322"/>
                </a:lnTo>
                <a:lnTo>
                  <a:pt x="12" y="322"/>
                </a:lnTo>
                <a:cubicBezTo>
                  <a:pt x="4" y="317"/>
                  <a:pt x="0" y="311"/>
                  <a:pt x="0" y="303"/>
                </a:cubicBezTo>
                <a:cubicBezTo>
                  <a:pt x="0" y="295"/>
                  <a:pt x="4" y="289"/>
                  <a:pt x="12" y="28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80" name=""/>
          <p:cNvSpPr/>
          <p:nvPr/>
        </p:nvSpPr>
        <p:spPr>
          <a:xfrm>
            <a:off x="3385440" y="2986920"/>
            <a:ext cx="183600" cy="148680"/>
          </a:xfrm>
          <a:custGeom>
            <a:avLst/>
            <a:gdLst/>
            <a:ahLst/>
            <a:rect l="0" t="0" r="r" b="b"/>
            <a:pathLst>
              <a:path w="510" h="413">
                <a:moveTo>
                  <a:pt x="0" y="141"/>
                </a:moveTo>
                <a:cubicBezTo>
                  <a:pt x="1" y="137"/>
                  <a:pt x="1" y="132"/>
                  <a:pt x="3" y="126"/>
                </a:cubicBezTo>
                <a:cubicBezTo>
                  <a:pt x="4" y="120"/>
                  <a:pt x="8" y="109"/>
                  <a:pt x="14" y="92"/>
                </a:cubicBezTo>
                <a:cubicBezTo>
                  <a:pt x="20" y="75"/>
                  <a:pt x="26" y="60"/>
                  <a:pt x="32" y="49"/>
                </a:cubicBezTo>
                <a:cubicBezTo>
                  <a:pt x="38" y="37"/>
                  <a:pt x="48" y="26"/>
                  <a:pt x="62" y="15"/>
                </a:cubicBezTo>
                <a:cubicBezTo>
                  <a:pt x="76" y="4"/>
                  <a:pt x="90" y="-1"/>
                  <a:pt x="104" y="0"/>
                </a:cubicBezTo>
                <a:cubicBezTo>
                  <a:pt x="126" y="0"/>
                  <a:pt x="144" y="5"/>
                  <a:pt x="158" y="16"/>
                </a:cubicBezTo>
                <a:cubicBezTo>
                  <a:pt x="173" y="27"/>
                  <a:pt x="182" y="37"/>
                  <a:pt x="186" y="47"/>
                </a:cubicBezTo>
                <a:cubicBezTo>
                  <a:pt x="189" y="57"/>
                  <a:pt x="191" y="63"/>
                  <a:pt x="191" y="66"/>
                </a:cubicBezTo>
                <a:cubicBezTo>
                  <a:pt x="191" y="67"/>
                  <a:pt x="191" y="68"/>
                  <a:pt x="192" y="68"/>
                </a:cubicBezTo>
                <a:lnTo>
                  <a:pt x="202" y="58"/>
                </a:lnTo>
                <a:cubicBezTo>
                  <a:pt x="239" y="19"/>
                  <a:pt x="281" y="0"/>
                  <a:pt x="328" y="0"/>
                </a:cubicBezTo>
                <a:cubicBezTo>
                  <a:pt x="361" y="0"/>
                  <a:pt x="388" y="8"/>
                  <a:pt x="408" y="24"/>
                </a:cubicBezTo>
                <a:cubicBezTo>
                  <a:pt x="428" y="41"/>
                  <a:pt x="438" y="65"/>
                  <a:pt x="439" y="96"/>
                </a:cubicBezTo>
                <a:cubicBezTo>
                  <a:pt x="439" y="128"/>
                  <a:pt x="428" y="176"/>
                  <a:pt x="404" y="240"/>
                </a:cubicBezTo>
                <a:cubicBezTo>
                  <a:pt x="380" y="304"/>
                  <a:pt x="369" y="342"/>
                  <a:pt x="369" y="355"/>
                </a:cubicBezTo>
                <a:cubicBezTo>
                  <a:pt x="369" y="371"/>
                  <a:pt x="375" y="379"/>
                  <a:pt x="385" y="379"/>
                </a:cubicBezTo>
                <a:cubicBezTo>
                  <a:pt x="388" y="379"/>
                  <a:pt x="391" y="379"/>
                  <a:pt x="393" y="378"/>
                </a:cubicBezTo>
                <a:cubicBezTo>
                  <a:pt x="411" y="375"/>
                  <a:pt x="426" y="364"/>
                  <a:pt x="440" y="344"/>
                </a:cubicBezTo>
                <a:cubicBezTo>
                  <a:pt x="454" y="324"/>
                  <a:pt x="465" y="299"/>
                  <a:pt x="472" y="271"/>
                </a:cubicBezTo>
                <a:cubicBezTo>
                  <a:pt x="473" y="266"/>
                  <a:pt x="479" y="264"/>
                  <a:pt x="490" y="264"/>
                </a:cubicBezTo>
                <a:cubicBezTo>
                  <a:pt x="504" y="264"/>
                  <a:pt x="510" y="266"/>
                  <a:pt x="510" y="271"/>
                </a:cubicBezTo>
                <a:cubicBezTo>
                  <a:pt x="510" y="271"/>
                  <a:pt x="508" y="276"/>
                  <a:pt x="506" y="285"/>
                </a:cubicBezTo>
                <a:cubicBezTo>
                  <a:pt x="500" y="302"/>
                  <a:pt x="493" y="319"/>
                  <a:pt x="485" y="336"/>
                </a:cubicBezTo>
                <a:cubicBezTo>
                  <a:pt x="476" y="353"/>
                  <a:pt x="462" y="370"/>
                  <a:pt x="443" y="387"/>
                </a:cubicBezTo>
                <a:cubicBezTo>
                  <a:pt x="424" y="404"/>
                  <a:pt x="403" y="413"/>
                  <a:pt x="380" y="412"/>
                </a:cubicBezTo>
                <a:cubicBezTo>
                  <a:pt x="352" y="412"/>
                  <a:pt x="331" y="404"/>
                  <a:pt x="318" y="387"/>
                </a:cubicBezTo>
                <a:cubicBezTo>
                  <a:pt x="306" y="371"/>
                  <a:pt x="299" y="354"/>
                  <a:pt x="299" y="336"/>
                </a:cubicBezTo>
                <a:cubicBezTo>
                  <a:pt x="299" y="325"/>
                  <a:pt x="310" y="288"/>
                  <a:pt x="332" y="227"/>
                </a:cubicBezTo>
                <a:cubicBezTo>
                  <a:pt x="354" y="166"/>
                  <a:pt x="365" y="119"/>
                  <a:pt x="366" y="88"/>
                </a:cubicBezTo>
                <a:cubicBezTo>
                  <a:pt x="366" y="52"/>
                  <a:pt x="352" y="34"/>
                  <a:pt x="326" y="34"/>
                </a:cubicBezTo>
                <a:lnTo>
                  <a:pt x="321" y="34"/>
                </a:lnTo>
                <a:cubicBezTo>
                  <a:pt x="269" y="34"/>
                  <a:pt x="225" y="65"/>
                  <a:pt x="189" y="126"/>
                </a:cubicBezTo>
                <a:lnTo>
                  <a:pt x="183" y="137"/>
                </a:lnTo>
                <a:lnTo>
                  <a:pt x="153" y="260"/>
                </a:lnTo>
                <a:cubicBezTo>
                  <a:pt x="133" y="339"/>
                  <a:pt x="121" y="382"/>
                  <a:pt x="118" y="388"/>
                </a:cubicBezTo>
                <a:cubicBezTo>
                  <a:pt x="110" y="405"/>
                  <a:pt x="97" y="413"/>
                  <a:pt x="79" y="413"/>
                </a:cubicBezTo>
                <a:cubicBezTo>
                  <a:pt x="71" y="413"/>
                  <a:pt x="65" y="411"/>
                  <a:pt x="60" y="407"/>
                </a:cubicBezTo>
                <a:cubicBezTo>
                  <a:pt x="55" y="404"/>
                  <a:pt x="52" y="400"/>
                  <a:pt x="50" y="396"/>
                </a:cubicBezTo>
                <a:cubicBezTo>
                  <a:pt x="48" y="393"/>
                  <a:pt x="48" y="390"/>
                  <a:pt x="48" y="387"/>
                </a:cubicBezTo>
                <a:cubicBezTo>
                  <a:pt x="48" y="379"/>
                  <a:pt x="60" y="330"/>
                  <a:pt x="83" y="239"/>
                </a:cubicBezTo>
                <a:cubicBezTo>
                  <a:pt x="106" y="147"/>
                  <a:pt x="118" y="98"/>
                  <a:pt x="119" y="90"/>
                </a:cubicBezTo>
                <a:cubicBezTo>
                  <a:pt x="120" y="87"/>
                  <a:pt x="120" y="80"/>
                  <a:pt x="120" y="69"/>
                </a:cubicBezTo>
                <a:cubicBezTo>
                  <a:pt x="120" y="45"/>
                  <a:pt x="113" y="33"/>
                  <a:pt x="98" y="33"/>
                </a:cubicBezTo>
                <a:cubicBezTo>
                  <a:pt x="75" y="33"/>
                  <a:pt x="56" y="64"/>
                  <a:pt x="41" y="124"/>
                </a:cubicBezTo>
                <a:cubicBezTo>
                  <a:pt x="37" y="136"/>
                  <a:pt x="35" y="143"/>
                  <a:pt x="35" y="143"/>
                </a:cubicBezTo>
                <a:cubicBezTo>
                  <a:pt x="34" y="147"/>
                  <a:pt x="28" y="150"/>
                  <a:pt x="18" y="150"/>
                </a:cubicBezTo>
                <a:lnTo>
                  <a:pt x="5" y="150"/>
                </a:lnTo>
                <a:cubicBezTo>
                  <a:pt x="2" y="145"/>
                  <a:pt x="0" y="142"/>
                  <a:pt x="0" y="1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81" name=""/>
          <p:cNvSpPr/>
          <p:nvPr/>
        </p:nvSpPr>
        <p:spPr>
          <a:xfrm>
            <a:off x="3597480" y="3026520"/>
            <a:ext cx="92880" cy="154440"/>
          </a:xfrm>
          <a:custGeom>
            <a:avLst/>
            <a:gdLst/>
            <a:ahLst/>
            <a:rect l="0" t="0" r="r" b="b"/>
            <a:pathLst>
              <a:path w="258" h="429">
                <a:moveTo>
                  <a:pt x="38" y="152"/>
                </a:moveTo>
                <a:cubicBezTo>
                  <a:pt x="26" y="152"/>
                  <a:pt x="17" y="148"/>
                  <a:pt x="10" y="141"/>
                </a:cubicBezTo>
                <a:cubicBezTo>
                  <a:pt x="3" y="133"/>
                  <a:pt x="0" y="124"/>
                  <a:pt x="0" y="112"/>
                </a:cubicBezTo>
                <a:cubicBezTo>
                  <a:pt x="0" y="82"/>
                  <a:pt x="11" y="56"/>
                  <a:pt x="34" y="33"/>
                </a:cubicBezTo>
                <a:cubicBezTo>
                  <a:pt x="57" y="11"/>
                  <a:pt x="85" y="0"/>
                  <a:pt x="120" y="0"/>
                </a:cubicBezTo>
                <a:cubicBezTo>
                  <a:pt x="159" y="0"/>
                  <a:pt x="192" y="12"/>
                  <a:pt x="218" y="36"/>
                </a:cubicBezTo>
                <a:cubicBezTo>
                  <a:pt x="244" y="60"/>
                  <a:pt x="257" y="91"/>
                  <a:pt x="258" y="129"/>
                </a:cubicBezTo>
                <a:cubicBezTo>
                  <a:pt x="258" y="148"/>
                  <a:pt x="253" y="165"/>
                  <a:pt x="245" y="182"/>
                </a:cubicBezTo>
                <a:cubicBezTo>
                  <a:pt x="236" y="199"/>
                  <a:pt x="226" y="213"/>
                  <a:pt x="214" y="226"/>
                </a:cubicBezTo>
                <a:cubicBezTo>
                  <a:pt x="202" y="238"/>
                  <a:pt x="185" y="254"/>
                  <a:pt x="162" y="273"/>
                </a:cubicBezTo>
                <a:cubicBezTo>
                  <a:pt x="147" y="287"/>
                  <a:pt x="126" y="306"/>
                  <a:pt x="97" y="332"/>
                </a:cubicBezTo>
                <a:lnTo>
                  <a:pt x="59" y="369"/>
                </a:lnTo>
                <a:lnTo>
                  <a:pt x="108" y="370"/>
                </a:lnTo>
                <a:cubicBezTo>
                  <a:pt x="176" y="370"/>
                  <a:pt x="212" y="369"/>
                  <a:pt x="216" y="366"/>
                </a:cubicBezTo>
                <a:cubicBezTo>
                  <a:pt x="219" y="365"/>
                  <a:pt x="225" y="346"/>
                  <a:pt x="232" y="309"/>
                </a:cubicBezTo>
                <a:lnTo>
                  <a:pt x="232" y="307"/>
                </a:lnTo>
                <a:lnTo>
                  <a:pt x="258" y="307"/>
                </a:lnTo>
                <a:lnTo>
                  <a:pt x="258" y="309"/>
                </a:lnTo>
                <a:cubicBezTo>
                  <a:pt x="257" y="310"/>
                  <a:pt x="254" y="329"/>
                  <a:pt x="249" y="368"/>
                </a:cubicBezTo>
                <a:cubicBezTo>
                  <a:pt x="244" y="406"/>
                  <a:pt x="241" y="426"/>
                  <a:pt x="240" y="427"/>
                </a:cubicBezTo>
                <a:lnTo>
                  <a:pt x="240" y="429"/>
                </a:lnTo>
                <a:lnTo>
                  <a:pt x="0" y="429"/>
                </a:lnTo>
                <a:lnTo>
                  <a:pt x="0" y="417"/>
                </a:lnTo>
                <a:lnTo>
                  <a:pt x="0" y="409"/>
                </a:lnTo>
                <a:cubicBezTo>
                  <a:pt x="0" y="406"/>
                  <a:pt x="1" y="403"/>
                  <a:pt x="4" y="400"/>
                </a:cubicBezTo>
                <a:cubicBezTo>
                  <a:pt x="6" y="396"/>
                  <a:pt x="13" y="389"/>
                  <a:pt x="23" y="377"/>
                </a:cubicBezTo>
                <a:cubicBezTo>
                  <a:pt x="36" y="362"/>
                  <a:pt x="46" y="350"/>
                  <a:pt x="55" y="340"/>
                </a:cubicBezTo>
                <a:cubicBezTo>
                  <a:pt x="59" y="336"/>
                  <a:pt x="66" y="328"/>
                  <a:pt x="77" y="316"/>
                </a:cubicBezTo>
                <a:cubicBezTo>
                  <a:pt x="88" y="305"/>
                  <a:pt x="95" y="297"/>
                  <a:pt x="99" y="293"/>
                </a:cubicBezTo>
                <a:cubicBezTo>
                  <a:pt x="103" y="288"/>
                  <a:pt x="109" y="281"/>
                  <a:pt x="118" y="271"/>
                </a:cubicBezTo>
                <a:cubicBezTo>
                  <a:pt x="127" y="261"/>
                  <a:pt x="133" y="254"/>
                  <a:pt x="137" y="249"/>
                </a:cubicBezTo>
                <a:cubicBezTo>
                  <a:pt x="140" y="245"/>
                  <a:pt x="145" y="238"/>
                  <a:pt x="152" y="230"/>
                </a:cubicBezTo>
                <a:cubicBezTo>
                  <a:pt x="158" y="222"/>
                  <a:pt x="162" y="215"/>
                  <a:pt x="165" y="210"/>
                </a:cubicBezTo>
                <a:cubicBezTo>
                  <a:pt x="168" y="204"/>
                  <a:pt x="171" y="198"/>
                  <a:pt x="175" y="191"/>
                </a:cubicBezTo>
                <a:cubicBezTo>
                  <a:pt x="179" y="184"/>
                  <a:pt x="181" y="177"/>
                  <a:pt x="183" y="170"/>
                </a:cubicBezTo>
                <a:cubicBezTo>
                  <a:pt x="185" y="163"/>
                  <a:pt x="186" y="157"/>
                  <a:pt x="188" y="151"/>
                </a:cubicBezTo>
                <a:cubicBezTo>
                  <a:pt x="189" y="145"/>
                  <a:pt x="189" y="138"/>
                  <a:pt x="189" y="130"/>
                </a:cubicBezTo>
                <a:cubicBezTo>
                  <a:pt x="189" y="103"/>
                  <a:pt x="182" y="79"/>
                  <a:pt x="168" y="60"/>
                </a:cubicBezTo>
                <a:cubicBezTo>
                  <a:pt x="153" y="40"/>
                  <a:pt x="132" y="30"/>
                  <a:pt x="104" y="30"/>
                </a:cubicBezTo>
                <a:cubicBezTo>
                  <a:pt x="90" y="30"/>
                  <a:pt x="78" y="34"/>
                  <a:pt x="67" y="41"/>
                </a:cubicBezTo>
                <a:cubicBezTo>
                  <a:pt x="56" y="48"/>
                  <a:pt x="49" y="55"/>
                  <a:pt x="44" y="62"/>
                </a:cubicBezTo>
                <a:cubicBezTo>
                  <a:pt x="40" y="69"/>
                  <a:pt x="38" y="73"/>
                  <a:pt x="38" y="74"/>
                </a:cubicBezTo>
                <a:cubicBezTo>
                  <a:pt x="38" y="75"/>
                  <a:pt x="39" y="75"/>
                  <a:pt x="41" y="75"/>
                </a:cubicBezTo>
                <a:cubicBezTo>
                  <a:pt x="49" y="75"/>
                  <a:pt x="57" y="78"/>
                  <a:pt x="65" y="84"/>
                </a:cubicBezTo>
                <a:cubicBezTo>
                  <a:pt x="73" y="90"/>
                  <a:pt x="77" y="100"/>
                  <a:pt x="77" y="114"/>
                </a:cubicBezTo>
                <a:cubicBezTo>
                  <a:pt x="77" y="124"/>
                  <a:pt x="74" y="133"/>
                  <a:pt x="67" y="141"/>
                </a:cubicBezTo>
                <a:cubicBezTo>
                  <a:pt x="60" y="148"/>
                  <a:pt x="50" y="152"/>
                  <a:pt x="38" y="15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82" name=""/>
          <p:cNvSpPr/>
          <p:nvPr/>
        </p:nvSpPr>
        <p:spPr>
          <a:xfrm>
            <a:off x="3736080" y="288576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4" y="22"/>
                </a:lnTo>
                <a:cubicBezTo>
                  <a:pt x="111" y="74"/>
                  <a:pt x="153" y="138"/>
                  <a:pt x="179" y="215"/>
                </a:cubicBezTo>
                <a:cubicBezTo>
                  <a:pt x="206" y="292"/>
                  <a:pt x="219" y="372"/>
                  <a:pt x="219" y="455"/>
                </a:cubicBezTo>
                <a:cubicBezTo>
                  <a:pt x="219" y="497"/>
                  <a:pt x="216" y="536"/>
                  <a:pt x="209" y="575"/>
                </a:cubicBezTo>
                <a:cubicBezTo>
                  <a:pt x="203" y="613"/>
                  <a:pt x="196" y="646"/>
                  <a:pt x="189" y="673"/>
                </a:cubicBezTo>
                <a:cubicBezTo>
                  <a:pt x="181" y="700"/>
                  <a:pt x="169" y="726"/>
                  <a:pt x="155" y="753"/>
                </a:cubicBezTo>
                <a:cubicBezTo>
                  <a:pt x="139" y="780"/>
                  <a:pt x="128" y="800"/>
                  <a:pt x="119" y="814"/>
                </a:cubicBezTo>
                <a:cubicBezTo>
                  <a:pt x="111" y="828"/>
                  <a:pt x="98" y="843"/>
                  <a:pt x="82" y="860"/>
                </a:cubicBezTo>
                <a:cubicBezTo>
                  <a:pt x="66" y="877"/>
                  <a:pt x="56" y="887"/>
                  <a:pt x="53" y="890"/>
                </a:cubicBezTo>
                <a:cubicBezTo>
                  <a:pt x="50" y="893"/>
                  <a:pt x="43" y="899"/>
                  <a:pt x="32" y="908"/>
                </a:cubicBezTo>
                <a:cubicBezTo>
                  <a:pt x="30" y="909"/>
                  <a:pt x="29" y="911"/>
                  <a:pt x="28" y="911"/>
                </a:cubicBezTo>
                <a:lnTo>
                  <a:pt x="17" y="911"/>
                </a:lnTo>
                <a:cubicBezTo>
                  <a:pt x="13" y="911"/>
                  <a:pt x="9" y="911"/>
                  <a:pt x="7" y="911"/>
                </a:cubicBezTo>
                <a:cubicBezTo>
                  <a:pt x="6" y="911"/>
                  <a:pt x="4" y="910"/>
                  <a:pt x="3" y="909"/>
                </a:cubicBezTo>
                <a:cubicBezTo>
                  <a:pt x="2" y="907"/>
                  <a:pt x="1" y="904"/>
                  <a:pt x="0" y="900"/>
                </a:cubicBezTo>
                <a:cubicBezTo>
                  <a:pt x="1" y="900"/>
                  <a:pt x="4" y="896"/>
                  <a:pt x="10" y="889"/>
                </a:cubicBezTo>
                <a:cubicBezTo>
                  <a:pt x="104" y="791"/>
                  <a:pt x="152" y="647"/>
                  <a:pt x="152" y="455"/>
                </a:cubicBezTo>
                <a:cubicBezTo>
                  <a:pt x="152" y="265"/>
                  <a:pt x="104" y="121"/>
                  <a:pt x="10" y="23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83" name=""/>
          <p:cNvSpPr/>
          <p:nvPr/>
        </p:nvSpPr>
        <p:spPr>
          <a:xfrm>
            <a:off x="3908520" y="2904120"/>
            <a:ext cx="78480" cy="227880"/>
          </a:xfrm>
          <a:custGeom>
            <a:avLst/>
            <a:gdLst/>
            <a:ahLst/>
            <a:rect l="0" t="0" r="r" b="b"/>
            <a:pathLst>
              <a:path w="218" h="633">
                <a:moveTo>
                  <a:pt x="16" y="591"/>
                </a:moveTo>
                <a:lnTo>
                  <a:pt x="29" y="591"/>
                </a:lnTo>
                <a:cubicBezTo>
                  <a:pt x="52" y="591"/>
                  <a:pt x="66" y="587"/>
                  <a:pt x="71" y="578"/>
                </a:cubicBezTo>
                <a:lnTo>
                  <a:pt x="71" y="571"/>
                </a:lnTo>
                <a:cubicBezTo>
                  <a:pt x="71" y="565"/>
                  <a:pt x="71" y="559"/>
                  <a:pt x="71" y="550"/>
                </a:cubicBezTo>
                <a:cubicBezTo>
                  <a:pt x="71" y="542"/>
                  <a:pt x="71" y="532"/>
                  <a:pt x="71" y="520"/>
                </a:cubicBezTo>
                <a:cubicBezTo>
                  <a:pt x="71" y="508"/>
                  <a:pt x="72" y="495"/>
                  <a:pt x="72" y="481"/>
                </a:cubicBezTo>
                <a:cubicBezTo>
                  <a:pt x="73" y="466"/>
                  <a:pt x="73" y="450"/>
                  <a:pt x="72" y="434"/>
                </a:cubicBezTo>
                <a:cubicBezTo>
                  <a:pt x="72" y="419"/>
                  <a:pt x="72" y="402"/>
                  <a:pt x="72" y="384"/>
                </a:cubicBezTo>
                <a:cubicBezTo>
                  <a:pt x="73" y="367"/>
                  <a:pt x="73" y="349"/>
                  <a:pt x="72" y="332"/>
                </a:cubicBezTo>
                <a:cubicBezTo>
                  <a:pt x="72" y="310"/>
                  <a:pt x="72" y="286"/>
                  <a:pt x="72" y="261"/>
                </a:cubicBezTo>
                <a:cubicBezTo>
                  <a:pt x="72" y="237"/>
                  <a:pt x="72" y="214"/>
                  <a:pt x="72" y="193"/>
                </a:cubicBezTo>
                <a:cubicBezTo>
                  <a:pt x="72" y="173"/>
                  <a:pt x="72" y="154"/>
                  <a:pt x="72" y="139"/>
                </a:cubicBezTo>
                <a:cubicBezTo>
                  <a:pt x="72" y="123"/>
                  <a:pt x="72" y="110"/>
                  <a:pt x="71" y="99"/>
                </a:cubicBezTo>
                <a:cubicBezTo>
                  <a:pt x="71" y="88"/>
                  <a:pt x="71" y="83"/>
                  <a:pt x="71" y="83"/>
                </a:cubicBezTo>
                <a:cubicBezTo>
                  <a:pt x="70" y="72"/>
                  <a:pt x="65" y="64"/>
                  <a:pt x="59" y="60"/>
                </a:cubicBezTo>
                <a:cubicBezTo>
                  <a:pt x="52" y="57"/>
                  <a:pt x="38" y="54"/>
                  <a:pt x="18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2" y="10"/>
                  <a:pt x="3" y="10"/>
                </a:cubicBezTo>
                <a:lnTo>
                  <a:pt x="12" y="9"/>
                </a:lnTo>
                <a:cubicBezTo>
                  <a:pt x="18" y="9"/>
                  <a:pt x="27" y="8"/>
                  <a:pt x="39" y="8"/>
                </a:cubicBezTo>
                <a:cubicBezTo>
                  <a:pt x="50" y="7"/>
                  <a:pt x="61" y="6"/>
                  <a:pt x="72" y="6"/>
                </a:cubicBezTo>
                <a:cubicBezTo>
                  <a:pt x="83" y="5"/>
                  <a:pt x="94" y="5"/>
                  <a:pt x="106" y="4"/>
                </a:cubicBezTo>
                <a:cubicBezTo>
                  <a:pt x="118" y="3"/>
                  <a:pt x="127" y="2"/>
                  <a:pt x="133" y="1"/>
                </a:cubicBezTo>
                <a:cubicBezTo>
                  <a:pt x="139" y="0"/>
                  <a:pt x="143" y="0"/>
                  <a:pt x="143" y="0"/>
                </a:cubicBezTo>
                <a:lnTo>
                  <a:pt x="146" y="0"/>
                </a:lnTo>
                <a:lnTo>
                  <a:pt x="146" y="287"/>
                </a:lnTo>
                <a:cubicBezTo>
                  <a:pt x="146" y="480"/>
                  <a:pt x="146" y="577"/>
                  <a:pt x="147" y="578"/>
                </a:cubicBezTo>
                <a:cubicBezTo>
                  <a:pt x="149" y="583"/>
                  <a:pt x="153" y="586"/>
                  <a:pt x="158" y="588"/>
                </a:cubicBezTo>
                <a:cubicBezTo>
                  <a:pt x="171" y="590"/>
                  <a:pt x="185" y="591"/>
                  <a:pt x="202" y="591"/>
                </a:cubicBezTo>
                <a:lnTo>
                  <a:pt x="218" y="591"/>
                </a:lnTo>
                <a:lnTo>
                  <a:pt x="218" y="633"/>
                </a:lnTo>
                <a:lnTo>
                  <a:pt x="210" y="633"/>
                </a:lnTo>
                <a:lnTo>
                  <a:pt x="189" y="632"/>
                </a:lnTo>
                <a:cubicBezTo>
                  <a:pt x="175" y="631"/>
                  <a:pt x="160" y="631"/>
                  <a:pt x="144" y="631"/>
                </a:cubicBezTo>
                <a:cubicBezTo>
                  <a:pt x="128" y="631"/>
                  <a:pt x="117" y="631"/>
                  <a:pt x="110" y="630"/>
                </a:cubicBezTo>
                <a:cubicBezTo>
                  <a:pt x="102" y="629"/>
                  <a:pt x="91" y="629"/>
                  <a:pt x="75" y="630"/>
                </a:cubicBezTo>
                <a:cubicBezTo>
                  <a:pt x="59" y="631"/>
                  <a:pt x="44" y="631"/>
                  <a:pt x="29" y="632"/>
                </a:cubicBezTo>
                <a:lnTo>
                  <a:pt x="9" y="633"/>
                </a:lnTo>
                <a:lnTo>
                  <a:pt x="0" y="633"/>
                </a:lnTo>
                <a:lnTo>
                  <a:pt x="0" y="591"/>
                </a:lnTo>
                <a:lnTo>
                  <a:pt x="16" y="59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84" name=""/>
          <p:cNvSpPr/>
          <p:nvPr/>
        </p:nvSpPr>
        <p:spPr>
          <a:xfrm>
            <a:off x="4000320" y="2984760"/>
            <a:ext cx="145440" cy="150480"/>
          </a:xfrm>
          <a:custGeom>
            <a:avLst/>
            <a:gdLst/>
            <a:ahLst/>
            <a:rect l="0" t="0" r="r" b="b"/>
            <a:pathLst>
              <a:path w="404" h="418">
                <a:moveTo>
                  <a:pt x="0" y="213"/>
                </a:moveTo>
                <a:cubicBezTo>
                  <a:pt x="0" y="155"/>
                  <a:pt x="20" y="106"/>
                  <a:pt x="59" y="64"/>
                </a:cubicBezTo>
                <a:cubicBezTo>
                  <a:pt x="99" y="22"/>
                  <a:pt x="146" y="1"/>
                  <a:pt x="202" y="0"/>
                </a:cubicBezTo>
                <a:cubicBezTo>
                  <a:pt x="257" y="0"/>
                  <a:pt x="304" y="21"/>
                  <a:pt x="343" y="62"/>
                </a:cubicBezTo>
                <a:cubicBezTo>
                  <a:pt x="384" y="103"/>
                  <a:pt x="404" y="153"/>
                  <a:pt x="404" y="212"/>
                </a:cubicBezTo>
                <a:cubicBezTo>
                  <a:pt x="404" y="271"/>
                  <a:pt x="385" y="319"/>
                  <a:pt x="345" y="359"/>
                </a:cubicBezTo>
                <a:cubicBezTo>
                  <a:pt x="306" y="398"/>
                  <a:pt x="258" y="418"/>
                  <a:pt x="202" y="418"/>
                </a:cubicBezTo>
                <a:cubicBezTo>
                  <a:pt x="143" y="418"/>
                  <a:pt x="95" y="398"/>
                  <a:pt x="57" y="357"/>
                </a:cubicBezTo>
                <a:cubicBezTo>
                  <a:pt x="20" y="316"/>
                  <a:pt x="1" y="269"/>
                  <a:pt x="0" y="213"/>
                </a:cubicBezTo>
                <a:moveTo>
                  <a:pt x="202" y="382"/>
                </a:moveTo>
                <a:cubicBezTo>
                  <a:pt x="276" y="382"/>
                  <a:pt x="313" y="332"/>
                  <a:pt x="313" y="232"/>
                </a:cubicBezTo>
                <a:lnTo>
                  <a:pt x="313" y="203"/>
                </a:lnTo>
                <a:lnTo>
                  <a:pt x="313" y="180"/>
                </a:lnTo>
                <a:cubicBezTo>
                  <a:pt x="313" y="167"/>
                  <a:pt x="313" y="155"/>
                  <a:pt x="312" y="146"/>
                </a:cubicBezTo>
                <a:cubicBezTo>
                  <a:pt x="312" y="136"/>
                  <a:pt x="309" y="125"/>
                  <a:pt x="306" y="111"/>
                </a:cubicBezTo>
                <a:cubicBezTo>
                  <a:pt x="302" y="98"/>
                  <a:pt x="297" y="87"/>
                  <a:pt x="291" y="78"/>
                </a:cubicBezTo>
                <a:cubicBezTo>
                  <a:pt x="285" y="70"/>
                  <a:pt x="276" y="61"/>
                  <a:pt x="263" y="53"/>
                </a:cubicBezTo>
                <a:cubicBezTo>
                  <a:pt x="250" y="44"/>
                  <a:pt x="235" y="38"/>
                  <a:pt x="218" y="35"/>
                </a:cubicBezTo>
                <a:cubicBezTo>
                  <a:pt x="215" y="34"/>
                  <a:pt x="211" y="34"/>
                  <a:pt x="204" y="34"/>
                </a:cubicBezTo>
                <a:cubicBezTo>
                  <a:pt x="186" y="34"/>
                  <a:pt x="168" y="37"/>
                  <a:pt x="152" y="45"/>
                </a:cubicBezTo>
                <a:cubicBezTo>
                  <a:pt x="126" y="58"/>
                  <a:pt x="109" y="77"/>
                  <a:pt x="101" y="100"/>
                </a:cubicBezTo>
                <a:cubicBezTo>
                  <a:pt x="93" y="124"/>
                  <a:pt x="89" y="152"/>
                  <a:pt x="89" y="184"/>
                </a:cubicBezTo>
                <a:lnTo>
                  <a:pt x="89" y="202"/>
                </a:lnTo>
                <a:cubicBezTo>
                  <a:pt x="89" y="261"/>
                  <a:pt x="95" y="302"/>
                  <a:pt x="106" y="326"/>
                </a:cubicBezTo>
                <a:cubicBezTo>
                  <a:pt x="126" y="363"/>
                  <a:pt x="158" y="382"/>
                  <a:pt x="202" y="38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85" name=""/>
          <p:cNvSpPr/>
          <p:nvPr/>
        </p:nvSpPr>
        <p:spPr>
          <a:xfrm>
            <a:off x="4164480" y="2983320"/>
            <a:ext cx="149760" cy="216000"/>
          </a:xfrm>
          <a:custGeom>
            <a:avLst/>
            <a:gdLst/>
            <a:ahLst/>
            <a:rect l="0" t="0" r="r" b="b"/>
            <a:pathLst>
              <a:path w="416" h="600">
                <a:moveTo>
                  <a:pt x="274" y="40"/>
                </a:moveTo>
                <a:cubicBezTo>
                  <a:pt x="301" y="13"/>
                  <a:pt x="331" y="0"/>
                  <a:pt x="365" y="0"/>
                </a:cubicBezTo>
                <a:cubicBezTo>
                  <a:pt x="383" y="0"/>
                  <a:pt x="396" y="5"/>
                  <a:pt x="404" y="17"/>
                </a:cubicBezTo>
                <a:cubicBezTo>
                  <a:pt x="412" y="28"/>
                  <a:pt x="416" y="40"/>
                  <a:pt x="416" y="51"/>
                </a:cubicBezTo>
                <a:cubicBezTo>
                  <a:pt x="416" y="60"/>
                  <a:pt x="413" y="68"/>
                  <a:pt x="408" y="74"/>
                </a:cubicBezTo>
                <a:cubicBezTo>
                  <a:pt x="402" y="81"/>
                  <a:pt x="394" y="84"/>
                  <a:pt x="383" y="84"/>
                </a:cubicBezTo>
                <a:cubicBezTo>
                  <a:pt x="363" y="84"/>
                  <a:pt x="352" y="75"/>
                  <a:pt x="349" y="57"/>
                </a:cubicBezTo>
                <a:cubicBezTo>
                  <a:pt x="348" y="48"/>
                  <a:pt x="349" y="42"/>
                  <a:pt x="352" y="38"/>
                </a:cubicBezTo>
                <a:cubicBezTo>
                  <a:pt x="352" y="37"/>
                  <a:pt x="352" y="36"/>
                  <a:pt x="353" y="35"/>
                </a:cubicBezTo>
                <a:lnTo>
                  <a:pt x="353" y="34"/>
                </a:lnTo>
                <a:cubicBezTo>
                  <a:pt x="336" y="36"/>
                  <a:pt x="320" y="43"/>
                  <a:pt x="305" y="54"/>
                </a:cubicBezTo>
                <a:cubicBezTo>
                  <a:pt x="300" y="57"/>
                  <a:pt x="298" y="59"/>
                  <a:pt x="298" y="61"/>
                </a:cubicBezTo>
                <a:cubicBezTo>
                  <a:pt x="298" y="61"/>
                  <a:pt x="299" y="63"/>
                  <a:pt x="301" y="65"/>
                </a:cubicBezTo>
                <a:cubicBezTo>
                  <a:pt x="304" y="68"/>
                  <a:pt x="306" y="71"/>
                  <a:pt x="309" y="76"/>
                </a:cubicBezTo>
                <a:cubicBezTo>
                  <a:pt x="312" y="81"/>
                  <a:pt x="316" y="86"/>
                  <a:pt x="319" y="92"/>
                </a:cubicBezTo>
                <a:cubicBezTo>
                  <a:pt x="323" y="98"/>
                  <a:pt x="326" y="106"/>
                  <a:pt x="328" y="116"/>
                </a:cubicBezTo>
                <a:cubicBezTo>
                  <a:pt x="329" y="126"/>
                  <a:pt x="331" y="136"/>
                  <a:pt x="331" y="146"/>
                </a:cubicBezTo>
                <a:cubicBezTo>
                  <a:pt x="331" y="184"/>
                  <a:pt x="316" y="216"/>
                  <a:pt x="287" y="242"/>
                </a:cubicBezTo>
                <a:cubicBezTo>
                  <a:pt x="257" y="268"/>
                  <a:pt x="219" y="281"/>
                  <a:pt x="176" y="282"/>
                </a:cubicBezTo>
                <a:cubicBezTo>
                  <a:pt x="145" y="282"/>
                  <a:pt x="115" y="273"/>
                  <a:pt x="85" y="256"/>
                </a:cubicBezTo>
                <a:cubicBezTo>
                  <a:pt x="79" y="267"/>
                  <a:pt x="75" y="279"/>
                  <a:pt x="75" y="291"/>
                </a:cubicBezTo>
                <a:cubicBezTo>
                  <a:pt x="75" y="312"/>
                  <a:pt x="83" y="328"/>
                  <a:pt x="99" y="338"/>
                </a:cubicBezTo>
                <a:cubicBezTo>
                  <a:pt x="105" y="342"/>
                  <a:pt x="110" y="344"/>
                  <a:pt x="115" y="344"/>
                </a:cubicBezTo>
                <a:cubicBezTo>
                  <a:pt x="119" y="344"/>
                  <a:pt x="141" y="344"/>
                  <a:pt x="180" y="345"/>
                </a:cubicBezTo>
                <a:cubicBezTo>
                  <a:pt x="232" y="346"/>
                  <a:pt x="265" y="348"/>
                  <a:pt x="279" y="351"/>
                </a:cubicBezTo>
                <a:cubicBezTo>
                  <a:pt x="316" y="356"/>
                  <a:pt x="345" y="369"/>
                  <a:pt x="367" y="388"/>
                </a:cubicBezTo>
                <a:cubicBezTo>
                  <a:pt x="390" y="413"/>
                  <a:pt x="402" y="443"/>
                  <a:pt x="402" y="478"/>
                </a:cubicBezTo>
                <a:cubicBezTo>
                  <a:pt x="402" y="519"/>
                  <a:pt x="379" y="550"/>
                  <a:pt x="331" y="572"/>
                </a:cubicBezTo>
                <a:cubicBezTo>
                  <a:pt x="295" y="591"/>
                  <a:pt x="252" y="600"/>
                  <a:pt x="201" y="600"/>
                </a:cubicBezTo>
                <a:cubicBezTo>
                  <a:pt x="151" y="600"/>
                  <a:pt x="107" y="591"/>
                  <a:pt x="71" y="572"/>
                </a:cubicBezTo>
                <a:cubicBezTo>
                  <a:pt x="24" y="551"/>
                  <a:pt x="0" y="520"/>
                  <a:pt x="0" y="481"/>
                </a:cubicBezTo>
                <a:cubicBezTo>
                  <a:pt x="0" y="459"/>
                  <a:pt x="6" y="441"/>
                  <a:pt x="19" y="426"/>
                </a:cubicBezTo>
                <a:cubicBezTo>
                  <a:pt x="32" y="412"/>
                  <a:pt x="44" y="402"/>
                  <a:pt x="57" y="395"/>
                </a:cubicBezTo>
                <a:lnTo>
                  <a:pt x="67" y="390"/>
                </a:lnTo>
                <a:cubicBezTo>
                  <a:pt x="45" y="371"/>
                  <a:pt x="34" y="346"/>
                  <a:pt x="34" y="314"/>
                </a:cubicBezTo>
                <a:cubicBezTo>
                  <a:pt x="34" y="285"/>
                  <a:pt x="43" y="259"/>
                  <a:pt x="61" y="236"/>
                </a:cubicBezTo>
                <a:cubicBezTo>
                  <a:pt x="34" y="210"/>
                  <a:pt x="21" y="179"/>
                  <a:pt x="21" y="146"/>
                </a:cubicBezTo>
                <a:cubicBezTo>
                  <a:pt x="21" y="108"/>
                  <a:pt x="36" y="76"/>
                  <a:pt x="66" y="50"/>
                </a:cubicBezTo>
                <a:cubicBezTo>
                  <a:pt x="97" y="24"/>
                  <a:pt x="133" y="10"/>
                  <a:pt x="176" y="10"/>
                </a:cubicBezTo>
                <a:cubicBezTo>
                  <a:pt x="207" y="10"/>
                  <a:pt x="237" y="18"/>
                  <a:pt x="264" y="33"/>
                </a:cubicBezTo>
                <a:lnTo>
                  <a:pt x="274" y="40"/>
                </a:lnTo>
                <a:moveTo>
                  <a:pt x="247" y="100"/>
                </a:moveTo>
                <a:cubicBezTo>
                  <a:pt x="244" y="83"/>
                  <a:pt x="236" y="69"/>
                  <a:pt x="222" y="60"/>
                </a:cubicBezTo>
                <a:cubicBezTo>
                  <a:pt x="209" y="50"/>
                  <a:pt x="193" y="45"/>
                  <a:pt x="175" y="44"/>
                </a:cubicBezTo>
                <a:cubicBezTo>
                  <a:pt x="157" y="44"/>
                  <a:pt x="142" y="49"/>
                  <a:pt x="129" y="59"/>
                </a:cubicBezTo>
                <a:cubicBezTo>
                  <a:pt x="116" y="68"/>
                  <a:pt x="108" y="82"/>
                  <a:pt x="105" y="100"/>
                </a:cubicBezTo>
                <a:cubicBezTo>
                  <a:pt x="104" y="110"/>
                  <a:pt x="103" y="125"/>
                  <a:pt x="103" y="146"/>
                </a:cubicBezTo>
                <a:cubicBezTo>
                  <a:pt x="103" y="173"/>
                  <a:pt x="105" y="193"/>
                  <a:pt x="109" y="205"/>
                </a:cubicBezTo>
                <a:cubicBezTo>
                  <a:pt x="113" y="218"/>
                  <a:pt x="122" y="229"/>
                  <a:pt x="136" y="237"/>
                </a:cubicBezTo>
                <a:cubicBezTo>
                  <a:pt x="147" y="243"/>
                  <a:pt x="160" y="246"/>
                  <a:pt x="176" y="246"/>
                </a:cubicBezTo>
                <a:cubicBezTo>
                  <a:pt x="189" y="246"/>
                  <a:pt x="200" y="244"/>
                  <a:pt x="210" y="240"/>
                </a:cubicBezTo>
                <a:cubicBezTo>
                  <a:pt x="220" y="236"/>
                  <a:pt x="227" y="230"/>
                  <a:pt x="232" y="223"/>
                </a:cubicBezTo>
                <a:cubicBezTo>
                  <a:pt x="236" y="217"/>
                  <a:pt x="240" y="211"/>
                  <a:pt x="242" y="205"/>
                </a:cubicBezTo>
                <a:cubicBezTo>
                  <a:pt x="244" y="200"/>
                  <a:pt x="246" y="195"/>
                  <a:pt x="247" y="192"/>
                </a:cubicBezTo>
                <a:cubicBezTo>
                  <a:pt x="248" y="182"/>
                  <a:pt x="249" y="167"/>
                  <a:pt x="249" y="146"/>
                </a:cubicBezTo>
                <a:cubicBezTo>
                  <a:pt x="249" y="125"/>
                  <a:pt x="248" y="110"/>
                  <a:pt x="247" y="100"/>
                </a:cubicBezTo>
                <a:moveTo>
                  <a:pt x="341" y="481"/>
                </a:moveTo>
                <a:cubicBezTo>
                  <a:pt x="341" y="466"/>
                  <a:pt x="337" y="453"/>
                  <a:pt x="328" y="444"/>
                </a:cubicBezTo>
                <a:cubicBezTo>
                  <a:pt x="320" y="434"/>
                  <a:pt x="308" y="427"/>
                  <a:pt x="291" y="423"/>
                </a:cubicBezTo>
                <a:cubicBezTo>
                  <a:pt x="275" y="419"/>
                  <a:pt x="260" y="416"/>
                  <a:pt x="247" y="415"/>
                </a:cubicBezTo>
                <a:cubicBezTo>
                  <a:pt x="233" y="413"/>
                  <a:pt x="216" y="413"/>
                  <a:pt x="196" y="413"/>
                </a:cubicBezTo>
                <a:lnTo>
                  <a:pt x="172" y="413"/>
                </a:lnTo>
                <a:cubicBezTo>
                  <a:pt x="131" y="413"/>
                  <a:pt x="107" y="415"/>
                  <a:pt x="99" y="418"/>
                </a:cubicBezTo>
                <a:cubicBezTo>
                  <a:pt x="87" y="424"/>
                  <a:pt x="78" y="432"/>
                  <a:pt x="71" y="444"/>
                </a:cubicBezTo>
                <a:cubicBezTo>
                  <a:pt x="64" y="455"/>
                  <a:pt x="61" y="467"/>
                  <a:pt x="60" y="480"/>
                </a:cubicBezTo>
                <a:cubicBezTo>
                  <a:pt x="60" y="486"/>
                  <a:pt x="62" y="493"/>
                  <a:pt x="65" y="501"/>
                </a:cubicBezTo>
                <a:cubicBezTo>
                  <a:pt x="69" y="509"/>
                  <a:pt x="75" y="518"/>
                  <a:pt x="85" y="528"/>
                </a:cubicBezTo>
                <a:cubicBezTo>
                  <a:pt x="94" y="539"/>
                  <a:pt x="108" y="547"/>
                  <a:pt x="128" y="554"/>
                </a:cubicBezTo>
                <a:cubicBezTo>
                  <a:pt x="148" y="561"/>
                  <a:pt x="172" y="564"/>
                  <a:pt x="201" y="565"/>
                </a:cubicBezTo>
                <a:cubicBezTo>
                  <a:pt x="244" y="565"/>
                  <a:pt x="278" y="556"/>
                  <a:pt x="303" y="539"/>
                </a:cubicBezTo>
                <a:cubicBezTo>
                  <a:pt x="328" y="522"/>
                  <a:pt x="341" y="503"/>
                  <a:pt x="341" y="48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86" name=""/>
          <p:cNvSpPr/>
          <p:nvPr/>
        </p:nvSpPr>
        <p:spPr>
          <a:xfrm>
            <a:off x="4349520" y="288576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0" y="455"/>
                </a:moveTo>
                <a:cubicBezTo>
                  <a:pt x="0" y="413"/>
                  <a:pt x="3" y="374"/>
                  <a:pt x="9" y="336"/>
                </a:cubicBezTo>
                <a:cubicBezTo>
                  <a:pt x="15" y="299"/>
                  <a:pt x="22" y="266"/>
                  <a:pt x="30" y="239"/>
                </a:cubicBezTo>
                <a:cubicBezTo>
                  <a:pt x="38" y="211"/>
                  <a:pt x="49" y="185"/>
                  <a:pt x="64" y="159"/>
                </a:cubicBezTo>
                <a:cubicBezTo>
                  <a:pt x="78" y="133"/>
                  <a:pt x="90" y="112"/>
                  <a:pt x="98" y="98"/>
                </a:cubicBezTo>
                <a:cubicBezTo>
                  <a:pt x="107" y="83"/>
                  <a:pt x="120" y="67"/>
                  <a:pt x="136" y="50"/>
                </a:cubicBezTo>
                <a:cubicBezTo>
                  <a:pt x="153" y="33"/>
                  <a:pt x="163" y="23"/>
                  <a:pt x="167" y="19"/>
                </a:cubicBezTo>
                <a:cubicBezTo>
                  <a:pt x="170" y="16"/>
                  <a:pt x="177" y="9"/>
                  <a:pt x="190" y="0"/>
                </a:cubicBezTo>
                <a:lnTo>
                  <a:pt x="202" y="0"/>
                </a:lnTo>
                <a:lnTo>
                  <a:pt x="206" y="0"/>
                </a:lnTo>
                <a:cubicBezTo>
                  <a:pt x="214" y="0"/>
                  <a:pt x="218" y="3"/>
                  <a:pt x="218" y="9"/>
                </a:cubicBezTo>
                <a:cubicBezTo>
                  <a:pt x="218" y="10"/>
                  <a:pt x="213" y="17"/>
                  <a:pt x="203" y="28"/>
                </a:cubicBezTo>
                <a:cubicBezTo>
                  <a:pt x="193" y="39"/>
                  <a:pt x="180" y="55"/>
                  <a:pt x="165" y="76"/>
                </a:cubicBezTo>
                <a:cubicBezTo>
                  <a:pt x="150" y="97"/>
                  <a:pt x="135" y="123"/>
                  <a:pt x="120" y="154"/>
                </a:cubicBezTo>
                <a:cubicBezTo>
                  <a:pt x="105" y="185"/>
                  <a:pt x="92" y="227"/>
                  <a:pt x="82" y="280"/>
                </a:cubicBezTo>
                <a:cubicBezTo>
                  <a:pt x="72" y="332"/>
                  <a:pt x="66" y="391"/>
                  <a:pt x="66" y="455"/>
                </a:cubicBezTo>
                <a:cubicBezTo>
                  <a:pt x="66" y="520"/>
                  <a:pt x="72" y="578"/>
                  <a:pt x="82" y="631"/>
                </a:cubicBezTo>
                <a:cubicBezTo>
                  <a:pt x="92" y="683"/>
                  <a:pt x="105" y="725"/>
                  <a:pt x="119" y="758"/>
                </a:cubicBezTo>
                <a:cubicBezTo>
                  <a:pt x="134" y="790"/>
                  <a:pt x="149" y="816"/>
                  <a:pt x="164" y="836"/>
                </a:cubicBezTo>
                <a:cubicBezTo>
                  <a:pt x="180" y="856"/>
                  <a:pt x="193" y="872"/>
                  <a:pt x="203" y="884"/>
                </a:cubicBezTo>
                <a:cubicBezTo>
                  <a:pt x="213" y="896"/>
                  <a:pt x="218" y="902"/>
                  <a:pt x="218" y="903"/>
                </a:cubicBezTo>
                <a:cubicBezTo>
                  <a:pt x="218" y="909"/>
                  <a:pt x="214" y="911"/>
                  <a:pt x="205" y="911"/>
                </a:cubicBezTo>
                <a:lnTo>
                  <a:pt x="202" y="911"/>
                </a:lnTo>
                <a:lnTo>
                  <a:pt x="190" y="911"/>
                </a:lnTo>
                <a:lnTo>
                  <a:pt x="164" y="889"/>
                </a:lnTo>
                <a:cubicBezTo>
                  <a:pt x="107" y="838"/>
                  <a:pt x="65" y="774"/>
                  <a:pt x="39" y="697"/>
                </a:cubicBezTo>
                <a:cubicBezTo>
                  <a:pt x="13" y="619"/>
                  <a:pt x="0" y="538"/>
                  <a:pt x="0" y="4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87" name=""/>
          <p:cNvSpPr/>
          <p:nvPr/>
        </p:nvSpPr>
        <p:spPr>
          <a:xfrm>
            <a:off x="4453200" y="2986920"/>
            <a:ext cx="183240" cy="148680"/>
          </a:xfrm>
          <a:custGeom>
            <a:avLst/>
            <a:gdLst/>
            <a:ahLst/>
            <a:rect l="0" t="0" r="r" b="b"/>
            <a:pathLst>
              <a:path w="509" h="413">
                <a:moveTo>
                  <a:pt x="0" y="141"/>
                </a:moveTo>
                <a:cubicBezTo>
                  <a:pt x="0" y="137"/>
                  <a:pt x="1" y="132"/>
                  <a:pt x="2" y="126"/>
                </a:cubicBezTo>
                <a:cubicBezTo>
                  <a:pt x="3" y="120"/>
                  <a:pt x="7" y="109"/>
                  <a:pt x="13" y="92"/>
                </a:cubicBezTo>
                <a:cubicBezTo>
                  <a:pt x="19" y="75"/>
                  <a:pt x="25" y="60"/>
                  <a:pt x="31" y="49"/>
                </a:cubicBezTo>
                <a:cubicBezTo>
                  <a:pt x="37" y="37"/>
                  <a:pt x="47" y="26"/>
                  <a:pt x="61" y="15"/>
                </a:cubicBezTo>
                <a:cubicBezTo>
                  <a:pt x="75" y="4"/>
                  <a:pt x="90" y="-1"/>
                  <a:pt x="104" y="0"/>
                </a:cubicBezTo>
                <a:cubicBezTo>
                  <a:pt x="126" y="0"/>
                  <a:pt x="144" y="5"/>
                  <a:pt x="159" y="16"/>
                </a:cubicBezTo>
                <a:cubicBezTo>
                  <a:pt x="173" y="27"/>
                  <a:pt x="183" y="37"/>
                  <a:pt x="186" y="47"/>
                </a:cubicBezTo>
                <a:cubicBezTo>
                  <a:pt x="190" y="57"/>
                  <a:pt x="192" y="63"/>
                  <a:pt x="192" y="66"/>
                </a:cubicBezTo>
                <a:cubicBezTo>
                  <a:pt x="192" y="67"/>
                  <a:pt x="192" y="68"/>
                  <a:pt x="193" y="68"/>
                </a:cubicBezTo>
                <a:lnTo>
                  <a:pt x="203" y="58"/>
                </a:lnTo>
                <a:cubicBezTo>
                  <a:pt x="240" y="19"/>
                  <a:pt x="282" y="0"/>
                  <a:pt x="329" y="0"/>
                </a:cubicBezTo>
                <a:cubicBezTo>
                  <a:pt x="362" y="0"/>
                  <a:pt x="388" y="8"/>
                  <a:pt x="408" y="24"/>
                </a:cubicBezTo>
                <a:cubicBezTo>
                  <a:pt x="428" y="41"/>
                  <a:pt x="439" y="65"/>
                  <a:pt x="439" y="96"/>
                </a:cubicBezTo>
                <a:cubicBezTo>
                  <a:pt x="440" y="128"/>
                  <a:pt x="428" y="176"/>
                  <a:pt x="405" y="240"/>
                </a:cubicBezTo>
                <a:cubicBezTo>
                  <a:pt x="381" y="304"/>
                  <a:pt x="369" y="342"/>
                  <a:pt x="370" y="355"/>
                </a:cubicBezTo>
                <a:cubicBezTo>
                  <a:pt x="370" y="371"/>
                  <a:pt x="375" y="379"/>
                  <a:pt x="385" y="379"/>
                </a:cubicBezTo>
                <a:cubicBezTo>
                  <a:pt x="389" y="379"/>
                  <a:pt x="392" y="379"/>
                  <a:pt x="394" y="378"/>
                </a:cubicBezTo>
                <a:cubicBezTo>
                  <a:pt x="411" y="375"/>
                  <a:pt x="427" y="364"/>
                  <a:pt x="441" y="344"/>
                </a:cubicBezTo>
                <a:cubicBezTo>
                  <a:pt x="455" y="324"/>
                  <a:pt x="466" y="299"/>
                  <a:pt x="473" y="271"/>
                </a:cubicBezTo>
                <a:cubicBezTo>
                  <a:pt x="474" y="266"/>
                  <a:pt x="480" y="264"/>
                  <a:pt x="491" y="264"/>
                </a:cubicBezTo>
                <a:cubicBezTo>
                  <a:pt x="503" y="264"/>
                  <a:pt x="509" y="266"/>
                  <a:pt x="509" y="271"/>
                </a:cubicBezTo>
                <a:cubicBezTo>
                  <a:pt x="509" y="271"/>
                  <a:pt x="508" y="276"/>
                  <a:pt x="506" y="285"/>
                </a:cubicBezTo>
                <a:cubicBezTo>
                  <a:pt x="501" y="302"/>
                  <a:pt x="494" y="319"/>
                  <a:pt x="486" y="336"/>
                </a:cubicBezTo>
                <a:cubicBezTo>
                  <a:pt x="477" y="353"/>
                  <a:pt x="463" y="370"/>
                  <a:pt x="444" y="387"/>
                </a:cubicBezTo>
                <a:cubicBezTo>
                  <a:pt x="424" y="404"/>
                  <a:pt x="403" y="413"/>
                  <a:pt x="381" y="412"/>
                </a:cubicBezTo>
                <a:cubicBezTo>
                  <a:pt x="352" y="412"/>
                  <a:pt x="332" y="404"/>
                  <a:pt x="319" y="387"/>
                </a:cubicBezTo>
                <a:cubicBezTo>
                  <a:pt x="306" y="371"/>
                  <a:pt x="300" y="354"/>
                  <a:pt x="300" y="336"/>
                </a:cubicBezTo>
                <a:cubicBezTo>
                  <a:pt x="300" y="325"/>
                  <a:pt x="311" y="288"/>
                  <a:pt x="333" y="227"/>
                </a:cubicBezTo>
                <a:cubicBezTo>
                  <a:pt x="355" y="166"/>
                  <a:pt x="366" y="119"/>
                  <a:pt x="366" y="88"/>
                </a:cubicBezTo>
                <a:cubicBezTo>
                  <a:pt x="366" y="52"/>
                  <a:pt x="353" y="34"/>
                  <a:pt x="326" y="34"/>
                </a:cubicBezTo>
                <a:lnTo>
                  <a:pt x="322" y="34"/>
                </a:lnTo>
                <a:cubicBezTo>
                  <a:pt x="270" y="34"/>
                  <a:pt x="226" y="65"/>
                  <a:pt x="190" y="126"/>
                </a:cubicBezTo>
                <a:lnTo>
                  <a:pt x="183" y="137"/>
                </a:lnTo>
                <a:lnTo>
                  <a:pt x="153" y="260"/>
                </a:lnTo>
                <a:cubicBezTo>
                  <a:pt x="133" y="339"/>
                  <a:pt x="122" y="382"/>
                  <a:pt x="119" y="388"/>
                </a:cubicBezTo>
                <a:cubicBezTo>
                  <a:pt x="111" y="405"/>
                  <a:pt x="98" y="413"/>
                  <a:pt x="80" y="413"/>
                </a:cubicBezTo>
                <a:cubicBezTo>
                  <a:pt x="71" y="413"/>
                  <a:pt x="64" y="411"/>
                  <a:pt x="60" y="407"/>
                </a:cubicBezTo>
                <a:cubicBezTo>
                  <a:pt x="55" y="404"/>
                  <a:pt x="51" y="400"/>
                  <a:pt x="50" y="396"/>
                </a:cubicBezTo>
                <a:cubicBezTo>
                  <a:pt x="48" y="393"/>
                  <a:pt x="47" y="390"/>
                  <a:pt x="48" y="387"/>
                </a:cubicBezTo>
                <a:cubicBezTo>
                  <a:pt x="48" y="379"/>
                  <a:pt x="59" y="330"/>
                  <a:pt x="83" y="239"/>
                </a:cubicBezTo>
                <a:cubicBezTo>
                  <a:pt x="106" y="147"/>
                  <a:pt x="119" y="98"/>
                  <a:pt x="120" y="90"/>
                </a:cubicBezTo>
                <a:cubicBezTo>
                  <a:pt x="120" y="87"/>
                  <a:pt x="121" y="80"/>
                  <a:pt x="121" y="69"/>
                </a:cubicBezTo>
                <a:cubicBezTo>
                  <a:pt x="121" y="45"/>
                  <a:pt x="113" y="33"/>
                  <a:pt x="99" y="33"/>
                </a:cubicBezTo>
                <a:cubicBezTo>
                  <a:pt x="75" y="33"/>
                  <a:pt x="56" y="64"/>
                  <a:pt x="40" y="124"/>
                </a:cubicBezTo>
                <a:cubicBezTo>
                  <a:pt x="37" y="136"/>
                  <a:pt x="35" y="143"/>
                  <a:pt x="35" y="143"/>
                </a:cubicBezTo>
                <a:cubicBezTo>
                  <a:pt x="34" y="147"/>
                  <a:pt x="28" y="150"/>
                  <a:pt x="18" y="150"/>
                </a:cubicBezTo>
                <a:lnTo>
                  <a:pt x="5" y="150"/>
                </a:lnTo>
                <a:cubicBezTo>
                  <a:pt x="1" y="145"/>
                  <a:pt x="0" y="142"/>
                  <a:pt x="0" y="1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88" name=""/>
          <p:cNvSpPr/>
          <p:nvPr/>
        </p:nvSpPr>
        <p:spPr>
          <a:xfrm>
            <a:off x="4672800" y="3026520"/>
            <a:ext cx="79920" cy="154440"/>
          </a:xfrm>
          <a:custGeom>
            <a:avLst/>
            <a:gdLst/>
            <a:ahLst/>
            <a:rect l="0" t="0" r="r" b="b"/>
            <a:pathLst>
              <a:path w="222" h="429">
                <a:moveTo>
                  <a:pt x="83" y="56"/>
                </a:moveTo>
                <a:lnTo>
                  <a:pt x="75" y="60"/>
                </a:lnTo>
                <a:cubicBezTo>
                  <a:pt x="69" y="62"/>
                  <a:pt x="60" y="64"/>
                  <a:pt x="49" y="66"/>
                </a:cubicBezTo>
                <a:cubicBezTo>
                  <a:pt x="38" y="68"/>
                  <a:pt x="26" y="70"/>
                  <a:pt x="12" y="71"/>
                </a:cubicBezTo>
                <a:lnTo>
                  <a:pt x="0" y="71"/>
                </a:lnTo>
                <a:lnTo>
                  <a:pt x="0" y="41"/>
                </a:lnTo>
                <a:lnTo>
                  <a:pt x="12" y="41"/>
                </a:lnTo>
                <a:cubicBezTo>
                  <a:pt x="32" y="40"/>
                  <a:pt x="51" y="37"/>
                  <a:pt x="68" y="31"/>
                </a:cubicBezTo>
                <a:cubicBezTo>
                  <a:pt x="85" y="26"/>
                  <a:pt x="97" y="21"/>
                  <a:pt x="104" y="16"/>
                </a:cubicBezTo>
                <a:cubicBezTo>
                  <a:pt x="111" y="11"/>
                  <a:pt x="117" y="7"/>
                  <a:pt x="122" y="2"/>
                </a:cubicBezTo>
                <a:cubicBezTo>
                  <a:pt x="123" y="0"/>
                  <a:pt x="125" y="0"/>
                  <a:pt x="130" y="0"/>
                </a:cubicBezTo>
                <a:cubicBezTo>
                  <a:pt x="134" y="0"/>
                  <a:pt x="137" y="1"/>
                  <a:pt x="141" y="4"/>
                </a:cubicBezTo>
                <a:lnTo>
                  <a:pt x="141" y="196"/>
                </a:lnTo>
                <a:lnTo>
                  <a:pt x="141" y="390"/>
                </a:lnTo>
                <a:cubicBezTo>
                  <a:pt x="144" y="393"/>
                  <a:pt x="147" y="395"/>
                  <a:pt x="149" y="396"/>
                </a:cubicBezTo>
                <a:cubicBezTo>
                  <a:pt x="151" y="397"/>
                  <a:pt x="156" y="398"/>
                  <a:pt x="164" y="398"/>
                </a:cubicBezTo>
                <a:cubicBezTo>
                  <a:pt x="174" y="399"/>
                  <a:pt x="187" y="400"/>
                  <a:pt x="205" y="400"/>
                </a:cubicBezTo>
                <a:lnTo>
                  <a:pt x="222" y="400"/>
                </a:lnTo>
                <a:lnTo>
                  <a:pt x="222" y="429"/>
                </a:lnTo>
                <a:lnTo>
                  <a:pt x="215" y="429"/>
                </a:lnTo>
                <a:cubicBezTo>
                  <a:pt x="206" y="428"/>
                  <a:pt x="172" y="427"/>
                  <a:pt x="112" y="427"/>
                </a:cubicBezTo>
                <a:cubicBezTo>
                  <a:pt x="53" y="427"/>
                  <a:pt x="20" y="428"/>
                  <a:pt x="11" y="429"/>
                </a:cubicBezTo>
                <a:lnTo>
                  <a:pt x="3" y="429"/>
                </a:lnTo>
                <a:lnTo>
                  <a:pt x="3" y="400"/>
                </a:lnTo>
                <a:lnTo>
                  <a:pt x="20" y="400"/>
                </a:lnTo>
                <a:cubicBezTo>
                  <a:pt x="29" y="400"/>
                  <a:pt x="37" y="400"/>
                  <a:pt x="44" y="400"/>
                </a:cubicBezTo>
                <a:cubicBezTo>
                  <a:pt x="51" y="400"/>
                  <a:pt x="56" y="399"/>
                  <a:pt x="60" y="399"/>
                </a:cubicBezTo>
                <a:cubicBezTo>
                  <a:pt x="64" y="399"/>
                  <a:pt x="68" y="398"/>
                  <a:pt x="71" y="397"/>
                </a:cubicBezTo>
                <a:cubicBezTo>
                  <a:pt x="74" y="396"/>
                  <a:pt x="75" y="396"/>
                  <a:pt x="76" y="396"/>
                </a:cubicBezTo>
                <a:cubicBezTo>
                  <a:pt x="76" y="396"/>
                  <a:pt x="77" y="395"/>
                  <a:pt x="80" y="393"/>
                </a:cubicBezTo>
                <a:cubicBezTo>
                  <a:pt x="82" y="390"/>
                  <a:pt x="83" y="390"/>
                  <a:pt x="83" y="390"/>
                </a:cubicBezTo>
                <a:lnTo>
                  <a:pt x="83" y="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89" name=""/>
          <p:cNvSpPr/>
          <p:nvPr/>
        </p:nvSpPr>
        <p:spPr>
          <a:xfrm>
            <a:off x="4876920" y="2940480"/>
            <a:ext cx="218520" cy="218160"/>
          </a:xfrm>
          <a:custGeom>
            <a:avLst/>
            <a:gdLst/>
            <a:ahLst/>
            <a:rect l="0" t="0" r="r" b="b"/>
            <a:pathLst>
              <a:path w="607" h="606">
                <a:moveTo>
                  <a:pt x="13" y="285"/>
                </a:moveTo>
                <a:lnTo>
                  <a:pt x="286" y="285"/>
                </a:lnTo>
                <a:lnTo>
                  <a:pt x="286" y="149"/>
                </a:lnTo>
                <a:lnTo>
                  <a:pt x="287" y="12"/>
                </a:lnTo>
                <a:cubicBezTo>
                  <a:pt x="293" y="4"/>
                  <a:pt x="298" y="0"/>
                  <a:pt x="304" y="0"/>
                </a:cubicBezTo>
                <a:cubicBezTo>
                  <a:pt x="312" y="0"/>
                  <a:pt x="318" y="5"/>
                  <a:pt x="322" y="14"/>
                </a:cubicBezTo>
                <a:lnTo>
                  <a:pt x="322" y="285"/>
                </a:lnTo>
                <a:lnTo>
                  <a:pt x="593" y="285"/>
                </a:lnTo>
                <a:cubicBezTo>
                  <a:pt x="602" y="290"/>
                  <a:pt x="607" y="296"/>
                  <a:pt x="607" y="303"/>
                </a:cubicBezTo>
                <a:cubicBezTo>
                  <a:pt x="607" y="311"/>
                  <a:pt x="602" y="317"/>
                  <a:pt x="593" y="322"/>
                </a:cubicBezTo>
                <a:lnTo>
                  <a:pt x="322" y="322"/>
                </a:lnTo>
                <a:lnTo>
                  <a:pt x="322" y="593"/>
                </a:lnTo>
                <a:cubicBezTo>
                  <a:pt x="317" y="601"/>
                  <a:pt x="312" y="606"/>
                  <a:pt x="306" y="606"/>
                </a:cubicBezTo>
                <a:lnTo>
                  <a:pt x="304" y="606"/>
                </a:lnTo>
                <a:lnTo>
                  <a:pt x="302" y="606"/>
                </a:lnTo>
                <a:cubicBezTo>
                  <a:pt x="295" y="606"/>
                  <a:pt x="289" y="601"/>
                  <a:pt x="286" y="593"/>
                </a:cubicBezTo>
                <a:lnTo>
                  <a:pt x="286" y="322"/>
                </a:lnTo>
                <a:lnTo>
                  <a:pt x="13" y="322"/>
                </a:lnTo>
                <a:cubicBezTo>
                  <a:pt x="4" y="317"/>
                  <a:pt x="0" y="311"/>
                  <a:pt x="0" y="303"/>
                </a:cubicBezTo>
                <a:cubicBezTo>
                  <a:pt x="0" y="295"/>
                  <a:pt x="4" y="289"/>
                  <a:pt x="13" y="28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90" name=""/>
          <p:cNvSpPr/>
          <p:nvPr/>
        </p:nvSpPr>
        <p:spPr>
          <a:xfrm>
            <a:off x="5193000" y="2986920"/>
            <a:ext cx="183600" cy="148680"/>
          </a:xfrm>
          <a:custGeom>
            <a:avLst/>
            <a:gdLst/>
            <a:ahLst/>
            <a:rect l="0" t="0" r="r" b="b"/>
            <a:pathLst>
              <a:path w="510" h="413">
                <a:moveTo>
                  <a:pt x="0" y="141"/>
                </a:moveTo>
                <a:cubicBezTo>
                  <a:pt x="1" y="137"/>
                  <a:pt x="2" y="132"/>
                  <a:pt x="3" y="126"/>
                </a:cubicBezTo>
                <a:cubicBezTo>
                  <a:pt x="4" y="120"/>
                  <a:pt x="8" y="109"/>
                  <a:pt x="14" y="92"/>
                </a:cubicBezTo>
                <a:cubicBezTo>
                  <a:pt x="20" y="75"/>
                  <a:pt x="26" y="60"/>
                  <a:pt x="32" y="49"/>
                </a:cubicBezTo>
                <a:cubicBezTo>
                  <a:pt x="38" y="37"/>
                  <a:pt x="48" y="26"/>
                  <a:pt x="63" y="15"/>
                </a:cubicBezTo>
                <a:cubicBezTo>
                  <a:pt x="77" y="4"/>
                  <a:pt x="91" y="-1"/>
                  <a:pt x="105" y="0"/>
                </a:cubicBezTo>
                <a:cubicBezTo>
                  <a:pt x="127" y="0"/>
                  <a:pt x="145" y="5"/>
                  <a:pt x="159" y="16"/>
                </a:cubicBezTo>
                <a:cubicBezTo>
                  <a:pt x="174" y="27"/>
                  <a:pt x="183" y="37"/>
                  <a:pt x="187" y="47"/>
                </a:cubicBezTo>
                <a:cubicBezTo>
                  <a:pt x="190" y="57"/>
                  <a:pt x="192" y="63"/>
                  <a:pt x="192" y="66"/>
                </a:cubicBezTo>
                <a:cubicBezTo>
                  <a:pt x="192" y="67"/>
                  <a:pt x="192" y="68"/>
                  <a:pt x="193" y="68"/>
                </a:cubicBezTo>
                <a:lnTo>
                  <a:pt x="203" y="58"/>
                </a:lnTo>
                <a:cubicBezTo>
                  <a:pt x="240" y="19"/>
                  <a:pt x="282" y="0"/>
                  <a:pt x="330" y="0"/>
                </a:cubicBezTo>
                <a:cubicBezTo>
                  <a:pt x="362" y="0"/>
                  <a:pt x="389" y="8"/>
                  <a:pt x="409" y="24"/>
                </a:cubicBezTo>
                <a:cubicBezTo>
                  <a:pt x="429" y="41"/>
                  <a:pt x="439" y="65"/>
                  <a:pt x="440" y="96"/>
                </a:cubicBezTo>
                <a:cubicBezTo>
                  <a:pt x="440" y="128"/>
                  <a:pt x="429" y="176"/>
                  <a:pt x="405" y="240"/>
                </a:cubicBezTo>
                <a:cubicBezTo>
                  <a:pt x="381" y="304"/>
                  <a:pt x="370" y="342"/>
                  <a:pt x="370" y="355"/>
                </a:cubicBezTo>
                <a:cubicBezTo>
                  <a:pt x="370" y="371"/>
                  <a:pt x="376" y="379"/>
                  <a:pt x="386" y="379"/>
                </a:cubicBezTo>
                <a:cubicBezTo>
                  <a:pt x="390" y="379"/>
                  <a:pt x="392" y="379"/>
                  <a:pt x="394" y="378"/>
                </a:cubicBezTo>
                <a:cubicBezTo>
                  <a:pt x="412" y="375"/>
                  <a:pt x="427" y="364"/>
                  <a:pt x="441" y="344"/>
                </a:cubicBezTo>
                <a:cubicBezTo>
                  <a:pt x="455" y="324"/>
                  <a:pt x="466" y="299"/>
                  <a:pt x="473" y="271"/>
                </a:cubicBezTo>
                <a:cubicBezTo>
                  <a:pt x="475" y="266"/>
                  <a:pt x="481" y="264"/>
                  <a:pt x="491" y="264"/>
                </a:cubicBezTo>
                <a:cubicBezTo>
                  <a:pt x="504" y="264"/>
                  <a:pt x="510" y="266"/>
                  <a:pt x="510" y="271"/>
                </a:cubicBezTo>
                <a:cubicBezTo>
                  <a:pt x="510" y="271"/>
                  <a:pt x="508" y="276"/>
                  <a:pt x="506" y="285"/>
                </a:cubicBezTo>
                <a:cubicBezTo>
                  <a:pt x="501" y="302"/>
                  <a:pt x="495" y="319"/>
                  <a:pt x="486" y="336"/>
                </a:cubicBezTo>
                <a:cubicBezTo>
                  <a:pt x="478" y="353"/>
                  <a:pt x="464" y="370"/>
                  <a:pt x="444" y="387"/>
                </a:cubicBezTo>
                <a:cubicBezTo>
                  <a:pt x="425" y="404"/>
                  <a:pt x="404" y="413"/>
                  <a:pt x="381" y="412"/>
                </a:cubicBezTo>
                <a:cubicBezTo>
                  <a:pt x="353" y="412"/>
                  <a:pt x="332" y="404"/>
                  <a:pt x="320" y="387"/>
                </a:cubicBezTo>
                <a:cubicBezTo>
                  <a:pt x="307" y="371"/>
                  <a:pt x="300" y="354"/>
                  <a:pt x="300" y="336"/>
                </a:cubicBezTo>
                <a:cubicBezTo>
                  <a:pt x="300" y="325"/>
                  <a:pt x="311" y="288"/>
                  <a:pt x="333" y="227"/>
                </a:cubicBezTo>
                <a:cubicBezTo>
                  <a:pt x="355" y="166"/>
                  <a:pt x="366" y="119"/>
                  <a:pt x="367" y="88"/>
                </a:cubicBezTo>
                <a:cubicBezTo>
                  <a:pt x="367" y="52"/>
                  <a:pt x="353" y="34"/>
                  <a:pt x="327" y="34"/>
                </a:cubicBezTo>
                <a:lnTo>
                  <a:pt x="322" y="34"/>
                </a:lnTo>
                <a:cubicBezTo>
                  <a:pt x="270" y="34"/>
                  <a:pt x="226" y="65"/>
                  <a:pt x="190" y="126"/>
                </a:cubicBezTo>
                <a:lnTo>
                  <a:pt x="184" y="137"/>
                </a:lnTo>
                <a:lnTo>
                  <a:pt x="154" y="260"/>
                </a:lnTo>
                <a:cubicBezTo>
                  <a:pt x="134" y="339"/>
                  <a:pt x="122" y="382"/>
                  <a:pt x="119" y="388"/>
                </a:cubicBezTo>
                <a:cubicBezTo>
                  <a:pt x="111" y="405"/>
                  <a:pt x="98" y="413"/>
                  <a:pt x="80" y="413"/>
                </a:cubicBezTo>
                <a:cubicBezTo>
                  <a:pt x="72" y="413"/>
                  <a:pt x="66" y="411"/>
                  <a:pt x="61" y="407"/>
                </a:cubicBezTo>
                <a:cubicBezTo>
                  <a:pt x="56" y="404"/>
                  <a:pt x="52" y="400"/>
                  <a:pt x="50" y="396"/>
                </a:cubicBezTo>
                <a:cubicBezTo>
                  <a:pt x="48" y="393"/>
                  <a:pt x="48" y="390"/>
                  <a:pt x="48" y="387"/>
                </a:cubicBezTo>
                <a:cubicBezTo>
                  <a:pt x="48" y="379"/>
                  <a:pt x="61" y="330"/>
                  <a:pt x="84" y="239"/>
                </a:cubicBezTo>
                <a:cubicBezTo>
                  <a:pt x="107" y="147"/>
                  <a:pt x="119" y="98"/>
                  <a:pt x="120" y="90"/>
                </a:cubicBezTo>
                <a:cubicBezTo>
                  <a:pt x="121" y="87"/>
                  <a:pt x="121" y="80"/>
                  <a:pt x="121" y="69"/>
                </a:cubicBezTo>
                <a:cubicBezTo>
                  <a:pt x="121" y="45"/>
                  <a:pt x="114" y="33"/>
                  <a:pt x="99" y="33"/>
                </a:cubicBezTo>
                <a:cubicBezTo>
                  <a:pt x="76" y="33"/>
                  <a:pt x="57" y="64"/>
                  <a:pt x="41" y="124"/>
                </a:cubicBezTo>
                <a:cubicBezTo>
                  <a:pt x="37" y="136"/>
                  <a:pt x="36" y="143"/>
                  <a:pt x="36" y="143"/>
                </a:cubicBezTo>
                <a:cubicBezTo>
                  <a:pt x="34" y="147"/>
                  <a:pt x="29" y="150"/>
                  <a:pt x="18" y="150"/>
                </a:cubicBezTo>
                <a:lnTo>
                  <a:pt x="6" y="150"/>
                </a:lnTo>
                <a:cubicBezTo>
                  <a:pt x="2" y="145"/>
                  <a:pt x="0" y="142"/>
                  <a:pt x="0" y="1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91" name=""/>
          <p:cNvSpPr/>
          <p:nvPr/>
        </p:nvSpPr>
        <p:spPr>
          <a:xfrm>
            <a:off x="5405040" y="3026520"/>
            <a:ext cx="92880" cy="154440"/>
          </a:xfrm>
          <a:custGeom>
            <a:avLst/>
            <a:gdLst/>
            <a:ahLst/>
            <a:rect l="0" t="0" r="r" b="b"/>
            <a:pathLst>
              <a:path w="258" h="429">
                <a:moveTo>
                  <a:pt x="38" y="152"/>
                </a:moveTo>
                <a:cubicBezTo>
                  <a:pt x="26" y="152"/>
                  <a:pt x="17" y="148"/>
                  <a:pt x="10" y="141"/>
                </a:cubicBezTo>
                <a:cubicBezTo>
                  <a:pt x="4" y="133"/>
                  <a:pt x="0" y="124"/>
                  <a:pt x="0" y="112"/>
                </a:cubicBezTo>
                <a:cubicBezTo>
                  <a:pt x="0" y="82"/>
                  <a:pt x="11" y="56"/>
                  <a:pt x="34" y="33"/>
                </a:cubicBezTo>
                <a:cubicBezTo>
                  <a:pt x="57" y="11"/>
                  <a:pt x="85" y="0"/>
                  <a:pt x="119" y="0"/>
                </a:cubicBezTo>
                <a:cubicBezTo>
                  <a:pt x="158" y="0"/>
                  <a:pt x="191" y="12"/>
                  <a:pt x="217" y="36"/>
                </a:cubicBezTo>
                <a:cubicBezTo>
                  <a:pt x="244" y="60"/>
                  <a:pt x="257" y="91"/>
                  <a:pt x="258" y="129"/>
                </a:cubicBezTo>
                <a:cubicBezTo>
                  <a:pt x="258" y="148"/>
                  <a:pt x="253" y="165"/>
                  <a:pt x="245" y="182"/>
                </a:cubicBezTo>
                <a:cubicBezTo>
                  <a:pt x="236" y="199"/>
                  <a:pt x="226" y="213"/>
                  <a:pt x="213" y="226"/>
                </a:cubicBezTo>
                <a:cubicBezTo>
                  <a:pt x="201" y="238"/>
                  <a:pt x="184" y="254"/>
                  <a:pt x="162" y="273"/>
                </a:cubicBezTo>
                <a:cubicBezTo>
                  <a:pt x="146" y="287"/>
                  <a:pt x="125" y="306"/>
                  <a:pt x="97" y="332"/>
                </a:cubicBezTo>
                <a:lnTo>
                  <a:pt x="59" y="369"/>
                </a:lnTo>
                <a:lnTo>
                  <a:pt x="108" y="370"/>
                </a:lnTo>
                <a:cubicBezTo>
                  <a:pt x="175" y="370"/>
                  <a:pt x="211" y="369"/>
                  <a:pt x="216" y="366"/>
                </a:cubicBezTo>
                <a:cubicBezTo>
                  <a:pt x="220" y="365"/>
                  <a:pt x="225" y="346"/>
                  <a:pt x="232" y="309"/>
                </a:cubicBezTo>
                <a:lnTo>
                  <a:pt x="232" y="307"/>
                </a:lnTo>
                <a:lnTo>
                  <a:pt x="258" y="307"/>
                </a:lnTo>
                <a:lnTo>
                  <a:pt x="258" y="309"/>
                </a:lnTo>
                <a:cubicBezTo>
                  <a:pt x="257" y="310"/>
                  <a:pt x="255" y="329"/>
                  <a:pt x="249" y="368"/>
                </a:cubicBezTo>
                <a:cubicBezTo>
                  <a:pt x="244" y="406"/>
                  <a:pt x="241" y="426"/>
                  <a:pt x="240" y="427"/>
                </a:cubicBezTo>
                <a:lnTo>
                  <a:pt x="240" y="429"/>
                </a:lnTo>
                <a:lnTo>
                  <a:pt x="0" y="429"/>
                </a:lnTo>
                <a:lnTo>
                  <a:pt x="0" y="417"/>
                </a:lnTo>
                <a:lnTo>
                  <a:pt x="0" y="409"/>
                </a:lnTo>
                <a:cubicBezTo>
                  <a:pt x="0" y="406"/>
                  <a:pt x="1" y="403"/>
                  <a:pt x="4" y="400"/>
                </a:cubicBezTo>
                <a:cubicBezTo>
                  <a:pt x="7" y="396"/>
                  <a:pt x="13" y="389"/>
                  <a:pt x="23" y="377"/>
                </a:cubicBezTo>
                <a:cubicBezTo>
                  <a:pt x="36" y="362"/>
                  <a:pt x="46" y="350"/>
                  <a:pt x="55" y="340"/>
                </a:cubicBezTo>
                <a:cubicBezTo>
                  <a:pt x="59" y="336"/>
                  <a:pt x="67" y="328"/>
                  <a:pt x="77" y="316"/>
                </a:cubicBezTo>
                <a:cubicBezTo>
                  <a:pt x="88" y="305"/>
                  <a:pt x="95" y="297"/>
                  <a:pt x="99" y="293"/>
                </a:cubicBezTo>
                <a:cubicBezTo>
                  <a:pt x="103" y="288"/>
                  <a:pt x="109" y="281"/>
                  <a:pt x="118" y="271"/>
                </a:cubicBezTo>
                <a:cubicBezTo>
                  <a:pt x="126" y="261"/>
                  <a:pt x="132" y="254"/>
                  <a:pt x="136" y="249"/>
                </a:cubicBezTo>
                <a:cubicBezTo>
                  <a:pt x="139" y="245"/>
                  <a:pt x="144" y="238"/>
                  <a:pt x="151" y="230"/>
                </a:cubicBezTo>
                <a:cubicBezTo>
                  <a:pt x="157" y="222"/>
                  <a:pt x="162" y="215"/>
                  <a:pt x="164" y="210"/>
                </a:cubicBezTo>
                <a:cubicBezTo>
                  <a:pt x="167" y="204"/>
                  <a:pt x="170" y="198"/>
                  <a:pt x="174" y="191"/>
                </a:cubicBezTo>
                <a:cubicBezTo>
                  <a:pt x="178" y="184"/>
                  <a:pt x="180" y="177"/>
                  <a:pt x="182" y="170"/>
                </a:cubicBezTo>
                <a:cubicBezTo>
                  <a:pt x="184" y="163"/>
                  <a:pt x="185" y="157"/>
                  <a:pt x="187" y="151"/>
                </a:cubicBezTo>
                <a:cubicBezTo>
                  <a:pt x="188" y="145"/>
                  <a:pt x="189" y="138"/>
                  <a:pt x="189" y="130"/>
                </a:cubicBezTo>
                <a:cubicBezTo>
                  <a:pt x="189" y="103"/>
                  <a:pt x="181" y="79"/>
                  <a:pt x="167" y="60"/>
                </a:cubicBezTo>
                <a:cubicBezTo>
                  <a:pt x="152" y="40"/>
                  <a:pt x="131" y="30"/>
                  <a:pt x="104" y="30"/>
                </a:cubicBezTo>
                <a:cubicBezTo>
                  <a:pt x="90" y="30"/>
                  <a:pt x="78" y="34"/>
                  <a:pt x="67" y="41"/>
                </a:cubicBezTo>
                <a:cubicBezTo>
                  <a:pt x="56" y="48"/>
                  <a:pt x="49" y="55"/>
                  <a:pt x="44" y="62"/>
                </a:cubicBezTo>
                <a:cubicBezTo>
                  <a:pt x="40" y="69"/>
                  <a:pt x="38" y="73"/>
                  <a:pt x="38" y="74"/>
                </a:cubicBezTo>
                <a:cubicBezTo>
                  <a:pt x="38" y="75"/>
                  <a:pt x="39" y="75"/>
                  <a:pt x="41" y="75"/>
                </a:cubicBezTo>
                <a:cubicBezTo>
                  <a:pt x="49" y="75"/>
                  <a:pt x="57" y="78"/>
                  <a:pt x="65" y="84"/>
                </a:cubicBezTo>
                <a:cubicBezTo>
                  <a:pt x="73" y="90"/>
                  <a:pt x="77" y="100"/>
                  <a:pt x="77" y="114"/>
                </a:cubicBezTo>
                <a:cubicBezTo>
                  <a:pt x="77" y="124"/>
                  <a:pt x="74" y="133"/>
                  <a:pt x="67" y="141"/>
                </a:cubicBezTo>
                <a:cubicBezTo>
                  <a:pt x="60" y="148"/>
                  <a:pt x="50" y="152"/>
                  <a:pt x="38" y="15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92" name=""/>
          <p:cNvSpPr/>
          <p:nvPr/>
        </p:nvSpPr>
        <p:spPr>
          <a:xfrm>
            <a:off x="5543640" y="288576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4" y="22"/>
                </a:lnTo>
                <a:cubicBezTo>
                  <a:pt x="111" y="74"/>
                  <a:pt x="153" y="138"/>
                  <a:pt x="180" y="215"/>
                </a:cubicBezTo>
                <a:cubicBezTo>
                  <a:pt x="206" y="292"/>
                  <a:pt x="219" y="372"/>
                  <a:pt x="219" y="455"/>
                </a:cubicBezTo>
                <a:cubicBezTo>
                  <a:pt x="219" y="497"/>
                  <a:pt x="216" y="536"/>
                  <a:pt x="210" y="575"/>
                </a:cubicBezTo>
                <a:cubicBezTo>
                  <a:pt x="204" y="613"/>
                  <a:pt x="197" y="646"/>
                  <a:pt x="189" y="673"/>
                </a:cubicBezTo>
                <a:cubicBezTo>
                  <a:pt x="181" y="700"/>
                  <a:pt x="170" y="726"/>
                  <a:pt x="155" y="753"/>
                </a:cubicBezTo>
                <a:cubicBezTo>
                  <a:pt x="140" y="780"/>
                  <a:pt x="129" y="800"/>
                  <a:pt x="120" y="814"/>
                </a:cubicBezTo>
                <a:cubicBezTo>
                  <a:pt x="111" y="828"/>
                  <a:pt x="98" y="843"/>
                  <a:pt x="82" y="860"/>
                </a:cubicBezTo>
                <a:cubicBezTo>
                  <a:pt x="66" y="877"/>
                  <a:pt x="56" y="887"/>
                  <a:pt x="53" y="890"/>
                </a:cubicBezTo>
                <a:cubicBezTo>
                  <a:pt x="50" y="893"/>
                  <a:pt x="43" y="899"/>
                  <a:pt x="32" y="908"/>
                </a:cubicBezTo>
                <a:cubicBezTo>
                  <a:pt x="30" y="909"/>
                  <a:pt x="29" y="911"/>
                  <a:pt x="28" y="911"/>
                </a:cubicBezTo>
                <a:lnTo>
                  <a:pt x="17" y="911"/>
                </a:lnTo>
                <a:cubicBezTo>
                  <a:pt x="13" y="911"/>
                  <a:pt x="9" y="911"/>
                  <a:pt x="7" y="911"/>
                </a:cubicBezTo>
                <a:cubicBezTo>
                  <a:pt x="6" y="911"/>
                  <a:pt x="4" y="910"/>
                  <a:pt x="3" y="909"/>
                </a:cubicBezTo>
                <a:cubicBezTo>
                  <a:pt x="2" y="907"/>
                  <a:pt x="1" y="904"/>
                  <a:pt x="0" y="900"/>
                </a:cubicBezTo>
                <a:cubicBezTo>
                  <a:pt x="1" y="900"/>
                  <a:pt x="4" y="896"/>
                  <a:pt x="10" y="889"/>
                </a:cubicBezTo>
                <a:cubicBezTo>
                  <a:pt x="104" y="791"/>
                  <a:pt x="152" y="647"/>
                  <a:pt x="152" y="455"/>
                </a:cubicBezTo>
                <a:cubicBezTo>
                  <a:pt x="152" y="265"/>
                  <a:pt x="104" y="121"/>
                  <a:pt x="10" y="23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93" name=""/>
          <p:cNvSpPr/>
          <p:nvPr/>
        </p:nvSpPr>
        <p:spPr>
          <a:xfrm>
            <a:off x="5671080" y="288576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4" y="22"/>
                </a:lnTo>
                <a:cubicBezTo>
                  <a:pt x="111" y="74"/>
                  <a:pt x="152" y="138"/>
                  <a:pt x="179" y="215"/>
                </a:cubicBezTo>
                <a:cubicBezTo>
                  <a:pt x="206" y="292"/>
                  <a:pt x="219" y="372"/>
                  <a:pt x="219" y="455"/>
                </a:cubicBezTo>
                <a:cubicBezTo>
                  <a:pt x="219" y="497"/>
                  <a:pt x="216" y="536"/>
                  <a:pt x="210" y="575"/>
                </a:cubicBezTo>
                <a:cubicBezTo>
                  <a:pt x="203" y="613"/>
                  <a:pt x="195" y="646"/>
                  <a:pt x="188" y="673"/>
                </a:cubicBezTo>
                <a:cubicBezTo>
                  <a:pt x="180" y="700"/>
                  <a:pt x="169" y="726"/>
                  <a:pt x="154" y="753"/>
                </a:cubicBezTo>
                <a:cubicBezTo>
                  <a:pt x="139" y="780"/>
                  <a:pt x="128" y="800"/>
                  <a:pt x="119" y="814"/>
                </a:cubicBezTo>
                <a:cubicBezTo>
                  <a:pt x="111" y="828"/>
                  <a:pt x="98" y="843"/>
                  <a:pt x="82" y="860"/>
                </a:cubicBezTo>
                <a:cubicBezTo>
                  <a:pt x="66" y="877"/>
                  <a:pt x="56" y="887"/>
                  <a:pt x="53" y="890"/>
                </a:cubicBezTo>
                <a:cubicBezTo>
                  <a:pt x="50" y="893"/>
                  <a:pt x="43" y="899"/>
                  <a:pt x="32" y="908"/>
                </a:cubicBezTo>
                <a:cubicBezTo>
                  <a:pt x="30" y="909"/>
                  <a:pt x="29" y="911"/>
                  <a:pt x="28" y="911"/>
                </a:cubicBezTo>
                <a:lnTo>
                  <a:pt x="17" y="911"/>
                </a:lnTo>
                <a:cubicBezTo>
                  <a:pt x="13" y="911"/>
                  <a:pt x="9" y="911"/>
                  <a:pt x="7" y="911"/>
                </a:cubicBezTo>
                <a:cubicBezTo>
                  <a:pt x="6" y="911"/>
                  <a:pt x="4" y="910"/>
                  <a:pt x="3" y="909"/>
                </a:cubicBezTo>
                <a:cubicBezTo>
                  <a:pt x="2" y="907"/>
                  <a:pt x="1" y="904"/>
                  <a:pt x="0" y="900"/>
                </a:cubicBezTo>
                <a:cubicBezTo>
                  <a:pt x="1" y="900"/>
                  <a:pt x="4" y="896"/>
                  <a:pt x="10" y="889"/>
                </a:cubicBezTo>
                <a:cubicBezTo>
                  <a:pt x="104" y="791"/>
                  <a:pt x="151" y="647"/>
                  <a:pt x="151" y="455"/>
                </a:cubicBezTo>
                <a:cubicBezTo>
                  <a:pt x="151" y="265"/>
                  <a:pt x="104" y="121"/>
                  <a:pt x="10" y="23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1200240" y="2857320"/>
            <a:ext cx="9349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計算量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5781600" y="2857320"/>
            <a:ext cx="22539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— ソートが支配的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96" name=""/>
          <p:cNvSpPr/>
          <p:nvPr/>
        </p:nvSpPr>
        <p:spPr>
          <a:xfrm>
            <a:off x="933120" y="41814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4"/>
                  <a:pt x="220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571320" y="3405240"/>
            <a:ext cx="30513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推論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: Percentile bootstrap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98" name=""/>
          <p:cNvSpPr/>
          <p:nvPr/>
        </p:nvSpPr>
        <p:spPr>
          <a:xfrm>
            <a:off x="3753360" y="4188240"/>
            <a:ext cx="183600" cy="148680"/>
          </a:xfrm>
          <a:custGeom>
            <a:avLst/>
            <a:gdLst/>
            <a:ahLst/>
            <a:rect l="0" t="0" r="r" b="b"/>
            <a:pathLst>
              <a:path w="510" h="413">
                <a:moveTo>
                  <a:pt x="0" y="142"/>
                </a:moveTo>
                <a:cubicBezTo>
                  <a:pt x="1" y="138"/>
                  <a:pt x="2" y="133"/>
                  <a:pt x="3" y="127"/>
                </a:cubicBezTo>
                <a:cubicBezTo>
                  <a:pt x="4" y="121"/>
                  <a:pt x="8" y="110"/>
                  <a:pt x="14" y="92"/>
                </a:cubicBezTo>
                <a:cubicBezTo>
                  <a:pt x="20" y="75"/>
                  <a:pt x="26" y="61"/>
                  <a:pt x="32" y="49"/>
                </a:cubicBezTo>
                <a:cubicBezTo>
                  <a:pt x="38" y="38"/>
                  <a:pt x="48" y="26"/>
                  <a:pt x="62" y="15"/>
                </a:cubicBezTo>
                <a:cubicBezTo>
                  <a:pt x="76" y="4"/>
                  <a:pt x="90" y="-1"/>
                  <a:pt x="104" y="0"/>
                </a:cubicBezTo>
                <a:cubicBezTo>
                  <a:pt x="126" y="0"/>
                  <a:pt x="144" y="5"/>
                  <a:pt x="158" y="16"/>
                </a:cubicBezTo>
                <a:cubicBezTo>
                  <a:pt x="173" y="27"/>
                  <a:pt x="182" y="38"/>
                  <a:pt x="186" y="47"/>
                </a:cubicBezTo>
                <a:cubicBezTo>
                  <a:pt x="189" y="57"/>
                  <a:pt x="191" y="63"/>
                  <a:pt x="191" y="66"/>
                </a:cubicBezTo>
                <a:cubicBezTo>
                  <a:pt x="191" y="68"/>
                  <a:pt x="191" y="68"/>
                  <a:pt x="192" y="68"/>
                </a:cubicBezTo>
                <a:lnTo>
                  <a:pt x="202" y="58"/>
                </a:lnTo>
                <a:cubicBezTo>
                  <a:pt x="239" y="19"/>
                  <a:pt x="281" y="0"/>
                  <a:pt x="329" y="0"/>
                </a:cubicBezTo>
                <a:cubicBezTo>
                  <a:pt x="361" y="0"/>
                  <a:pt x="388" y="8"/>
                  <a:pt x="408" y="25"/>
                </a:cubicBezTo>
                <a:cubicBezTo>
                  <a:pt x="428" y="41"/>
                  <a:pt x="438" y="65"/>
                  <a:pt x="439" y="96"/>
                </a:cubicBezTo>
                <a:cubicBezTo>
                  <a:pt x="439" y="129"/>
                  <a:pt x="428" y="177"/>
                  <a:pt x="404" y="240"/>
                </a:cubicBezTo>
                <a:cubicBezTo>
                  <a:pt x="380" y="304"/>
                  <a:pt x="369" y="343"/>
                  <a:pt x="370" y="356"/>
                </a:cubicBezTo>
                <a:cubicBezTo>
                  <a:pt x="370" y="372"/>
                  <a:pt x="375" y="380"/>
                  <a:pt x="385" y="380"/>
                </a:cubicBezTo>
                <a:cubicBezTo>
                  <a:pt x="389" y="380"/>
                  <a:pt x="391" y="379"/>
                  <a:pt x="393" y="379"/>
                </a:cubicBezTo>
                <a:cubicBezTo>
                  <a:pt x="411" y="376"/>
                  <a:pt x="427" y="364"/>
                  <a:pt x="441" y="344"/>
                </a:cubicBezTo>
                <a:cubicBezTo>
                  <a:pt x="454" y="324"/>
                  <a:pt x="465" y="300"/>
                  <a:pt x="472" y="271"/>
                </a:cubicBezTo>
                <a:cubicBezTo>
                  <a:pt x="474" y="266"/>
                  <a:pt x="480" y="264"/>
                  <a:pt x="491" y="264"/>
                </a:cubicBezTo>
                <a:cubicBezTo>
                  <a:pt x="504" y="264"/>
                  <a:pt x="510" y="266"/>
                  <a:pt x="510" y="271"/>
                </a:cubicBezTo>
                <a:cubicBezTo>
                  <a:pt x="510" y="272"/>
                  <a:pt x="509" y="276"/>
                  <a:pt x="506" y="285"/>
                </a:cubicBezTo>
                <a:cubicBezTo>
                  <a:pt x="501" y="302"/>
                  <a:pt x="494" y="320"/>
                  <a:pt x="485" y="337"/>
                </a:cubicBezTo>
                <a:cubicBezTo>
                  <a:pt x="477" y="354"/>
                  <a:pt x="463" y="371"/>
                  <a:pt x="443" y="388"/>
                </a:cubicBezTo>
                <a:cubicBezTo>
                  <a:pt x="424" y="405"/>
                  <a:pt x="403" y="413"/>
                  <a:pt x="380" y="412"/>
                </a:cubicBezTo>
                <a:cubicBezTo>
                  <a:pt x="352" y="412"/>
                  <a:pt x="331" y="404"/>
                  <a:pt x="319" y="388"/>
                </a:cubicBezTo>
                <a:cubicBezTo>
                  <a:pt x="306" y="371"/>
                  <a:pt x="299" y="354"/>
                  <a:pt x="299" y="337"/>
                </a:cubicBezTo>
                <a:cubicBezTo>
                  <a:pt x="299" y="325"/>
                  <a:pt x="310" y="289"/>
                  <a:pt x="332" y="228"/>
                </a:cubicBezTo>
                <a:cubicBezTo>
                  <a:pt x="354" y="166"/>
                  <a:pt x="365" y="120"/>
                  <a:pt x="366" y="88"/>
                </a:cubicBezTo>
                <a:cubicBezTo>
                  <a:pt x="366" y="52"/>
                  <a:pt x="353" y="35"/>
                  <a:pt x="326" y="35"/>
                </a:cubicBezTo>
                <a:lnTo>
                  <a:pt x="321" y="35"/>
                </a:lnTo>
                <a:cubicBezTo>
                  <a:pt x="269" y="35"/>
                  <a:pt x="225" y="65"/>
                  <a:pt x="189" y="127"/>
                </a:cubicBezTo>
                <a:lnTo>
                  <a:pt x="183" y="138"/>
                </a:lnTo>
                <a:lnTo>
                  <a:pt x="153" y="260"/>
                </a:lnTo>
                <a:cubicBezTo>
                  <a:pt x="133" y="340"/>
                  <a:pt x="121" y="383"/>
                  <a:pt x="118" y="389"/>
                </a:cubicBezTo>
                <a:cubicBezTo>
                  <a:pt x="110" y="405"/>
                  <a:pt x="97" y="413"/>
                  <a:pt x="79" y="413"/>
                </a:cubicBezTo>
                <a:cubicBezTo>
                  <a:pt x="71" y="413"/>
                  <a:pt x="65" y="411"/>
                  <a:pt x="60" y="408"/>
                </a:cubicBezTo>
                <a:cubicBezTo>
                  <a:pt x="55" y="404"/>
                  <a:pt x="52" y="400"/>
                  <a:pt x="50" y="397"/>
                </a:cubicBezTo>
                <a:cubicBezTo>
                  <a:pt x="48" y="393"/>
                  <a:pt x="48" y="390"/>
                  <a:pt x="48" y="388"/>
                </a:cubicBezTo>
                <a:cubicBezTo>
                  <a:pt x="48" y="380"/>
                  <a:pt x="60" y="330"/>
                  <a:pt x="83" y="239"/>
                </a:cubicBezTo>
                <a:cubicBezTo>
                  <a:pt x="106" y="148"/>
                  <a:pt x="118" y="98"/>
                  <a:pt x="119" y="90"/>
                </a:cubicBezTo>
                <a:cubicBezTo>
                  <a:pt x="120" y="87"/>
                  <a:pt x="120" y="80"/>
                  <a:pt x="120" y="69"/>
                </a:cubicBezTo>
                <a:cubicBezTo>
                  <a:pt x="120" y="45"/>
                  <a:pt x="113" y="34"/>
                  <a:pt x="98" y="34"/>
                </a:cubicBezTo>
                <a:cubicBezTo>
                  <a:pt x="75" y="34"/>
                  <a:pt x="56" y="64"/>
                  <a:pt x="41" y="126"/>
                </a:cubicBezTo>
                <a:cubicBezTo>
                  <a:pt x="37" y="138"/>
                  <a:pt x="36" y="144"/>
                  <a:pt x="36" y="145"/>
                </a:cubicBezTo>
                <a:cubicBezTo>
                  <a:pt x="34" y="148"/>
                  <a:pt x="29" y="150"/>
                  <a:pt x="18" y="150"/>
                </a:cubicBezTo>
                <a:lnTo>
                  <a:pt x="6" y="150"/>
                </a:lnTo>
                <a:cubicBezTo>
                  <a:pt x="2" y="147"/>
                  <a:pt x="0" y="144"/>
                  <a:pt x="0" y="1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499" name=""/>
          <p:cNvSpPr/>
          <p:nvPr/>
        </p:nvSpPr>
        <p:spPr>
          <a:xfrm>
            <a:off x="3490560" y="4076640"/>
            <a:ext cx="256320" cy="327960"/>
          </a:xfrm>
          <a:custGeom>
            <a:avLst/>
            <a:gdLst/>
            <a:ahLst/>
            <a:rect l="0" t="0" r="r" b="b"/>
            <a:pathLst>
              <a:path w="712" h="911">
                <a:moveTo>
                  <a:pt x="21" y="567"/>
                </a:moveTo>
                <a:cubicBezTo>
                  <a:pt x="17" y="567"/>
                  <a:pt x="13" y="564"/>
                  <a:pt x="8" y="559"/>
                </a:cubicBezTo>
                <a:cubicBezTo>
                  <a:pt x="4" y="555"/>
                  <a:pt x="1" y="550"/>
                  <a:pt x="0" y="547"/>
                </a:cubicBezTo>
                <a:cubicBezTo>
                  <a:pt x="0" y="543"/>
                  <a:pt x="9" y="534"/>
                  <a:pt x="28" y="519"/>
                </a:cubicBezTo>
                <a:cubicBezTo>
                  <a:pt x="48" y="505"/>
                  <a:pt x="68" y="490"/>
                  <a:pt x="88" y="474"/>
                </a:cubicBezTo>
                <a:cubicBezTo>
                  <a:pt x="109" y="458"/>
                  <a:pt x="121" y="449"/>
                  <a:pt x="123" y="447"/>
                </a:cubicBezTo>
                <a:cubicBezTo>
                  <a:pt x="124" y="446"/>
                  <a:pt x="126" y="446"/>
                  <a:pt x="128" y="446"/>
                </a:cubicBezTo>
                <a:lnTo>
                  <a:pt x="129" y="446"/>
                </a:lnTo>
                <a:cubicBezTo>
                  <a:pt x="132" y="446"/>
                  <a:pt x="136" y="451"/>
                  <a:pt x="141" y="461"/>
                </a:cubicBezTo>
                <a:cubicBezTo>
                  <a:pt x="146" y="471"/>
                  <a:pt x="162" y="507"/>
                  <a:pt x="190" y="568"/>
                </a:cubicBezTo>
                <a:cubicBezTo>
                  <a:pt x="202" y="594"/>
                  <a:pt x="211" y="615"/>
                  <a:pt x="219" y="630"/>
                </a:cubicBezTo>
                <a:lnTo>
                  <a:pt x="296" y="799"/>
                </a:lnTo>
                <a:cubicBezTo>
                  <a:pt x="297" y="799"/>
                  <a:pt x="328" y="734"/>
                  <a:pt x="391" y="605"/>
                </a:cubicBezTo>
                <a:cubicBezTo>
                  <a:pt x="453" y="476"/>
                  <a:pt x="516" y="346"/>
                  <a:pt x="578" y="214"/>
                </a:cubicBezTo>
                <a:cubicBezTo>
                  <a:pt x="642" y="83"/>
                  <a:pt x="674" y="15"/>
                  <a:pt x="676" y="12"/>
                </a:cubicBezTo>
                <a:cubicBezTo>
                  <a:pt x="680" y="4"/>
                  <a:pt x="686" y="0"/>
                  <a:pt x="695" y="0"/>
                </a:cubicBezTo>
                <a:cubicBezTo>
                  <a:pt x="699" y="0"/>
                  <a:pt x="703" y="1"/>
                  <a:pt x="706" y="5"/>
                </a:cubicBezTo>
                <a:cubicBezTo>
                  <a:pt x="709" y="9"/>
                  <a:pt x="711" y="12"/>
                  <a:pt x="712" y="16"/>
                </a:cubicBezTo>
                <a:lnTo>
                  <a:pt x="712" y="21"/>
                </a:lnTo>
                <a:lnTo>
                  <a:pt x="499" y="462"/>
                </a:lnTo>
                <a:lnTo>
                  <a:pt x="285" y="904"/>
                </a:lnTo>
                <a:cubicBezTo>
                  <a:pt x="283" y="909"/>
                  <a:pt x="277" y="911"/>
                  <a:pt x="268" y="911"/>
                </a:cubicBezTo>
                <a:cubicBezTo>
                  <a:pt x="262" y="911"/>
                  <a:pt x="259" y="910"/>
                  <a:pt x="257" y="908"/>
                </a:cubicBezTo>
                <a:cubicBezTo>
                  <a:pt x="256" y="907"/>
                  <a:pt x="226" y="842"/>
                  <a:pt x="168" y="715"/>
                </a:cubicBezTo>
                <a:lnTo>
                  <a:pt x="80" y="524"/>
                </a:lnTo>
                <a:lnTo>
                  <a:pt x="66" y="534"/>
                </a:lnTo>
                <a:cubicBezTo>
                  <a:pt x="57" y="541"/>
                  <a:pt x="47" y="548"/>
                  <a:pt x="38" y="556"/>
                </a:cubicBezTo>
                <a:cubicBezTo>
                  <a:pt x="28" y="563"/>
                  <a:pt x="22" y="567"/>
                  <a:pt x="21" y="56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00" name=""/>
          <p:cNvSpPr/>
          <p:nvPr/>
        </p:nvSpPr>
        <p:spPr>
          <a:xfrm>
            <a:off x="3746520" y="4076640"/>
            <a:ext cx="196920" cy="19800"/>
          </a:xfrm>
          <a:custGeom>
            <a:avLst/>
            <a:gdLst/>
            <a:ahLst/>
            <a:rect l="0" t="0" r="r" b="b"/>
            <a:pathLst>
              <a:path w="547" h="55">
                <a:moveTo>
                  <a:pt x="0" y="0"/>
                </a:moveTo>
                <a:lnTo>
                  <a:pt x="547" y="0"/>
                </a:lnTo>
                <a:lnTo>
                  <a:pt x="547" y="55"/>
                </a:lnTo>
                <a:lnTo>
                  <a:pt x="0" y="5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01" name=""/>
          <p:cNvSpPr/>
          <p:nvPr/>
        </p:nvSpPr>
        <p:spPr>
          <a:xfrm>
            <a:off x="4014360" y="4109400"/>
            <a:ext cx="327240" cy="231120"/>
          </a:xfrm>
          <a:custGeom>
            <a:avLst/>
            <a:gdLst/>
            <a:ahLst/>
            <a:rect l="0" t="0" r="r" b="b"/>
            <a:pathLst>
              <a:path w="909" h="642">
                <a:moveTo>
                  <a:pt x="352" y="0"/>
                </a:moveTo>
                <a:cubicBezTo>
                  <a:pt x="360" y="0"/>
                  <a:pt x="375" y="0"/>
                  <a:pt x="397" y="1"/>
                </a:cubicBezTo>
                <a:cubicBezTo>
                  <a:pt x="419" y="1"/>
                  <a:pt x="439" y="2"/>
                  <a:pt x="458" y="2"/>
                </a:cubicBezTo>
                <a:cubicBezTo>
                  <a:pt x="489" y="2"/>
                  <a:pt x="515" y="2"/>
                  <a:pt x="536" y="1"/>
                </a:cubicBezTo>
                <a:cubicBezTo>
                  <a:pt x="556" y="1"/>
                  <a:pt x="568" y="1"/>
                  <a:pt x="571" y="1"/>
                </a:cubicBezTo>
                <a:cubicBezTo>
                  <a:pt x="582" y="1"/>
                  <a:pt x="587" y="3"/>
                  <a:pt x="587" y="8"/>
                </a:cubicBezTo>
                <a:cubicBezTo>
                  <a:pt x="587" y="10"/>
                  <a:pt x="587" y="15"/>
                  <a:pt x="585" y="21"/>
                </a:cubicBezTo>
                <a:cubicBezTo>
                  <a:pt x="582" y="32"/>
                  <a:pt x="579" y="38"/>
                  <a:pt x="577" y="40"/>
                </a:cubicBezTo>
                <a:cubicBezTo>
                  <a:pt x="574" y="41"/>
                  <a:pt x="567" y="41"/>
                  <a:pt x="557" y="41"/>
                </a:cubicBezTo>
                <a:cubicBezTo>
                  <a:pt x="541" y="42"/>
                  <a:pt x="529" y="44"/>
                  <a:pt x="520" y="46"/>
                </a:cubicBezTo>
                <a:cubicBezTo>
                  <a:pt x="511" y="48"/>
                  <a:pt x="505" y="51"/>
                  <a:pt x="501" y="53"/>
                </a:cubicBezTo>
                <a:cubicBezTo>
                  <a:pt x="497" y="56"/>
                  <a:pt x="496" y="58"/>
                  <a:pt x="498" y="61"/>
                </a:cubicBezTo>
                <a:cubicBezTo>
                  <a:pt x="498" y="69"/>
                  <a:pt x="503" y="141"/>
                  <a:pt x="513" y="278"/>
                </a:cubicBezTo>
                <a:cubicBezTo>
                  <a:pt x="523" y="415"/>
                  <a:pt x="527" y="489"/>
                  <a:pt x="527" y="497"/>
                </a:cubicBezTo>
                <a:lnTo>
                  <a:pt x="529" y="494"/>
                </a:lnTo>
                <a:cubicBezTo>
                  <a:pt x="530" y="492"/>
                  <a:pt x="532" y="489"/>
                  <a:pt x="535" y="485"/>
                </a:cubicBezTo>
                <a:cubicBezTo>
                  <a:pt x="537" y="481"/>
                  <a:pt x="541" y="475"/>
                  <a:pt x="546" y="467"/>
                </a:cubicBezTo>
                <a:cubicBezTo>
                  <a:pt x="550" y="460"/>
                  <a:pt x="556" y="451"/>
                  <a:pt x="561" y="439"/>
                </a:cubicBezTo>
                <a:cubicBezTo>
                  <a:pt x="567" y="428"/>
                  <a:pt x="574" y="416"/>
                  <a:pt x="583" y="402"/>
                </a:cubicBezTo>
                <a:cubicBezTo>
                  <a:pt x="592" y="388"/>
                  <a:pt x="601" y="372"/>
                  <a:pt x="610" y="353"/>
                </a:cubicBezTo>
                <a:cubicBezTo>
                  <a:pt x="619" y="334"/>
                  <a:pt x="631" y="314"/>
                  <a:pt x="646" y="292"/>
                </a:cubicBezTo>
                <a:cubicBezTo>
                  <a:pt x="709" y="180"/>
                  <a:pt x="745" y="116"/>
                  <a:pt x="753" y="101"/>
                </a:cubicBezTo>
                <a:cubicBezTo>
                  <a:pt x="762" y="85"/>
                  <a:pt x="766" y="75"/>
                  <a:pt x="767" y="72"/>
                </a:cubicBezTo>
                <a:cubicBezTo>
                  <a:pt x="767" y="62"/>
                  <a:pt x="761" y="55"/>
                  <a:pt x="749" y="50"/>
                </a:cubicBezTo>
                <a:cubicBezTo>
                  <a:pt x="738" y="44"/>
                  <a:pt x="725" y="41"/>
                  <a:pt x="711" y="41"/>
                </a:cubicBezTo>
                <a:cubicBezTo>
                  <a:pt x="703" y="41"/>
                  <a:pt x="698" y="38"/>
                  <a:pt x="698" y="32"/>
                </a:cubicBezTo>
                <a:cubicBezTo>
                  <a:pt x="698" y="31"/>
                  <a:pt x="699" y="27"/>
                  <a:pt x="700" y="21"/>
                </a:cubicBezTo>
                <a:cubicBezTo>
                  <a:pt x="703" y="11"/>
                  <a:pt x="705" y="5"/>
                  <a:pt x="706" y="3"/>
                </a:cubicBezTo>
                <a:cubicBezTo>
                  <a:pt x="707" y="1"/>
                  <a:pt x="711" y="1"/>
                  <a:pt x="719" y="1"/>
                </a:cubicBezTo>
                <a:cubicBezTo>
                  <a:pt x="720" y="1"/>
                  <a:pt x="725" y="1"/>
                  <a:pt x="734" y="1"/>
                </a:cubicBezTo>
                <a:cubicBezTo>
                  <a:pt x="742" y="1"/>
                  <a:pt x="754" y="1"/>
                  <a:pt x="769" y="1"/>
                </a:cubicBezTo>
                <a:cubicBezTo>
                  <a:pt x="785" y="1"/>
                  <a:pt x="801" y="1"/>
                  <a:pt x="819" y="1"/>
                </a:cubicBezTo>
                <a:cubicBezTo>
                  <a:pt x="859" y="1"/>
                  <a:pt x="884" y="1"/>
                  <a:pt x="896" y="0"/>
                </a:cubicBezTo>
                <a:cubicBezTo>
                  <a:pt x="904" y="0"/>
                  <a:pt x="909" y="3"/>
                  <a:pt x="909" y="10"/>
                </a:cubicBezTo>
                <a:cubicBezTo>
                  <a:pt x="909" y="13"/>
                  <a:pt x="908" y="18"/>
                  <a:pt x="906" y="25"/>
                </a:cubicBezTo>
                <a:cubicBezTo>
                  <a:pt x="904" y="32"/>
                  <a:pt x="902" y="36"/>
                  <a:pt x="900" y="39"/>
                </a:cubicBezTo>
                <a:cubicBezTo>
                  <a:pt x="897" y="41"/>
                  <a:pt x="894" y="42"/>
                  <a:pt x="891" y="41"/>
                </a:cubicBezTo>
                <a:cubicBezTo>
                  <a:pt x="877" y="41"/>
                  <a:pt x="865" y="43"/>
                  <a:pt x="854" y="47"/>
                </a:cubicBezTo>
                <a:cubicBezTo>
                  <a:pt x="843" y="51"/>
                  <a:pt x="834" y="55"/>
                  <a:pt x="827" y="60"/>
                </a:cubicBezTo>
                <a:cubicBezTo>
                  <a:pt x="820" y="65"/>
                  <a:pt x="814" y="70"/>
                  <a:pt x="810" y="75"/>
                </a:cubicBezTo>
                <a:cubicBezTo>
                  <a:pt x="805" y="81"/>
                  <a:pt x="802" y="85"/>
                  <a:pt x="799" y="90"/>
                </a:cubicBezTo>
                <a:lnTo>
                  <a:pt x="795" y="95"/>
                </a:lnTo>
                <a:lnTo>
                  <a:pt x="641" y="365"/>
                </a:lnTo>
                <a:cubicBezTo>
                  <a:pt x="539" y="545"/>
                  <a:pt x="488" y="635"/>
                  <a:pt x="487" y="636"/>
                </a:cubicBezTo>
                <a:cubicBezTo>
                  <a:pt x="484" y="640"/>
                  <a:pt x="476" y="642"/>
                  <a:pt x="466" y="642"/>
                </a:cubicBezTo>
                <a:cubicBezTo>
                  <a:pt x="456" y="642"/>
                  <a:pt x="451" y="641"/>
                  <a:pt x="448" y="638"/>
                </a:cubicBezTo>
                <a:cubicBezTo>
                  <a:pt x="446" y="636"/>
                  <a:pt x="441" y="561"/>
                  <a:pt x="431" y="413"/>
                </a:cubicBezTo>
                <a:cubicBezTo>
                  <a:pt x="421" y="265"/>
                  <a:pt x="416" y="189"/>
                  <a:pt x="415" y="184"/>
                </a:cubicBezTo>
                <a:lnTo>
                  <a:pt x="405" y="201"/>
                </a:lnTo>
                <a:cubicBezTo>
                  <a:pt x="391" y="223"/>
                  <a:pt x="352" y="291"/>
                  <a:pt x="288" y="404"/>
                </a:cubicBezTo>
                <a:cubicBezTo>
                  <a:pt x="201" y="558"/>
                  <a:pt x="155" y="635"/>
                  <a:pt x="154" y="636"/>
                </a:cubicBezTo>
                <a:cubicBezTo>
                  <a:pt x="153" y="637"/>
                  <a:pt x="151" y="638"/>
                  <a:pt x="150" y="639"/>
                </a:cubicBezTo>
                <a:cubicBezTo>
                  <a:pt x="147" y="641"/>
                  <a:pt x="141" y="642"/>
                  <a:pt x="133" y="642"/>
                </a:cubicBezTo>
                <a:cubicBezTo>
                  <a:pt x="122" y="642"/>
                  <a:pt x="115" y="640"/>
                  <a:pt x="114" y="636"/>
                </a:cubicBezTo>
                <a:cubicBezTo>
                  <a:pt x="114" y="634"/>
                  <a:pt x="107" y="537"/>
                  <a:pt x="94" y="345"/>
                </a:cubicBezTo>
                <a:cubicBezTo>
                  <a:pt x="81" y="153"/>
                  <a:pt x="74" y="56"/>
                  <a:pt x="73" y="55"/>
                </a:cubicBezTo>
                <a:cubicBezTo>
                  <a:pt x="72" y="50"/>
                  <a:pt x="69" y="46"/>
                  <a:pt x="64" y="45"/>
                </a:cubicBezTo>
                <a:cubicBezTo>
                  <a:pt x="59" y="44"/>
                  <a:pt x="47" y="43"/>
                  <a:pt x="29" y="41"/>
                </a:cubicBezTo>
                <a:lnTo>
                  <a:pt x="7" y="41"/>
                </a:lnTo>
                <a:cubicBezTo>
                  <a:pt x="3" y="37"/>
                  <a:pt x="0" y="34"/>
                  <a:pt x="0" y="31"/>
                </a:cubicBezTo>
                <a:cubicBezTo>
                  <a:pt x="1" y="18"/>
                  <a:pt x="5" y="7"/>
                  <a:pt x="12" y="0"/>
                </a:cubicBezTo>
                <a:lnTo>
                  <a:pt x="23" y="0"/>
                </a:lnTo>
                <a:cubicBezTo>
                  <a:pt x="49" y="1"/>
                  <a:pt x="79" y="2"/>
                  <a:pt x="114" y="2"/>
                </a:cubicBezTo>
                <a:cubicBezTo>
                  <a:pt x="191" y="2"/>
                  <a:pt x="233" y="1"/>
                  <a:pt x="240" y="0"/>
                </a:cubicBezTo>
                <a:lnTo>
                  <a:pt x="249" y="0"/>
                </a:lnTo>
                <a:cubicBezTo>
                  <a:pt x="253" y="3"/>
                  <a:pt x="254" y="6"/>
                  <a:pt x="254" y="8"/>
                </a:cubicBezTo>
                <a:cubicBezTo>
                  <a:pt x="254" y="10"/>
                  <a:pt x="254" y="15"/>
                  <a:pt x="253" y="24"/>
                </a:cubicBezTo>
                <a:cubicBezTo>
                  <a:pt x="250" y="33"/>
                  <a:pt x="247" y="39"/>
                  <a:pt x="244" y="41"/>
                </a:cubicBezTo>
                <a:lnTo>
                  <a:pt x="225" y="41"/>
                </a:lnTo>
                <a:cubicBezTo>
                  <a:pt x="188" y="43"/>
                  <a:pt x="168" y="48"/>
                  <a:pt x="165" y="57"/>
                </a:cubicBezTo>
                <a:cubicBezTo>
                  <a:pt x="183" y="336"/>
                  <a:pt x="195" y="484"/>
                  <a:pt x="197" y="498"/>
                </a:cubicBezTo>
                <a:lnTo>
                  <a:pt x="411" y="121"/>
                </a:lnTo>
                <a:lnTo>
                  <a:pt x="409" y="87"/>
                </a:lnTo>
                <a:cubicBezTo>
                  <a:pt x="407" y="61"/>
                  <a:pt x="404" y="48"/>
                  <a:pt x="400" y="46"/>
                </a:cubicBezTo>
                <a:cubicBezTo>
                  <a:pt x="396" y="44"/>
                  <a:pt x="384" y="42"/>
                  <a:pt x="362" y="41"/>
                </a:cubicBezTo>
                <a:cubicBezTo>
                  <a:pt x="350" y="41"/>
                  <a:pt x="343" y="41"/>
                  <a:pt x="339" y="40"/>
                </a:cubicBezTo>
                <a:cubicBezTo>
                  <a:pt x="335" y="38"/>
                  <a:pt x="334" y="36"/>
                  <a:pt x="334" y="31"/>
                </a:cubicBezTo>
                <a:cubicBezTo>
                  <a:pt x="334" y="30"/>
                  <a:pt x="334" y="27"/>
                  <a:pt x="335" y="21"/>
                </a:cubicBezTo>
                <a:cubicBezTo>
                  <a:pt x="336" y="18"/>
                  <a:pt x="337" y="15"/>
                  <a:pt x="337" y="12"/>
                </a:cubicBezTo>
                <a:cubicBezTo>
                  <a:pt x="338" y="9"/>
                  <a:pt x="338" y="7"/>
                  <a:pt x="338" y="6"/>
                </a:cubicBezTo>
                <a:cubicBezTo>
                  <a:pt x="338" y="5"/>
                  <a:pt x="339" y="4"/>
                  <a:pt x="341" y="2"/>
                </a:cubicBezTo>
                <a:cubicBezTo>
                  <a:pt x="343" y="1"/>
                  <a:pt x="344" y="1"/>
                  <a:pt x="344" y="1"/>
                </a:cubicBezTo>
                <a:cubicBezTo>
                  <a:pt x="345" y="1"/>
                  <a:pt x="348" y="0"/>
                  <a:pt x="352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02" name=""/>
          <p:cNvSpPr/>
          <p:nvPr/>
        </p:nvSpPr>
        <p:spPr>
          <a:xfrm>
            <a:off x="4336920" y="4227840"/>
            <a:ext cx="80280" cy="154800"/>
          </a:xfrm>
          <a:custGeom>
            <a:avLst/>
            <a:gdLst/>
            <a:ahLst/>
            <a:rect l="0" t="0" r="r" b="b"/>
            <a:pathLst>
              <a:path w="223" h="430">
                <a:moveTo>
                  <a:pt x="84" y="58"/>
                </a:moveTo>
                <a:lnTo>
                  <a:pt x="76" y="61"/>
                </a:lnTo>
                <a:cubicBezTo>
                  <a:pt x="70" y="63"/>
                  <a:pt x="61" y="65"/>
                  <a:pt x="50" y="67"/>
                </a:cubicBezTo>
                <a:cubicBezTo>
                  <a:pt x="39" y="70"/>
                  <a:pt x="26" y="71"/>
                  <a:pt x="13" y="72"/>
                </a:cubicBezTo>
                <a:lnTo>
                  <a:pt x="0" y="72"/>
                </a:lnTo>
                <a:lnTo>
                  <a:pt x="0" y="42"/>
                </a:lnTo>
                <a:lnTo>
                  <a:pt x="13" y="42"/>
                </a:lnTo>
                <a:cubicBezTo>
                  <a:pt x="33" y="41"/>
                  <a:pt x="52" y="38"/>
                  <a:pt x="69" y="33"/>
                </a:cubicBezTo>
                <a:cubicBezTo>
                  <a:pt x="86" y="27"/>
                  <a:pt x="98" y="21"/>
                  <a:pt x="105" y="16"/>
                </a:cubicBezTo>
                <a:cubicBezTo>
                  <a:pt x="112" y="12"/>
                  <a:pt x="118" y="7"/>
                  <a:pt x="123" y="2"/>
                </a:cubicBezTo>
                <a:cubicBezTo>
                  <a:pt x="124" y="1"/>
                  <a:pt x="126" y="0"/>
                  <a:pt x="130" y="0"/>
                </a:cubicBezTo>
                <a:cubicBezTo>
                  <a:pt x="134" y="0"/>
                  <a:pt x="138" y="1"/>
                  <a:pt x="141" y="4"/>
                </a:cubicBezTo>
                <a:lnTo>
                  <a:pt x="141" y="197"/>
                </a:lnTo>
                <a:lnTo>
                  <a:pt x="142" y="390"/>
                </a:lnTo>
                <a:cubicBezTo>
                  <a:pt x="145" y="393"/>
                  <a:pt x="148" y="395"/>
                  <a:pt x="150" y="396"/>
                </a:cubicBezTo>
                <a:cubicBezTo>
                  <a:pt x="152" y="397"/>
                  <a:pt x="157" y="398"/>
                  <a:pt x="165" y="399"/>
                </a:cubicBezTo>
                <a:cubicBezTo>
                  <a:pt x="173" y="400"/>
                  <a:pt x="187" y="400"/>
                  <a:pt x="205" y="400"/>
                </a:cubicBezTo>
                <a:lnTo>
                  <a:pt x="223" y="400"/>
                </a:lnTo>
                <a:lnTo>
                  <a:pt x="223" y="430"/>
                </a:lnTo>
                <a:lnTo>
                  <a:pt x="215" y="430"/>
                </a:lnTo>
                <a:cubicBezTo>
                  <a:pt x="206" y="428"/>
                  <a:pt x="172" y="428"/>
                  <a:pt x="112" y="428"/>
                </a:cubicBezTo>
                <a:cubicBezTo>
                  <a:pt x="54" y="428"/>
                  <a:pt x="20" y="428"/>
                  <a:pt x="11" y="430"/>
                </a:cubicBezTo>
                <a:lnTo>
                  <a:pt x="4" y="430"/>
                </a:lnTo>
                <a:lnTo>
                  <a:pt x="4" y="400"/>
                </a:lnTo>
                <a:lnTo>
                  <a:pt x="20" y="400"/>
                </a:lnTo>
                <a:cubicBezTo>
                  <a:pt x="30" y="400"/>
                  <a:pt x="38" y="400"/>
                  <a:pt x="45" y="400"/>
                </a:cubicBezTo>
                <a:cubicBezTo>
                  <a:pt x="52" y="400"/>
                  <a:pt x="57" y="400"/>
                  <a:pt x="61" y="399"/>
                </a:cubicBezTo>
                <a:cubicBezTo>
                  <a:pt x="65" y="399"/>
                  <a:pt x="68" y="398"/>
                  <a:pt x="71" y="398"/>
                </a:cubicBezTo>
                <a:cubicBezTo>
                  <a:pt x="74" y="397"/>
                  <a:pt x="76" y="396"/>
                  <a:pt x="76" y="396"/>
                </a:cubicBezTo>
                <a:cubicBezTo>
                  <a:pt x="77" y="396"/>
                  <a:pt x="78" y="395"/>
                  <a:pt x="80" y="393"/>
                </a:cubicBezTo>
                <a:cubicBezTo>
                  <a:pt x="82" y="391"/>
                  <a:pt x="84" y="390"/>
                  <a:pt x="84" y="390"/>
                </a:cubicBezTo>
                <a:lnTo>
                  <a:pt x="84" y="5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03" name=""/>
          <p:cNvSpPr/>
          <p:nvPr/>
        </p:nvSpPr>
        <p:spPr>
          <a:xfrm>
            <a:off x="4480920" y="408744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0" y="456"/>
                </a:moveTo>
                <a:cubicBezTo>
                  <a:pt x="0" y="414"/>
                  <a:pt x="3" y="374"/>
                  <a:pt x="9" y="336"/>
                </a:cubicBezTo>
                <a:cubicBezTo>
                  <a:pt x="15" y="299"/>
                  <a:pt x="22" y="266"/>
                  <a:pt x="30" y="239"/>
                </a:cubicBezTo>
                <a:cubicBezTo>
                  <a:pt x="39" y="212"/>
                  <a:pt x="50" y="185"/>
                  <a:pt x="65" y="159"/>
                </a:cubicBezTo>
                <a:cubicBezTo>
                  <a:pt x="79" y="133"/>
                  <a:pt x="91" y="113"/>
                  <a:pt x="99" y="98"/>
                </a:cubicBezTo>
                <a:cubicBezTo>
                  <a:pt x="108" y="83"/>
                  <a:pt x="120" y="68"/>
                  <a:pt x="137" y="51"/>
                </a:cubicBezTo>
                <a:cubicBezTo>
                  <a:pt x="154" y="34"/>
                  <a:pt x="164" y="23"/>
                  <a:pt x="167" y="19"/>
                </a:cubicBezTo>
                <a:cubicBezTo>
                  <a:pt x="171" y="15"/>
                  <a:pt x="178" y="9"/>
                  <a:pt x="190" y="0"/>
                </a:cubicBezTo>
                <a:lnTo>
                  <a:pt x="202" y="0"/>
                </a:lnTo>
                <a:lnTo>
                  <a:pt x="206" y="0"/>
                </a:lnTo>
                <a:cubicBezTo>
                  <a:pt x="214" y="0"/>
                  <a:pt x="218" y="2"/>
                  <a:pt x="218" y="8"/>
                </a:cubicBezTo>
                <a:cubicBezTo>
                  <a:pt x="218" y="10"/>
                  <a:pt x="213" y="16"/>
                  <a:pt x="203" y="28"/>
                </a:cubicBezTo>
                <a:cubicBezTo>
                  <a:pt x="193" y="39"/>
                  <a:pt x="180" y="55"/>
                  <a:pt x="166" y="76"/>
                </a:cubicBezTo>
                <a:cubicBezTo>
                  <a:pt x="151" y="97"/>
                  <a:pt x="136" y="123"/>
                  <a:pt x="121" y="154"/>
                </a:cubicBezTo>
                <a:cubicBezTo>
                  <a:pt x="106" y="185"/>
                  <a:pt x="93" y="227"/>
                  <a:pt x="83" y="280"/>
                </a:cubicBezTo>
                <a:cubicBezTo>
                  <a:pt x="73" y="333"/>
                  <a:pt x="67" y="391"/>
                  <a:pt x="67" y="456"/>
                </a:cubicBezTo>
                <a:cubicBezTo>
                  <a:pt x="67" y="520"/>
                  <a:pt x="73" y="578"/>
                  <a:pt x="83" y="630"/>
                </a:cubicBezTo>
                <a:cubicBezTo>
                  <a:pt x="93" y="683"/>
                  <a:pt x="106" y="725"/>
                  <a:pt x="120" y="757"/>
                </a:cubicBezTo>
                <a:cubicBezTo>
                  <a:pt x="135" y="789"/>
                  <a:pt x="150" y="815"/>
                  <a:pt x="165" y="835"/>
                </a:cubicBezTo>
                <a:cubicBezTo>
                  <a:pt x="180" y="855"/>
                  <a:pt x="193" y="871"/>
                  <a:pt x="203" y="883"/>
                </a:cubicBezTo>
                <a:cubicBezTo>
                  <a:pt x="213" y="896"/>
                  <a:pt x="218" y="902"/>
                  <a:pt x="218" y="903"/>
                </a:cubicBezTo>
                <a:cubicBezTo>
                  <a:pt x="218" y="908"/>
                  <a:pt x="214" y="911"/>
                  <a:pt x="205" y="911"/>
                </a:cubicBezTo>
                <a:lnTo>
                  <a:pt x="202" y="911"/>
                </a:lnTo>
                <a:lnTo>
                  <a:pt x="190" y="911"/>
                </a:lnTo>
                <a:lnTo>
                  <a:pt x="165" y="889"/>
                </a:lnTo>
                <a:cubicBezTo>
                  <a:pt x="108" y="837"/>
                  <a:pt x="66" y="773"/>
                  <a:pt x="40" y="696"/>
                </a:cubicBezTo>
                <a:cubicBezTo>
                  <a:pt x="13" y="619"/>
                  <a:pt x="0" y="539"/>
                  <a:pt x="0" y="45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04" name=""/>
          <p:cNvSpPr/>
          <p:nvPr/>
        </p:nvSpPr>
        <p:spPr>
          <a:xfrm>
            <a:off x="4587840" y="4110120"/>
            <a:ext cx="235440" cy="223200"/>
          </a:xfrm>
          <a:custGeom>
            <a:avLst/>
            <a:gdLst/>
            <a:ahLst/>
            <a:rect l="0" t="0" r="r" b="b"/>
            <a:pathLst>
              <a:path w="654" h="620">
                <a:moveTo>
                  <a:pt x="15" y="619"/>
                </a:moveTo>
                <a:cubicBezTo>
                  <a:pt x="5" y="619"/>
                  <a:pt x="0" y="616"/>
                  <a:pt x="0" y="610"/>
                </a:cubicBezTo>
                <a:cubicBezTo>
                  <a:pt x="0" y="609"/>
                  <a:pt x="1" y="605"/>
                  <a:pt x="2" y="597"/>
                </a:cubicBezTo>
                <a:cubicBezTo>
                  <a:pt x="5" y="588"/>
                  <a:pt x="7" y="582"/>
                  <a:pt x="10" y="581"/>
                </a:cubicBezTo>
                <a:cubicBezTo>
                  <a:pt x="12" y="580"/>
                  <a:pt x="19" y="579"/>
                  <a:pt x="31" y="578"/>
                </a:cubicBezTo>
                <a:cubicBezTo>
                  <a:pt x="47" y="578"/>
                  <a:pt x="65" y="577"/>
                  <a:pt x="85" y="576"/>
                </a:cubicBezTo>
                <a:cubicBezTo>
                  <a:pt x="94" y="574"/>
                  <a:pt x="99" y="570"/>
                  <a:pt x="102" y="565"/>
                </a:cubicBezTo>
                <a:cubicBezTo>
                  <a:pt x="104" y="562"/>
                  <a:pt x="125" y="476"/>
                  <a:pt x="167" y="309"/>
                </a:cubicBezTo>
                <a:cubicBezTo>
                  <a:pt x="209" y="141"/>
                  <a:pt x="230" y="57"/>
                  <a:pt x="231" y="54"/>
                </a:cubicBezTo>
                <a:cubicBezTo>
                  <a:pt x="231" y="50"/>
                  <a:pt x="230" y="48"/>
                  <a:pt x="227" y="48"/>
                </a:cubicBezTo>
                <a:cubicBezTo>
                  <a:pt x="222" y="46"/>
                  <a:pt x="206" y="44"/>
                  <a:pt x="179" y="43"/>
                </a:cubicBezTo>
                <a:lnTo>
                  <a:pt x="151" y="43"/>
                </a:lnTo>
                <a:cubicBezTo>
                  <a:pt x="147" y="40"/>
                  <a:pt x="145" y="37"/>
                  <a:pt x="145" y="36"/>
                </a:cubicBezTo>
                <a:cubicBezTo>
                  <a:pt x="145" y="35"/>
                  <a:pt x="146" y="30"/>
                  <a:pt x="147" y="20"/>
                </a:cubicBezTo>
                <a:cubicBezTo>
                  <a:pt x="149" y="9"/>
                  <a:pt x="153" y="3"/>
                  <a:pt x="156" y="0"/>
                </a:cubicBezTo>
                <a:lnTo>
                  <a:pt x="648" y="0"/>
                </a:lnTo>
                <a:cubicBezTo>
                  <a:pt x="652" y="3"/>
                  <a:pt x="654" y="6"/>
                  <a:pt x="654" y="10"/>
                </a:cubicBezTo>
                <a:cubicBezTo>
                  <a:pt x="654" y="13"/>
                  <a:pt x="650" y="48"/>
                  <a:pt x="641" y="113"/>
                </a:cubicBezTo>
                <a:cubicBezTo>
                  <a:pt x="633" y="178"/>
                  <a:pt x="629" y="212"/>
                  <a:pt x="628" y="213"/>
                </a:cubicBezTo>
                <a:cubicBezTo>
                  <a:pt x="627" y="218"/>
                  <a:pt x="621" y="220"/>
                  <a:pt x="610" y="220"/>
                </a:cubicBezTo>
                <a:lnTo>
                  <a:pt x="599" y="220"/>
                </a:lnTo>
                <a:cubicBezTo>
                  <a:pt x="595" y="217"/>
                  <a:pt x="593" y="213"/>
                  <a:pt x="593" y="208"/>
                </a:cubicBezTo>
                <a:cubicBezTo>
                  <a:pt x="593" y="207"/>
                  <a:pt x="594" y="200"/>
                  <a:pt x="596" y="186"/>
                </a:cubicBezTo>
                <a:cubicBezTo>
                  <a:pt x="598" y="172"/>
                  <a:pt x="598" y="156"/>
                  <a:pt x="598" y="138"/>
                </a:cubicBezTo>
                <a:cubicBezTo>
                  <a:pt x="598" y="120"/>
                  <a:pt x="596" y="105"/>
                  <a:pt x="592" y="93"/>
                </a:cubicBezTo>
                <a:cubicBezTo>
                  <a:pt x="588" y="82"/>
                  <a:pt x="582" y="72"/>
                  <a:pt x="575" y="65"/>
                </a:cubicBezTo>
                <a:cubicBezTo>
                  <a:pt x="567" y="58"/>
                  <a:pt x="556" y="53"/>
                  <a:pt x="541" y="50"/>
                </a:cubicBezTo>
                <a:cubicBezTo>
                  <a:pt x="526" y="48"/>
                  <a:pt x="510" y="46"/>
                  <a:pt x="495" y="44"/>
                </a:cubicBezTo>
                <a:cubicBezTo>
                  <a:pt x="479" y="42"/>
                  <a:pt x="457" y="42"/>
                  <a:pt x="429" y="43"/>
                </a:cubicBezTo>
                <a:lnTo>
                  <a:pt x="408" y="43"/>
                </a:lnTo>
                <a:cubicBezTo>
                  <a:pt x="358" y="44"/>
                  <a:pt x="332" y="45"/>
                  <a:pt x="329" y="46"/>
                </a:cubicBezTo>
                <a:cubicBezTo>
                  <a:pt x="326" y="47"/>
                  <a:pt x="324" y="50"/>
                  <a:pt x="323" y="53"/>
                </a:cubicBezTo>
                <a:cubicBezTo>
                  <a:pt x="322" y="54"/>
                  <a:pt x="312" y="94"/>
                  <a:pt x="292" y="172"/>
                </a:cubicBezTo>
                <a:lnTo>
                  <a:pt x="263" y="290"/>
                </a:lnTo>
                <a:lnTo>
                  <a:pt x="313" y="290"/>
                </a:lnTo>
                <a:cubicBezTo>
                  <a:pt x="315" y="290"/>
                  <a:pt x="321" y="290"/>
                  <a:pt x="334" y="290"/>
                </a:cubicBezTo>
                <a:cubicBezTo>
                  <a:pt x="346" y="290"/>
                  <a:pt x="354" y="290"/>
                  <a:pt x="359" y="289"/>
                </a:cubicBezTo>
                <a:cubicBezTo>
                  <a:pt x="364" y="288"/>
                  <a:pt x="371" y="287"/>
                  <a:pt x="379" y="286"/>
                </a:cubicBezTo>
                <a:cubicBezTo>
                  <a:pt x="388" y="285"/>
                  <a:pt x="395" y="283"/>
                  <a:pt x="401" y="280"/>
                </a:cubicBezTo>
                <a:cubicBezTo>
                  <a:pt x="407" y="277"/>
                  <a:pt x="412" y="273"/>
                  <a:pt x="416" y="269"/>
                </a:cubicBezTo>
                <a:cubicBezTo>
                  <a:pt x="424" y="262"/>
                  <a:pt x="431" y="252"/>
                  <a:pt x="436" y="239"/>
                </a:cubicBezTo>
                <a:cubicBezTo>
                  <a:pt x="442" y="226"/>
                  <a:pt x="446" y="215"/>
                  <a:pt x="448" y="204"/>
                </a:cubicBezTo>
                <a:cubicBezTo>
                  <a:pt x="451" y="194"/>
                  <a:pt x="452" y="189"/>
                  <a:pt x="453" y="188"/>
                </a:cubicBezTo>
                <a:cubicBezTo>
                  <a:pt x="455" y="185"/>
                  <a:pt x="460" y="183"/>
                  <a:pt x="470" y="183"/>
                </a:cubicBezTo>
                <a:lnTo>
                  <a:pt x="481" y="183"/>
                </a:lnTo>
                <a:cubicBezTo>
                  <a:pt x="485" y="186"/>
                  <a:pt x="487" y="189"/>
                  <a:pt x="487" y="192"/>
                </a:cubicBezTo>
                <a:cubicBezTo>
                  <a:pt x="487" y="194"/>
                  <a:pt x="478" y="234"/>
                  <a:pt x="459" y="312"/>
                </a:cubicBezTo>
                <a:cubicBezTo>
                  <a:pt x="440" y="389"/>
                  <a:pt x="430" y="429"/>
                  <a:pt x="428" y="432"/>
                </a:cubicBezTo>
                <a:cubicBezTo>
                  <a:pt x="427" y="436"/>
                  <a:pt x="421" y="438"/>
                  <a:pt x="410" y="438"/>
                </a:cubicBezTo>
                <a:lnTo>
                  <a:pt x="399" y="438"/>
                </a:lnTo>
                <a:cubicBezTo>
                  <a:pt x="395" y="435"/>
                  <a:pt x="393" y="431"/>
                  <a:pt x="393" y="427"/>
                </a:cubicBezTo>
                <a:cubicBezTo>
                  <a:pt x="393" y="425"/>
                  <a:pt x="394" y="419"/>
                  <a:pt x="397" y="407"/>
                </a:cubicBezTo>
                <a:cubicBezTo>
                  <a:pt x="400" y="396"/>
                  <a:pt x="402" y="384"/>
                  <a:pt x="402" y="371"/>
                </a:cubicBezTo>
                <a:cubicBezTo>
                  <a:pt x="402" y="353"/>
                  <a:pt x="396" y="342"/>
                  <a:pt x="384" y="338"/>
                </a:cubicBezTo>
                <a:cubicBezTo>
                  <a:pt x="372" y="334"/>
                  <a:pt x="345" y="332"/>
                  <a:pt x="303" y="332"/>
                </a:cubicBezTo>
                <a:lnTo>
                  <a:pt x="253" y="332"/>
                </a:lnTo>
                <a:lnTo>
                  <a:pt x="223" y="447"/>
                </a:lnTo>
                <a:cubicBezTo>
                  <a:pt x="204" y="522"/>
                  <a:pt x="194" y="562"/>
                  <a:pt x="194" y="566"/>
                </a:cubicBezTo>
                <a:cubicBezTo>
                  <a:pt x="194" y="574"/>
                  <a:pt x="221" y="578"/>
                  <a:pt x="275" y="578"/>
                </a:cubicBezTo>
                <a:lnTo>
                  <a:pt x="298" y="578"/>
                </a:lnTo>
                <a:cubicBezTo>
                  <a:pt x="302" y="582"/>
                  <a:pt x="304" y="584"/>
                  <a:pt x="304" y="585"/>
                </a:cubicBezTo>
                <a:cubicBezTo>
                  <a:pt x="304" y="585"/>
                  <a:pt x="303" y="591"/>
                  <a:pt x="302" y="603"/>
                </a:cubicBezTo>
                <a:cubicBezTo>
                  <a:pt x="299" y="611"/>
                  <a:pt x="296" y="617"/>
                  <a:pt x="293" y="620"/>
                </a:cubicBezTo>
                <a:lnTo>
                  <a:pt x="277" y="620"/>
                </a:lnTo>
                <a:cubicBezTo>
                  <a:pt x="252" y="619"/>
                  <a:pt x="207" y="618"/>
                  <a:pt x="140" y="618"/>
                </a:cubicBezTo>
                <a:cubicBezTo>
                  <a:pt x="100" y="618"/>
                  <a:pt x="70" y="618"/>
                  <a:pt x="50" y="618"/>
                </a:cubicBezTo>
                <a:cubicBezTo>
                  <a:pt x="29" y="618"/>
                  <a:pt x="18" y="619"/>
                  <a:pt x="15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05" name=""/>
          <p:cNvSpPr/>
          <p:nvPr/>
        </p:nvSpPr>
        <p:spPr>
          <a:xfrm>
            <a:off x="4691160" y="4022280"/>
            <a:ext cx="90360" cy="54360"/>
          </a:xfrm>
          <a:custGeom>
            <a:avLst/>
            <a:gdLst/>
            <a:ahLst/>
            <a:rect l="0" t="0" r="r" b="b"/>
            <a:pathLst>
              <a:path w="251" h="151">
                <a:moveTo>
                  <a:pt x="0" y="123"/>
                </a:moveTo>
                <a:lnTo>
                  <a:pt x="125" y="0"/>
                </a:lnTo>
                <a:lnTo>
                  <a:pt x="133" y="9"/>
                </a:lnTo>
                <a:cubicBezTo>
                  <a:pt x="211" y="84"/>
                  <a:pt x="251" y="122"/>
                  <a:pt x="251" y="123"/>
                </a:cubicBezTo>
                <a:lnTo>
                  <a:pt x="227" y="151"/>
                </a:lnTo>
                <a:cubicBezTo>
                  <a:pt x="226" y="149"/>
                  <a:pt x="208" y="134"/>
                  <a:pt x="174" y="104"/>
                </a:cubicBezTo>
                <a:lnTo>
                  <a:pt x="126" y="62"/>
                </a:lnTo>
                <a:lnTo>
                  <a:pt x="75" y="105"/>
                </a:lnTo>
                <a:cubicBezTo>
                  <a:pt x="67" y="112"/>
                  <a:pt x="59" y="119"/>
                  <a:pt x="51" y="126"/>
                </a:cubicBezTo>
                <a:cubicBezTo>
                  <a:pt x="44" y="133"/>
                  <a:pt x="37" y="139"/>
                  <a:pt x="32" y="143"/>
                </a:cubicBezTo>
                <a:lnTo>
                  <a:pt x="25" y="149"/>
                </a:lnTo>
                <a:cubicBezTo>
                  <a:pt x="24" y="151"/>
                  <a:pt x="19" y="146"/>
                  <a:pt x="11" y="136"/>
                </a:cubicBezTo>
                <a:lnTo>
                  <a:pt x="0" y="12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06" name=""/>
          <p:cNvSpPr/>
          <p:nvPr/>
        </p:nvSpPr>
        <p:spPr>
          <a:xfrm>
            <a:off x="4803840" y="4279680"/>
            <a:ext cx="129960" cy="105480"/>
          </a:xfrm>
          <a:custGeom>
            <a:avLst/>
            <a:gdLst/>
            <a:ahLst/>
            <a:rect l="0" t="0" r="r" b="b"/>
            <a:pathLst>
              <a:path w="361" h="293">
                <a:moveTo>
                  <a:pt x="0" y="100"/>
                </a:moveTo>
                <a:cubicBezTo>
                  <a:pt x="1" y="97"/>
                  <a:pt x="1" y="94"/>
                  <a:pt x="2" y="90"/>
                </a:cubicBezTo>
                <a:cubicBezTo>
                  <a:pt x="3" y="85"/>
                  <a:pt x="5" y="77"/>
                  <a:pt x="10" y="65"/>
                </a:cubicBezTo>
                <a:cubicBezTo>
                  <a:pt x="14" y="53"/>
                  <a:pt x="18" y="43"/>
                  <a:pt x="23" y="35"/>
                </a:cubicBezTo>
                <a:cubicBezTo>
                  <a:pt x="27" y="27"/>
                  <a:pt x="34" y="19"/>
                  <a:pt x="44" y="11"/>
                </a:cubicBezTo>
                <a:cubicBezTo>
                  <a:pt x="54" y="4"/>
                  <a:pt x="64" y="0"/>
                  <a:pt x="73" y="0"/>
                </a:cubicBezTo>
                <a:cubicBezTo>
                  <a:pt x="89" y="0"/>
                  <a:pt x="102" y="4"/>
                  <a:pt x="112" y="12"/>
                </a:cubicBezTo>
                <a:cubicBezTo>
                  <a:pt x="123" y="20"/>
                  <a:pt x="130" y="27"/>
                  <a:pt x="132" y="34"/>
                </a:cubicBezTo>
                <a:cubicBezTo>
                  <a:pt x="135" y="41"/>
                  <a:pt x="136" y="45"/>
                  <a:pt x="136" y="47"/>
                </a:cubicBezTo>
                <a:cubicBezTo>
                  <a:pt x="136" y="48"/>
                  <a:pt x="136" y="49"/>
                  <a:pt x="137" y="49"/>
                </a:cubicBezTo>
                <a:lnTo>
                  <a:pt x="144" y="41"/>
                </a:lnTo>
                <a:cubicBezTo>
                  <a:pt x="170" y="14"/>
                  <a:pt x="200" y="0"/>
                  <a:pt x="233" y="0"/>
                </a:cubicBezTo>
                <a:cubicBezTo>
                  <a:pt x="257" y="0"/>
                  <a:pt x="275" y="6"/>
                  <a:pt x="289" y="18"/>
                </a:cubicBezTo>
                <a:cubicBezTo>
                  <a:pt x="304" y="29"/>
                  <a:pt x="311" y="46"/>
                  <a:pt x="311" y="68"/>
                </a:cubicBezTo>
                <a:cubicBezTo>
                  <a:pt x="312" y="91"/>
                  <a:pt x="304" y="124"/>
                  <a:pt x="287" y="170"/>
                </a:cubicBezTo>
                <a:cubicBezTo>
                  <a:pt x="270" y="216"/>
                  <a:pt x="262" y="243"/>
                  <a:pt x="262" y="252"/>
                </a:cubicBezTo>
                <a:cubicBezTo>
                  <a:pt x="262" y="263"/>
                  <a:pt x="266" y="269"/>
                  <a:pt x="273" y="269"/>
                </a:cubicBezTo>
                <a:cubicBezTo>
                  <a:pt x="276" y="269"/>
                  <a:pt x="278" y="269"/>
                  <a:pt x="279" y="268"/>
                </a:cubicBezTo>
                <a:cubicBezTo>
                  <a:pt x="292" y="266"/>
                  <a:pt x="303" y="258"/>
                  <a:pt x="313" y="244"/>
                </a:cubicBezTo>
                <a:cubicBezTo>
                  <a:pt x="322" y="230"/>
                  <a:pt x="330" y="213"/>
                  <a:pt x="335" y="192"/>
                </a:cubicBezTo>
                <a:cubicBezTo>
                  <a:pt x="336" y="188"/>
                  <a:pt x="340" y="186"/>
                  <a:pt x="348" y="186"/>
                </a:cubicBezTo>
                <a:cubicBezTo>
                  <a:pt x="356" y="186"/>
                  <a:pt x="361" y="188"/>
                  <a:pt x="361" y="192"/>
                </a:cubicBezTo>
                <a:cubicBezTo>
                  <a:pt x="361" y="193"/>
                  <a:pt x="360" y="196"/>
                  <a:pt x="358" y="202"/>
                </a:cubicBezTo>
                <a:cubicBezTo>
                  <a:pt x="355" y="214"/>
                  <a:pt x="350" y="227"/>
                  <a:pt x="344" y="239"/>
                </a:cubicBezTo>
                <a:cubicBezTo>
                  <a:pt x="338" y="251"/>
                  <a:pt x="328" y="263"/>
                  <a:pt x="314" y="275"/>
                </a:cubicBezTo>
                <a:cubicBezTo>
                  <a:pt x="301" y="287"/>
                  <a:pt x="286" y="293"/>
                  <a:pt x="270" y="292"/>
                </a:cubicBezTo>
                <a:cubicBezTo>
                  <a:pt x="250" y="292"/>
                  <a:pt x="235" y="286"/>
                  <a:pt x="226" y="275"/>
                </a:cubicBezTo>
                <a:cubicBezTo>
                  <a:pt x="217" y="263"/>
                  <a:pt x="213" y="251"/>
                  <a:pt x="213" y="239"/>
                </a:cubicBezTo>
                <a:cubicBezTo>
                  <a:pt x="213" y="231"/>
                  <a:pt x="221" y="205"/>
                  <a:pt x="236" y="161"/>
                </a:cubicBezTo>
                <a:cubicBezTo>
                  <a:pt x="251" y="117"/>
                  <a:pt x="259" y="85"/>
                  <a:pt x="260" y="63"/>
                </a:cubicBezTo>
                <a:cubicBezTo>
                  <a:pt x="260" y="37"/>
                  <a:pt x="250" y="25"/>
                  <a:pt x="231" y="25"/>
                </a:cubicBezTo>
                <a:lnTo>
                  <a:pt x="228" y="25"/>
                </a:lnTo>
                <a:cubicBezTo>
                  <a:pt x="191" y="25"/>
                  <a:pt x="160" y="46"/>
                  <a:pt x="135" y="90"/>
                </a:cubicBezTo>
                <a:lnTo>
                  <a:pt x="130" y="97"/>
                </a:lnTo>
                <a:lnTo>
                  <a:pt x="108" y="184"/>
                </a:lnTo>
                <a:cubicBezTo>
                  <a:pt x="94" y="241"/>
                  <a:pt x="86" y="271"/>
                  <a:pt x="84" y="275"/>
                </a:cubicBezTo>
                <a:cubicBezTo>
                  <a:pt x="78" y="287"/>
                  <a:pt x="69" y="293"/>
                  <a:pt x="56" y="293"/>
                </a:cubicBezTo>
                <a:cubicBezTo>
                  <a:pt x="51" y="293"/>
                  <a:pt x="46" y="291"/>
                  <a:pt x="43" y="289"/>
                </a:cubicBezTo>
                <a:cubicBezTo>
                  <a:pt x="39" y="286"/>
                  <a:pt x="37" y="284"/>
                  <a:pt x="36" y="281"/>
                </a:cubicBezTo>
                <a:cubicBezTo>
                  <a:pt x="34" y="279"/>
                  <a:pt x="34" y="276"/>
                  <a:pt x="34" y="275"/>
                </a:cubicBezTo>
                <a:cubicBezTo>
                  <a:pt x="34" y="269"/>
                  <a:pt x="42" y="234"/>
                  <a:pt x="59" y="169"/>
                </a:cubicBezTo>
                <a:cubicBezTo>
                  <a:pt x="75" y="105"/>
                  <a:pt x="84" y="70"/>
                  <a:pt x="84" y="64"/>
                </a:cubicBezTo>
                <a:cubicBezTo>
                  <a:pt x="85" y="62"/>
                  <a:pt x="85" y="57"/>
                  <a:pt x="85" y="49"/>
                </a:cubicBezTo>
                <a:cubicBezTo>
                  <a:pt x="85" y="32"/>
                  <a:pt x="80" y="24"/>
                  <a:pt x="70" y="24"/>
                </a:cubicBezTo>
                <a:cubicBezTo>
                  <a:pt x="53" y="24"/>
                  <a:pt x="40" y="46"/>
                  <a:pt x="29" y="88"/>
                </a:cubicBezTo>
                <a:cubicBezTo>
                  <a:pt x="26" y="97"/>
                  <a:pt x="25" y="102"/>
                  <a:pt x="25" y="102"/>
                </a:cubicBezTo>
                <a:cubicBezTo>
                  <a:pt x="24" y="105"/>
                  <a:pt x="20" y="106"/>
                  <a:pt x="13" y="106"/>
                </a:cubicBezTo>
                <a:lnTo>
                  <a:pt x="4" y="106"/>
                </a:lnTo>
                <a:cubicBezTo>
                  <a:pt x="1" y="103"/>
                  <a:pt x="0" y="101"/>
                  <a:pt x="0" y="10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07" name=""/>
          <p:cNvSpPr/>
          <p:nvPr/>
        </p:nvSpPr>
        <p:spPr>
          <a:xfrm>
            <a:off x="4979880" y="4293360"/>
            <a:ext cx="43560" cy="103680"/>
          </a:xfrm>
          <a:custGeom>
            <a:avLst/>
            <a:gdLst/>
            <a:ahLst/>
            <a:rect l="0" t="0" r="r" b="b"/>
            <a:pathLst>
              <a:path w="121" h="288">
                <a:moveTo>
                  <a:pt x="0" y="78"/>
                </a:moveTo>
                <a:cubicBezTo>
                  <a:pt x="0" y="78"/>
                  <a:pt x="0" y="71"/>
                  <a:pt x="0" y="56"/>
                </a:cubicBezTo>
                <a:cubicBezTo>
                  <a:pt x="0" y="40"/>
                  <a:pt x="5" y="27"/>
                  <a:pt x="15" y="16"/>
                </a:cubicBezTo>
                <a:cubicBezTo>
                  <a:pt x="24" y="6"/>
                  <a:pt x="38" y="0"/>
                  <a:pt x="55" y="0"/>
                </a:cubicBezTo>
                <a:cubicBezTo>
                  <a:pt x="72" y="0"/>
                  <a:pt x="87" y="8"/>
                  <a:pt x="100" y="23"/>
                </a:cubicBezTo>
                <a:cubicBezTo>
                  <a:pt x="114" y="38"/>
                  <a:pt x="121" y="65"/>
                  <a:pt x="121" y="103"/>
                </a:cubicBezTo>
                <a:cubicBezTo>
                  <a:pt x="121" y="124"/>
                  <a:pt x="119" y="145"/>
                  <a:pt x="113" y="165"/>
                </a:cubicBezTo>
                <a:cubicBezTo>
                  <a:pt x="108" y="185"/>
                  <a:pt x="101" y="202"/>
                  <a:pt x="94" y="217"/>
                </a:cubicBezTo>
                <a:cubicBezTo>
                  <a:pt x="87" y="232"/>
                  <a:pt x="79" y="245"/>
                  <a:pt x="70" y="255"/>
                </a:cubicBezTo>
                <a:cubicBezTo>
                  <a:pt x="62" y="265"/>
                  <a:pt x="55" y="273"/>
                  <a:pt x="48" y="280"/>
                </a:cubicBezTo>
                <a:cubicBezTo>
                  <a:pt x="42" y="286"/>
                  <a:pt x="38" y="288"/>
                  <a:pt x="37" y="288"/>
                </a:cubicBezTo>
                <a:cubicBezTo>
                  <a:pt x="34" y="288"/>
                  <a:pt x="30" y="285"/>
                  <a:pt x="24" y="280"/>
                </a:cubicBezTo>
                <a:cubicBezTo>
                  <a:pt x="18" y="274"/>
                  <a:pt x="16" y="270"/>
                  <a:pt x="16" y="268"/>
                </a:cubicBezTo>
                <a:cubicBezTo>
                  <a:pt x="16" y="265"/>
                  <a:pt x="19" y="260"/>
                  <a:pt x="26" y="253"/>
                </a:cubicBezTo>
                <a:cubicBezTo>
                  <a:pt x="33" y="246"/>
                  <a:pt x="41" y="237"/>
                  <a:pt x="49" y="225"/>
                </a:cubicBezTo>
                <a:cubicBezTo>
                  <a:pt x="58" y="214"/>
                  <a:pt x="66" y="199"/>
                  <a:pt x="73" y="179"/>
                </a:cubicBezTo>
                <a:cubicBezTo>
                  <a:pt x="80" y="160"/>
                  <a:pt x="85" y="138"/>
                  <a:pt x="88" y="113"/>
                </a:cubicBezTo>
                <a:lnTo>
                  <a:pt x="88" y="102"/>
                </a:lnTo>
                <a:lnTo>
                  <a:pt x="87" y="103"/>
                </a:lnTo>
                <a:cubicBezTo>
                  <a:pt x="85" y="104"/>
                  <a:pt x="84" y="104"/>
                  <a:pt x="82" y="105"/>
                </a:cubicBezTo>
                <a:cubicBezTo>
                  <a:pt x="80" y="105"/>
                  <a:pt x="78" y="106"/>
                  <a:pt x="77" y="107"/>
                </a:cubicBezTo>
                <a:cubicBezTo>
                  <a:pt x="75" y="109"/>
                  <a:pt x="72" y="109"/>
                  <a:pt x="68" y="109"/>
                </a:cubicBezTo>
                <a:cubicBezTo>
                  <a:pt x="65" y="109"/>
                  <a:pt x="61" y="110"/>
                  <a:pt x="58" y="110"/>
                </a:cubicBezTo>
                <a:cubicBezTo>
                  <a:pt x="41" y="110"/>
                  <a:pt x="28" y="105"/>
                  <a:pt x="17" y="95"/>
                </a:cubicBezTo>
                <a:lnTo>
                  <a:pt x="0" y="7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08" name=""/>
          <p:cNvSpPr/>
          <p:nvPr/>
        </p:nvSpPr>
        <p:spPr>
          <a:xfrm>
            <a:off x="5110200" y="4110120"/>
            <a:ext cx="235440" cy="223200"/>
          </a:xfrm>
          <a:custGeom>
            <a:avLst/>
            <a:gdLst/>
            <a:ahLst/>
            <a:rect l="0" t="0" r="r" b="b"/>
            <a:pathLst>
              <a:path w="654" h="620">
                <a:moveTo>
                  <a:pt x="16" y="619"/>
                </a:moveTo>
                <a:cubicBezTo>
                  <a:pt x="5" y="619"/>
                  <a:pt x="0" y="616"/>
                  <a:pt x="0" y="610"/>
                </a:cubicBezTo>
                <a:cubicBezTo>
                  <a:pt x="0" y="609"/>
                  <a:pt x="1" y="605"/>
                  <a:pt x="3" y="597"/>
                </a:cubicBezTo>
                <a:cubicBezTo>
                  <a:pt x="5" y="588"/>
                  <a:pt x="8" y="582"/>
                  <a:pt x="10" y="581"/>
                </a:cubicBezTo>
                <a:cubicBezTo>
                  <a:pt x="13" y="580"/>
                  <a:pt x="19" y="579"/>
                  <a:pt x="31" y="578"/>
                </a:cubicBezTo>
                <a:cubicBezTo>
                  <a:pt x="47" y="578"/>
                  <a:pt x="66" y="577"/>
                  <a:pt x="86" y="576"/>
                </a:cubicBezTo>
                <a:cubicBezTo>
                  <a:pt x="94" y="574"/>
                  <a:pt x="100" y="570"/>
                  <a:pt x="103" y="565"/>
                </a:cubicBezTo>
                <a:cubicBezTo>
                  <a:pt x="104" y="562"/>
                  <a:pt x="126" y="476"/>
                  <a:pt x="168" y="309"/>
                </a:cubicBezTo>
                <a:cubicBezTo>
                  <a:pt x="209" y="141"/>
                  <a:pt x="231" y="57"/>
                  <a:pt x="231" y="54"/>
                </a:cubicBezTo>
                <a:cubicBezTo>
                  <a:pt x="231" y="50"/>
                  <a:pt x="230" y="48"/>
                  <a:pt x="228" y="48"/>
                </a:cubicBezTo>
                <a:cubicBezTo>
                  <a:pt x="223" y="46"/>
                  <a:pt x="207" y="44"/>
                  <a:pt x="179" y="43"/>
                </a:cubicBezTo>
                <a:lnTo>
                  <a:pt x="151" y="43"/>
                </a:lnTo>
                <a:cubicBezTo>
                  <a:pt x="148" y="40"/>
                  <a:pt x="146" y="37"/>
                  <a:pt x="146" y="36"/>
                </a:cubicBezTo>
                <a:cubicBezTo>
                  <a:pt x="146" y="35"/>
                  <a:pt x="146" y="30"/>
                  <a:pt x="148" y="20"/>
                </a:cubicBezTo>
                <a:cubicBezTo>
                  <a:pt x="150" y="9"/>
                  <a:pt x="153" y="3"/>
                  <a:pt x="157" y="0"/>
                </a:cubicBezTo>
                <a:lnTo>
                  <a:pt x="648" y="0"/>
                </a:lnTo>
                <a:cubicBezTo>
                  <a:pt x="652" y="3"/>
                  <a:pt x="654" y="6"/>
                  <a:pt x="654" y="10"/>
                </a:cubicBezTo>
                <a:cubicBezTo>
                  <a:pt x="654" y="13"/>
                  <a:pt x="651" y="48"/>
                  <a:pt x="643" y="113"/>
                </a:cubicBezTo>
                <a:cubicBezTo>
                  <a:pt x="635" y="178"/>
                  <a:pt x="631" y="212"/>
                  <a:pt x="630" y="213"/>
                </a:cubicBezTo>
                <a:cubicBezTo>
                  <a:pt x="629" y="218"/>
                  <a:pt x="623" y="220"/>
                  <a:pt x="612" y="220"/>
                </a:cubicBezTo>
                <a:lnTo>
                  <a:pt x="601" y="220"/>
                </a:lnTo>
                <a:cubicBezTo>
                  <a:pt x="597" y="217"/>
                  <a:pt x="594" y="213"/>
                  <a:pt x="594" y="208"/>
                </a:cubicBezTo>
                <a:cubicBezTo>
                  <a:pt x="594" y="207"/>
                  <a:pt x="595" y="200"/>
                  <a:pt x="597" y="186"/>
                </a:cubicBezTo>
                <a:cubicBezTo>
                  <a:pt x="599" y="172"/>
                  <a:pt x="600" y="156"/>
                  <a:pt x="600" y="138"/>
                </a:cubicBezTo>
                <a:cubicBezTo>
                  <a:pt x="600" y="120"/>
                  <a:pt x="598" y="105"/>
                  <a:pt x="594" y="93"/>
                </a:cubicBezTo>
                <a:cubicBezTo>
                  <a:pt x="589" y="82"/>
                  <a:pt x="584" y="72"/>
                  <a:pt x="576" y="65"/>
                </a:cubicBezTo>
                <a:cubicBezTo>
                  <a:pt x="569" y="58"/>
                  <a:pt x="558" y="53"/>
                  <a:pt x="543" y="50"/>
                </a:cubicBezTo>
                <a:cubicBezTo>
                  <a:pt x="527" y="48"/>
                  <a:pt x="512" y="46"/>
                  <a:pt x="495" y="44"/>
                </a:cubicBezTo>
                <a:cubicBezTo>
                  <a:pt x="479" y="42"/>
                  <a:pt x="458" y="42"/>
                  <a:pt x="430" y="43"/>
                </a:cubicBezTo>
                <a:lnTo>
                  <a:pt x="409" y="43"/>
                </a:lnTo>
                <a:cubicBezTo>
                  <a:pt x="359" y="44"/>
                  <a:pt x="333" y="45"/>
                  <a:pt x="330" y="46"/>
                </a:cubicBezTo>
                <a:cubicBezTo>
                  <a:pt x="326" y="47"/>
                  <a:pt x="324" y="50"/>
                  <a:pt x="323" y="53"/>
                </a:cubicBezTo>
                <a:cubicBezTo>
                  <a:pt x="323" y="54"/>
                  <a:pt x="312" y="94"/>
                  <a:pt x="292" y="172"/>
                </a:cubicBezTo>
                <a:lnTo>
                  <a:pt x="263" y="290"/>
                </a:lnTo>
                <a:lnTo>
                  <a:pt x="313" y="290"/>
                </a:lnTo>
                <a:cubicBezTo>
                  <a:pt x="315" y="290"/>
                  <a:pt x="322" y="290"/>
                  <a:pt x="334" y="290"/>
                </a:cubicBezTo>
                <a:cubicBezTo>
                  <a:pt x="346" y="290"/>
                  <a:pt x="355" y="290"/>
                  <a:pt x="360" y="289"/>
                </a:cubicBezTo>
                <a:cubicBezTo>
                  <a:pt x="364" y="288"/>
                  <a:pt x="371" y="287"/>
                  <a:pt x="380" y="286"/>
                </a:cubicBezTo>
                <a:cubicBezTo>
                  <a:pt x="388" y="285"/>
                  <a:pt x="395" y="283"/>
                  <a:pt x="401" y="280"/>
                </a:cubicBezTo>
                <a:cubicBezTo>
                  <a:pt x="407" y="277"/>
                  <a:pt x="413" y="273"/>
                  <a:pt x="417" y="269"/>
                </a:cubicBezTo>
                <a:cubicBezTo>
                  <a:pt x="425" y="262"/>
                  <a:pt x="431" y="252"/>
                  <a:pt x="437" y="239"/>
                </a:cubicBezTo>
                <a:cubicBezTo>
                  <a:pt x="442" y="226"/>
                  <a:pt x="446" y="215"/>
                  <a:pt x="449" y="204"/>
                </a:cubicBezTo>
                <a:cubicBezTo>
                  <a:pt x="451" y="194"/>
                  <a:pt x="453" y="189"/>
                  <a:pt x="453" y="188"/>
                </a:cubicBezTo>
                <a:cubicBezTo>
                  <a:pt x="455" y="185"/>
                  <a:pt x="461" y="183"/>
                  <a:pt x="471" y="183"/>
                </a:cubicBezTo>
                <a:lnTo>
                  <a:pt x="481" y="183"/>
                </a:lnTo>
                <a:cubicBezTo>
                  <a:pt x="486" y="186"/>
                  <a:pt x="488" y="189"/>
                  <a:pt x="488" y="192"/>
                </a:cubicBezTo>
                <a:cubicBezTo>
                  <a:pt x="488" y="194"/>
                  <a:pt x="478" y="234"/>
                  <a:pt x="460" y="312"/>
                </a:cubicBezTo>
                <a:cubicBezTo>
                  <a:pt x="441" y="389"/>
                  <a:pt x="431" y="429"/>
                  <a:pt x="429" y="432"/>
                </a:cubicBezTo>
                <a:cubicBezTo>
                  <a:pt x="427" y="436"/>
                  <a:pt x="421" y="438"/>
                  <a:pt x="411" y="438"/>
                </a:cubicBezTo>
                <a:lnTo>
                  <a:pt x="400" y="438"/>
                </a:lnTo>
                <a:cubicBezTo>
                  <a:pt x="395" y="435"/>
                  <a:pt x="393" y="431"/>
                  <a:pt x="393" y="427"/>
                </a:cubicBezTo>
                <a:cubicBezTo>
                  <a:pt x="393" y="425"/>
                  <a:pt x="395" y="419"/>
                  <a:pt x="398" y="407"/>
                </a:cubicBezTo>
                <a:cubicBezTo>
                  <a:pt x="401" y="396"/>
                  <a:pt x="402" y="384"/>
                  <a:pt x="402" y="371"/>
                </a:cubicBezTo>
                <a:cubicBezTo>
                  <a:pt x="402" y="353"/>
                  <a:pt x="396" y="342"/>
                  <a:pt x="384" y="338"/>
                </a:cubicBezTo>
                <a:cubicBezTo>
                  <a:pt x="372" y="334"/>
                  <a:pt x="345" y="332"/>
                  <a:pt x="303" y="332"/>
                </a:cubicBezTo>
                <a:lnTo>
                  <a:pt x="253" y="332"/>
                </a:lnTo>
                <a:lnTo>
                  <a:pt x="224" y="447"/>
                </a:lnTo>
                <a:cubicBezTo>
                  <a:pt x="205" y="522"/>
                  <a:pt x="195" y="562"/>
                  <a:pt x="195" y="566"/>
                </a:cubicBezTo>
                <a:cubicBezTo>
                  <a:pt x="195" y="574"/>
                  <a:pt x="222" y="578"/>
                  <a:pt x="276" y="578"/>
                </a:cubicBezTo>
                <a:lnTo>
                  <a:pt x="299" y="578"/>
                </a:lnTo>
                <a:cubicBezTo>
                  <a:pt x="302" y="582"/>
                  <a:pt x="304" y="584"/>
                  <a:pt x="304" y="585"/>
                </a:cubicBezTo>
                <a:cubicBezTo>
                  <a:pt x="304" y="585"/>
                  <a:pt x="303" y="591"/>
                  <a:pt x="302" y="603"/>
                </a:cubicBezTo>
                <a:cubicBezTo>
                  <a:pt x="300" y="611"/>
                  <a:pt x="297" y="617"/>
                  <a:pt x="293" y="620"/>
                </a:cubicBezTo>
                <a:lnTo>
                  <a:pt x="278" y="620"/>
                </a:lnTo>
                <a:cubicBezTo>
                  <a:pt x="253" y="619"/>
                  <a:pt x="207" y="618"/>
                  <a:pt x="140" y="618"/>
                </a:cubicBezTo>
                <a:cubicBezTo>
                  <a:pt x="101" y="618"/>
                  <a:pt x="71" y="618"/>
                  <a:pt x="50" y="618"/>
                </a:cubicBezTo>
                <a:cubicBezTo>
                  <a:pt x="29" y="618"/>
                  <a:pt x="18" y="619"/>
                  <a:pt x="16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09" name=""/>
          <p:cNvSpPr/>
          <p:nvPr/>
        </p:nvSpPr>
        <p:spPr>
          <a:xfrm>
            <a:off x="5363640" y="408744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0" y="74"/>
                  <a:pt x="152" y="138"/>
                  <a:pt x="178" y="215"/>
                </a:cubicBezTo>
                <a:cubicBezTo>
                  <a:pt x="205" y="292"/>
                  <a:pt x="218" y="373"/>
                  <a:pt x="218" y="456"/>
                </a:cubicBezTo>
                <a:cubicBezTo>
                  <a:pt x="218" y="497"/>
                  <a:pt x="215" y="537"/>
                  <a:pt x="209" y="575"/>
                </a:cubicBezTo>
                <a:cubicBezTo>
                  <a:pt x="203" y="613"/>
                  <a:pt x="196" y="646"/>
                  <a:pt x="188" y="672"/>
                </a:cubicBezTo>
                <a:cubicBezTo>
                  <a:pt x="179" y="699"/>
                  <a:pt x="168" y="726"/>
                  <a:pt x="153" y="752"/>
                </a:cubicBezTo>
                <a:cubicBezTo>
                  <a:pt x="139" y="779"/>
                  <a:pt x="127" y="799"/>
                  <a:pt x="119" y="813"/>
                </a:cubicBezTo>
                <a:cubicBezTo>
                  <a:pt x="110" y="827"/>
                  <a:pt x="98" y="843"/>
                  <a:pt x="81" y="860"/>
                </a:cubicBezTo>
                <a:cubicBezTo>
                  <a:pt x="65" y="877"/>
                  <a:pt x="55" y="887"/>
                  <a:pt x="52" y="890"/>
                </a:cubicBezTo>
                <a:cubicBezTo>
                  <a:pt x="49" y="893"/>
                  <a:pt x="42" y="899"/>
                  <a:pt x="31" y="907"/>
                </a:cubicBezTo>
                <a:cubicBezTo>
                  <a:pt x="30" y="909"/>
                  <a:pt x="28" y="910"/>
                  <a:pt x="28" y="911"/>
                </a:cubicBezTo>
                <a:lnTo>
                  <a:pt x="17" y="911"/>
                </a:lnTo>
                <a:cubicBezTo>
                  <a:pt x="12" y="911"/>
                  <a:pt x="9" y="911"/>
                  <a:pt x="7" y="911"/>
                </a:cubicBezTo>
                <a:cubicBezTo>
                  <a:pt x="5" y="911"/>
                  <a:pt x="3" y="910"/>
                  <a:pt x="2" y="908"/>
                </a:cubicBezTo>
                <a:cubicBezTo>
                  <a:pt x="1" y="906"/>
                  <a:pt x="0" y="903"/>
                  <a:pt x="0" y="900"/>
                </a:cubicBezTo>
                <a:cubicBezTo>
                  <a:pt x="0" y="899"/>
                  <a:pt x="3" y="895"/>
                  <a:pt x="10" y="888"/>
                </a:cubicBezTo>
                <a:cubicBezTo>
                  <a:pt x="104" y="790"/>
                  <a:pt x="151" y="646"/>
                  <a:pt x="151" y="456"/>
                </a:cubicBezTo>
                <a:cubicBezTo>
                  <a:pt x="151" y="265"/>
                  <a:pt x="104" y="121"/>
                  <a:pt x="10" y="23"/>
                </a:cubicBezTo>
                <a:cubicBezTo>
                  <a:pt x="3" y="15"/>
                  <a:pt x="0" y="11"/>
                  <a:pt x="0" y="11"/>
                </a:cubicBezTo>
                <a:cubicBezTo>
                  <a:pt x="0" y="6"/>
                  <a:pt x="1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10" name=""/>
          <p:cNvSpPr/>
          <p:nvPr/>
        </p:nvSpPr>
        <p:spPr>
          <a:xfrm>
            <a:off x="5582160" y="4165560"/>
            <a:ext cx="291240" cy="171360"/>
          </a:xfrm>
          <a:custGeom>
            <a:avLst/>
            <a:gdLst/>
            <a:ahLst/>
            <a:rect l="0" t="0" r="r" b="b"/>
            <a:pathLst>
              <a:path w="809" h="476">
                <a:moveTo>
                  <a:pt x="13" y="220"/>
                </a:moveTo>
                <a:lnTo>
                  <a:pt x="710" y="220"/>
                </a:lnTo>
                <a:cubicBezTo>
                  <a:pt x="640" y="168"/>
                  <a:pt x="596" y="100"/>
                  <a:pt x="580" y="17"/>
                </a:cubicBezTo>
                <a:lnTo>
                  <a:pt x="580" y="14"/>
                </a:lnTo>
                <a:cubicBezTo>
                  <a:pt x="580" y="13"/>
                  <a:pt x="580" y="12"/>
                  <a:pt x="579" y="11"/>
                </a:cubicBezTo>
                <a:cubicBezTo>
                  <a:pt x="579" y="4"/>
                  <a:pt x="584" y="0"/>
                  <a:pt x="595" y="0"/>
                </a:cubicBezTo>
                <a:lnTo>
                  <a:pt x="597" y="0"/>
                </a:lnTo>
                <a:cubicBezTo>
                  <a:pt x="603" y="0"/>
                  <a:pt x="606" y="0"/>
                  <a:pt x="608" y="1"/>
                </a:cubicBezTo>
                <a:cubicBezTo>
                  <a:pt x="610" y="2"/>
                  <a:pt x="612" y="3"/>
                  <a:pt x="614" y="5"/>
                </a:cubicBezTo>
                <a:cubicBezTo>
                  <a:pt x="616" y="7"/>
                  <a:pt x="616" y="9"/>
                  <a:pt x="616" y="13"/>
                </a:cubicBezTo>
                <a:cubicBezTo>
                  <a:pt x="616" y="17"/>
                  <a:pt x="617" y="21"/>
                  <a:pt x="619" y="27"/>
                </a:cubicBezTo>
                <a:cubicBezTo>
                  <a:pt x="621" y="34"/>
                  <a:pt x="623" y="41"/>
                  <a:pt x="626" y="50"/>
                </a:cubicBezTo>
                <a:cubicBezTo>
                  <a:pt x="640" y="92"/>
                  <a:pt x="662" y="128"/>
                  <a:pt x="693" y="160"/>
                </a:cubicBezTo>
                <a:cubicBezTo>
                  <a:pt x="724" y="193"/>
                  <a:pt x="760" y="215"/>
                  <a:pt x="801" y="229"/>
                </a:cubicBezTo>
                <a:cubicBezTo>
                  <a:pt x="807" y="230"/>
                  <a:pt x="809" y="234"/>
                  <a:pt x="809" y="239"/>
                </a:cubicBezTo>
                <a:cubicBezTo>
                  <a:pt x="809" y="242"/>
                  <a:pt x="808" y="245"/>
                  <a:pt x="805" y="247"/>
                </a:cubicBezTo>
                <a:cubicBezTo>
                  <a:pt x="802" y="249"/>
                  <a:pt x="795" y="252"/>
                  <a:pt x="783" y="256"/>
                </a:cubicBezTo>
                <a:cubicBezTo>
                  <a:pt x="771" y="260"/>
                  <a:pt x="760" y="266"/>
                  <a:pt x="748" y="273"/>
                </a:cubicBezTo>
                <a:cubicBezTo>
                  <a:pt x="724" y="289"/>
                  <a:pt x="702" y="307"/>
                  <a:pt x="684" y="328"/>
                </a:cubicBezTo>
                <a:cubicBezTo>
                  <a:pt x="666" y="348"/>
                  <a:pt x="652" y="369"/>
                  <a:pt x="643" y="389"/>
                </a:cubicBezTo>
                <a:cubicBezTo>
                  <a:pt x="634" y="409"/>
                  <a:pt x="627" y="424"/>
                  <a:pt x="624" y="434"/>
                </a:cubicBezTo>
                <a:cubicBezTo>
                  <a:pt x="620" y="445"/>
                  <a:pt x="618" y="454"/>
                  <a:pt x="616" y="463"/>
                </a:cubicBezTo>
                <a:cubicBezTo>
                  <a:pt x="615" y="469"/>
                  <a:pt x="614" y="472"/>
                  <a:pt x="612" y="473"/>
                </a:cubicBezTo>
                <a:cubicBezTo>
                  <a:pt x="610" y="475"/>
                  <a:pt x="605" y="476"/>
                  <a:pt x="597" y="476"/>
                </a:cubicBezTo>
                <a:cubicBezTo>
                  <a:pt x="585" y="476"/>
                  <a:pt x="579" y="473"/>
                  <a:pt x="579" y="466"/>
                </a:cubicBezTo>
                <a:cubicBezTo>
                  <a:pt x="579" y="462"/>
                  <a:pt x="581" y="454"/>
                  <a:pt x="584" y="443"/>
                </a:cubicBezTo>
                <a:cubicBezTo>
                  <a:pt x="603" y="367"/>
                  <a:pt x="645" y="305"/>
                  <a:pt x="710" y="257"/>
                </a:cubicBezTo>
                <a:lnTo>
                  <a:pt x="13" y="257"/>
                </a:lnTo>
                <a:cubicBezTo>
                  <a:pt x="5" y="253"/>
                  <a:pt x="0" y="247"/>
                  <a:pt x="0" y="239"/>
                </a:cubicBezTo>
                <a:cubicBezTo>
                  <a:pt x="0" y="231"/>
                  <a:pt x="5" y="225"/>
                  <a:pt x="13" y="22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11" name=""/>
          <p:cNvSpPr/>
          <p:nvPr/>
        </p:nvSpPr>
        <p:spPr>
          <a:xfrm>
            <a:off x="5643000" y="3956760"/>
            <a:ext cx="113760" cy="163440"/>
          </a:xfrm>
          <a:custGeom>
            <a:avLst/>
            <a:gdLst/>
            <a:ahLst/>
            <a:rect l="0" t="0" r="r" b="b"/>
            <a:pathLst>
              <a:path w="316" h="454">
                <a:moveTo>
                  <a:pt x="214" y="7"/>
                </a:moveTo>
                <a:cubicBezTo>
                  <a:pt x="215" y="7"/>
                  <a:pt x="230" y="6"/>
                  <a:pt x="262" y="4"/>
                </a:cubicBezTo>
                <a:cubicBezTo>
                  <a:pt x="292" y="2"/>
                  <a:pt x="308" y="1"/>
                  <a:pt x="309" y="0"/>
                </a:cubicBezTo>
                <a:cubicBezTo>
                  <a:pt x="314" y="0"/>
                  <a:pt x="316" y="2"/>
                  <a:pt x="316" y="6"/>
                </a:cubicBezTo>
                <a:cubicBezTo>
                  <a:pt x="316" y="9"/>
                  <a:pt x="301" y="73"/>
                  <a:pt x="269" y="201"/>
                </a:cubicBezTo>
                <a:cubicBezTo>
                  <a:pt x="238" y="327"/>
                  <a:pt x="221" y="392"/>
                  <a:pt x="220" y="395"/>
                </a:cubicBezTo>
                <a:cubicBezTo>
                  <a:pt x="219" y="397"/>
                  <a:pt x="219" y="400"/>
                  <a:pt x="219" y="404"/>
                </a:cubicBezTo>
                <a:cubicBezTo>
                  <a:pt x="219" y="422"/>
                  <a:pt x="225" y="431"/>
                  <a:pt x="238" y="431"/>
                </a:cubicBezTo>
                <a:cubicBezTo>
                  <a:pt x="242" y="431"/>
                  <a:pt x="247" y="429"/>
                  <a:pt x="251" y="425"/>
                </a:cubicBezTo>
                <a:cubicBezTo>
                  <a:pt x="260" y="417"/>
                  <a:pt x="269" y="396"/>
                  <a:pt x="278" y="364"/>
                </a:cubicBezTo>
                <a:cubicBezTo>
                  <a:pt x="280" y="355"/>
                  <a:pt x="282" y="351"/>
                  <a:pt x="284" y="350"/>
                </a:cubicBezTo>
                <a:cubicBezTo>
                  <a:pt x="285" y="350"/>
                  <a:pt x="287" y="349"/>
                  <a:pt x="291" y="349"/>
                </a:cubicBezTo>
                <a:lnTo>
                  <a:pt x="293" y="349"/>
                </a:lnTo>
                <a:lnTo>
                  <a:pt x="296" y="349"/>
                </a:lnTo>
                <a:cubicBezTo>
                  <a:pt x="302" y="349"/>
                  <a:pt x="305" y="351"/>
                  <a:pt x="305" y="355"/>
                </a:cubicBezTo>
                <a:cubicBezTo>
                  <a:pt x="305" y="357"/>
                  <a:pt x="305" y="360"/>
                  <a:pt x="303" y="365"/>
                </a:cubicBezTo>
                <a:cubicBezTo>
                  <a:pt x="298" y="386"/>
                  <a:pt x="291" y="404"/>
                  <a:pt x="284" y="417"/>
                </a:cubicBezTo>
                <a:cubicBezTo>
                  <a:pt x="277" y="430"/>
                  <a:pt x="271" y="439"/>
                  <a:pt x="266" y="443"/>
                </a:cubicBezTo>
                <a:cubicBezTo>
                  <a:pt x="261" y="447"/>
                  <a:pt x="255" y="450"/>
                  <a:pt x="248" y="453"/>
                </a:cubicBezTo>
                <a:cubicBezTo>
                  <a:pt x="245" y="454"/>
                  <a:pt x="240" y="454"/>
                  <a:pt x="232" y="454"/>
                </a:cubicBezTo>
                <a:cubicBezTo>
                  <a:pt x="217" y="454"/>
                  <a:pt x="205" y="451"/>
                  <a:pt x="195" y="445"/>
                </a:cubicBezTo>
                <a:cubicBezTo>
                  <a:pt x="185" y="438"/>
                  <a:pt x="179" y="432"/>
                  <a:pt x="176" y="425"/>
                </a:cubicBezTo>
                <a:lnTo>
                  <a:pt x="172" y="415"/>
                </a:lnTo>
                <a:cubicBezTo>
                  <a:pt x="171" y="415"/>
                  <a:pt x="171" y="415"/>
                  <a:pt x="169" y="416"/>
                </a:cubicBezTo>
                <a:cubicBezTo>
                  <a:pt x="168" y="417"/>
                  <a:pt x="168" y="417"/>
                  <a:pt x="167" y="418"/>
                </a:cubicBezTo>
                <a:cubicBezTo>
                  <a:pt x="141" y="442"/>
                  <a:pt x="116" y="454"/>
                  <a:pt x="90" y="454"/>
                </a:cubicBezTo>
                <a:cubicBezTo>
                  <a:pt x="66" y="454"/>
                  <a:pt x="45" y="446"/>
                  <a:pt x="27" y="429"/>
                </a:cubicBezTo>
                <a:cubicBezTo>
                  <a:pt x="9" y="411"/>
                  <a:pt x="0" y="384"/>
                  <a:pt x="0" y="347"/>
                </a:cubicBezTo>
                <a:cubicBezTo>
                  <a:pt x="0" y="326"/>
                  <a:pt x="4" y="305"/>
                  <a:pt x="13" y="284"/>
                </a:cubicBezTo>
                <a:cubicBezTo>
                  <a:pt x="22" y="262"/>
                  <a:pt x="32" y="244"/>
                  <a:pt x="44" y="229"/>
                </a:cubicBezTo>
                <a:cubicBezTo>
                  <a:pt x="64" y="204"/>
                  <a:pt x="84" y="187"/>
                  <a:pt x="104" y="178"/>
                </a:cubicBezTo>
                <a:cubicBezTo>
                  <a:pt x="124" y="168"/>
                  <a:pt x="143" y="164"/>
                  <a:pt x="159" y="164"/>
                </a:cubicBezTo>
                <a:cubicBezTo>
                  <a:pt x="183" y="164"/>
                  <a:pt x="201" y="173"/>
                  <a:pt x="213" y="191"/>
                </a:cubicBezTo>
                <a:cubicBezTo>
                  <a:pt x="215" y="193"/>
                  <a:pt x="216" y="194"/>
                  <a:pt x="216" y="193"/>
                </a:cubicBezTo>
                <a:cubicBezTo>
                  <a:pt x="217" y="191"/>
                  <a:pt x="222" y="168"/>
                  <a:pt x="235" y="123"/>
                </a:cubicBezTo>
                <a:cubicBezTo>
                  <a:pt x="246" y="77"/>
                  <a:pt x="252" y="53"/>
                  <a:pt x="253" y="51"/>
                </a:cubicBezTo>
                <a:cubicBezTo>
                  <a:pt x="253" y="45"/>
                  <a:pt x="251" y="42"/>
                  <a:pt x="248" y="40"/>
                </a:cubicBezTo>
                <a:cubicBezTo>
                  <a:pt x="245" y="39"/>
                  <a:pt x="237" y="38"/>
                  <a:pt x="222" y="37"/>
                </a:cubicBezTo>
                <a:lnTo>
                  <a:pt x="209" y="37"/>
                </a:lnTo>
                <a:cubicBezTo>
                  <a:pt x="206" y="34"/>
                  <a:pt x="205" y="33"/>
                  <a:pt x="205" y="32"/>
                </a:cubicBezTo>
                <a:cubicBezTo>
                  <a:pt x="205" y="31"/>
                  <a:pt x="205" y="27"/>
                  <a:pt x="206" y="20"/>
                </a:cubicBezTo>
                <a:cubicBezTo>
                  <a:pt x="208" y="12"/>
                  <a:pt x="211" y="7"/>
                  <a:pt x="214" y="7"/>
                </a:cubicBezTo>
                <a:moveTo>
                  <a:pt x="205" y="238"/>
                </a:moveTo>
                <a:cubicBezTo>
                  <a:pt x="195" y="204"/>
                  <a:pt x="179" y="187"/>
                  <a:pt x="157" y="187"/>
                </a:cubicBezTo>
                <a:cubicBezTo>
                  <a:pt x="142" y="187"/>
                  <a:pt x="128" y="194"/>
                  <a:pt x="114" y="207"/>
                </a:cubicBezTo>
                <a:cubicBezTo>
                  <a:pt x="100" y="221"/>
                  <a:pt x="90" y="238"/>
                  <a:pt x="82" y="259"/>
                </a:cubicBezTo>
                <a:cubicBezTo>
                  <a:pt x="69" y="293"/>
                  <a:pt x="61" y="328"/>
                  <a:pt x="55" y="365"/>
                </a:cubicBezTo>
                <a:cubicBezTo>
                  <a:pt x="55" y="366"/>
                  <a:pt x="55" y="369"/>
                  <a:pt x="55" y="372"/>
                </a:cubicBezTo>
                <a:cubicBezTo>
                  <a:pt x="55" y="375"/>
                  <a:pt x="55" y="378"/>
                  <a:pt x="55" y="380"/>
                </a:cubicBezTo>
                <a:cubicBezTo>
                  <a:pt x="55" y="399"/>
                  <a:pt x="59" y="412"/>
                  <a:pt x="66" y="420"/>
                </a:cubicBezTo>
                <a:cubicBezTo>
                  <a:pt x="74" y="427"/>
                  <a:pt x="83" y="431"/>
                  <a:pt x="94" y="431"/>
                </a:cubicBezTo>
                <a:cubicBezTo>
                  <a:pt x="117" y="431"/>
                  <a:pt x="141" y="416"/>
                  <a:pt x="165" y="385"/>
                </a:cubicBezTo>
                <a:lnTo>
                  <a:pt x="171" y="378"/>
                </a:lnTo>
                <a:lnTo>
                  <a:pt x="205" y="23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12" name=""/>
          <p:cNvSpPr/>
          <p:nvPr/>
        </p:nvSpPr>
        <p:spPr>
          <a:xfrm>
            <a:off x="6000480" y="4069080"/>
            <a:ext cx="182160" cy="364320"/>
          </a:xfrm>
          <a:custGeom>
            <a:avLst/>
            <a:gdLst/>
            <a:ahLst/>
            <a:rect l="0" t="0" r="r" b="b"/>
            <a:pathLst>
              <a:path w="506" h="1012">
                <a:moveTo>
                  <a:pt x="53" y="956"/>
                </a:moveTo>
                <a:cubicBezTo>
                  <a:pt x="53" y="957"/>
                  <a:pt x="55" y="959"/>
                  <a:pt x="58" y="962"/>
                </a:cubicBezTo>
                <a:cubicBezTo>
                  <a:pt x="62" y="965"/>
                  <a:pt x="68" y="969"/>
                  <a:pt x="77" y="973"/>
                </a:cubicBezTo>
                <a:cubicBezTo>
                  <a:pt x="85" y="977"/>
                  <a:pt x="94" y="979"/>
                  <a:pt x="102" y="979"/>
                </a:cubicBezTo>
                <a:cubicBezTo>
                  <a:pt x="114" y="979"/>
                  <a:pt x="123" y="976"/>
                  <a:pt x="131" y="970"/>
                </a:cubicBezTo>
                <a:cubicBezTo>
                  <a:pt x="144" y="962"/>
                  <a:pt x="154" y="950"/>
                  <a:pt x="161" y="932"/>
                </a:cubicBezTo>
                <a:cubicBezTo>
                  <a:pt x="169" y="915"/>
                  <a:pt x="174" y="889"/>
                  <a:pt x="179" y="855"/>
                </a:cubicBezTo>
                <a:cubicBezTo>
                  <a:pt x="183" y="821"/>
                  <a:pt x="186" y="785"/>
                  <a:pt x="189" y="747"/>
                </a:cubicBezTo>
                <a:cubicBezTo>
                  <a:pt x="191" y="710"/>
                  <a:pt x="195" y="658"/>
                  <a:pt x="201" y="593"/>
                </a:cubicBezTo>
                <a:cubicBezTo>
                  <a:pt x="207" y="527"/>
                  <a:pt x="214" y="463"/>
                  <a:pt x="220" y="400"/>
                </a:cubicBezTo>
                <a:cubicBezTo>
                  <a:pt x="222" y="386"/>
                  <a:pt x="225" y="364"/>
                  <a:pt x="228" y="335"/>
                </a:cubicBezTo>
                <a:cubicBezTo>
                  <a:pt x="231" y="305"/>
                  <a:pt x="233" y="283"/>
                  <a:pt x="236" y="267"/>
                </a:cubicBezTo>
                <a:cubicBezTo>
                  <a:pt x="238" y="251"/>
                  <a:pt x="242" y="230"/>
                  <a:pt x="246" y="205"/>
                </a:cubicBezTo>
                <a:cubicBezTo>
                  <a:pt x="251" y="179"/>
                  <a:pt x="256" y="159"/>
                  <a:pt x="261" y="144"/>
                </a:cubicBezTo>
                <a:cubicBezTo>
                  <a:pt x="265" y="129"/>
                  <a:pt x="272" y="112"/>
                  <a:pt x="280" y="93"/>
                </a:cubicBezTo>
                <a:cubicBezTo>
                  <a:pt x="288" y="74"/>
                  <a:pt x="296" y="60"/>
                  <a:pt x="306" y="49"/>
                </a:cubicBezTo>
                <a:cubicBezTo>
                  <a:pt x="316" y="39"/>
                  <a:pt x="327" y="29"/>
                  <a:pt x="341" y="19"/>
                </a:cubicBezTo>
                <a:cubicBezTo>
                  <a:pt x="354" y="10"/>
                  <a:pt x="369" y="3"/>
                  <a:pt x="387" y="1"/>
                </a:cubicBezTo>
                <a:cubicBezTo>
                  <a:pt x="388" y="1"/>
                  <a:pt x="391" y="1"/>
                  <a:pt x="395" y="1"/>
                </a:cubicBezTo>
                <a:cubicBezTo>
                  <a:pt x="399" y="1"/>
                  <a:pt x="403" y="1"/>
                  <a:pt x="407" y="0"/>
                </a:cubicBezTo>
                <a:cubicBezTo>
                  <a:pt x="438" y="2"/>
                  <a:pt x="462" y="13"/>
                  <a:pt x="480" y="33"/>
                </a:cubicBezTo>
                <a:cubicBezTo>
                  <a:pt x="497" y="53"/>
                  <a:pt x="506" y="75"/>
                  <a:pt x="506" y="100"/>
                </a:cubicBezTo>
                <a:cubicBezTo>
                  <a:pt x="506" y="116"/>
                  <a:pt x="501" y="128"/>
                  <a:pt x="492" y="135"/>
                </a:cubicBezTo>
                <a:cubicBezTo>
                  <a:pt x="482" y="142"/>
                  <a:pt x="472" y="146"/>
                  <a:pt x="462" y="146"/>
                </a:cubicBezTo>
                <a:cubicBezTo>
                  <a:pt x="450" y="146"/>
                  <a:pt x="440" y="142"/>
                  <a:pt x="431" y="134"/>
                </a:cubicBezTo>
                <a:cubicBezTo>
                  <a:pt x="422" y="126"/>
                  <a:pt x="417" y="115"/>
                  <a:pt x="417" y="101"/>
                </a:cubicBezTo>
                <a:cubicBezTo>
                  <a:pt x="417" y="94"/>
                  <a:pt x="418" y="88"/>
                  <a:pt x="421" y="83"/>
                </a:cubicBezTo>
                <a:cubicBezTo>
                  <a:pt x="423" y="77"/>
                  <a:pt x="426" y="73"/>
                  <a:pt x="430" y="69"/>
                </a:cubicBezTo>
                <a:cubicBezTo>
                  <a:pt x="433" y="66"/>
                  <a:pt x="437" y="63"/>
                  <a:pt x="441" y="62"/>
                </a:cubicBezTo>
                <a:cubicBezTo>
                  <a:pt x="444" y="61"/>
                  <a:pt x="447" y="59"/>
                  <a:pt x="450" y="57"/>
                </a:cubicBezTo>
                <a:lnTo>
                  <a:pt x="453" y="57"/>
                </a:lnTo>
                <a:cubicBezTo>
                  <a:pt x="453" y="55"/>
                  <a:pt x="451" y="53"/>
                  <a:pt x="447" y="49"/>
                </a:cubicBezTo>
                <a:cubicBezTo>
                  <a:pt x="443" y="46"/>
                  <a:pt x="437" y="42"/>
                  <a:pt x="429" y="39"/>
                </a:cubicBezTo>
                <a:cubicBezTo>
                  <a:pt x="421" y="36"/>
                  <a:pt x="413" y="34"/>
                  <a:pt x="404" y="34"/>
                </a:cubicBezTo>
                <a:cubicBezTo>
                  <a:pt x="390" y="34"/>
                  <a:pt x="379" y="37"/>
                  <a:pt x="370" y="45"/>
                </a:cubicBezTo>
                <a:cubicBezTo>
                  <a:pt x="361" y="52"/>
                  <a:pt x="353" y="64"/>
                  <a:pt x="346" y="81"/>
                </a:cubicBezTo>
                <a:cubicBezTo>
                  <a:pt x="339" y="98"/>
                  <a:pt x="335" y="118"/>
                  <a:pt x="332" y="139"/>
                </a:cubicBezTo>
                <a:cubicBezTo>
                  <a:pt x="328" y="161"/>
                  <a:pt x="325" y="189"/>
                  <a:pt x="321" y="224"/>
                </a:cubicBezTo>
                <a:cubicBezTo>
                  <a:pt x="318" y="259"/>
                  <a:pt x="315" y="293"/>
                  <a:pt x="313" y="330"/>
                </a:cubicBezTo>
                <a:cubicBezTo>
                  <a:pt x="311" y="365"/>
                  <a:pt x="308" y="409"/>
                  <a:pt x="303" y="461"/>
                </a:cubicBezTo>
                <a:cubicBezTo>
                  <a:pt x="298" y="513"/>
                  <a:pt x="293" y="564"/>
                  <a:pt x="287" y="613"/>
                </a:cubicBezTo>
                <a:cubicBezTo>
                  <a:pt x="275" y="716"/>
                  <a:pt x="265" y="788"/>
                  <a:pt x="258" y="827"/>
                </a:cubicBezTo>
                <a:cubicBezTo>
                  <a:pt x="251" y="865"/>
                  <a:pt x="239" y="897"/>
                  <a:pt x="226" y="922"/>
                </a:cubicBezTo>
                <a:cubicBezTo>
                  <a:pt x="197" y="982"/>
                  <a:pt x="157" y="1012"/>
                  <a:pt x="104" y="1012"/>
                </a:cubicBezTo>
                <a:cubicBezTo>
                  <a:pt x="74" y="1012"/>
                  <a:pt x="49" y="1002"/>
                  <a:pt x="29" y="981"/>
                </a:cubicBezTo>
                <a:cubicBezTo>
                  <a:pt x="10" y="961"/>
                  <a:pt x="0" y="938"/>
                  <a:pt x="0" y="912"/>
                </a:cubicBezTo>
                <a:cubicBezTo>
                  <a:pt x="0" y="896"/>
                  <a:pt x="5" y="885"/>
                  <a:pt x="15" y="878"/>
                </a:cubicBezTo>
                <a:cubicBezTo>
                  <a:pt x="24" y="870"/>
                  <a:pt x="34" y="867"/>
                  <a:pt x="45" y="867"/>
                </a:cubicBezTo>
                <a:cubicBezTo>
                  <a:pt x="56" y="867"/>
                  <a:pt x="67" y="871"/>
                  <a:pt x="76" y="878"/>
                </a:cubicBezTo>
                <a:cubicBezTo>
                  <a:pt x="85" y="886"/>
                  <a:pt x="89" y="897"/>
                  <a:pt x="89" y="911"/>
                </a:cubicBezTo>
                <a:cubicBezTo>
                  <a:pt x="89" y="918"/>
                  <a:pt x="88" y="924"/>
                  <a:pt x="86" y="929"/>
                </a:cubicBezTo>
                <a:cubicBezTo>
                  <a:pt x="83" y="935"/>
                  <a:pt x="80" y="939"/>
                  <a:pt x="77" y="943"/>
                </a:cubicBezTo>
                <a:cubicBezTo>
                  <a:pt x="73" y="947"/>
                  <a:pt x="69" y="949"/>
                  <a:pt x="66" y="950"/>
                </a:cubicBezTo>
                <a:cubicBezTo>
                  <a:pt x="62" y="952"/>
                  <a:pt x="59" y="953"/>
                  <a:pt x="57" y="954"/>
                </a:cubicBezTo>
                <a:lnTo>
                  <a:pt x="53" y="9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13" name=""/>
          <p:cNvSpPr/>
          <p:nvPr/>
        </p:nvSpPr>
        <p:spPr>
          <a:xfrm>
            <a:off x="6275880" y="4087440"/>
            <a:ext cx="13680" cy="327600"/>
          </a:xfrm>
          <a:custGeom>
            <a:avLst/>
            <a:gdLst/>
            <a:ahLst/>
            <a:rect l="0" t="0" r="r" b="b"/>
            <a:pathLst>
              <a:path w="38" h="910">
                <a:moveTo>
                  <a:pt x="19" y="910"/>
                </a:moveTo>
                <a:lnTo>
                  <a:pt x="18" y="910"/>
                </a:lnTo>
                <a:cubicBezTo>
                  <a:pt x="9" y="910"/>
                  <a:pt x="4" y="906"/>
                  <a:pt x="0" y="897"/>
                </a:cubicBezTo>
                <a:lnTo>
                  <a:pt x="0" y="455"/>
                </a:lnTo>
                <a:lnTo>
                  <a:pt x="1" y="13"/>
                </a:lnTo>
                <a:cubicBezTo>
                  <a:pt x="7" y="4"/>
                  <a:pt x="14" y="0"/>
                  <a:pt x="19" y="0"/>
                </a:cubicBezTo>
                <a:cubicBezTo>
                  <a:pt x="27" y="0"/>
                  <a:pt x="33" y="5"/>
                  <a:pt x="38" y="15"/>
                </a:cubicBezTo>
                <a:lnTo>
                  <a:pt x="38" y="897"/>
                </a:lnTo>
                <a:cubicBezTo>
                  <a:pt x="33" y="906"/>
                  <a:pt x="27" y="910"/>
                  <a:pt x="21" y="910"/>
                </a:cubicBezTo>
                <a:lnTo>
                  <a:pt x="19" y="9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14" name=""/>
          <p:cNvSpPr/>
          <p:nvPr/>
        </p:nvSpPr>
        <p:spPr>
          <a:xfrm>
            <a:off x="6339600" y="4109400"/>
            <a:ext cx="236520" cy="223920"/>
          </a:xfrm>
          <a:custGeom>
            <a:avLst/>
            <a:gdLst/>
            <a:ahLst/>
            <a:rect l="0" t="0" r="r" b="b"/>
            <a:pathLst>
              <a:path w="657" h="622">
                <a:moveTo>
                  <a:pt x="178" y="41"/>
                </a:moveTo>
                <a:cubicBezTo>
                  <a:pt x="162" y="41"/>
                  <a:pt x="152" y="41"/>
                  <a:pt x="149" y="41"/>
                </a:cubicBezTo>
                <a:cubicBezTo>
                  <a:pt x="146" y="40"/>
                  <a:pt x="144" y="37"/>
                  <a:pt x="144" y="31"/>
                </a:cubicBezTo>
                <a:cubicBezTo>
                  <a:pt x="144" y="14"/>
                  <a:pt x="148" y="4"/>
                  <a:pt x="155" y="1"/>
                </a:cubicBezTo>
                <a:cubicBezTo>
                  <a:pt x="155" y="0"/>
                  <a:pt x="195" y="0"/>
                  <a:pt x="273" y="0"/>
                </a:cubicBezTo>
                <a:cubicBezTo>
                  <a:pt x="431" y="0"/>
                  <a:pt x="514" y="0"/>
                  <a:pt x="522" y="1"/>
                </a:cubicBezTo>
                <a:cubicBezTo>
                  <a:pt x="560" y="7"/>
                  <a:pt x="592" y="21"/>
                  <a:pt x="618" y="42"/>
                </a:cubicBezTo>
                <a:cubicBezTo>
                  <a:pt x="643" y="64"/>
                  <a:pt x="656" y="93"/>
                  <a:pt x="657" y="127"/>
                </a:cubicBezTo>
                <a:cubicBezTo>
                  <a:pt x="657" y="166"/>
                  <a:pt x="639" y="201"/>
                  <a:pt x="604" y="232"/>
                </a:cubicBezTo>
                <a:cubicBezTo>
                  <a:pt x="569" y="263"/>
                  <a:pt x="529" y="284"/>
                  <a:pt x="483" y="295"/>
                </a:cubicBezTo>
                <a:lnTo>
                  <a:pt x="474" y="297"/>
                </a:lnTo>
                <a:cubicBezTo>
                  <a:pt x="513" y="303"/>
                  <a:pt x="545" y="317"/>
                  <a:pt x="570" y="339"/>
                </a:cubicBezTo>
                <a:cubicBezTo>
                  <a:pt x="594" y="362"/>
                  <a:pt x="607" y="390"/>
                  <a:pt x="608" y="423"/>
                </a:cubicBezTo>
                <a:cubicBezTo>
                  <a:pt x="608" y="467"/>
                  <a:pt x="586" y="510"/>
                  <a:pt x="542" y="551"/>
                </a:cubicBezTo>
                <a:cubicBezTo>
                  <a:pt x="499" y="592"/>
                  <a:pt x="445" y="616"/>
                  <a:pt x="380" y="621"/>
                </a:cubicBezTo>
                <a:cubicBezTo>
                  <a:pt x="376" y="622"/>
                  <a:pt x="312" y="622"/>
                  <a:pt x="188" y="622"/>
                </a:cubicBezTo>
                <a:cubicBezTo>
                  <a:pt x="67" y="622"/>
                  <a:pt x="5" y="622"/>
                  <a:pt x="3" y="620"/>
                </a:cubicBezTo>
                <a:cubicBezTo>
                  <a:pt x="1" y="619"/>
                  <a:pt x="0" y="616"/>
                  <a:pt x="0" y="613"/>
                </a:cubicBezTo>
                <a:cubicBezTo>
                  <a:pt x="0" y="609"/>
                  <a:pt x="0" y="605"/>
                  <a:pt x="2" y="600"/>
                </a:cubicBezTo>
                <a:cubicBezTo>
                  <a:pt x="5" y="589"/>
                  <a:pt x="8" y="582"/>
                  <a:pt x="11" y="581"/>
                </a:cubicBezTo>
                <a:cubicBezTo>
                  <a:pt x="13" y="581"/>
                  <a:pt x="18" y="580"/>
                  <a:pt x="24" y="580"/>
                </a:cubicBezTo>
                <a:lnTo>
                  <a:pt x="30" y="580"/>
                </a:lnTo>
                <a:cubicBezTo>
                  <a:pt x="46" y="580"/>
                  <a:pt x="64" y="579"/>
                  <a:pt x="84" y="578"/>
                </a:cubicBezTo>
                <a:cubicBezTo>
                  <a:pt x="93" y="576"/>
                  <a:pt x="99" y="572"/>
                  <a:pt x="102" y="567"/>
                </a:cubicBezTo>
                <a:cubicBezTo>
                  <a:pt x="104" y="564"/>
                  <a:pt x="125" y="480"/>
                  <a:pt x="167" y="314"/>
                </a:cubicBezTo>
                <a:cubicBezTo>
                  <a:pt x="209" y="147"/>
                  <a:pt x="230" y="59"/>
                  <a:pt x="230" y="50"/>
                </a:cubicBezTo>
                <a:cubicBezTo>
                  <a:pt x="230" y="45"/>
                  <a:pt x="213" y="43"/>
                  <a:pt x="178" y="41"/>
                </a:cubicBezTo>
                <a:moveTo>
                  <a:pt x="560" y="127"/>
                </a:moveTo>
                <a:cubicBezTo>
                  <a:pt x="560" y="109"/>
                  <a:pt x="555" y="92"/>
                  <a:pt x="546" y="76"/>
                </a:cubicBezTo>
                <a:cubicBezTo>
                  <a:pt x="537" y="59"/>
                  <a:pt x="522" y="49"/>
                  <a:pt x="501" y="44"/>
                </a:cubicBezTo>
                <a:cubicBezTo>
                  <a:pt x="497" y="43"/>
                  <a:pt x="469" y="42"/>
                  <a:pt x="417" y="41"/>
                </a:cubicBezTo>
                <a:cubicBezTo>
                  <a:pt x="404" y="41"/>
                  <a:pt x="392" y="41"/>
                  <a:pt x="378" y="41"/>
                </a:cubicBezTo>
                <a:cubicBezTo>
                  <a:pt x="365" y="41"/>
                  <a:pt x="354" y="42"/>
                  <a:pt x="347" y="42"/>
                </a:cubicBezTo>
                <a:lnTo>
                  <a:pt x="335" y="42"/>
                </a:lnTo>
                <a:cubicBezTo>
                  <a:pt x="326" y="43"/>
                  <a:pt x="320" y="46"/>
                  <a:pt x="317" y="51"/>
                </a:cubicBezTo>
                <a:cubicBezTo>
                  <a:pt x="316" y="54"/>
                  <a:pt x="306" y="91"/>
                  <a:pt x="288" y="162"/>
                </a:cubicBezTo>
                <a:cubicBezTo>
                  <a:pt x="288" y="164"/>
                  <a:pt x="288" y="165"/>
                  <a:pt x="287" y="167"/>
                </a:cubicBezTo>
                <a:lnTo>
                  <a:pt x="259" y="282"/>
                </a:lnTo>
                <a:lnTo>
                  <a:pt x="333" y="282"/>
                </a:lnTo>
                <a:cubicBezTo>
                  <a:pt x="382" y="282"/>
                  <a:pt x="410" y="281"/>
                  <a:pt x="418" y="280"/>
                </a:cubicBezTo>
                <a:cubicBezTo>
                  <a:pt x="455" y="274"/>
                  <a:pt x="487" y="256"/>
                  <a:pt x="516" y="227"/>
                </a:cubicBezTo>
                <a:cubicBezTo>
                  <a:pt x="544" y="198"/>
                  <a:pt x="559" y="165"/>
                  <a:pt x="560" y="127"/>
                </a:cubicBezTo>
                <a:moveTo>
                  <a:pt x="510" y="414"/>
                </a:moveTo>
                <a:cubicBezTo>
                  <a:pt x="510" y="387"/>
                  <a:pt x="503" y="365"/>
                  <a:pt x="489" y="347"/>
                </a:cubicBezTo>
                <a:cubicBezTo>
                  <a:pt x="476" y="330"/>
                  <a:pt x="457" y="319"/>
                  <a:pt x="435" y="316"/>
                </a:cubicBezTo>
                <a:cubicBezTo>
                  <a:pt x="431" y="316"/>
                  <a:pt x="405" y="315"/>
                  <a:pt x="358" y="315"/>
                </a:cubicBezTo>
                <a:cubicBezTo>
                  <a:pt x="287" y="315"/>
                  <a:pt x="251" y="316"/>
                  <a:pt x="250" y="316"/>
                </a:cubicBezTo>
                <a:cubicBezTo>
                  <a:pt x="250" y="318"/>
                  <a:pt x="245" y="340"/>
                  <a:pt x="235" y="383"/>
                </a:cubicBezTo>
                <a:cubicBezTo>
                  <a:pt x="224" y="426"/>
                  <a:pt x="214" y="469"/>
                  <a:pt x="203" y="511"/>
                </a:cubicBezTo>
                <a:lnTo>
                  <a:pt x="186" y="575"/>
                </a:lnTo>
                <a:cubicBezTo>
                  <a:pt x="186" y="577"/>
                  <a:pt x="190" y="578"/>
                  <a:pt x="197" y="578"/>
                </a:cubicBezTo>
                <a:cubicBezTo>
                  <a:pt x="205" y="578"/>
                  <a:pt x="229" y="579"/>
                  <a:pt x="271" y="580"/>
                </a:cubicBezTo>
                <a:cubicBezTo>
                  <a:pt x="325" y="580"/>
                  <a:pt x="354" y="580"/>
                  <a:pt x="358" y="579"/>
                </a:cubicBezTo>
                <a:cubicBezTo>
                  <a:pt x="396" y="575"/>
                  <a:pt x="432" y="558"/>
                  <a:pt x="463" y="527"/>
                </a:cubicBezTo>
                <a:cubicBezTo>
                  <a:pt x="495" y="496"/>
                  <a:pt x="510" y="458"/>
                  <a:pt x="510" y="41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15" name=""/>
          <p:cNvSpPr/>
          <p:nvPr/>
        </p:nvSpPr>
        <p:spPr>
          <a:xfrm>
            <a:off x="6607440" y="408744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0" y="456"/>
                </a:moveTo>
                <a:cubicBezTo>
                  <a:pt x="0" y="414"/>
                  <a:pt x="3" y="374"/>
                  <a:pt x="9" y="336"/>
                </a:cubicBezTo>
                <a:cubicBezTo>
                  <a:pt x="15" y="299"/>
                  <a:pt x="22" y="266"/>
                  <a:pt x="30" y="239"/>
                </a:cubicBezTo>
                <a:cubicBezTo>
                  <a:pt x="38" y="212"/>
                  <a:pt x="49" y="185"/>
                  <a:pt x="64" y="159"/>
                </a:cubicBezTo>
                <a:cubicBezTo>
                  <a:pt x="78" y="133"/>
                  <a:pt x="90" y="113"/>
                  <a:pt x="99" y="98"/>
                </a:cubicBezTo>
                <a:cubicBezTo>
                  <a:pt x="107" y="83"/>
                  <a:pt x="120" y="68"/>
                  <a:pt x="137" y="51"/>
                </a:cubicBezTo>
                <a:cubicBezTo>
                  <a:pt x="154" y="34"/>
                  <a:pt x="164" y="23"/>
                  <a:pt x="167" y="19"/>
                </a:cubicBezTo>
                <a:cubicBezTo>
                  <a:pt x="170" y="15"/>
                  <a:pt x="177" y="9"/>
                  <a:pt x="190" y="0"/>
                </a:cubicBezTo>
                <a:lnTo>
                  <a:pt x="202" y="0"/>
                </a:lnTo>
                <a:lnTo>
                  <a:pt x="206" y="0"/>
                </a:lnTo>
                <a:cubicBezTo>
                  <a:pt x="214" y="0"/>
                  <a:pt x="219" y="2"/>
                  <a:pt x="219" y="8"/>
                </a:cubicBezTo>
                <a:cubicBezTo>
                  <a:pt x="219" y="10"/>
                  <a:pt x="214" y="16"/>
                  <a:pt x="203" y="28"/>
                </a:cubicBezTo>
                <a:cubicBezTo>
                  <a:pt x="192" y="39"/>
                  <a:pt x="180" y="55"/>
                  <a:pt x="165" y="76"/>
                </a:cubicBezTo>
                <a:cubicBezTo>
                  <a:pt x="150" y="97"/>
                  <a:pt x="136" y="123"/>
                  <a:pt x="120" y="154"/>
                </a:cubicBezTo>
                <a:cubicBezTo>
                  <a:pt x="105" y="185"/>
                  <a:pt x="92" y="227"/>
                  <a:pt x="82" y="280"/>
                </a:cubicBezTo>
                <a:cubicBezTo>
                  <a:pt x="72" y="333"/>
                  <a:pt x="67" y="391"/>
                  <a:pt x="67" y="456"/>
                </a:cubicBezTo>
                <a:cubicBezTo>
                  <a:pt x="67" y="520"/>
                  <a:pt x="72" y="578"/>
                  <a:pt x="82" y="630"/>
                </a:cubicBezTo>
                <a:cubicBezTo>
                  <a:pt x="92" y="683"/>
                  <a:pt x="105" y="725"/>
                  <a:pt x="119" y="757"/>
                </a:cubicBezTo>
                <a:cubicBezTo>
                  <a:pt x="134" y="789"/>
                  <a:pt x="149" y="815"/>
                  <a:pt x="164" y="835"/>
                </a:cubicBezTo>
                <a:cubicBezTo>
                  <a:pt x="179" y="855"/>
                  <a:pt x="192" y="871"/>
                  <a:pt x="203" y="883"/>
                </a:cubicBezTo>
                <a:cubicBezTo>
                  <a:pt x="214" y="896"/>
                  <a:pt x="219" y="902"/>
                  <a:pt x="219" y="903"/>
                </a:cubicBezTo>
                <a:cubicBezTo>
                  <a:pt x="219" y="908"/>
                  <a:pt x="214" y="911"/>
                  <a:pt x="205" y="911"/>
                </a:cubicBezTo>
                <a:lnTo>
                  <a:pt x="202" y="911"/>
                </a:lnTo>
                <a:lnTo>
                  <a:pt x="190" y="911"/>
                </a:lnTo>
                <a:lnTo>
                  <a:pt x="164" y="889"/>
                </a:lnTo>
                <a:cubicBezTo>
                  <a:pt x="107" y="837"/>
                  <a:pt x="65" y="773"/>
                  <a:pt x="39" y="696"/>
                </a:cubicBezTo>
                <a:cubicBezTo>
                  <a:pt x="13" y="619"/>
                  <a:pt x="0" y="539"/>
                  <a:pt x="0" y="45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16" name=""/>
          <p:cNvSpPr/>
          <p:nvPr/>
        </p:nvSpPr>
        <p:spPr>
          <a:xfrm>
            <a:off x="6714360" y="4110120"/>
            <a:ext cx="235440" cy="223200"/>
          </a:xfrm>
          <a:custGeom>
            <a:avLst/>
            <a:gdLst/>
            <a:ahLst/>
            <a:rect l="0" t="0" r="r" b="b"/>
            <a:pathLst>
              <a:path w="654" h="620">
                <a:moveTo>
                  <a:pt x="15" y="619"/>
                </a:moveTo>
                <a:cubicBezTo>
                  <a:pt x="5" y="619"/>
                  <a:pt x="0" y="616"/>
                  <a:pt x="0" y="610"/>
                </a:cubicBezTo>
                <a:cubicBezTo>
                  <a:pt x="0" y="609"/>
                  <a:pt x="1" y="605"/>
                  <a:pt x="3" y="597"/>
                </a:cubicBezTo>
                <a:cubicBezTo>
                  <a:pt x="5" y="588"/>
                  <a:pt x="7" y="582"/>
                  <a:pt x="10" y="581"/>
                </a:cubicBezTo>
                <a:cubicBezTo>
                  <a:pt x="12" y="580"/>
                  <a:pt x="19" y="579"/>
                  <a:pt x="31" y="578"/>
                </a:cubicBezTo>
                <a:cubicBezTo>
                  <a:pt x="47" y="578"/>
                  <a:pt x="65" y="577"/>
                  <a:pt x="85" y="576"/>
                </a:cubicBezTo>
                <a:cubicBezTo>
                  <a:pt x="94" y="574"/>
                  <a:pt x="100" y="570"/>
                  <a:pt x="103" y="565"/>
                </a:cubicBezTo>
                <a:cubicBezTo>
                  <a:pt x="104" y="562"/>
                  <a:pt x="125" y="476"/>
                  <a:pt x="167" y="309"/>
                </a:cubicBezTo>
                <a:cubicBezTo>
                  <a:pt x="209" y="141"/>
                  <a:pt x="230" y="57"/>
                  <a:pt x="231" y="54"/>
                </a:cubicBezTo>
                <a:cubicBezTo>
                  <a:pt x="231" y="50"/>
                  <a:pt x="230" y="48"/>
                  <a:pt x="227" y="48"/>
                </a:cubicBezTo>
                <a:cubicBezTo>
                  <a:pt x="223" y="46"/>
                  <a:pt x="206" y="44"/>
                  <a:pt x="179" y="43"/>
                </a:cubicBezTo>
                <a:lnTo>
                  <a:pt x="151" y="43"/>
                </a:lnTo>
                <a:cubicBezTo>
                  <a:pt x="147" y="40"/>
                  <a:pt x="146" y="37"/>
                  <a:pt x="146" y="36"/>
                </a:cubicBezTo>
                <a:cubicBezTo>
                  <a:pt x="146" y="35"/>
                  <a:pt x="146" y="30"/>
                  <a:pt x="147" y="20"/>
                </a:cubicBezTo>
                <a:cubicBezTo>
                  <a:pt x="150" y="9"/>
                  <a:pt x="153" y="3"/>
                  <a:pt x="156" y="0"/>
                </a:cubicBezTo>
                <a:lnTo>
                  <a:pt x="648" y="0"/>
                </a:lnTo>
                <a:cubicBezTo>
                  <a:pt x="652" y="3"/>
                  <a:pt x="654" y="6"/>
                  <a:pt x="654" y="10"/>
                </a:cubicBezTo>
                <a:cubicBezTo>
                  <a:pt x="654" y="13"/>
                  <a:pt x="650" y="48"/>
                  <a:pt x="642" y="113"/>
                </a:cubicBezTo>
                <a:cubicBezTo>
                  <a:pt x="635" y="178"/>
                  <a:pt x="630" y="212"/>
                  <a:pt x="630" y="213"/>
                </a:cubicBezTo>
                <a:cubicBezTo>
                  <a:pt x="629" y="218"/>
                  <a:pt x="622" y="220"/>
                  <a:pt x="611" y="220"/>
                </a:cubicBezTo>
                <a:lnTo>
                  <a:pt x="600" y="220"/>
                </a:lnTo>
                <a:cubicBezTo>
                  <a:pt x="595" y="217"/>
                  <a:pt x="593" y="213"/>
                  <a:pt x="593" y="208"/>
                </a:cubicBezTo>
                <a:cubicBezTo>
                  <a:pt x="593" y="207"/>
                  <a:pt x="594" y="200"/>
                  <a:pt x="596" y="186"/>
                </a:cubicBezTo>
                <a:cubicBezTo>
                  <a:pt x="598" y="172"/>
                  <a:pt x="599" y="156"/>
                  <a:pt x="599" y="138"/>
                </a:cubicBezTo>
                <a:cubicBezTo>
                  <a:pt x="599" y="120"/>
                  <a:pt x="597" y="105"/>
                  <a:pt x="592" y="93"/>
                </a:cubicBezTo>
                <a:cubicBezTo>
                  <a:pt x="588" y="82"/>
                  <a:pt x="582" y="72"/>
                  <a:pt x="575" y="65"/>
                </a:cubicBezTo>
                <a:cubicBezTo>
                  <a:pt x="568" y="58"/>
                  <a:pt x="557" y="53"/>
                  <a:pt x="541" y="50"/>
                </a:cubicBezTo>
                <a:cubicBezTo>
                  <a:pt x="526" y="48"/>
                  <a:pt x="511" y="46"/>
                  <a:pt x="495" y="44"/>
                </a:cubicBezTo>
                <a:cubicBezTo>
                  <a:pt x="479" y="42"/>
                  <a:pt x="457" y="42"/>
                  <a:pt x="429" y="43"/>
                </a:cubicBezTo>
                <a:lnTo>
                  <a:pt x="409" y="43"/>
                </a:lnTo>
                <a:cubicBezTo>
                  <a:pt x="359" y="44"/>
                  <a:pt x="332" y="45"/>
                  <a:pt x="329" y="46"/>
                </a:cubicBezTo>
                <a:cubicBezTo>
                  <a:pt x="326" y="47"/>
                  <a:pt x="324" y="50"/>
                  <a:pt x="323" y="53"/>
                </a:cubicBezTo>
                <a:cubicBezTo>
                  <a:pt x="322" y="54"/>
                  <a:pt x="312" y="94"/>
                  <a:pt x="292" y="172"/>
                </a:cubicBezTo>
                <a:lnTo>
                  <a:pt x="263" y="290"/>
                </a:lnTo>
                <a:lnTo>
                  <a:pt x="313" y="290"/>
                </a:lnTo>
                <a:cubicBezTo>
                  <a:pt x="315" y="290"/>
                  <a:pt x="322" y="290"/>
                  <a:pt x="334" y="290"/>
                </a:cubicBezTo>
                <a:cubicBezTo>
                  <a:pt x="346" y="290"/>
                  <a:pt x="355" y="290"/>
                  <a:pt x="359" y="289"/>
                </a:cubicBezTo>
                <a:cubicBezTo>
                  <a:pt x="364" y="288"/>
                  <a:pt x="371" y="287"/>
                  <a:pt x="379" y="286"/>
                </a:cubicBezTo>
                <a:cubicBezTo>
                  <a:pt x="388" y="285"/>
                  <a:pt x="395" y="283"/>
                  <a:pt x="401" y="280"/>
                </a:cubicBezTo>
                <a:cubicBezTo>
                  <a:pt x="407" y="277"/>
                  <a:pt x="412" y="273"/>
                  <a:pt x="417" y="269"/>
                </a:cubicBezTo>
                <a:cubicBezTo>
                  <a:pt x="425" y="262"/>
                  <a:pt x="431" y="252"/>
                  <a:pt x="437" y="239"/>
                </a:cubicBezTo>
                <a:cubicBezTo>
                  <a:pt x="442" y="226"/>
                  <a:pt x="446" y="215"/>
                  <a:pt x="449" y="204"/>
                </a:cubicBezTo>
                <a:cubicBezTo>
                  <a:pt x="451" y="194"/>
                  <a:pt x="453" y="189"/>
                  <a:pt x="453" y="188"/>
                </a:cubicBezTo>
                <a:cubicBezTo>
                  <a:pt x="455" y="185"/>
                  <a:pt x="461" y="183"/>
                  <a:pt x="470" y="183"/>
                </a:cubicBezTo>
                <a:lnTo>
                  <a:pt x="481" y="183"/>
                </a:lnTo>
                <a:cubicBezTo>
                  <a:pt x="486" y="186"/>
                  <a:pt x="488" y="189"/>
                  <a:pt x="488" y="192"/>
                </a:cubicBezTo>
                <a:cubicBezTo>
                  <a:pt x="488" y="194"/>
                  <a:pt x="478" y="234"/>
                  <a:pt x="459" y="312"/>
                </a:cubicBezTo>
                <a:cubicBezTo>
                  <a:pt x="441" y="389"/>
                  <a:pt x="430" y="429"/>
                  <a:pt x="429" y="432"/>
                </a:cubicBezTo>
                <a:cubicBezTo>
                  <a:pt x="427" y="436"/>
                  <a:pt x="421" y="438"/>
                  <a:pt x="410" y="438"/>
                </a:cubicBezTo>
                <a:lnTo>
                  <a:pt x="399" y="438"/>
                </a:lnTo>
                <a:cubicBezTo>
                  <a:pt x="395" y="435"/>
                  <a:pt x="393" y="431"/>
                  <a:pt x="393" y="427"/>
                </a:cubicBezTo>
                <a:cubicBezTo>
                  <a:pt x="393" y="425"/>
                  <a:pt x="395" y="419"/>
                  <a:pt x="398" y="407"/>
                </a:cubicBezTo>
                <a:cubicBezTo>
                  <a:pt x="401" y="396"/>
                  <a:pt x="402" y="384"/>
                  <a:pt x="402" y="371"/>
                </a:cubicBezTo>
                <a:cubicBezTo>
                  <a:pt x="402" y="353"/>
                  <a:pt x="396" y="342"/>
                  <a:pt x="384" y="338"/>
                </a:cubicBezTo>
                <a:cubicBezTo>
                  <a:pt x="372" y="334"/>
                  <a:pt x="345" y="332"/>
                  <a:pt x="303" y="332"/>
                </a:cubicBezTo>
                <a:lnTo>
                  <a:pt x="253" y="332"/>
                </a:lnTo>
                <a:lnTo>
                  <a:pt x="224" y="447"/>
                </a:lnTo>
                <a:cubicBezTo>
                  <a:pt x="204" y="522"/>
                  <a:pt x="195" y="562"/>
                  <a:pt x="195" y="566"/>
                </a:cubicBezTo>
                <a:cubicBezTo>
                  <a:pt x="195" y="574"/>
                  <a:pt x="222" y="578"/>
                  <a:pt x="276" y="578"/>
                </a:cubicBezTo>
                <a:lnTo>
                  <a:pt x="298" y="578"/>
                </a:lnTo>
                <a:cubicBezTo>
                  <a:pt x="302" y="582"/>
                  <a:pt x="304" y="584"/>
                  <a:pt x="304" y="585"/>
                </a:cubicBezTo>
                <a:cubicBezTo>
                  <a:pt x="304" y="585"/>
                  <a:pt x="303" y="591"/>
                  <a:pt x="302" y="603"/>
                </a:cubicBezTo>
                <a:cubicBezTo>
                  <a:pt x="300" y="611"/>
                  <a:pt x="297" y="617"/>
                  <a:pt x="293" y="620"/>
                </a:cubicBezTo>
                <a:lnTo>
                  <a:pt x="277" y="620"/>
                </a:lnTo>
                <a:cubicBezTo>
                  <a:pt x="253" y="619"/>
                  <a:pt x="207" y="618"/>
                  <a:pt x="140" y="618"/>
                </a:cubicBezTo>
                <a:cubicBezTo>
                  <a:pt x="101" y="618"/>
                  <a:pt x="71" y="618"/>
                  <a:pt x="50" y="618"/>
                </a:cubicBezTo>
                <a:cubicBezTo>
                  <a:pt x="29" y="618"/>
                  <a:pt x="18" y="619"/>
                  <a:pt x="15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17" name=""/>
          <p:cNvSpPr/>
          <p:nvPr/>
        </p:nvSpPr>
        <p:spPr>
          <a:xfrm>
            <a:off x="6967440" y="408744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5" y="1"/>
                </a:moveTo>
                <a:lnTo>
                  <a:pt x="9" y="0"/>
                </a:lnTo>
                <a:cubicBezTo>
                  <a:pt x="12" y="0"/>
                  <a:pt x="15" y="0"/>
                  <a:pt x="18" y="0"/>
                </a:cubicBezTo>
                <a:lnTo>
                  <a:pt x="29" y="0"/>
                </a:lnTo>
                <a:lnTo>
                  <a:pt x="54" y="22"/>
                </a:lnTo>
                <a:cubicBezTo>
                  <a:pt x="112" y="74"/>
                  <a:pt x="154" y="138"/>
                  <a:pt x="180" y="215"/>
                </a:cubicBezTo>
                <a:cubicBezTo>
                  <a:pt x="206" y="292"/>
                  <a:pt x="219" y="373"/>
                  <a:pt x="219" y="456"/>
                </a:cubicBezTo>
                <a:cubicBezTo>
                  <a:pt x="219" y="497"/>
                  <a:pt x="216" y="537"/>
                  <a:pt x="210" y="575"/>
                </a:cubicBezTo>
                <a:cubicBezTo>
                  <a:pt x="204" y="613"/>
                  <a:pt x="197" y="646"/>
                  <a:pt x="189" y="672"/>
                </a:cubicBezTo>
                <a:cubicBezTo>
                  <a:pt x="181" y="699"/>
                  <a:pt x="170" y="726"/>
                  <a:pt x="155" y="752"/>
                </a:cubicBezTo>
                <a:cubicBezTo>
                  <a:pt x="141" y="779"/>
                  <a:pt x="129" y="799"/>
                  <a:pt x="121" y="813"/>
                </a:cubicBezTo>
                <a:cubicBezTo>
                  <a:pt x="112" y="827"/>
                  <a:pt x="100" y="843"/>
                  <a:pt x="83" y="860"/>
                </a:cubicBezTo>
                <a:cubicBezTo>
                  <a:pt x="66" y="877"/>
                  <a:pt x="56" y="887"/>
                  <a:pt x="53" y="890"/>
                </a:cubicBezTo>
                <a:cubicBezTo>
                  <a:pt x="50" y="893"/>
                  <a:pt x="43" y="899"/>
                  <a:pt x="32" y="907"/>
                </a:cubicBezTo>
                <a:cubicBezTo>
                  <a:pt x="30" y="909"/>
                  <a:pt x="29" y="910"/>
                  <a:pt x="29" y="911"/>
                </a:cubicBezTo>
                <a:lnTo>
                  <a:pt x="18" y="911"/>
                </a:lnTo>
                <a:cubicBezTo>
                  <a:pt x="13" y="911"/>
                  <a:pt x="9" y="911"/>
                  <a:pt x="8" y="911"/>
                </a:cubicBezTo>
                <a:cubicBezTo>
                  <a:pt x="6" y="911"/>
                  <a:pt x="4" y="910"/>
                  <a:pt x="3" y="908"/>
                </a:cubicBezTo>
                <a:cubicBezTo>
                  <a:pt x="2" y="906"/>
                  <a:pt x="1" y="903"/>
                  <a:pt x="0" y="900"/>
                </a:cubicBezTo>
                <a:cubicBezTo>
                  <a:pt x="1" y="899"/>
                  <a:pt x="4" y="895"/>
                  <a:pt x="10" y="888"/>
                </a:cubicBezTo>
                <a:cubicBezTo>
                  <a:pt x="105" y="790"/>
                  <a:pt x="152" y="646"/>
                  <a:pt x="152" y="456"/>
                </a:cubicBezTo>
                <a:cubicBezTo>
                  <a:pt x="152" y="265"/>
                  <a:pt x="105" y="121"/>
                  <a:pt x="10" y="23"/>
                </a:cubicBezTo>
                <a:cubicBezTo>
                  <a:pt x="4" y="15"/>
                  <a:pt x="1" y="11"/>
                  <a:pt x="0" y="11"/>
                </a:cubicBezTo>
                <a:cubicBezTo>
                  <a:pt x="0" y="6"/>
                  <a:pt x="2" y="2"/>
                  <a:pt x="5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18" name=""/>
          <p:cNvSpPr/>
          <p:nvPr/>
        </p:nvSpPr>
        <p:spPr>
          <a:xfrm>
            <a:off x="7116120" y="4087440"/>
            <a:ext cx="13320" cy="327600"/>
          </a:xfrm>
          <a:custGeom>
            <a:avLst/>
            <a:gdLst/>
            <a:ahLst/>
            <a:rect l="0" t="0" r="r" b="b"/>
            <a:pathLst>
              <a:path w="37" h="910">
                <a:moveTo>
                  <a:pt x="19" y="910"/>
                </a:moveTo>
                <a:lnTo>
                  <a:pt x="17" y="910"/>
                </a:lnTo>
                <a:cubicBezTo>
                  <a:pt x="9" y="910"/>
                  <a:pt x="3" y="906"/>
                  <a:pt x="0" y="897"/>
                </a:cubicBezTo>
                <a:lnTo>
                  <a:pt x="0" y="455"/>
                </a:lnTo>
                <a:lnTo>
                  <a:pt x="1" y="13"/>
                </a:lnTo>
                <a:cubicBezTo>
                  <a:pt x="7" y="4"/>
                  <a:pt x="12" y="0"/>
                  <a:pt x="19" y="0"/>
                </a:cubicBezTo>
                <a:cubicBezTo>
                  <a:pt x="27" y="0"/>
                  <a:pt x="33" y="5"/>
                  <a:pt x="37" y="15"/>
                </a:cubicBezTo>
                <a:lnTo>
                  <a:pt x="37" y="897"/>
                </a:lnTo>
                <a:cubicBezTo>
                  <a:pt x="32" y="906"/>
                  <a:pt x="27" y="910"/>
                  <a:pt x="21" y="910"/>
                </a:cubicBezTo>
                <a:lnTo>
                  <a:pt x="19" y="9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19" name=""/>
          <p:cNvSpPr/>
          <p:nvPr/>
        </p:nvSpPr>
        <p:spPr>
          <a:xfrm>
            <a:off x="7233480" y="4105800"/>
            <a:ext cx="160920" cy="230760"/>
          </a:xfrm>
          <a:custGeom>
            <a:avLst/>
            <a:gdLst/>
            <a:ahLst/>
            <a:rect l="0" t="0" r="r" b="b"/>
            <a:pathLst>
              <a:path w="447" h="641">
                <a:moveTo>
                  <a:pt x="304" y="10"/>
                </a:moveTo>
                <a:cubicBezTo>
                  <a:pt x="305" y="10"/>
                  <a:pt x="327" y="8"/>
                  <a:pt x="370" y="5"/>
                </a:cubicBezTo>
                <a:cubicBezTo>
                  <a:pt x="413" y="2"/>
                  <a:pt x="435" y="0"/>
                  <a:pt x="436" y="0"/>
                </a:cubicBezTo>
                <a:cubicBezTo>
                  <a:pt x="444" y="0"/>
                  <a:pt x="447" y="2"/>
                  <a:pt x="447" y="7"/>
                </a:cubicBezTo>
                <a:cubicBezTo>
                  <a:pt x="447" y="11"/>
                  <a:pt x="425" y="103"/>
                  <a:pt x="381" y="282"/>
                </a:cubicBezTo>
                <a:cubicBezTo>
                  <a:pt x="337" y="462"/>
                  <a:pt x="314" y="553"/>
                  <a:pt x="313" y="557"/>
                </a:cubicBezTo>
                <a:cubicBezTo>
                  <a:pt x="311" y="560"/>
                  <a:pt x="311" y="565"/>
                  <a:pt x="312" y="570"/>
                </a:cubicBezTo>
                <a:cubicBezTo>
                  <a:pt x="312" y="596"/>
                  <a:pt x="320" y="609"/>
                  <a:pt x="337" y="609"/>
                </a:cubicBezTo>
                <a:cubicBezTo>
                  <a:pt x="343" y="608"/>
                  <a:pt x="349" y="605"/>
                  <a:pt x="355" y="600"/>
                </a:cubicBezTo>
                <a:cubicBezTo>
                  <a:pt x="368" y="588"/>
                  <a:pt x="381" y="559"/>
                  <a:pt x="393" y="513"/>
                </a:cubicBezTo>
                <a:cubicBezTo>
                  <a:pt x="396" y="501"/>
                  <a:pt x="399" y="494"/>
                  <a:pt x="402" y="494"/>
                </a:cubicBezTo>
                <a:cubicBezTo>
                  <a:pt x="403" y="493"/>
                  <a:pt x="406" y="493"/>
                  <a:pt x="411" y="493"/>
                </a:cubicBezTo>
                <a:lnTo>
                  <a:pt x="415" y="493"/>
                </a:lnTo>
                <a:lnTo>
                  <a:pt x="418" y="493"/>
                </a:lnTo>
                <a:cubicBezTo>
                  <a:pt x="427" y="493"/>
                  <a:pt x="432" y="495"/>
                  <a:pt x="432" y="500"/>
                </a:cubicBezTo>
                <a:cubicBezTo>
                  <a:pt x="432" y="503"/>
                  <a:pt x="431" y="508"/>
                  <a:pt x="429" y="515"/>
                </a:cubicBezTo>
                <a:cubicBezTo>
                  <a:pt x="421" y="545"/>
                  <a:pt x="412" y="570"/>
                  <a:pt x="402" y="588"/>
                </a:cubicBezTo>
                <a:cubicBezTo>
                  <a:pt x="391" y="607"/>
                  <a:pt x="383" y="619"/>
                  <a:pt x="376" y="625"/>
                </a:cubicBezTo>
                <a:cubicBezTo>
                  <a:pt x="370" y="630"/>
                  <a:pt x="361" y="635"/>
                  <a:pt x="351" y="639"/>
                </a:cubicBezTo>
                <a:cubicBezTo>
                  <a:pt x="346" y="641"/>
                  <a:pt x="339" y="641"/>
                  <a:pt x="329" y="641"/>
                </a:cubicBezTo>
                <a:cubicBezTo>
                  <a:pt x="308" y="641"/>
                  <a:pt x="291" y="637"/>
                  <a:pt x="277" y="628"/>
                </a:cubicBezTo>
                <a:cubicBezTo>
                  <a:pt x="263" y="619"/>
                  <a:pt x="254" y="609"/>
                  <a:pt x="250" y="599"/>
                </a:cubicBezTo>
                <a:lnTo>
                  <a:pt x="244" y="586"/>
                </a:lnTo>
                <a:cubicBezTo>
                  <a:pt x="244" y="585"/>
                  <a:pt x="243" y="585"/>
                  <a:pt x="241" y="587"/>
                </a:cubicBezTo>
                <a:cubicBezTo>
                  <a:pt x="239" y="588"/>
                  <a:pt x="238" y="589"/>
                  <a:pt x="237" y="590"/>
                </a:cubicBezTo>
                <a:cubicBezTo>
                  <a:pt x="201" y="624"/>
                  <a:pt x="165" y="641"/>
                  <a:pt x="127" y="641"/>
                </a:cubicBezTo>
                <a:cubicBezTo>
                  <a:pt x="93" y="641"/>
                  <a:pt x="64" y="629"/>
                  <a:pt x="39" y="605"/>
                </a:cubicBezTo>
                <a:cubicBezTo>
                  <a:pt x="13" y="581"/>
                  <a:pt x="0" y="542"/>
                  <a:pt x="0" y="489"/>
                </a:cubicBezTo>
                <a:cubicBezTo>
                  <a:pt x="0" y="460"/>
                  <a:pt x="6" y="429"/>
                  <a:pt x="19" y="399"/>
                </a:cubicBezTo>
                <a:cubicBezTo>
                  <a:pt x="31" y="369"/>
                  <a:pt x="45" y="343"/>
                  <a:pt x="62" y="321"/>
                </a:cubicBezTo>
                <a:cubicBezTo>
                  <a:pt x="91" y="286"/>
                  <a:pt x="119" y="262"/>
                  <a:pt x="148" y="249"/>
                </a:cubicBezTo>
                <a:cubicBezTo>
                  <a:pt x="177" y="236"/>
                  <a:pt x="203" y="229"/>
                  <a:pt x="226" y="229"/>
                </a:cubicBezTo>
                <a:cubicBezTo>
                  <a:pt x="260" y="229"/>
                  <a:pt x="286" y="242"/>
                  <a:pt x="303" y="267"/>
                </a:cubicBezTo>
                <a:cubicBezTo>
                  <a:pt x="306" y="271"/>
                  <a:pt x="307" y="272"/>
                  <a:pt x="307" y="271"/>
                </a:cubicBezTo>
                <a:cubicBezTo>
                  <a:pt x="308" y="268"/>
                  <a:pt x="316" y="235"/>
                  <a:pt x="332" y="172"/>
                </a:cubicBezTo>
                <a:cubicBezTo>
                  <a:pt x="347" y="108"/>
                  <a:pt x="356" y="74"/>
                  <a:pt x="357" y="71"/>
                </a:cubicBezTo>
                <a:cubicBezTo>
                  <a:pt x="357" y="63"/>
                  <a:pt x="355" y="58"/>
                  <a:pt x="351" y="56"/>
                </a:cubicBezTo>
                <a:cubicBezTo>
                  <a:pt x="347" y="54"/>
                  <a:pt x="335" y="53"/>
                  <a:pt x="315" y="51"/>
                </a:cubicBezTo>
                <a:lnTo>
                  <a:pt x="296" y="51"/>
                </a:lnTo>
                <a:cubicBezTo>
                  <a:pt x="293" y="48"/>
                  <a:pt x="291" y="45"/>
                  <a:pt x="291" y="44"/>
                </a:cubicBezTo>
                <a:cubicBezTo>
                  <a:pt x="291" y="43"/>
                  <a:pt x="291" y="37"/>
                  <a:pt x="293" y="27"/>
                </a:cubicBezTo>
                <a:cubicBezTo>
                  <a:pt x="296" y="15"/>
                  <a:pt x="300" y="10"/>
                  <a:pt x="304" y="10"/>
                </a:cubicBezTo>
                <a:moveTo>
                  <a:pt x="292" y="334"/>
                </a:moveTo>
                <a:cubicBezTo>
                  <a:pt x="278" y="287"/>
                  <a:pt x="255" y="263"/>
                  <a:pt x="223" y="263"/>
                </a:cubicBezTo>
                <a:cubicBezTo>
                  <a:pt x="202" y="263"/>
                  <a:pt x="182" y="272"/>
                  <a:pt x="162" y="291"/>
                </a:cubicBezTo>
                <a:cubicBezTo>
                  <a:pt x="142" y="310"/>
                  <a:pt x="127" y="334"/>
                  <a:pt x="116" y="365"/>
                </a:cubicBezTo>
                <a:cubicBezTo>
                  <a:pt x="98" y="412"/>
                  <a:pt x="86" y="463"/>
                  <a:pt x="79" y="515"/>
                </a:cubicBezTo>
                <a:cubicBezTo>
                  <a:pt x="79" y="517"/>
                  <a:pt x="79" y="520"/>
                  <a:pt x="79" y="525"/>
                </a:cubicBezTo>
                <a:cubicBezTo>
                  <a:pt x="79" y="530"/>
                  <a:pt x="78" y="533"/>
                  <a:pt x="78" y="536"/>
                </a:cubicBezTo>
                <a:cubicBezTo>
                  <a:pt x="78" y="563"/>
                  <a:pt x="83" y="582"/>
                  <a:pt x="94" y="592"/>
                </a:cubicBezTo>
                <a:cubicBezTo>
                  <a:pt x="105" y="602"/>
                  <a:pt x="118" y="608"/>
                  <a:pt x="133" y="609"/>
                </a:cubicBezTo>
                <a:cubicBezTo>
                  <a:pt x="167" y="609"/>
                  <a:pt x="201" y="587"/>
                  <a:pt x="235" y="543"/>
                </a:cubicBezTo>
                <a:lnTo>
                  <a:pt x="243" y="533"/>
                </a:lnTo>
                <a:lnTo>
                  <a:pt x="292" y="33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20" name=""/>
          <p:cNvSpPr/>
          <p:nvPr/>
        </p:nvSpPr>
        <p:spPr>
          <a:xfrm>
            <a:off x="7404480" y="4188240"/>
            <a:ext cx="160200" cy="148680"/>
          </a:xfrm>
          <a:custGeom>
            <a:avLst/>
            <a:gdLst/>
            <a:ahLst/>
            <a:rect l="0" t="0" r="r" b="b"/>
            <a:pathLst>
              <a:path w="445" h="413">
                <a:moveTo>
                  <a:pt x="16" y="140"/>
                </a:moveTo>
                <a:cubicBezTo>
                  <a:pt x="20" y="115"/>
                  <a:pt x="37" y="84"/>
                  <a:pt x="66" y="51"/>
                </a:cubicBezTo>
                <a:cubicBezTo>
                  <a:pt x="95" y="18"/>
                  <a:pt x="130" y="1"/>
                  <a:pt x="172" y="0"/>
                </a:cubicBezTo>
                <a:cubicBezTo>
                  <a:pt x="193" y="0"/>
                  <a:pt x="212" y="5"/>
                  <a:pt x="230" y="16"/>
                </a:cubicBezTo>
                <a:cubicBezTo>
                  <a:pt x="247" y="27"/>
                  <a:pt x="260" y="41"/>
                  <a:pt x="269" y="57"/>
                </a:cubicBezTo>
                <a:cubicBezTo>
                  <a:pt x="294" y="19"/>
                  <a:pt x="325" y="0"/>
                  <a:pt x="361" y="0"/>
                </a:cubicBezTo>
                <a:cubicBezTo>
                  <a:pt x="383" y="0"/>
                  <a:pt x="403" y="7"/>
                  <a:pt x="419" y="20"/>
                </a:cubicBezTo>
                <a:cubicBezTo>
                  <a:pt x="435" y="33"/>
                  <a:pt x="444" y="51"/>
                  <a:pt x="445" y="74"/>
                </a:cubicBezTo>
                <a:cubicBezTo>
                  <a:pt x="445" y="91"/>
                  <a:pt x="440" y="105"/>
                  <a:pt x="432" y="117"/>
                </a:cubicBezTo>
                <a:cubicBezTo>
                  <a:pt x="423" y="128"/>
                  <a:pt x="415" y="135"/>
                  <a:pt x="407" y="137"/>
                </a:cubicBezTo>
                <a:cubicBezTo>
                  <a:pt x="399" y="140"/>
                  <a:pt x="392" y="141"/>
                  <a:pt x="386" y="141"/>
                </a:cubicBezTo>
                <a:cubicBezTo>
                  <a:pt x="375" y="141"/>
                  <a:pt x="365" y="138"/>
                  <a:pt x="358" y="131"/>
                </a:cubicBezTo>
                <a:cubicBezTo>
                  <a:pt x="351" y="124"/>
                  <a:pt x="347" y="116"/>
                  <a:pt x="347" y="104"/>
                </a:cubicBezTo>
                <a:cubicBezTo>
                  <a:pt x="347" y="76"/>
                  <a:pt x="362" y="57"/>
                  <a:pt x="393" y="46"/>
                </a:cubicBezTo>
                <a:cubicBezTo>
                  <a:pt x="386" y="38"/>
                  <a:pt x="374" y="35"/>
                  <a:pt x="356" y="35"/>
                </a:cubicBezTo>
                <a:cubicBezTo>
                  <a:pt x="348" y="35"/>
                  <a:pt x="343" y="35"/>
                  <a:pt x="339" y="36"/>
                </a:cubicBezTo>
                <a:cubicBezTo>
                  <a:pt x="316" y="46"/>
                  <a:pt x="299" y="66"/>
                  <a:pt x="288" y="96"/>
                </a:cubicBezTo>
                <a:cubicBezTo>
                  <a:pt x="252" y="231"/>
                  <a:pt x="233" y="310"/>
                  <a:pt x="233" y="332"/>
                </a:cubicBezTo>
                <a:cubicBezTo>
                  <a:pt x="233" y="349"/>
                  <a:pt x="238" y="361"/>
                  <a:pt x="248" y="369"/>
                </a:cubicBezTo>
                <a:cubicBezTo>
                  <a:pt x="258" y="376"/>
                  <a:pt x="268" y="380"/>
                  <a:pt x="280" y="380"/>
                </a:cubicBezTo>
                <a:cubicBezTo>
                  <a:pt x="302" y="380"/>
                  <a:pt x="324" y="370"/>
                  <a:pt x="346" y="349"/>
                </a:cubicBezTo>
                <a:cubicBezTo>
                  <a:pt x="368" y="329"/>
                  <a:pt x="383" y="305"/>
                  <a:pt x="391" y="276"/>
                </a:cubicBezTo>
                <a:cubicBezTo>
                  <a:pt x="393" y="270"/>
                  <a:pt x="395" y="266"/>
                  <a:pt x="396" y="266"/>
                </a:cubicBezTo>
                <a:cubicBezTo>
                  <a:pt x="398" y="265"/>
                  <a:pt x="403" y="265"/>
                  <a:pt x="411" y="264"/>
                </a:cubicBezTo>
                <a:lnTo>
                  <a:pt x="415" y="264"/>
                </a:lnTo>
                <a:cubicBezTo>
                  <a:pt x="424" y="264"/>
                  <a:pt x="428" y="266"/>
                  <a:pt x="428" y="271"/>
                </a:cubicBezTo>
                <a:cubicBezTo>
                  <a:pt x="428" y="272"/>
                  <a:pt x="428" y="275"/>
                  <a:pt x="426" y="281"/>
                </a:cubicBezTo>
                <a:cubicBezTo>
                  <a:pt x="417" y="316"/>
                  <a:pt x="398" y="346"/>
                  <a:pt x="370" y="373"/>
                </a:cubicBezTo>
                <a:cubicBezTo>
                  <a:pt x="342" y="400"/>
                  <a:pt x="310" y="413"/>
                  <a:pt x="273" y="413"/>
                </a:cubicBezTo>
                <a:cubicBezTo>
                  <a:pt x="230" y="413"/>
                  <a:pt x="198" y="394"/>
                  <a:pt x="176" y="356"/>
                </a:cubicBezTo>
                <a:cubicBezTo>
                  <a:pt x="151" y="393"/>
                  <a:pt x="123" y="412"/>
                  <a:pt x="91" y="412"/>
                </a:cubicBezTo>
                <a:lnTo>
                  <a:pt x="85" y="412"/>
                </a:lnTo>
                <a:cubicBezTo>
                  <a:pt x="55" y="412"/>
                  <a:pt x="34" y="404"/>
                  <a:pt x="20" y="389"/>
                </a:cubicBezTo>
                <a:cubicBezTo>
                  <a:pt x="8" y="373"/>
                  <a:pt x="1" y="356"/>
                  <a:pt x="0" y="339"/>
                </a:cubicBezTo>
                <a:cubicBezTo>
                  <a:pt x="0" y="319"/>
                  <a:pt x="6" y="303"/>
                  <a:pt x="18" y="291"/>
                </a:cubicBezTo>
                <a:cubicBezTo>
                  <a:pt x="29" y="279"/>
                  <a:pt x="44" y="273"/>
                  <a:pt x="60" y="273"/>
                </a:cubicBezTo>
                <a:cubicBezTo>
                  <a:pt x="86" y="273"/>
                  <a:pt x="99" y="286"/>
                  <a:pt x="99" y="311"/>
                </a:cubicBezTo>
                <a:cubicBezTo>
                  <a:pt x="99" y="323"/>
                  <a:pt x="95" y="334"/>
                  <a:pt x="88" y="343"/>
                </a:cubicBezTo>
                <a:cubicBezTo>
                  <a:pt x="81" y="352"/>
                  <a:pt x="74" y="358"/>
                  <a:pt x="67" y="361"/>
                </a:cubicBezTo>
                <a:cubicBezTo>
                  <a:pt x="60" y="364"/>
                  <a:pt x="56" y="366"/>
                  <a:pt x="55" y="366"/>
                </a:cubicBezTo>
                <a:lnTo>
                  <a:pt x="52" y="367"/>
                </a:lnTo>
                <a:cubicBezTo>
                  <a:pt x="52" y="367"/>
                  <a:pt x="54" y="369"/>
                  <a:pt x="58" y="370"/>
                </a:cubicBezTo>
                <a:cubicBezTo>
                  <a:pt x="61" y="372"/>
                  <a:pt x="66" y="374"/>
                  <a:pt x="72" y="377"/>
                </a:cubicBezTo>
                <a:cubicBezTo>
                  <a:pt x="78" y="379"/>
                  <a:pt x="84" y="380"/>
                  <a:pt x="90" y="380"/>
                </a:cubicBezTo>
                <a:cubicBezTo>
                  <a:pt x="112" y="380"/>
                  <a:pt x="130" y="366"/>
                  <a:pt x="146" y="339"/>
                </a:cubicBezTo>
                <a:cubicBezTo>
                  <a:pt x="152" y="329"/>
                  <a:pt x="159" y="308"/>
                  <a:pt x="167" y="277"/>
                </a:cubicBezTo>
                <a:cubicBezTo>
                  <a:pt x="176" y="245"/>
                  <a:pt x="184" y="212"/>
                  <a:pt x="193" y="178"/>
                </a:cubicBezTo>
                <a:cubicBezTo>
                  <a:pt x="201" y="144"/>
                  <a:pt x="206" y="124"/>
                  <a:pt x="207" y="118"/>
                </a:cubicBezTo>
                <a:cubicBezTo>
                  <a:pt x="210" y="101"/>
                  <a:pt x="212" y="89"/>
                  <a:pt x="212" y="82"/>
                </a:cubicBezTo>
                <a:cubicBezTo>
                  <a:pt x="212" y="65"/>
                  <a:pt x="207" y="53"/>
                  <a:pt x="198" y="45"/>
                </a:cubicBezTo>
                <a:cubicBezTo>
                  <a:pt x="189" y="38"/>
                  <a:pt x="179" y="35"/>
                  <a:pt x="167" y="35"/>
                </a:cubicBezTo>
                <a:cubicBezTo>
                  <a:pt x="143" y="35"/>
                  <a:pt x="120" y="44"/>
                  <a:pt x="99" y="64"/>
                </a:cubicBezTo>
                <a:cubicBezTo>
                  <a:pt x="78" y="83"/>
                  <a:pt x="63" y="109"/>
                  <a:pt x="54" y="139"/>
                </a:cubicBezTo>
                <a:cubicBezTo>
                  <a:pt x="53" y="145"/>
                  <a:pt x="51" y="148"/>
                  <a:pt x="50" y="148"/>
                </a:cubicBezTo>
                <a:cubicBezTo>
                  <a:pt x="48" y="149"/>
                  <a:pt x="43" y="150"/>
                  <a:pt x="35" y="150"/>
                </a:cubicBezTo>
                <a:lnTo>
                  <a:pt x="21" y="150"/>
                </a:lnTo>
                <a:cubicBezTo>
                  <a:pt x="18" y="147"/>
                  <a:pt x="16" y="143"/>
                  <a:pt x="16" y="14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1200240" y="4066560"/>
            <a:ext cx="22683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漸近分布は非標準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7581600" y="4066560"/>
            <a:ext cx="37922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— Brownian bridge (del Barrio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23" name=""/>
          <p:cNvSpPr/>
          <p:nvPr/>
        </p:nvSpPr>
        <p:spPr>
          <a:xfrm>
            <a:off x="933120" y="5019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7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1200240" y="4457520"/>
            <a:ext cx="6829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1999)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1200240" y="4905360"/>
            <a:ext cx="25203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普遍的臨界値なし →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3719880" y="4862880"/>
            <a:ext cx="23968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percentile bootstrap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27" name=""/>
          <p:cNvSpPr/>
          <p:nvPr/>
        </p:nvSpPr>
        <p:spPr>
          <a:xfrm>
            <a:off x="6545520" y="4943160"/>
            <a:ext cx="236520" cy="224280"/>
          </a:xfrm>
          <a:custGeom>
            <a:avLst/>
            <a:gdLst/>
            <a:ahLst/>
            <a:rect l="0" t="0" r="r" b="b"/>
            <a:pathLst>
              <a:path w="657" h="623">
                <a:moveTo>
                  <a:pt x="179" y="42"/>
                </a:moveTo>
                <a:cubicBezTo>
                  <a:pt x="162" y="42"/>
                  <a:pt x="153" y="42"/>
                  <a:pt x="150" y="41"/>
                </a:cubicBezTo>
                <a:cubicBezTo>
                  <a:pt x="146" y="41"/>
                  <a:pt x="145" y="37"/>
                  <a:pt x="145" y="31"/>
                </a:cubicBezTo>
                <a:cubicBezTo>
                  <a:pt x="145" y="15"/>
                  <a:pt x="148" y="5"/>
                  <a:pt x="155" y="1"/>
                </a:cubicBezTo>
                <a:cubicBezTo>
                  <a:pt x="156" y="1"/>
                  <a:pt x="195" y="0"/>
                  <a:pt x="273" y="0"/>
                </a:cubicBezTo>
                <a:cubicBezTo>
                  <a:pt x="430" y="0"/>
                  <a:pt x="514" y="1"/>
                  <a:pt x="523" y="2"/>
                </a:cubicBezTo>
                <a:cubicBezTo>
                  <a:pt x="561" y="8"/>
                  <a:pt x="593" y="22"/>
                  <a:pt x="618" y="43"/>
                </a:cubicBezTo>
                <a:cubicBezTo>
                  <a:pt x="644" y="64"/>
                  <a:pt x="657" y="92"/>
                  <a:pt x="657" y="127"/>
                </a:cubicBezTo>
                <a:cubicBezTo>
                  <a:pt x="657" y="166"/>
                  <a:pt x="640" y="201"/>
                  <a:pt x="605" y="231"/>
                </a:cubicBezTo>
                <a:cubicBezTo>
                  <a:pt x="569" y="263"/>
                  <a:pt x="529" y="284"/>
                  <a:pt x="483" y="295"/>
                </a:cubicBezTo>
                <a:lnTo>
                  <a:pt x="473" y="298"/>
                </a:lnTo>
                <a:cubicBezTo>
                  <a:pt x="513" y="303"/>
                  <a:pt x="545" y="317"/>
                  <a:pt x="570" y="340"/>
                </a:cubicBezTo>
                <a:cubicBezTo>
                  <a:pt x="595" y="362"/>
                  <a:pt x="608" y="390"/>
                  <a:pt x="608" y="424"/>
                </a:cubicBezTo>
                <a:cubicBezTo>
                  <a:pt x="608" y="468"/>
                  <a:pt x="586" y="511"/>
                  <a:pt x="543" y="552"/>
                </a:cubicBezTo>
                <a:cubicBezTo>
                  <a:pt x="499" y="593"/>
                  <a:pt x="444" y="616"/>
                  <a:pt x="381" y="622"/>
                </a:cubicBezTo>
                <a:cubicBezTo>
                  <a:pt x="376" y="622"/>
                  <a:pt x="312" y="623"/>
                  <a:pt x="189" y="623"/>
                </a:cubicBezTo>
                <a:cubicBezTo>
                  <a:pt x="67" y="623"/>
                  <a:pt x="6" y="622"/>
                  <a:pt x="4" y="621"/>
                </a:cubicBezTo>
                <a:cubicBezTo>
                  <a:pt x="2" y="619"/>
                  <a:pt x="0" y="617"/>
                  <a:pt x="0" y="614"/>
                </a:cubicBezTo>
                <a:cubicBezTo>
                  <a:pt x="0" y="609"/>
                  <a:pt x="1" y="605"/>
                  <a:pt x="2" y="601"/>
                </a:cubicBezTo>
                <a:cubicBezTo>
                  <a:pt x="5" y="589"/>
                  <a:pt x="8" y="583"/>
                  <a:pt x="11" y="582"/>
                </a:cubicBezTo>
                <a:cubicBezTo>
                  <a:pt x="14" y="581"/>
                  <a:pt x="18" y="581"/>
                  <a:pt x="25" y="581"/>
                </a:cubicBezTo>
                <a:lnTo>
                  <a:pt x="30" y="581"/>
                </a:lnTo>
                <a:cubicBezTo>
                  <a:pt x="47" y="581"/>
                  <a:pt x="65" y="580"/>
                  <a:pt x="85" y="578"/>
                </a:cubicBezTo>
                <a:cubicBezTo>
                  <a:pt x="93" y="576"/>
                  <a:pt x="99" y="573"/>
                  <a:pt x="102" y="567"/>
                </a:cubicBezTo>
                <a:cubicBezTo>
                  <a:pt x="104" y="565"/>
                  <a:pt x="126" y="481"/>
                  <a:pt x="168" y="314"/>
                </a:cubicBezTo>
                <a:cubicBezTo>
                  <a:pt x="210" y="147"/>
                  <a:pt x="230" y="60"/>
                  <a:pt x="230" y="50"/>
                </a:cubicBezTo>
                <a:cubicBezTo>
                  <a:pt x="230" y="46"/>
                  <a:pt x="213" y="43"/>
                  <a:pt x="179" y="42"/>
                </a:cubicBezTo>
                <a:moveTo>
                  <a:pt x="560" y="127"/>
                </a:moveTo>
                <a:cubicBezTo>
                  <a:pt x="560" y="109"/>
                  <a:pt x="555" y="92"/>
                  <a:pt x="546" y="76"/>
                </a:cubicBezTo>
                <a:cubicBezTo>
                  <a:pt x="537" y="60"/>
                  <a:pt x="522" y="50"/>
                  <a:pt x="502" y="45"/>
                </a:cubicBezTo>
                <a:cubicBezTo>
                  <a:pt x="497" y="44"/>
                  <a:pt x="469" y="43"/>
                  <a:pt x="417" y="42"/>
                </a:cubicBezTo>
                <a:cubicBezTo>
                  <a:pt x="405" y="42"/>
                  <a:pt x="392" y="42"/>
                  <a:pt x="379" y="42"/>
                </a:cubicBezTo>
                <a:cubicBezTo>
                  <a:pt x="365" y="42"/>
                  <a:pt x="355" y="43"/>
                  <a:pt x="347" y="43"/>
                </a:cubicBezTo>
                <a:lnTo>
                  <a:pt x="335" y="43"/>
                </a:lnTo>
                <a:cubicBezTo>
                  <a:pt x="326" y="44"/>
                  <a:pt x="320" y="47"/>
                  <a:pt x="318" y="52"/>
                </a:cubicBezTo>
                <a:cubicBezTo>
                  <a:pt x="317" y="55"/>
                  <a:pt x="307" y="91"/>
                  <a:pt x="289" y="161"/>
                </a:cubicBezTo>
                <a:cubicBezTo>
                  <a:pt x="289" y="163"/>
                  <a:pt x="288" y="165"/>
                  <a:pt x="288" y="167"/>
                </a:cubicBezTo>
                <a:lnTo>
                  <a:pt x="260" y="282"/>
                </a:lnTo>
                <a:lnTo>
                  <a:pt x="333" y="282"/>
                </a:lnTo>
                <a:cubicBezTo>
                  <a:pt x="382" y="282"/>
                  <a:pt x="411" y="282"/>
                  <a:pt x="418" y="281"/>
                </a:cubicBezTo>
                <a:cubicBezTo>
                  <a:pt x="454" y="275"/>
                  <a:pt x="488" y="257"/>
                  <a:pt x="516" y="227"/>
                </a:cubicBezTo>
                <a:cubicBezTo>
                  <a:pt x="545" y="198"/>
                  <a:pt x="559" y="164"/>
                  <a:pt x="560" y="127"/>
                </a:cubicBezTo>
                <a:moveTo>
                  <a:pt x="511" y="414"/>
                </a:moveTo>
                <a:cubicBezTo>
                  <a:pt x="511" y="388"/>
                  <a:pt x="504" y="366"/>
                  <a:pt x="490" y="348"/>
                </a:cubicBezTo>
                <a:cubicBezTo>
                  <a:pt x="475" y="330"/>
                  <a:pt x="457" y="320"/>
                  <a:pt x="434" y="317"/>
                </a:cubicBezTo>
                <a:cubicBezTo>
                  <a:pt x="431" y="316"/>
                  <a:pt x="405" y="316"/>
                  <a:pt x="359" y="316"/>
                </a:cubicBezTo>
                <a:cubicBezTo>
                  <a:pt x="287" y="316"/>
                  <a:pt x="251" y="316"/>
                  <a:pt x="251" y="317"/>
                </a:cubicBezTo>
                <a:cubicBezTo>
                  <a:pt x="251" y="318"/>
                  <a:pt x="245" y="340"/>
                  <a:pt x="235" y="383"/>
                </a:cubicBezTo>
                <a:cubicBezTo>
                  <a:pt x="225" y="427"/>
                  <a:pt x="214" y="469"/>
                  <a:pt x="203" y="512"/>
                </a:cubicBezTo>
                <a:lnTo>
                  <a:pt x="187" y="575"/>
                </a:lnTo>
                <a:cubicBezTo>
                  <a:pt x="187" y="578"/>
                  <a:pt x="190" y="579"/>
                  <a:pt x="198" y="579"/>
                </a:cubicBezTo>
                <a:cubicBezTo>
                  <a:pt x="205" y="579"/>
                  <a:pt x="230" y="580"/>
                  <a:pt x="271" y="581"/>
                </a:cubicBezTo>
                <a:cubicBezTo>
                  <a:pt x="325" y="581"/>
                  <a:pt x="355" y="581"/>
                  <a:pt x="359" y="580"/>
                </a:cubicBezTo>
                <a:cubicBezTo>
                  <a:pt x="396" y="576"/>
                  <a:pt x="431" y="558"/>
                  <a:pt x="462" y="527"/>
                </a:cubicBezTo>
                <a:cubicBezTo>
                  <a:pt x="495" y="496"/>
                  <a:pt x="511" y="459"/>
                  <a:pt x="511" y="41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28" name=""/>
          <p:cNvSpPr/>
          <p:nvPr/>
        </p:nvSpPr>
        <p:spPr>
          <a:xfrm>
            <a:off x="6892200" y="5046840"/>
            <a:ext cx="218520" cy="77040"/>
          </a:xfrm>
          <a:custGeom>
            <a:avLst/>
            <a:gdLst/>
            <a:ahLst/>
            <a:rect l="0" t="0" r="r" b="b"/>
            <a:pathLst>
              <a:path w="607" h="214">
                <a:moveTo>
                  <a:pt x="0" y="18"/>
                </a:moveTo>
                <a:cubicBezTo>
                  <a:pt x="0" y="10"/>
                  <a:pt x="4" y="4"/>
                  <a:pt x="12" y="0"/>
                </a:cubicBezTo>
                <a:lnTo>
                  <a:pt x="593" y="0"/>
                </a:lnTo>
                <a:cubicBezTo>
                  <a:pt x="602" y="5"/>
                  <a:pt x="607" y="11"/>
                  <a:pt x="607" y="18"/>
                </a:cubicBezTo>
                <a:cubicBezTo>
                  <a:pt x="607" y="25"/>
                  <a:pt x="602" y="30"/>
                  <a:pt x="594" y="35"/>
                </a:cubicBezTo>
                <a:lnTo>
                  <a:pt x="304" y="36"/>
                </a:lnTo>
                <a:lnTo>
                  <a:pt x="14" y="36"/>
                </a:lnTo>
                <a:cubicBezTo>
                  <a:pt x="5" y="33"/>
                  <a:pt x="0" y="27"/>
                  <a:pt x="0" y="18"/>
                </a:cubicBezTo>
                <a:moveTo>
                  <a:pt x="0" y="196"/>
                </a:moveTo>
                <a:cubicBezTo>
                  <a:pt x="0" y="186"/>
                  <a:pt x="5" y="180"/>
                  <a:pt x="14" y="177"/>
                </a:cubicBezTo>
                <a:lnTo>
                  <a:pt x="594" y="177"/>
                </a:lnTo>
                <a:cubicBezTo>
                  <a:pt x="602" y="183"/>
                  <a:pt x="607" y="189"/>
                  <a:pt x="607" y="196"/>
                </a:cubicBezTo>
                <a:cubicBezTo>
                  <a:pt x="607" y="203"/>
                  <a:pt x="602" y="210"/>
                  <a:pt x="593" y="214"/>
                </a:cubicBezTo>
                <a:lnTo>
                  <a:pt x="12" y="214"/>
                </a:lnTo>
                <a:cubicBezTo>
                  <a:pt x="4" y="210"/>
                  <a:pt x="0" y="203"/>
                  <a:pt x="0" y="19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29" name=""/>
          <p:cNvSpPr/>
          <p:nvPr/>
        </p:nvSpPr>
        <p:spPr>
          <a:xfrm>
            <a:off x="7236000" y="4948920"/>
            <a:ext cx="131040" cy="218520"/>
          </a:xfrm>
          <a:custGeom>
            <a:avLst/>
            <a:gdLst/>
            <a:ahLst/>
            <a:rect l="0" t="0" r="r" b="b"/>
            <a:pathLst>
              <a:path w="364" h="607">
                <a:moveTo>
                  <a:pt x="54" y="215"/>
                </a:moveTo>
                <a:cubicBezTo>
                  <a:pt x="37" y="215"/>
                  <a:pt x="24" y="210"/>
                  <a:pt x="14" y="199"/>
                </a:cubicBezTo>
                <a:cubicBezTo>
                  <a:pt x="5" y="188"/>
                  <a:pt x="0" y="175"/>
                  <a:pt x="0" y="159"/>
                </a:cubicBezTo>
                <a:cubicBezTo>
                  <a:pt x="0" y="116"/>
                  <a:pt x="16" y="79"/>
                  <a:pt x="49" y="47"/>
                </a:cubicBezTo>
                <a:cubicBezTo>
                  <a:pt x="81" y="16"/>
                  <a:pt x="121" y="0"/>
                  <a:pt x="169" y="0"/>
                </a:cubicBezTo>
                <a:cubicBezTo>
                  <a:pt x="224" y="0"/>
                  <a:pt x="270" y="17"/>
                  <a:pt x="307" y="51"/>
                </a:cubicBezTo>
                <a:cubicBezTo>
                  <a:pt x="344" y="85"/>
                  <a:pt x="363" y="129"/>
                  <a:pt x="364" y="183"/>
                </a:cubicBezTo>
                <a:cubicBezTo>
                  <a:pt x="364" y="209"/>
                  <a:pt x="358" y="234"/>
                  <a:pt x="346" y="257"/>
                </a:cubicBezTo>
                <a:cubicBezTo>
                  <a:pt x="333" y="281"/>
                  <a:pt x="319" y="302"/>
                  <a:pt x="302" y="319"/>
                </a:cubicBezTo>
                <a:cubicBezTo>
                  <a:pt x="285" y="337"/>
                  <a:pt x="261" y="359"/>
                  <a:pt x="229" y="387"/>
                </a:cubicBezTo>
                <a:cubicBezTo>
                  <a:pt x="207" y="405"/>
                  <a:pt x="177" y="433"/>
                  <a:pt x="138" y="470"/>
                </a:cubicBezTo>
                <a:lnTo>
                  <a:pt x="84" y="522"/>
                </a:lnTo>
                <a:lnTo>
                  <a:pt x="154" y="523"/>
                </a:lnTo>
                <a:cubicBezTo>
                  <a:pt x="249" y="523"/>
                  <a:pt x="299" y="522"/>
                  <a:pt x="306" y="519"/>
                </a:cubicBezTo>
                <a:cubicBezTo>
                  <a:pt x="310" y="517"/>
                  <a:pt x="317" y="490"/>
                  <a:pt x="327" y="437"/>
                </a:cubicBezTo>
                <a:lnTo>
                  <a:pt x="327" y="434"/>
                </a:lnTo>
                <a:lnTo>
                  <a:pt x="364" y="434"/>
                </a:lnTo>
                <a:lnTo>
                  <a:pt x="364" y="437"/>
                </a:lnTo>
                <a:cubicBezTo>
                  <a:pt x="363" y="438"/>
                  <a:pt x="359" y="466"/>
                  <a:pt x="352" y="520"/>
                </a:cubicBezTo>
                <a:cubicBezTo>
                  <a:pt x="345" y="574"/>
                  <a:pt x="340" y="602"/>
                  <a:pt x="338" y="604"/>
                </a:cubicBezTo>
                <a:lnTo>
                  <a:pt x="338" y="607"/>
                </a:lnTo>
                <a:lnTo>
                  <a:pt x="0" y="607"/>
                </a:lnTo>
                <a:lnTo>
                  <a:pt x="0" y="589"/>
                </a:lnTo>
                <a:lnTo>
                  <a:pt x="0" y="579"/>
                </a:lnTo>
                <a:cubicBezTo>
                  <a:pt x="0" y="574"/>
                  <a:pt x="2" y="570"/>
                  <a:pt x="5" y="565"/>
                </a:cubicBezTo>
                <a:cubicBezTo>
                  <a:pt x="9" y="560"/>
                  <a:pt x="18" y="549"/>
                  <a:pt x="33" y="533"/>
                </a:cubicBezTo>
                <a:cubicBezTo>
                  <a:pt x="51" y="514"/>
                  <a:pt x="66" y="497"/>
                  <a:pt x="79" y="482"/>
                </a:cubicBezTo>
                <a:cubicBezTo>
                  <a:pt x="84" y="476"/>
                  <a:pt x="95" y="464"/>
                  <a:pt x="110" y="447"/>
                </a:cubicBezTo>
                <a:cubicBezTo>
                  <a:pt x="125" y="431"/>
                  <a:pt x="135" y="420"/>
                  <a:pt x="141" y="414"/>
                </a:cubicBezTo>
                <a:cubicBezTo>
                  <a:pt x="146" y="408"/>
                  <a:pt x="155" y="398"/>
                  <a:pt x="167" y="384"/>
                </a:cubicBezTo>
                <a:cubicBezTo>
                  <a:pt x="179" y="370"/>
                  <a:pt x="188" y="360"/>
                  <a:pt x="193" y="353"/>
                </a:cubicBezTo>
                <a:cubicBezTo>
                  <a:pt x="198" y="346"/>
                  <a:pt x="205" y="337"/>
                  <a:pt x="214" y="326"/>
                </a:cubicBezTo>
                <a:cubicBezTo>
                  <a:pt x="223" y="314"/>
                  <a:pt x="229" y="304"/>
                  <a:pt x="233" y="296"/>
                </a:cubicBezTo>
                <a:cubicBezTo>
                  <a:pt x="236" y="289"/>
                  <a:pt x="241" y="280"/>
                  <a:pt x="246" y="270"/>
                </a:cubicBezTo>
                <a:cubicBezTo>
                  <a:pt x="252" y="260"/>
                  <a:pt x="256" y="251"/>
                  <a:pt x="258" y="241"/>
                </a:cubicBezTo>
                <a:cubicBezTo>
                  <a:pt x="261" y="231"/>
                  <a:pt x="263" y="222"/>
                  <a:pt x="265" y="214"/>
                </a:cubicBezTo>
                <a:cubicBezTo>
                  <a:pt x="266" y="205"/>
                  <a:pt x="267" y="195"/>
                  <a:pt x="267" y="184"/>
                </a:cubicBezTo>
                <a:cubicBezTo>
                  <a:pt x="267" y="145"/>
                  <a:pt x="257" y="112"/>
                  <a:pt x="236" y="84"/>
                </a:cubicBezTo>
                <a:cubicBezTo>
                  <a:pt x="216" y="57"/>
                  <a:pt x="186" y="43"/>
                  <a:pt x="148" y="43"/>
                </a:cubicBezTo>
                <a:cubicBezTo>
                  <a:pt x="128" y="43"/>
                  <a:pt x="111" y="48"/>
                  <a:pt x="95" y="58"/>
                </a:cubicBezTo>
                <a:cubicBezTo>
                  <a:pt x="80" y="68"/>
                  <a:pt x="70" y="78"/>
                  <a:pt x="64" y="88"/>
                </a:cubicBezTo>
                <a:cubicBezTo>
                  <a:pt x="57" y="98"/>
                  <a:pt x="54" y="104"/>
                  <a:pt x="54" y="105"/>
                </a:cubicBezTo>
                <a:cubicBezTo>
                  <a:pt x="54" y="106"/>
                  <a:pt x="56" y="106"/>
                  <a:pt x="59" y="106"/>
                </a:cubicBezTo>
                <a:cubicBezTo>
                  <a:pt x="70" y="106"/>
                  <a:pt x="81" y="111"/>
                  <a:pt x="93" y="119"/>
                </a:cubicBezTo>
                <a:cubicBezTo>
                  <a:pt x="104" y="128"/>
                  <a:pt x="110" y="141"/>
                  <a:pt x="110" y="161"/>
                </a:cubicBezTo>
                <a:cubicBezTo>
                  <a:pt x="110" y="176"/>
                  <a:pt x="105" y="189"/>
                  <a:pt x="95" y="199"/>
                </a:cubicBezTo>
                <a:cubicBezTo>
                  <a:pt x="86" y="209"/>
                  <a:pt x="72" y="215"/>
                  <a:pt x="54" y="21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30" name=""/>
          <p:cNvSpPr/>
          <p:nvPr/>
        </p:nvSpPr>
        <p:spPr>
          <a:xfrm>
            <a:off x="7408800" y="5127480"/>
            <a:ext cx="43560" cy="103320"/>
          </a:xfrm>
          <a:custGeom>
            <a:avLst/>
            <a:gdLst/>
            <a:ahLst/>
            <a:rect l="0" t="0" r="r" b="b"/>
            <a:pathLst>
              <a:path w="121" h="287">
                <a:moveTo>
                  <a:pt x="0" y="78"/>
                </a:moveTo>
                <a:cubicBezTo>
                  <a:pt x="0" y="78"/>
                  <a:pt x="0" y="70"/>
                  <a:pt x="0" y="55"/>
                </a:cubicBezTo>
                <a:cubicBezTo>
                  <a:pt x="0" y="40"/>
                  <a:pt x="5" y="27"/>
                  <a:pt x="15" y="16"/>
                </a:cubicBezTo>
                <a:cubicBezTo>
                  <a:pt x="24" y="5"/>
                  <a:pt x="37" y="0"/>
                  <a:pt x="54" y="0"/>
                </a:cubicBezTo>
                <a:cubicBezTo>
                  <a:pt x="71" y="0"/>
                  <a:pt x="86" y="7"/>
                  <a:pt x="99" y="22"/>
                </a:cubicBezTo>
                <a:cubicBezTo>
                  <a:pt x="113" y="38"/>
                  <a:pt x="121" y="64"/>
                  <a:pt x="121" y="102"/>
                </a:cubicBezTo>
                <a:cubicBezTo>
                  <a:pt x="121" y="124"/>
                  <a:pt x="118" y="144"/>
                  <a:pt x="112" y="164"/>
                </a:cubicBezTo>
                <a:cubicBezTo>
                  <a:pt x="107" y="184"/>
                  <a:pt x="100" y="203"/>
                  <a:pt x="93" y="217"/>
                </a:cubicBezTo>
                <a:cubicBezTo>
                  <a:pt x="86" y="232"/>
                  <a:pt x="78" y="244"/>
                  <a:pt x="69" y="255"/>
                </a:cubicBezTo>
                <a:cubicBezTo>
                  <a:pt x="61" y="265"/>
                  <a:pt x="54" y="273"/>
                  <a:pt x="47" y="279"/>
                </a:cubicBezTo>
                <a:cubicBezTo>
                  <a:pt x="41" y="285"/>
                  <a:pt x="37" y="288"/>
                  <a:pt x="36" y="287"/>
                </a:cubicBezTo>
                <a:cubicBezTo>
                  <a:pt x="33" y="287"/>
                  <a:pt x="29" y="285"/>
                  <a:pt x="24" y="279"/>
                </a:cubicBezTo>
                <a:cubicBezTo>
                  <a:pt x="18" y="274"/>
                  <a:pt x="16" y="270"/>
                  <a:pt x="16" y="267"/>
                </a:cubicBezTo>
                <a:cubicBezTo>
                  <a:pt x="16" y="265"/>
                  <a:pt x="19" y="260"/>
                  <a:pt x="26" y="253"/>
                </a:cubicBezTo>
                <a:cubicBezTo>
                  <a:pt x="32" y="245"/>
                  <a:pt x="40" y="236"/>
                  <a:pt x="48" y="225"/>
                </a:cubicBezTo>
                <a:cubicBezTo>
                  <a:pt x="57" y="214"/>
                  <a:pt x="65" y="198"/>
                  <a:pt x="72" y="179"/>
                </a:cubicBezTo>
                <a:cubicBezTo>
                  <a:pt x="79" y="159"/>
                  <a:pt x="84" y="137"/>
                  <a:pt x="87" y="112"/>
                </a:cubicBezTo>
                <a:lnTo>
                  <a:pt x="87" y="102"/>
                </a:lnTo>
                <a:lnTo>
                  <a:pt x="86" y="102"/>
                </a:lnTo>
                <a:cubicBezTo>
                  <a:pt x="84" y="103"/>
                  <a:pt x="83" y="104"/>
                  <a:pt x="81" y="104"/>
                </a:cubicBezTo>
                <a:cubicBezTo>
                  <a:pt x="79" y="105"/>
                  <a:pt x="77" y="106"/>
                  <a:pt x="76" y="107"/>
                </a:cubicBezTo>
                <a:cubicBezTo>
                  <a:pt x="74" y="108"/>
                  <a:pt x="71" y="109"/>
                  <a:pt x="67" y="109"/>
                </a:cubicBezTo>
                <a:cubicBezTo>
                  <a:pt x="64" y="109"/>
                  <a:pt x="60" y="109"/>
                  <a:pt x="57" y="110"/>
                </a:cubicBezTo>
                <a:cubicBezTo>
                  <a:pt x="40" y="110"/>
                  <a:pt x="27" y="105"/>
                  <a:pt x="17" y="94"/>
                </a:cubicBezTo>
                <a:lnTo>
                  <a:pt x="0" y="7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31" name=""/>
          <p:cNvSpPr/>
          <p:nvPr/>
        </p:nvSpPr>
        <p:spPr>
          <a:xfrm>
            <a:off x="7487280" y="494892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1" y="74"/>
                </a:moveTo>
                <a:cubicBezTo>
                  <a:pt x="86" y="24"/>
                  <a:pt x="133" y="0"/>
                  <a:pt x="192" y="0"/>
                </a:cubicBezTo>
                <a:cubicBezTo>
                  <a:pt x="221" y="0"/>
                  <a:pt x="250" y="8"/>
                  <a:pt x="279" y="23"/>
                </a:cubicBezTo>
                <a:cubicBezTo>
                  <a:pt x="308" y="39"/>
                  <a:pt x="332" y="67"/>
                  <a:pt x="350" y="107"/>
                </a:cubicBezTo>
                <a:cubicBezTo>
                  <a:pt x="372" y="158"/>
                  <a:pt x="384" y="227"/>
                  <a:pt x="384" y="315"/>
                </a:cubicBezTo>
                <a:cubicBezTo>
                  <a:pt x="384" y="410"/>
                  <a:pt x="371" y="482"/>
                  <a:pt x="344" y="531"/>
                </a:cubicBezTo>
                <a:cubicBezTo>
                  <a:pt x="332" y="557"/>
                  <a:pt x="316" y="577"/>
                  <a:pt x="294" y="592"/>
                </a:cubicBezTo>
                <a:cubicBezTo>
                  <a:pt x="273" y="607"/>
                  <a:pt x="255" y="617"/>
                  <a:pt x="239" y="620"/>
                </a:cubicBezTo>
                <a:cubicBezTo>
                  <a:pt x="223" y="624"/>
                  <a:pt x="208" y="626"/>
                  <a:pt x="193" y="627"/>
                </a:cubicBezTo>
                <a:cubicBezTo>
                  <a:pt x="177" y="627"/>
                  <a:pt x="161" y="625"/>
                  <a:pt x="145" y="621"/>
                </a:cubicBezTo>
                <a:cubicBezTo>
                  <a:pt x="129" y="618"/>
                  <a:pt x="111" y="608"/>
                  <a:pt x="90" y="592"/>
                </a:cubicBezTo>
                <a:cubicBezTo>
                  <a:pt x="68" y="576"/>
                  <a:pt x="51" y="556"/>
                  <a:pt x="39" y="531"/>
                </a:cubicBezTo>
                <a:cubicBezTo>
                  <a:pt x="13" y="482"/>
                  <a:pt x="0" y="410"/>
                  <a:pt x="0" y="315"/>
                </a:cubicBezTo>
                <a:cubicBezTo>
                  <a:pt x="0" y="209"/>
                  <a:pt x="17" y="129"/>
                  <a:pt x="51" y="74"/>
                </a:cubicBezTo>
                <a:moveTo>
                  <a:pt x="257" y="63"/>
                </a:moveTo>
                <a:cubicBezTo>
                  <a:pt x="239" y="43"/>
                  <a:pt x="217" y="34"/>
                  <a:pt x="193" y="34"/>
                </a:cubicBezTo>
                <a:cubicBezTo>
                  <a:pt x="167" y="34"/>
                  <a:pt x="145" y="43"/>
                  <a:pt x="127" y="63"/>
                </a:cubicBezTo>
                <a:cubicBezTo>
                  <a:pt x="112" y="78"/>
                  <a:pt x="102" y="100"/>
                  <a:pt x="97" y="128"/>
                </a:cubicBezTo>
                <a:cubicBezTo>
                  <a:pt x="92" y="156"/>
                  <a:pt x="90" y="214"/>
                  <a:pt x="90" y="303"/>
                </a:cubicBezTo>
                <a:cubicBezTo>
                  <a:pt x="90" y="400"/>
                  <a:pt x="92" y="463"/>
                  <a:pt x="97" y="493"/>
                </a:cubicBezTo>
                <a:cubicBezTo>
                  <a:pt x="102" y="523"/>
                  <a:pt x="113" y="547"/>
                  <a:pt x="130" y="565"/>
                </a:cubicBezTo>
                <a:cubicBezTo>
                  <a:pt x="147" y="583"/>
                  <a:pt x="168" y="592"/>
                  <a:pt x="193" y="592"/>
                </a:cubicBezTo>
                <a:cubicBezTo>
                  <a:pt x="217" y="592"/>
                  <a:pt x="237" y="583"/>
                  <a:pt x="254" y="565"/>
                </a:cubicBezTo>
                <a:cubicBezTo>
                  <a:pt x="272" y="547"/>
                  <a:pt x="283" y="521"/>
                  <a:pt x="287" y="488"/>
                </a:cubicBezTo>
                <a:cubicBezTo>
                  <a:pt x="291" y="456"/>
                  <a:pt x="294" y="394"/>
                  <a:pt x="294" y="303"/>
                </a:cubicBezTo>
                <a:cubicBezTo>
                  <a:pt x="294" y="215"/>
                  <a:pt x="292" y="157"/>
                  <a:pt x="287" y="129"/>
                </a:cubicBezTo>
                <a:cubicBezTo>
                  <a:pt x="282" y="101"/>
                  <a:pt x="272" y="79"/>
                  <a:pt x="257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32" name=""/>
          <p:cNvSpPr/>
          <p:nvPr/>
        </p:nvSpPr>
        <p:spPr>
          <a:xfrm>
            <a:off x="7650720" y="4948920"/>
            <a:ext cx="138600" cy="225720"/>
          </a:xfrm>
          <a:custGeom>
            <a:avLst/>
            <a:gdLst/>
            <a:ahLst/>
            <a:rect l="0" t="0" r="r" b="b"/>
            <a:pathLst>
              <a:path w="385" h="627">
                <a:moveTo>
                  <a:pt x="53" y="74"/>
                </a:moveTo>
                <a:cubicBezTo>
                  <a:pt x="87" y="24"/>
                  <a:pt x="134" y="0"/>
                  <a:pt x="193" y="0"/>
                </a:cubicBezTo>
                <a:cubicBezTo>
                  <a:pt x="222" y="0"/>
                  <a:pt x="251" y="8"/>
                  <a:pt x="280" y="23"/>
                </a:cubicBezTo>
                <a:cubicBezTo>
                  <a:pt x="309" y="39"/>
                  <a:pt x="333" y="67"/>
                  <a:pt x="351" y="107"/>
                </a:cubicBezTo>
                <a:cubicBezTo>
                  <a:pt x="373" y="158"/>
                  <a:pt x="385" y="227"/>
                  <a:pt x="385" y="315"/>
                </a:cubicBezTo>
                <a:cubicBezTo>
                  <a:pt x="385" y="410"/>
                  <a:pt x="371" y="482"/>
                  <a:pt x="345" y="531"/>
                </a:cubicBezTo>
                <a:cubicBezTo>
                  <a:pt x="333" y="557"/>
                  <a:pt x="317" y="577"/>
                  <a:pt x="295" y="592"/>
                </a:cubicBezTo>
                <a:cubicBezTo>
                  <a:pt x="274" y="607"/>
                  <a:pt x="256" y="617"/>
                  <a:pt x="240" y="620"/>
                </a:cubicBezTo>
                <a:cubicBezTo>
                  <a:pt x="224" y="624"/>
                  <a:pt x="209" y="626"/>
                  <a:pt x="193" y="627"/>
                </a:cubicBezTo>
                <a:cubicBezTo>
                  <a:pt x="178" y="627"/>
                  <a:pt x="162" y="625"/>
                  <a:pt x="146" y="621"/>
                </a:cubicBezTo>
                <a:cubicBezTo>
                  <a:pt x="130" y="618"/>
                  <a:pt x="112" y="608"/>
                  <a:pt x="91" y="592"/>
                </a:cubicBezTo>
                <a:cubicBezTo>
                  <a:pt x="69" y="576"/>
                  <a:pt x="53" y="556"/>
                  <a:pt x="41" y="531"/>
                </a:cubicBezTo>
                <a:cubicBezTo>
                  <a:pt x="15" y="482"/>
                  <a:pt x="0" y="410"/>
                  <a:pt x="0" y="315"/>
                </a:cubicBezTo>
                <a:cubicBezTo>
                  <a:pt x="0" y="209"/>
                  <a:pt x="19" y="129"/>
                  <a:pt x="53" y="74"/>
                </a:cubicBezTo>
                <a:moveTo>
                  <a:pt x="258" y="63"/>
                </a:moveTo>
                <a:cubicBezTo>
                  <a:pt x="240" y="43"/>
                  <a:pt x="218" y="34"/>
                  <a:pt x="193" y="34"/>
                </a:cubicBezTo>
                <a:cubicBezTo>
                  <a:pt x="168" y="34"/>
                  <a:pt x="146" y="43"/>
                  <a:pt x="128" y="63"/>
                </a:cubicBezTo>
                <a:cubicBezTo>
                  <a:pt x="113" y="78"/>
                  <a:pt x="103" y="100"/>
                  <a:pt x="98" y="128"/>
                </a:cubicBezTo>
                <a:cubicBezTo>
                  <a:pt x="93" y="156"/>
                  <a:pt x="91" y="214"/>
                  <a:pt x="91" y="303"/>
                </a:cubicBezTo>
                <a:cubicBezTo>
                  <a:pt x="91" y="400"/>
                  <a:pt x="93" y="463"/>
                  <a:pt x="98" y="493"/>
                </a:cubicBezTo>
                <a:cubicBezTo>
                  <a:pt x="103" y="523"/>
                  <a:pt x="114" y="547"/>
                  <a:pt x="131" y="565"/>
                </a:cubicBezTo>
                <a:cubicBezTo>
                  <a:pt x="148" y="583"/>
                  <a:pt x="169" y="592"/>
                  <a:pt x="193" y="592"/>
                </a:cubicBezTo>
                <a:cubicBezTo>
                  <a:pt x="218" y="592"/>
                  <a:pt x="238" y="583"/>
                  <a:pt x="255" y="565"/>
                </a:cubicBezTo>
                <a:cubicBezTo>
                  <a:pt x="273" y="547"/>
                  <a:pt x="284" y="521"/>
                  <a:pt x="288" y="488"/>
                </a:cubicBezTo>
                <a:cubicBezTo>
                  <a:pt x="292" y="456"/>
                  <a:pt x="295" y="394"/>
                  <a:pt x="295" y="303"/>
                </a:cubicBezTo>
                <a:cubicBezTo>
                  <a:pt x="295" y="215"/>
                  <a:pt x="293" y="157"/>
                  <a:pt x="288" y="129"/>
                </a:cubicBezTo>
                <a:cubicBezTo>
                  <a:pt x="283" y="101"/>
                  <a:pt x="273" y="79"/>
                  <a:pt x="258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33" name=""/>
          <p:cNvSpPr/>
          <p:nvPr/>
        </p:nvSpPr>
        <p:spPr>
          <a:xfrm>
            <a:off x="7814520" y="494892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2" y="74"/>
                </a:moveTo>
                <a:cubicBezTo>
                  <a:pt x="86" y="24"/>
                  <a:pt x="133" y="0"/>
                  <a:pt x="191" y="0"/>
                </a:cubicBezTo>
                <a:cubicBezTo>
                  <a:pt x="221" y="0"/>
                  <a:pt x="250" y="8"/>
                  <a:pt x="279" y="23"/>
                </a:cubicBezTo>
                <a:cubicBezTo>
                  <a:pt x="308" y="39"/>
                  <a:pt x="333" y="67"/>
                  <a:pt x="351" y="107"/>
                </a:cubicBezTo>
                <a:cubicBezTo>
                  <a:pt x="373" y="158"/>
                  <a:pt x="384" y="227"/>
                  <a:pt x="384" y="315"/>
                </a:cubicBezTo>
                <a:cubicBezTo>
                  <a:pt x="384" y="410"/>
                  <a:pt x="371" y="482"/>
                  <a:pt x="345" y="531"/>
                </a:cubicBezTo>
                <a:cubicBezTo>
                  <a:pt x="333" y="557"/>
                  <a:pt x="315" y="577"/>
                  <a:pt x="294" y="592"/>
                </a:cubicBezTo>
                <a:cubicBezTo>
                  <a:pt x="273" y="607"/>
                  <a:pt x="255" y="617"/>
                  <a:pt x="239" y="620"/>
                </a:cubicBezTo>
                <a:cubicBezTo>
                  <a:pt x="223" y="624"/>
                  <a:pt x="208" y="626"/>
                  <a:pt x="192" y="627"/>
                </a:cubicBezTo>
                <a:cubicBezTo>
                  <a:pt x="177" y="627"/>
                  <a:pt x="161" y="625"/>
                  <a:pt x="145" y="621"/>
                </a:cubicBezTo>
                <a:cubicBezTo>
                  <a:pt x="129" y="618"/>
                  <a:pt x="111" y="608"/>
                  <a:pt x="90" y="592"/>
                </a:cubicBezTo>
                <a:cubicBezTo>
                  <a:pt x="68" y="576"/>
                  <a:pt x="52" y="556"/>
                  <a:pt x="39" y="531"/>
                </a:cubicBezTo>
                <a:cubicBezTo>
                  <a:pt x="13" y="482"/>
                  <a:pt x="0" y="410"/>
                  <a:pt x="0" y="315"/>
                </a:cubicBezTo>
                <a:cubicBezTo>
                  <a:pt x="0" y="209"/>
                  <a:pt x="18" y="129"/>
                  <a:pt x="52" y="74"/>
                </a:cubicBezTo>
                <a:moveTo>
                  <a:pt x="257" y="63"/>
                </a:moveTo>
                <a:cubicBezTo>
                  <a:pt x="239" y="43"/>
                  <a:pt x="217" y="34"/>
                  <a:pt x="192" y="34"/>
                </a:cubicBezTo>
                <a:cubicBezTo>
                  <a:pt x="167" y="34"/>
                  <a:pt x="145" y="43"/>
                  <a:pt x="127" y="63"/>
                </a:cubicBezTo>
                <a:cubicBezTo>
                  <a:pt x="112" y="78"/>
                  <a:pt x="102" y="100"/>
                  <a:pt x="97" y="128"/>
                </a:cubicBezTo>
                <a:cubicBezTo>
                  <a:pt x="92" y="156"/>
                  <a:pt x="90" y="214"/>
                  <a:pt x="90" y="303"/>
                </a:cubicBezTo>
                <a:cubicBezTo>
                  <a:pt x="90" y="400"/>
                  <a:pt x="92" y="463"/>
                  <a:pt x="97" y="493"/>
                </a:cubicBezTo>
                <a:cubicBezTo>
                  <a:pt x="102" y="523"/>
                  <a:pt x="113" y="547"/>
                  <a:pt x="130" y="565"/>
                </a:cubicBezTo>
                <a:cubicBezTo>
                  <a:pt x="147" y="583"/>
                  <a:pt x="167" y="592"/>
                  <a:pt x="192" y="592"/>
                </a:cubicBezTo>
                <a:cubicBezTo>
                  <a:pt x="217" y="592"/>
                  <a:pt x="237" y="583"/>
                  <a:pt x="254" y="565"/>
                </a:cubicBezTo>
                <a:cubicBezTo>
                  <a:pt x="272" y="547"/>
                  <a:pt x="283" y="521"/>
                  <a:pt x="287" y="488"/>
                </a:cubicBezTo>
                <a:cubicBezTo>
                  <a:pt x="291" y="456"/>
                  <a:pt x="294" y="394"/>
                  <a:pt x="294" y="303"/>
                </a:cubicBezTo>
                <a:cubicBezTo>
                  <a:pt x="294" y="215"/>
                  <a:pt x="292" y="157"/>
                  <a:pt x="287" y="129"/>
                </a:cubicBezTo>
                <a:cubicBezTo>
                  <a:pt x="282" y="101"/>
                  <a:pt x="272" y="79"/>
                  <a:pt x="257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6386400" y="4905360"/>
            <a:ext cx="2664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35" name=""/>
          <p:cNvSpPr/>
          <p:nvPr/>
        </p:nvSpPr>
        <p:spPr>
          <a:xfrm>
            <a:off x="933120" y="54576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8" y="211"/>
                  <a:pt x="273" y="220"/>
                  <a:pt x="268" y="227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8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36" name=""/>
          <p:cNvSpPr/>
          <p:nvPr/>
        </p:nvSpPr>
        <p:spPr>
          <a:xfrm>
            <a:off x="1210320" y="5383800"/>
            <a:ext cx="235440" cy="222840"/>
          </a:xfrm>
          <a:custGeom>
            <a:avLst/>
            <a:gdLst/>
            <a:ahLst/>
            <a:rect l="0" t="0" r="r" b="b"/>
            <a:pathLst>
              <a:path w="654" h="619">
                <a:moveTo>
                  <a:pt x="15" y="619"/>
                </a:moveTo>
                <a:cubicBezTo>
                  <a:pt x="5" y="619"/>
                  <a:pt x="0" y="616"/>
                  <a:pt x="0" y="609"/>
                </a:cubicBezTo>
                <a:cubicBezTo>
                  <a:pt x="0" y="608"/>
                  <a:pt x="1" y="604"/>
                  <a:pt x="3" y="597"/>
                </a:cubicBezTo>
                <a:cubicBezTo>
                  <a:pt x="5" y="587"/>
                  <a:pt x="7" y="582"/>
                  <a:pt x="10" y="580"/>
                </a:cubicBezTo>
                <a:cubicBezTo>
                  <a:pt x="12" y="579"/>
                  <a:pt x="19" y="578"/>
                  <a:pt x="31" y="578"/>
                </a:cubicBezTo>
                <a:cubicBezTo>
                  <a:pt x="47" y="578"/>
                  <a:pt x="65" y="577"/>
                  <a:pt x="85" y="575"/>
                </a:cubicBezTo>
                <a:cubicBezTo>
                  <a:pt x="94" y="573"/>
                  <a:pt x="100" y="569"/>
                  <a:pt x="103" y="564"/>
                </a:cubicBezTo>
                <a:cubicBezTo>
                  <a:pt x="104" y="561"/>
                  <a:pt x="125" y="476"/>
                  <a:pt x="167" y="308"/>
                </a:cubicBezTo>
                <a:cubicBezTo>
                  <a:pt x="209" y="140"/>
                  <a:pt x="231" y="55"/>
                  <a:pt x="232" y="53"/>
                </a:cubicBezTo>
                <a:cubicBezTo>
                  <a:pt x="232" y="48"/>
                  <a:pt x="231" y="46"/>
                  <a:pt x="227" y="46"/>
                </a:cubicBezTo>
                <a:cubicBezTo>
                  <a:pt x="222" y="44"/>
                  <a:pt x="206" y="43"/>
                  <a:pt x="179" y="42"/>
                </a:cubicBezTo>
                <a:lnTo>
                  <a:pt x="151" y="42"/>
                </a:lnTo>
                <a:cubicBezTo>
                  <a:pt x="147" y="38"/>
                  <a:pt x="145" y="36"/>
                  <a:pt x="145" y="34"/>
                </a:cubicBezTo>
                <a:cubicBezTo>
                  <a:pt x="145" y="33"/>
                  <a:pt x="146" y="28"/>
                  <a:pt x="147" y="19"/>
                </a:cubicBezTo>
                <a:cubicBezTo>
                  <a:pt x="150" y="9"/>
                  <a:pt x="153" y="2"/>
                  <a:pt x="156" y="0"/>
                </a:cubicBezTo>
                <a:lnTo>
                  <a:pt x="648" y="0"/>
                </a:lnTo>
                <a:cubicBezTo>
                  <a:pt x="652" y="2"/>
                  <a:pt x="654" y="6"/>
                  <a:pt x="654" y="10"/>
                </a:cubicBezTo>
                <a:cubicBezTo>
                  <a:pt x="654" y="13"/>
                  <a:pt x="650" y="47"/>
                  <a:pt x="642" y="112"/>
                </a:cubicBezTo>
                <a:cubicBezTo>
                  <a:pt x="634" y="177"/>
                  <a:pt x="630" y="211"/>
                  <a:pt x="630" y="213"/>
                </a:cubicBezTo>
                <a:cubicBezTo>
                  <a:pt x="628" y="217"/>
                  <a:pt x="622" y="219"/>
                  <a:pt x="611" y="219"/>
                </a:cubicBezTo>
                <a:lnTo>
                  <a:pt x="600" y="219"/>
                </a:lnTo>
                <a:cubicBezTo>
                  <a:pt x="596" y="216"/>
                  <a:pt x="594" y="212"/>
                  <a:pt x="594" y="207"/>
                </a:cubicBezTo>
                <a:cubicBezTo>
                  <a:pt x="594" y="207"/>
                  <a:pt x="595" y="199"/>
                  <a:pt x="597" y="184"/>
                </a:cubicBezTo>
                <a:cubicBezTo>
                  <a:pt x="599" y="171"/>
                  <a:pt x="600" y="154"/>
                  <a:pt x="600" y="136"/>
                </a:cubicBezTo>
                <a:cubicBezTo>
                  <a:pt x="600" y="118"/>
                  <a:pt x="597" y="103"/>
                  <a:pt x="593" y="92"/>
                </a:cubicBezTo>
                <a:cubicBezTo>
                  <a:pt x="589" y="80"/>
                  <a:pt x="583" y="71"/>
                  <a:pt x="576" y="63"/>
                </a:cubicBezTo>
                <a:cubicBezTo>
                  <a:pt x="569" y="56"/>
                  <a:pt x="557" y="51"/>
                  <a:pt x="542" y="49"/>
                </a:cubicBezTo>
                <a:cubicBezTo>
                  <a:pt x="527" y="46"/>
                  <a:pt x="512" y="44"/>
                  <a:pt x="496" y="43"/>
                </a:cubicBezTo>
                <a:cubicBezTo>
                  <a:pt x="480" y="41"/>
                  <a:pt x="458" y="40"/>
                  <a:pt x="430" y="42"/>
                </a:cubicBezTo>
                <a:lnTo>
                  <a:pt x="409" y="42"/>
                </a:lnTo>
                <a:cubicBezTo>
                  <a:pt x="360" y="42"/>
                  <a:pt x="333" y="43"/>
                  <a:pt x="330" y="44"/>
                </a:cubicBezTo>
                <a:cubicBezTo>
                  <a:pt x="327" y="46"/>
                  <a:pt x="325" y="48"/>
                  <a:pt x="324" y="52"/>
                </a:cubicBezTo>
                <a:cubicBezTo>
                  <a:pt x="323" y="52"/>
                  <a:pt x="313" y="92"/>
                  <a:pt x="293" y="171"/>
                </a:cubicBezTo>
                <a:lnTo>
                  <a:pt x="264" y="289"/>
                </a:lnTo>
                <a:lnTo>
                  <a:pt x="314" y="289"/>
                </a:lnTo>
                <a:cubicBezTo>
                  <a:pt x="316" y="289"/>
                  <a:pt x="323" y="289"/>
                  <a:pt x="335" y="289"/>
                </a:cubicBezTo>
                <a:cubicBezTo>
                  <a:pt x="347" y="289"/>
                  <a:pt x="355" y="289"/>
                  <a:pt x="360" y="288"/>
                </a:cubicBezTo>
                <a:cubicBezTo>
                  <a:pt x="365" y="288"/>
                  <a:pt x="372" y="287"/>
                  <a:pt x="380" y="286"/>
                </a:cubicBezTo>
                <a:cubicBezTo>
                  <a:pt x="389" y="284"/>
                  <a:pt x="396" y="282"/>
                  <a:pt x="402" y="279"/>
                </a:cubicBezTo>
                <a:cubicBezTo>
                  <a:pt x="408" y="276"/>
                  <a:pt x="413" y="273"/>
                  <a:pt x="418" y="268"/>
                </a:cubicBezTo>
                <a:cubicBezTo>
                  <a:pt x="425" y="261"/>
                  <a:pt x="432" y="251"/>
                  <a:pt x="438" y="238"/>
                </a:cubicBezTo>
                <a:cubicBezTo>
                  <a:pt x="443" y="225"/>
                  <a:pt x="447" y="214"/>
                  <a:pt x="449" y="204"/>
                </a:cubicBezTo>
                <a:cubicBezTo>
                  <a:pt x="452" y="193"/>
                  <a:pt x="453" y="188"/>
                  <a:pt x="454" y="186"/>
                </a:cubicBezTo>
                <a:cubicBezTo>
                  <a:pt x="456" y="183"/>
                  <a:pt x="462" y="182"/>
                  <a:pt x="471" y="182"/>
                </a:cubicBezTo>
                <a:lnTo>
                  <a:pt x="482" y="182"/>
                </a:lnTo>
                <a:cubicBezTo>
                  <a:pt x="486" y="185"/>
                  <a:pt x="489" y="189"/>
                  <a:pt x="489" y="192"/>
                </a:cubicBezTo>
                <a:cubicBezTo>
                  <a:pt x="489" y="194"/>
                  <a:pt x="479" y="233"/>
                  <a:pt x="460" y="311"/>
                </a:cubicBezTo>
                <a:cubicBezTo>
                  <a:pt x="442" y="389"/>
                  <a:pt x="431" y="429"/>
                  <a:pt x="429" y="431"/>
                </a:cubicBezTo>
                <a:cubicBezTo>
                  <a:pt x="428" y="435"/>
                  <a:pt x="422" y="437"/>
                  <a:pt x="411" y="437"/>
                </a:cubicBezTo>
                <a:lnTo>
                  <a:pt x="400" y="437"/>
                </a:lnTo>
                <a:cubicBezTo>
                  <a:pt x="396" y="434"/>
                  <a:pt x="394" y="430"/>
                  <a:pt x="394" y="427"/>
                </a:cubicBezTo>
                <a:cubicBezTo>
                  <a:pt x="394" y="425"/>
                  <a:pt x="395" y="418"/>
                  <a:pt x="398" y="407"/>
                </a:cubicBezTo>
                <a:cubicBezTo>
                  <a:pt x="402" y="395"/>
                  <a:pt x="403" y="383"/>
                  <a:pt x="403" y="370"/>
                </a:cubicBezTo>
                <a:cubicBezTo>
                  <a:pt x="403" y="353"/>
                  <a:pt x="397" y="342"/>
                  <a:pt x="385" y="337"/>
                </a:cubicBezTo>
                <a:cubicBezTo>
                  <a:pt x="373" y="333"/>
                  <a:pt x="346" y="331"/>
                  <a:pt x="304" y="331"/>
                </a:cubicBezTo>
                <a:lnTo>
                  <a:pt x="254" y="331"/>
                </a:lnTo>
                <a:lnTo>
                  <a:pt x="224" y="447"/>
                </a:lnTo>
                <a:cubicBezTo>
                  <a:pt x="204" y="522"/>
                  <a:pt x="195" y="561"/>
                  <a:pt x="195" y="565"/>
                </a:cubicBezTo>
                <a:cubicBezTo>
                  <a:pt x="195" y="573"/>
                  <a:pt x="222" y="578"/>
                  <a:pt x="277" y="578"/>
                </a:cubicBezTo>
                <a:lnTo>
                  <a:pt x="299" y="578"/>
                </a:lnTo>
                <a:cubicBezTo>
                  <a:pt x="303" y="581"/>
                  <a:pt x="305" y="583"/>
                  <a:pt x="305" y="584"/>
                </a:cubicBezTo>
                <a:cubicBezTo>
                  <a:pt x="305" y="585"/>
                  <a:pt x="304" y="591"/>
                  <a:pt x="303" y="602"/>
                </a:cubicBezTo>
                <a:cubicBezTo>
                  <a:pt x="301" y="610"/>
                  <a:pt x="297" y="616"/>
                  <a:pt x="294" y="619"/>
                </a:cubicBezTo>
                <a:lnTo>
                  <a:pt x="278" y="619"/>
                </a:lnTo>
                <a:cubicBezTo>
                  <a:pt x="254" y="618"/>
                  <a:pt x="207" y="618"/>
                  <a:pt x="140" y="618"/>
                </a:cubicBezTo>
                <a:cubicBezTo>
                  <a:pt x="101" y="618"/>
                  <a:pt x="71" y="618"/>
                  <a:pt x="50" y="618"/>
                </a:cubicBezTo>
                <a:cubicBezTo>
                  <a:pt x="29" y="618"/>
                  <a:pt x="18" y="618"/>
                  <a:pt x="15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37" name=""/>
          <p:cNvSpPr/>
          <p:nvPr/>
        </p:nvSpPr>
        <p:spPr>
          <a:xfrm>
            <a:off x="1440720" y="5501520"/>
            <a:ext cx="79920" cy="154440"/>
          </a:xfrm>
          <a:custGeom>
            <a:avLst/>
            <a:gdLst/>
            <a:ahLst/>
            <a:rect l="0" t="0" r="r" b="b"/>
            <a:pathLst>
              <a:path w="222" h="429">
                <a:moveTo>
                  <a:pt x="84" y="56"/>
                </a:moveTo>
                <a:lnTo>
                  <a:pt x="75" y="59"/>
                </a:lnTo>
                <a:cubicBezTo>
                  <a:pt x="69" y="61"/>
                  <a:pt x="61" y="64"/>
                  <a:pt x="50" y="66"/>
                </a:cubicBezTo>
                <a:cubicBezTo>
                  <a:pt x="39" y="68"/>
                  <a:pt x="26" y="69"/>
                  <a:pt x="12" y="70"/>
                </a:cubicBezTo>
                <a:lnTo>
                  <a:pt x="0" y="70"/>
                </a:lnTo>
                <a:lnTo>
                  <a:pt x="0" y="41"/>
                </a:lnTo>
                <a:lnTo>
                  <a:pt x="12" y="41"/>
                </a:lnTo>
                <a:cubicBezTo>
                  <a:pt x="33" y="40"/>
                  <a:pt x="51" y="37"/>
                  <a:pt x="68" y="31"/>
                </a:cubicBezTo>
                <a:cubicBezTo>
                  <a:pt x="85" y="25"/>
                  <a:pt x="98" y="20"/>
                  <a:pt x="105" y="16"/>
                </a:cubicBezTo>
                <a:cubicBezTo>
                  <a:pt x="112" y="11"/>
                  <a:pt x="118" y="6"/>
                  <a:pt x="123" y="1"/>
                </a:cubicBezTo>
                <a:cubicBezTo>
                  <a:pt x="124" y="0"/>
                  <a:pt x="127" y="0"/>
                  <a:pt x="131" y="0"/>
                </a:cubicBezTo>
                <a:cubicBezTo>
                  <a:pt x="135" y="0"/>
                  <a:pt x="139" y="1"/>
                  <a:pt x="142" y="3"/>
                </a:cubicBezTo>
                <a:lnTo>
                  <a:pt x="142" y="196"/>
                </a:lnTo>
                <a:lnTo>
                  <a:pt x="143" y="390"/>
                </a:lnTo>
                <a:cubicBezTo>
                  <a:pt x="146" y="393"/>
                  <a:pt x="148" y="395"/>
                  <a:pt x="150" y="395"/>
                </a:cubicBezTo>
                <a:cubicBezTo>
                  <a:pt x="153" y="396"/>
                  <a:pt x="158" y="397"/>
                  <a:pt x="166" y="398"/>
                </a:cubicBezTo>
                <a:cubicBezTo>
                  <a:pt x="174" y="399"/>
                  <a:pt x="187" y="399"/>
                  <a:pt x="206" y="399"/>
                </a:cubicBezTo>
                <a:lnTo>
                  <a:pt x="222" y="399"/>
                </a:lnTo>
                <a:lnTo>
                  <a:pt x="222" y="429"/>
                </a:lnTo>
                <a:lnTo>
                  <a:pt x="215" y="429"/>
                </a:lnTo>
                <a:cubicBezTo>
                  <a:pt x="206" y="428"/>
                  <a:pt x="172" y="427"/>
                  <a:pt x="113" y="427"/>
                </a:cubicBezTo>
                <a:cubicBezTo>
                  <a:pt x="54" y="427"/>
                  <a:pt x="20" y="428"/>
                  <a:pt x="11" y="429"/>
                </a:cubicBezTo>
                <a:lnTo>
                  <a:pt x="3" y="429"/>
                </a:lnTo>
                <a:lnTo>
                  <a:pt x="3" y="399"/>
                </a:lnTo>
                <a:lnTo>
                  <a:pt x="20" y="399"/>
                </a:lnTo>
                <a:cubicBezTo>
                  <a:pt x="30" y="399"/>
                  <a:pt x="38" y="399"/>
                  <a:pt x="45" y="399"/>
                </a:cubicBezTo>
                <a:cubicBezTo>
                  <a:pt x="51" y="399"/>
                  <a:pt x="57" y="399"/>
                  <a:pt x="61" y="399"/>
                </a:cubicBezTo>
                <a:cubicBezTo>
                  <a:pt x="64" y="398"/>
                  <a:pt x="68" y="398"/>
                  <a:pt x="71" y="397"/>
                </a:cubicBezTo>
                <a:cubicBezTo>
                  <a:pt x="74" y="396"/>
                  <a:pt x="76" y="395"/>
                  <a:pt x="76" y="395"/>
                </a:cubicBezTo>
                <a:cubicBezTo>
                  <a:pt x="76" y="395"/>
                  <a:pt x="78" y="394"/>
                  <a:pt x="80" y="392"/>
                </a:cubicBezTo>
                <a:cubicBezTo>
                  <a:pt x="82" y="390"/>
                  <a:pt x="83" y="389"/>
                  <a:pt x="84" y="390"/>
                </a:cubicBezTo>
                <a:lnTo>
                  <a:pt x="84" y="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38" name=""/>
          <p:cNvSpPr/>
          <p:nvPr/>
        </p:nvSpPr>
        <p:spPr>
          <a:xfrm>
            <a:off x="1663200" y="5371920"/>
            <a:ext cx="218520" cy="305280"/>
          </a:xfrm>
          <a:custGeom>
            <a:avLst/>
            <a:gdLst/>
            <a:ahLst/>
            <a:rect l="0" t="0" r="r" b="b"/>
            <a:pathLst>
              <a:path w="607" h="848">
                <a:moveTo>
                  <a:pt x="82" y="845"/>
                </a:moveTo>
                <a:cubicBezTo>
                  <a:pt x="79" y="844"/>
                  <a:pt x="78" y="841"/>
                  <a:pt x="77" y="838"/>
                </a:cubicBezTo>
                <a:cubicBezTo>
                  <a:pt x="76" y="835"/>
                  <a:pt x="76" y="833"/>
                  <a:pt x="75" y="832"/>
                </a:cubicBezTo>
                <a:cubicBezTo>
                  <a:pt x="75" y="827"/>
                  <a:pt x="77" y="823"/>
                  <a:pt x="80" y="819"/>
                </a:cubicBezTo>
                <a:lnTo>
                  <a:pt x="227" y="530"/>
                </a:lnTo>
                <a:lnTo>
                  <a:pt x="12" y="530"/>
                </a:lnTo>
                <a:cubicBezTo>
                  <a:pt x="4" y="526"/>
                  <a:pt x="0" y="520"/>
                  <a:pt x="0" y="512"/>
                </a:cubicBezTo>
                <a:cubicBezTo>
                  <a:pt x="0" y="503"/>
                  <a:pt x="4" y="497"/>
                  <a:pt x="14" y="494"/>
                </a:cubicBezTo>
                <a:lnTo>
                  <a:pt x="246" y="494"/>
                </a:lnTo>
                <a:lnTo>
                  <a:pt x="318" y="354"/>
                </a:lnTo>
                <a:lnTo>
                  <a:pt x="14" y="354"/>
                </a:lnTo>
                <a:cubicBezTo>
                  <a:pt x="4" y="351"/>
                  <a:pt x="0" y="345"/>
                  <a:pt x="0" y="336"/>
                </a:cubicBezTo>
                <a:cubicBezTo>
                  <a:pt x="0" y="328"/>
                  <a:pt x="4" y="322"/>
                  <a:pt x="12" y="318"/>
                </a:cubicBezTo>
                <a:lnTo>
                  <a:pt x="336" y="318"/>
                </a:lnTo>
                <a:cubicBezTo>
                  <a:pt x="440" y="114"/>
                  <a:pt x="493" y="11"/>
                  <a:pt x="496" y="8"/>
                </a:cubicBezTo>
                <a:cubicBezTo>
                  <a:pt x="498" y="3"/>
                  <a:pt x="503" y="0"/>
                  <a:pt x="511" y="0"/>
                </a:cubicBezTo>
                <a:cubicBezTo>
                  <a:pt x="515" y="0"/>
                  <a:pt x="519" y="1"/>
                  <a:pt x="522" y="4"/>
                </a:cubicBezTo>
                <a:cubicBezTo>
                  <a:pt x="526" y="6"/>
                  <a:pt x="528" y="9"/>
                  <a:pt x="528" y="12"/>
                </a:cubicBezTo>
                <a:cubicBezTo>
                  <a:pt x="529" y="15"/>
                  <a:pt x="530" y="17"/>
                  <a:pt x="530" y="18"/>
                </a:cubicBezTo>
                <a:cubicBezTo>
                  <a:pt x="530" y="21"/>
                  <a:pt x="478" y="120"/>
                  <a:pt x="377" y="318"/>
                </a:cubicBezTo>
                <a:lnTo>
                  <a:pt x="593" y="318"/>
                </a:lnTo>
                <a:cubicBezTo>
                  <a:pt x="602" y="322"/>
                  <a:pt x="607" y="328"/>
                  <a:pt x="607" y="336"/>
                </a:cubicBezTo>
                <a:cubicBezTo>
                  <a:pt x="607" y="342"/>
                  <a:pt x="602" y="348"/>
                  <a:pt x="594" y="353"/>
                </a:cubicBezTo>
                <a:lnTo>
                  <a:pt x="359" y="354"/>
                </a:lnTo>
                <a:lnTo>
                  <a:pt x="286" y="494"/>
                </a:lnTo>
                <a:lnTo>
                  <a:pt x="594" y="494"/>
                </a:lnTo>
                <a:cubicBezTo>
                  <a:pt x="602" y="500"/>
                  <a:pt x="607" y="506"/>
                  <a:pt x="607" y="512"/>
                </a:cubicBezTo>
                <a:cubicBezTo>
                  <a:pt x="607" y="520"/>
                  <a:pt x="602" y="526"/>
                  <a:pt x="593" y="530"/>
                </a:cubicBezTo>
                <a:lnTo>
                  <a:pt x="268" y="530"/>
                </a:lnTo>
                <a:cubicBezTo>
                  <a:pt x="161" y="739"/>
                  <a:pt x="106" y="844"/>
                  <a:pt x="103" y="845"/>
                </a:cubicBezTo>
                <a:cubicBezTo>
                  <a:pt x="101" y="847"/>
                  <a:pt x="98" y="848"/>
                  <a:pt x="93" y="848"/>
                </a:cubicBezTo>
                <a:cubicBezTo>
                  <a:pt x="89" y="848"/>
                  <a:pt x="85" y="847"/>
                  <a:pt x="82" y="84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39" name=""/>
          <p:cNvSpPr/>
          <p:nvPr/>
        </p:nvSpPr>
        <p:spPr>
          <a:xfrm>
            <a:off x="2000520" y="5383800"/>
            <a:ext cx="235800" cy="222840"/>
          </a:xfrm>
          <a:custGeom>
            <a:avLst/>
            <a:gdLst/>
            <a:ahLst/>
            <a:rect l="0" t="0" r="r" b="b"/>
            <a:pathLst>
              <a:path w="655" h="619">
                <a:moveTo>
                  <a:pt x="16" y="619"/>
                </a:moveTo>
                <a:cubicBezTo>
                  <a:pt x="6" y="619"/>
                  <a:pt x="0" y="616"/>
                  <a:pt x="0" y="609"/>
                </a:cubicBezTo>
                <a:cubicBezTo>
                  <a:pt x="0" y="608"/>
                  <a:pt x="1" y="604"/>
                  <a:pt x="3" y="597"/>
                </a:cubicBezTo>
                <a:cubicBezTo>
                  <a:pt x="6" y="587"/>
                  <a:pt x="8" y="582"/>
                  <a:pt x="10" y="580"/>
                </a:cubicBezTo>
                <a:cubicBezTo>
                  <a:pt x="13" y="579"/>
                  <a:pt x="20" y="578"/>
                  <a:pt x="31" y="578"/>
                </a:cubicBezTo>
                <a:cubicBezTo>
                  <a:pt x="48" y="578"/>
                  <a:pt x="66" y="577"/>
                  <a:pt x="86" y="575"/>
                </a:cubicBezTo>
                <a:cubicBezTo>
                  <a:pt x="94" y="573"/>
                  <a:pt x="100" y="569"/>
                  <a:pt x="103" y="564"/>
                </a:cubicBezTo>
                <a:cubicBezTo>
                  <a:pt x="104" y="561"/>
                  <a:pt x="126" y="476"/>
                  <a:pt x="168" y="308"/>
                </a:cubicBezTo>
                <a:cubicBezTo>
                  <a:pt x="210" y="140"/>
                  <a:pt x="231" y="55"/>
                  <a:pt x="232" y="53"/>
                </a:cubicBezTo>
                <a:cubicBezTo>
                  <a:pt x="232" y="48"/>
                  <a:pt x="230" y="46"/>
                  <a:pt x="228" y="46"/>
                </a:cubicBezTo>
                <a:cubicBezTo>
                  <a:pt x="223" y="44"/>
                  <a:pt x="207" y="43"/>
                  <a:pt x="180" y="42"/>
                </a:cubicBezTo>
                <a:lnTo>
                  <a:pt x="152" y="42"/>
                </a:lnTo>
                <a:cubicBezTo>
                  <a:pt x="148" y="38"/>
                  <a:pt x="146" y="36"/>
                  <a:pt x="146" y="34"/>
                </a:cubicBezTo>
                <a:cubicBezTo>
                  <a:pt x="146" y="33"/>
                  <a:pt x="147" y="28"/>
                  <a:pt x="148" y="19"/>
                </a:cubicBezTo>
                <a:cubicBezTo>
                  <a:pt x="150" y="9"/>
                  <a:pt x="153" y="2"/>
                  <a:pt x="157" y="0"/>
                </a:cubicBezTo>
                <a:lnTo>
                  <a:pt x="648" y="0"/>
                </a:lnTo>
                <a:cubicBezTo>
                  <a:pt x="653" y="2"/>
                  <a:pt x="655" y="6"/>
                  <a:pt x="655" y="10"/>
                </a:cubicBezTo>
                <a:cubicBezTo>
                  <a:pt x="655" y="13"/>
                  <a:pt x="651" y="47"/>
                  <a:pt x="642" y="112"/>
                </a:cubicBezTo>
                <a:cubicBezTo>
                  <a:pt x="634" y="177"/>
                  <a:pt x="630" y="211"/>
                  <a:pt x="629" y="213"/>
                </a:cubicBezTo>
                <a:cubicBezTo>
                  <a:pt x="628" y="217"/>
                  <a:pt x="622" y="219"/>
                  <a:pt x="611" y="219"/>
                </a:cubicBezTo>
                <a:lnTo>
                  <a:pt x="600" y="219"/>
                </a:lnTo>
                <a:cubicBezTo>
                  <a:pt x="596" y="216"/>
                  <a:pt x="594" y="212"/>
                  <a:pt x="594" y="207"/>
                </a:cubicBezTo>
                <a:cubicBezTo>
                  <a:pt x="594" y="207"/>
                  <a:pt x="595" y="199"/>
                  <a:pt x="596" y="184"/>
                </a:cubicBezTo>
                <a:cubicBezTo>
                  <a:pt x="598" y="171"/>
                  <a:pt x="599" y="154"/>
                  <a:pt x="599" y="136"/>
                </a:cubicBezTo>
                <a:cubicBezTo>
                  <a:pt x="599" y="118"/>
                  <a:pt x="597" y="103"/>
                  <a:pt x="593" y="92"/>
                </a:cubicBezTo>
                <a:cubicBezTo>
                  <a:pt x="589" y="80"/>
                  <a:pt x="583" y="71"/>
                  <a:pt x="575" y="63"/>
                </a:cubicBezTo>
                <a:cubicBezTo>
                  <a:pt x="568" y="56"/>
                  <a:pt x="557" y="51"/>
                  <a:pt x="542" y="49"/>
                </a:cubicBezTo>
                <a:cubicBezTo>
                  <a:pt x="527" y="46"/>
                  <a:pt x="511" y="44"/>
                  <a:pt x="495" y="43"/>
                </a:cubicBezTo>
                <a:cubicBezTo>
                  <a:pt x="480" y="41"/>
                  <a:pt x="458" y="40"/>
                  <a:pt x="430" y="42"/>
                </a:cubicBezTo>
                <a:lnTo>
                  <a:pt x="409" y="42"/>
                </a:lnTo>
                <a:cubicBezTo>
                  <a:pt x="359" y="42"/>
                  <a:pt x="333" y="43"/>
                  <a:pt x="330" y="44"/>
                </a:cubicBezTo>
                <a:cubicBezTo>
                  <a:pt x="327" y="46"/>
                  <a:pt x="325" y="48"/>
                  <a:pt x="323" y="52"/>
                </a:cubicBezTo>
                <a:cubicBezTo>
                  <a:pt x="323" y="52"/>
                  <a:pt x="313" y="92"/>
                  <a:pt x="293" y="171"/>
                </a:cubicBezTo>
                <a:lnTo>
                  <a:pt x="263" y="289"/>
                </a:lnTo>
                <a:lnTo>
                  <a:pt x="313" y="289"/>
                </a:lnTo>
                <a:cubicBezTo>
                  <a:pt x="315" y="289"/>
                  <a:pt x="322" y="289"/>
                  <a:pt x="334" y="289"/>
                </a:cubicBezTo>
                <a:cubicBezTo>
                  <a:pt x="347" y="289"/>
                  <a:pt x="355" y="289"/>
                  <a:pt x="360" y="288"/>
                </a:cubicBezTo>
                <a:cubicBezTo>
                  <a:pt x="365" y="288"/>
                  <a:pt x="371" y="287"/>
                  <a:pt x="380" y="286"/>
                </a:cubicBezTo>
                <a:cubicBezTo>
                  <a:pt x="388" y="284"/>
                  <a:pt x="396" y="282"/>
                  <a:pt x="402" y="279"/>
                </a:cubicBezTo>
                <a:cubicBezTo>
                  <a:pt x="408" y="276"/>
                  <a:pt x="413" y="273"/>
                  <a:pt x="417" y="268"/>
                </a:cubicBezTo>
                <a:cubicBezTo>
                  <a:pt x="425" y="261"/>
                  <a:pt x="432" y="251"/>
                  <a:pt x="437" y="238"/>
                </a:cubicBezTo>
                <a:cubicBezTo>
                  <a:pt x="443" y="225"/>
                  <a:pt x="447" y="214"/>
                  <a:pt x="449" y="204"/>
                </a:cubicBezTo>
                <a:cubicBezTo>
                  <a:pt x="451" y="193"/>
                  <a:pt x="453" y="188"/>
                  <a:pt x="454" y="186"/>
                </a:cubicBezTo>
                <a:cubicBezTo>
                  <a:pt x="455" y="183"/>
                  <a:pt x="461" y="182"/>
                  <a:pt x="471" y="182"/>
                </a:cubicBezTo>
                <a:lnTo>
                  <a:pt x="482" y="182"/>
                </a:lnTo>
                <a:cubicBezTo>
                  <a:pt x="486" y="185"/>
                  <a:pt x="488" y="189"/>
                  <a:pt x="488" y="192"/>
                </a:cubicBezTo>
                <a:cubicBezTo>
                  <a:pt x="488" y="194"/>
                  <a:pt x="479" y="233"/>
                  <a:pt x="460" y="311"/>
                </a:cubicBezTo>
                <a:cubicBezTo>
                  <a:pt x="441" y="389"/>
                  <a:pt x="431" y="429"/>
                  <a:pt x="429" y="431"/>
                </a:cubicBezTo>
                <a:cubicBezTo>
                  <a:pt x="428" y="435"/>
                  <a:pt x="422" y="437"/>
                  <a:pt x="411" y="437"/>
                </a:cubicBezTo>
                <a:lnTo>
                  <a:pt x="400" y="437"/>
                </a:lnTo>
                <a:cubicBezTo>
                  <a:pt x="396" y="434"/>
                  <a:pt x="394" y="430"/>
                  <a:pt x="394" y="427"/>
                </a:cubicBezTo>
                <a:cubicBezTo>
                  <a:pt x="394" y="425"/>
                  <a:pt x="395" y="418"/>
                  <a:pt x="398" y="407"/>
                </a:cubicBezTo>
                <a:cubicBezTo>
                  <a:pt x="401" y="395"/>
                  <a:pt x="403" y="383"/>
                  <a:pt x="403" y="370"/>
                </a:cubicBezTo>
                <a:cubicBezTo>
                  <a:pt x="403" y="353"/>
                  <a:pt x="397" y="342"/>
                  <a:pt x="384" y="337"/>
                </a:cubicBezTo>
                <a:cubicBezTo>
                  <a:pt x="372" y="333"/>
                  <a:pt x="345" y="331"/>
                  <a:pt x="303" y="331"/>
                </a:cubicBezTo>
                <a:lnTo>
                  <a:pt x="253" y="331"/>
                </a:lnTo>
                <a:lnTo>
                  <a:pt x="224" y="447"/>
                </a:lnTo>
                <a:cubicBezTo>
                  <a:pt x="205" y="522"/>
                  <a:pt x="195" y="561"/>
                  <a:pt x="195" y="565"/>
                </a:cubicBezTo>
                <a:cubicBezTo>
                  <a:pt x="195" y="573"/>
                  <a:pt x="222" y="578"/>
                  <a:pt x="276" y="578"/>
                </a:cubicBezTo>
                <a:lnTo>
                  <a:pt x="299" y="578"/>
                </a:lnTo>
                <a:cubicBezTo>
                  <a:pt x="303" y="581"/>
                  <a:pt x="304" y="583"/>
                  <a:pt x="304" y="584"/>
                </a:cubicBezTo>
                <a:cubicBezTo>
                  <a:pt x="304" y="585"/>
                  <a:pt x="304" y="591"/>
                  <a:pt x="303" y="602"/>
                </a:cubicBezTo>
                <a:cubicBezTo>
                  <a:pt x="300" y="610"/>
                  <a:pt x="297" y="616"/>
                  <a:pt x="293" y="619"/>
                </a:cubicBezTo>
                <a:lnTo>
                  <a:pt x="278" y="619"/>
                </a:lnTo>
                <a:cubicBezTo>
                  <a:pt x="253" y="618"/>
                  <a:pt x="207" y="618"/>
                  <a:pt x="141" y="618"/>
                </a:cubicBezTo>
                <a:cubicBezTo>
                  <a:pt x="101" y="618"/>
                  <a:pt x="71" y="618"/>
                  <a:pt x="51" y="618"/>
                </a:cubicBezTo>
                <a:cubicBezTo>
                  <a:pt x="30" y="618"/>
                  <a:pt x="18" y="618"/>
                  <a:pt x="16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40" name=""/>
          <p:cNvSpPr/>
          <p:nvPr/>
        </p:nvSpPr>
        <p:spPr>
          <a:xfrm>
            <a:off x="2223360" y="5501520"/>
            <a:ext cx="92880" cy="154440"/>
          </a:xfrm>
          <a:custGeom>
            <a:avLst/>
            <a:gdLst/>
            <a:ahLst/>
            <a:rect l="0" t="0" r="r" b="b"/>
            <a:pathLst>
              <a:path w="258" h="429">
                <a:moveTo>
                  <a:pt x="38" y="152"/>
                </a:moveTo>
                <a:cubicBezTo>
                  <a:pt x="27" y="152"/>
                  <a:pt x="18" y="148"/>
                  <a:pt x="11" y="140"/>
                </a:cubicBezTo>
                <a:cubicBezTo>
                  <a:pt x="4" y="133"/>
                  <a:pt x="0" y="123"/>
                  <a:pt x="0" y="112"/>
                </a:cubicBezTo>
                <a:cubicBezTo>
                  <a:pt x="0" y="82"/>
                  <a:pt x="12" y="55"/>
                  <a:pt x="35" y="33"/>
                </a:cubicBezTo>
                <a:cubicBezTo>
                  <a:pt x="57" y="11"/>
                  <a:pt x="86" y="0"/>
                  <a:pt x="120" y="0"/>
                </a:cubicBezTo>
                <a:cubicBezTo>
                  <a:pt x="160" y="0"/>
                  <a:pt x="192" y="12"/>
                  <a:pt x="218" y="36"/>
                </a:cubicBezTo>
                <a:cubicBezTo>
                  <a:pt x="244" y="60"/>
                  <a:pt x="258" y="91"/>
                  <a:pt x="258" y="129"/>
                </a:cubicBezTo>
                <a:cubicBezTo>
                  <a:pt x="258" y="147"/>
                  <a:pt x="254" y="165"/>
                  <a:pt x="245" y="182"/>
                </a:cubicBezTo>
                <a:cubicBezTo>
                  <a:pt x="237" y="198"/>
                  <a:pt x="226" y="213"/>
                  <a:pt x="214" y="225"/>
                </a:cubicBezTo>
                <a:cubicBezTo>
                  <a:pt x="202" y="238"/>
                  <a:pt x="185" y="254"/>
                  <a:pt x="163" y="273"/>
                </a:cubicBezTo>
                <a:cubicBezTo>
                  <a:pt x="148" y="286"/>
                  <a:pt x="126" y="306"/>
                  <a:pt x="99" y="332"/>
                </a:cubicBezTo>
                <a:lnTo>
                  <a:pt x="60" y="369"/>
                </a:lnTo>
                <a:lnTo>
                  <a:pt x="110" y="370"/>
                </a:lnTo>
                <a:cubicBezTo>
                  <a:pt x="177" y="370"/>
                  <a:pt x="213" y="369"/>
                  <a:pt x="217" y="367"/>
                </a:cubicBezTo>
                <a:cubicBezTo>
                  <a:pt x="220" y="366"/>
                  <a:pt x="225" y="347"/>
                  <a:pt x="232" y="308"/>
                </a:cubicBezTo>
                <a:lnTo>
                  <a:pt x="232" y="306"/>
                </a:lnTo>
                <a:lnTo>
                  <a:pt x="258" y="306"/>
                </a:lnTo>
                <a:lnTo>
                  <a:pt x="258" y="308"/>
                </a:lnTo>
                <a:cubicBezTo>
                  <a:pt x="258" y="310"/>
                  <a:pt x="255" y="329"/>
                  <a:pt x="250" y="368"/>
                </a:cubicBezTo>
                <a:cubicBezTo>
                  <a:pt x="245" y="406"/>
                  <a:pt x="241" y="425"/>
                  <a:pt x="240" y="427"/>
                </a:cubicBezTo>
                <a:lnTo>
                  <a:pt x="240" y="429"/>
                </a:lnTo>
                <a:lnTo>
                  <a:pt x="0" y="429"/>
                </a:lnTo>
                <a:lnTo>
                  <a:pt x="0" y="417"/>
                </a:lnTo>
                <a:lnTo>
                  <a:pt x="0" y="409"/>
                </a:lnTo>
                <a:cubicBezTo>
                  <a:pt x="0" y="406"/>
                  <a:pt x="2" y="403"/>
                  <a:pt x="4" y="399"/>
                </a:cubicBezTo>
                <a:cubicBezTo>
                  <a:pt x="7" y="396"/>
                  <a:pt x="13" y="388"/>
                  <a:pt x="24" y="377"/>
                </a:cubicBezTo>
                <a:cubicBezTo>
                  <a:pt x="36" y="363"/>
                  <a:pt x="47" y="351"/>
                  <a:pt x="56" y="340"/>
                </a:cubicBezTo>
                <a:cubicBezTo>
                  <a:pt x="60" y="336"/>
                  <a:pt x="67" y="328"/>
                  <a:pt x="78" y="316"/>
                </a:cubicBezTo>
                <a:cubicBezTo>
                  <a:pt x="88" y="304"/>
                  <a:pt x="97" y="296"/>
                  <a:pt x="101" y="292"/>
                </a:cubicBezTo>
                <a:cubicBezTo>
                  <a:pt x="104" y="288"/>
                  <a:pt x="111" y="281"/>
                  <a:pt x="119" y="271"/>
                </a:cubicBezTo>
                <a:cubicBezTo>
                  <a:pt x="128" y="261"/>
                  <a:pt x="134" y="254"/>
                  <a:pt x="137" y="249"/>
                </a:cubicBezTo>
                <a:cubicBezTo>
                  <a:pt x="141" y="244"/>
                  <a:pt x="146" y="238"/>
                  <a:pt x="152" y="230"/>
                </a:cubicBezTo>
                <a:cubicBezTo>
                  <a:pt x="158" y="222"/>
                  <a:pt x="163" y="215"/>
                  <a:pt x="166" y="209"/>
                </a:cubicBezTo>
                <a:cubicBezTo>
                  <a:pt x="168" y="204"/>
                  <a:pt x="171" y="197"/>
                  <a:pt x="175" y="191"/>
                </a:cubicBezTo>
                <a:cubicBezTo>
                  <a:pt x="179" y="184"/>
                  <a:pt x="182" y="177"/>
                  <a:pt x="184" y="170"/>
                </a:cubicBezTo>
                <a:cubicBezTo>
                  <a:pt x="185" y="163"/>
                  <a:pt x="187" y="157"/>
                  <a:pt x="188" y="151"/>
                </a:cubicBezTo>
                <a:cubicBezTo>
                  <a:pt x="189" y="145"/>
                  <a:pt x="190" y="138"/>
                  <a:pt x="190" y="129"/>
                </a:cubicBezTo>
                <a:cubicBezTo>
                  <a:pt x="190" y="102"/>
                  <a:pt x="183" y="79"/>
                  <a:pt x="168" y="59"/>
                </a:cubicBezTo>
                <a:cubicBezTo>
                  <a:pt x="154" y="40"/>
                  <a:pt x="133" y="30"/>
                  <a:pt x="106" y="30"/>
                </a:cubicBezTo>
                <a:cubicBezTo>
                  <a:pt x="91" y="30"/>
                  <a:pt x="78" y="33"/>
                  <a:pt x="67" y="41"/>
                </a:cubicBezTo>
                <a:cubicBezTo>
                  <a:pt x="57" y="48"/>
                  <a:pt x="49" y="55"/>
                  <a:pt x="45" y="62"/>
                </a:cubicBezTo>
                <a:cubicBezTo>
                  <a:pt x="41" y="69"/>
                  <a:pt x="38" y="73"/>
                  <a:pt x="38" y="74"/>
                </a:cubicBezTo>
                <a:cubicBezTo>
                  <a:pt x="38" y="75"/>
                  <a:pt x="40" y="75"/>
                  <a:pt x="42" y="75"/>
                </a:cubicBezTo>
                <a:cubicBezTo>
                  <a:pt x="49" y="75"/>
                  <a:pt x="57" y="78"/>
                  <a:pt x="65" y="84"/>
                </a:cubicBezTo>
                <a:cubicBezTo>
                  <a:pt x="74" y="90"/>
                  <a:pt x="78" y="100"/>
                  <a:pt x="78" y="113"/>
                </a:cubicBezTo>
                <a:cubicBezTo>
                  <a:pt x="78" y="124"/>
                  <a:pt x="74" y="133"/>
                  <a:pt x="67" y="140"/>
                </a:cubicBezTo>
                <a:cubicBezTo>
                  <a:pt x="61" y="148"/>
                  <a:pt x="51" y="152"/>
                  <a:pt x="38" y="15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7968240" y="4905360"/>
            <a:ext cx="14374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resamples)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42" name=""/>
          <p:cNvSpPr/>
          <p:nvPr/>
        </p:nvSpPr>
        <p:spPr>
          <a:xfrm>
            <a:off x="933120" y="59245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3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5"/>
                  <a:pt x="236" y="261"/>
                  <a:pt x="228" y="266"/>
                </a:cubicBezTo>
                <a:cubicBezTo>
                  <a:pt x="220" y="271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1"/>
                  <a:pt x="65" y="266"/>
                </a:cubicBezTo>
                <a:cubicBezTo>
                  <a:pt x="57" y="261"/>
                  <a:pt x="50" y="255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1" y="201"/>
                </a:cubicBezTo>
                <a:cubicBezTo>
                  <a:pt x="8" y="192"/>
                  <a:pt x="5" y="183"/>
                  <a:pt x="3" y="173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2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4"/>
                  <a:pt x="220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2344320" y="5343480"/>
            <a:ext cx="71395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で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Hadamard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微分の線形性により一致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(Sommerfeld 2018)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44" name=""/>
          <p:cNvSpPr/>
          <p:nvPr/>
        </p:nvSpPr>
        <p:spPr>
          <a:xfrm>
            <a:off x="2474640" y="5928480"/>
            <a:ext cx="183240" cy="148680"/>
          </a:xfrm>
          <a:custGeom>
            <a:avLst/>
            <a:gdLst/>
            <a:ahLst/>
            <a:rect l="0" t="0" r="r" b="b"/>
            <a:pathLst>
              <a:path w="509" h="413">
                <a:moveTo>
                  <a:pt x="0" y="141"/>
                </a:moveTo>
                <a:cubicBezTo>
                  <a:pt x="0" y="137"/>
                  <a:pt x="1" y="132"/>
                  <a:pt x="2" y="126"/>
                </a:cubicBezTo>
                <a:cubicBezTo>
                  <a:pt x="3" y="120"/>
                  <a:pt x="7" y="109"/>
                  <a:pt x="13" y="92"/>
                </a:cubicBezTo>
                <a:cubicBezTo>
                  <a:pt x="19" y="75"/>
                  <a:pt x="25" y="60"/>
                  <a:pt x="31" y="49"/>
                </a:cubicBezTo>
                <a:cubicBezTo>
                  <a:pt x="37" y="37"/>
                  <a:pt x="47" y="26"/>
                  <a:pt x="61" y="15"/>
                </a:cubicBezTo>
                <a:cubicBezTo>
                  <a:pt x="75" y="4"/>
                  <a:pt x="89" y="-1"/>
                  <a:pt x="103" y="0"/>
                </a:cubicBezTo>
                <a:cubicBezTo>
                  <a:pt x="125" y="0"/>
                  <a:pt x="143" y="5"/>
                  <a:pt x="158" y="16"/>
                </a:cubicBezTo>
                <a:cubicBezTo>
                  <a:pt x="172" y="27"/>
                  <a:pt x="182" y="37"/>
                  <a:pt x="185" y="47"/>
                </a:cubicBezTo>
                <a:cubicBezTo>
                  <a:pt x="189" y="57"/>
                  <a:pt x="191" y="63"/>
                  <a:pt x="191" y="66"/>
                </a:cubicBezTo>
                <a:cubicBezTo>
                  <a:pt x="191" y="67"/>
                  <a:pt x="191" y="68"/>
                  <a:pt x="192" y="68"/>
                </a:cubicBezTo>
                <a:lnTo>
                  <a:pt x="202" y="58"/>
                </a:lnTo>
                <a:cubicBezTo>
                  <a:pt x="239" y="19"/>
                  <a:pt x="281" y="0"/>
                  <a:pt x="328" y="0"/>
                </a:cubicBezTo>
                <a:cubicBezTo>
                  <a:pt x="361" y="0"/>
                  <a:pt x="387" y="8"/>
                  <a:pt x="407" y="24"/>
                </a:cubicBezTo>
                <a:cubicBezTo>
                  <a:pt x="427" y="41"/>
                  <a:pt x="438" y="65"/>
                  <a:pt x="438" y="96"/>
                </a:cubicBezTo>
                <a:cubicBezTo>
                  <a:pt x="439" y="128"/>
                  <a:pt x="427" y="175"/>
                  <a:pt x="404" y="240"/>
                </a:cubicBezTo>
                <a:cubicBezTo>
                  <a:pt x="380" y="304"/>
                  <a:pt x="368" y="342"/>
                  <a:pt x="369" y="356"/>
                </a:cubicBezTo>
                <a:cubicBezTo>
                  <a:pt x="369" y="371"/>
                  <a:pt x="374" y="379"/>
                  <a:pt x="384" y="379"/>
                </a:cubicBezTo>
                <a:cubicBezTo>
                  <a:pt x="388" y="379"/>
                  <a:pt x="391" y="379"/>
                  <a:pt x="393" y="378"/>
                </a:cubicBezTo>
                <a:cubicBezTo>
                  <a:pt x="410" y="375"/>
                  <a:pt x="426" y="364"/>
                  <a:pt x="440" y="344"/>
                </a:cubicBezTo>
                <a:cubicBezTo>
                  <a:pt x="454" y="324"/>
                  <a:pt x="465" y="300"/>
                  <a:pt x="472" y="271"/>
                </a:cubicBezTo>
                <a:cubicBezTo>
                  <a:pt x="473" y="266"/>
                  <a:pt x="479" y="264"/>
                  <a:pt x="490" y="264"/>
                </a:cubicBezTo>
                <a:cubicBezTo>
                  <a:pt x="503" y="264"/>
                  <a:pt x="509" y="266"/>
                  <a:pt x="509" y="271"/>
                </a:cubicBezTo>
                <a:cubicBezTo>
                  <a:pt x="509" y="272"/>
                  <a:pt x="508" y="276"/>
                  <a:pt x="506" y="285"/>
                </a:cubicBezTo>
                <a:cubicBezTo>
                  <a:pt x="501" y="302"/>
                  <a:pt x="494" y="320"/>
                  <a:pt x="485" y="337"/>
                </a:cubicBezTo>
                <a:cubicBezTo>
                  <a:pt x="476" y="354"/>
                  <a:pt x="462" y="371"/>
                  <a:pt x="443" y="388"/>
                </a:cubicBezTo>
                <a:cubicBezTo>
                  <a:pt x="423" y="404"/>
                  <a:pt x="402" y="413"/>
                  <a:pt x="380" y="412"/>
                </a:cubicBezTo>
                <a:cubicBezTo>
                  <a:pt x="351" y="412"/>
                  <a:pt x="331" y="404"/>
                  <a:pt x="318" y="388"/>
                </a:cubicBezTo>
                <a:cubicBezTo>
                  <a:pt x="305" y="371"/>
                  <a:pt x="299" y="354"/>
                  <a:pt x="299" y="337"/>
                </a:cubicBezTo>
                <a:cubicBezTo>
                  <a:pt x="299" y="325"/>
                  <a:pt x="310" y="289"/>
                  <a:pt x="332" y="227"/>
                </a:cubicBezTo>
                <a:cubicBezTo>
                  <a:pt x="354" y="165"/>
                  <a:pt x="365" y="119"/>
                  <a:pt x="365" y="88"/>
                </a:cubicBezTo>
                <a:cubicBezTo>
                  <a:pt x="365" y="52"/>
                  <a:pt x="352" y="34"/>
                  <a:pt x="325" y="34"/>
                </a:cubicBezTo>
                <a:lnTo>
                  <a:pt x="321" y="34"/>
                </a:lnTo>
                <a:cubicBezTo>
                  <a:pt x="269" y="34"/>
                  <a:pt x="225" y="65"/>
                  <a:pt x="189" y="126"/>
                </a:cubicBezTo>
                <a:lnTo>
                  <a:pt x="182" y="137"/>
                </a:lnTo>
                <a:lnTo>
                  <a:pt x="152" y="260"/>
                </a:lnTo>
                <a:cubicBezTo>
                  <a:pt x="132" y="340"/>
                  <a:pt x="121" y="382"/>
                  <a:pt x="118" y="388"/>
                </a:cubicBezTo>
                <a:cubicBezTo>
                  <a:pt x="110" y="405"/>
                  <a:pt x="97" y="413"/>
                  <a:pt x="79" y="413"/>
                </a:cubicBezTo>
                <a:cubicBezTo>
                  <a:pt x="71" y="413"/>
                  <a:pt x="64" y="411"/>
                  <a:pt x="60" y="408"/>
                </a:cubicBezTo>
                <a:cubicBezTo>
                  <a:pt x="55" y="404"/>
                  <a:pt x="51" y="400"/>
                  <a:pt x="50" y="397"/>
                </a:cubicBezTo>
                <a:cubicBezTo>
                  <a:pt x="48" y="393"/>
                  <a:pt x="47" y="390"/>
                  <a:pt x="48" y="388"/>
                </a:cubicBezTo>
                <a:cubicBezTo>
                  <a:pt x="48" y="380"/>
                  <a:pt x="59" y="330"/>
                  <a:pt x="82" y="239"/>
                </a:cubicBezTo>
                <a:cubicBezTo>
                  <a:pt x="105" y="147"/>
                  <a:pt x="118" y="98"/>
                  <a:pt x="119" y="90"/>
                </a:cubicBezTo>
                <a:cubicBezTo>
                  <a:pt x="119" y="87"/>
                  <a:pt x="120" y="80"/>
                  <a:pt x="120" y="69"/>
                </a:cubicBezTo>
                <a:cubicBezTo>
                  <a:pt x="120" y="45"/>
                  <a:pt x="112" y="33"/>
                  <a:pt x="98" y="33"/>
                </a:cubicBezTo>
                <a:cubicBezTo>
                  <a:pt x="75" y="33"/>
                  <a:pt x="56" y="64"/>
                  <a:pt x="40" y="124"/>
                </a:cubicBezTo>
                <a:cubicBezTo>
                  <a:pt x="37" y="137"/>
                  <a:pt x="35" y="143"/>
                  <a:pt x="35" y="144"/>
                </a:cubicBezTo>
                <a:cubicBezTo>
                  <a:pt x="34" y="147"/>
                  <a:pt x="28" y="149"/>
                  <a:pt x="18" y="149"/>
                </a:cubicBezTo>
                <a:lnTo>
                  <a:pt x="5" y="149"/>
                </a:lnTo>
                <a:cubicBezTo>
                  <a:pt x="1" y="145"/>
                  <a:pt x="0" y="143"/>
                  <a:pt x="0" y="1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45" name=""/>
          <p:cNvSpPr/>
          <p:nvPr/>
        </p:nvSpPr>
        <p:spPr>
          <a:xfrm>
            <a:off x="2694240" y="5968080"/>
            <a:ext cx="79920" cy="154440"/>
          </a:xfrm>
          <a:custGeom>
            <a:avLst/>
            <a:gdLst/>
            <a:ahLst/>
            <a:rect l="0" t="0" r="r" b="b"/>
            <a:pathLst>
              <a:path w="222" h="429">
                <a:moveTo>
                  <a:pt x="84" y="57"/>
                </a:moveTo>
                <a:lnTo>
                  <a:pt x="75" y="60"/>
                </a:lnTo>
                <a:cubicBezTo>
                  <a:pt x="69" y="62"/>
                  <a:pt x="61" y="64"/>
                  <a:pt x="49" y="66"/>
                </a:cubicBezTo>
                <a:cubicBezTo>
                  <a:pt x="38" y="68"/>
                  <a:pt x="26" y="70"/>
                  <a:pt x="12" y="71"/>
                </a:cubicBezTo>
                <a:lnTo>
                  <a:pt x="0" y="71"/>
                </a:lnTo>
                <a:lnTo>
                  <a:pt x="0" y="41"/>
                </a:lnTo>
                <a:lnTo>
                  <a:pt x="12" y="41"/>
                </a:lnTo>
                <a:cubicBezTo>
                  <a:pt x="32" y="40"/>
                  <a:pt x="51" y="37"/>
                  <a:pt x="68" y="32"/>
                </a:cubicBezTo>
                <a:cubicBezTo>
                  <a:pt x="85" y="26"/>
                  <a:pt x="97" y="21"/>
                  <a:pt x="104" y="16"/>
                </a:cubicBezTo>
                <a:cubicBezTo>
                  <a:pt x="111" y="11"/>
                  <a:pt x="117" y="7"/>
                  <a:pt x="122" y="2"/>
                </a:cubicBezTo>
                <a:cubicBezTo>
                  <a:pt x="123" y="1"/>
                  <a:pt x="126" y="0"/>
                  <a:pt x="130" y="0"/>
                </a:cubicBezTo>
                <a:cubicBezTo>
                  <a:pt x="134" y="0"/>
                  <a:pt x="137" y="1"/>
                  <a:pt x="142" y="4"/>
                </a:cubicBezTo>
                <a:lnTo>
                  <a:pt x="142" y="196"/>
                </a:lnTo>
                <a:lnTo>
                  <a:pt x="142" y="390"/>
                </a:lnTo>
                <a:cubicBezTo>
                  <a:pt x="145" y="393"/>
                  <a:pt x="148" y="395"/>
                  <a:pt x="150" y="396"/>
                </a:cubicBezTo>
                <a:cubicBezTo>
                  <a:pt x="152" y="397"/>
                  <a:pt x="157" y="398"/>
                  <a:pt x="166" y="399"/>
                </a:cubicBezTo>
                <a:cubicBezTo>
                  <a:pt x="174" y="399"/>
                  <a:pt x="187" y="400"/>
                  <a:pt x="206" y="400"/>
                </a:cubicBezTo>
                <a:lnTo>
                  <a:pt x="222" y="400"/>
                </a:lnTo>
                <a:lnTo>
                  <a:pt x="222" y="429"/>
                </a:lnTo>
                <a:lnTo>
                  <a:pt x="215" y="429"/>
                </a:lnTo>
                <a:cubicBezTo>
                  <a:pt x="206" y="428"/>
                  <a:pt x="172" y="428"/>
                  <a:pt x="112" y="428"/>
                </a:cubicBezTo>
                <a:cubicBezTo>
                  <a:pt x="54" y="428"/>
                  <a:pt x="20" y="428"/>
                  <a:pt x="11" y="429"/>
                </a:cubicBezTo>
                <a:lnTo>
                  <a:pt x="3" y="429"/>
                </a:lnTo>
                <a:lnTo>
                  <a:pt x="3" y="400"/>
                </a:lnTo>
                <a:lnTo>
                  <a:pt x="20" y="400"/>
                </a:lnTo>
                <a:cubicBezTo>
                  <a:pt x="29" y="400"/>
                  <a:pt x="37" y="400"/>
                  <a:pt x="44" y="400"/>
                </a:cubicBezTo>
                <a:cubicBezTo>
                  <a:pt x="51" y="400"/>
                  <a:pt x="57" y="400"/>
                  <a:pt x="60" y="399"/>
                </a:cubicBezTo>
                <a:cubicBezTo>
                  <a:pt x="64" y="399"/>
                  <a:pt x="68" y="398"/>
                  <a:pt x="71" y="397"/>
                </a:cubicBezTo>
                <a:cubicBezTo>
                  <a:pt x="74" y="396"/>
                  <a:pt x="75" y="396"/>
                  <a:pt x="76" y="396"/>
                </a:cubicBezTo>
                <a:cubicBezTo>
                  <a:pt x="76" y="396"/>
                  <a:pt x="78" y="395"/>
                  <a:pt x="80" y="393"/>
                </a:cubicBezTo>
                <a:cubicBezTo>
                  <a:pt x="82" y="391"/>
                  <a:pt x="83" y="390"/>
                  <a:pt x="84" y="390"/>
                </a:cubicBezTo>
                <a:lnTo>
                  <a:pt x="84" y="5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46" name=""/>
          <p:cNvSpPr/>
          <p:nvPr/>
        </p:nvSpPr>
        <p:spPr>
          <a:xfrm>
            <a:off x="2814120" y="5928480"/>
            <a:ext cx="183600" cy="148680"/>
          </a:xfrm>
          <a:custGeom>
            <a:avLst/>
            <a:gdLst/>
            <a:ahLst/>
            <a:rect l="0" t="0" r="r" b="b"/>
            <a:pathLst>
              <a:path w="510" h="413">
                <a:moveTo>
                  <a:pt x="0" y="141"/>
                </a:moveTo>
                <a:cubicBezTo>
                  <a:pt x="1" y="137"/>
                  <a:pt x="1" y="132"/>
                  <a:pt x="3" y="126"/>
                </a:cubicBezTo>
                <a:cubicBezTo>
                  <a:pt x="4" y="120"/>
                  <a:pt x="7" y="109"/>
                  <a:pt x="14" y="92"/>
                </a:cubicBezTo>
                <a:cubicBezTo>
                  <a:pt x="20" y="75"/>
                  <a:pt x="26" y="60"/>
                  <a:pt x="32" y="49"/>
                </a:cubicBezTo>
                <a:cubicBezTo>
                  <a:pt x="38" y="37"/>
                  <a:pt x="48" y="26"/>
                  <a:pt x="63" y="15"/>
                </a:cubicBezTo>
                <a:cubicBezTo>
                  <a:pt x="77" y="4"/>
                  <a:pt x="91" y="-1"/>
                  <a:pt x="105" y="0"/>
                </a:cubicBezTo>
                <a:cubicBezTo>
                  <a:pt x="126" y="0"/>
                  <a:pt x="145" y="5"/>
                  <a:pt x="159" y="16"/>
                </a:cubicBezTo>
                <a:cubicBezTo>
                  <a:pt x="174" y="27"/>
                  <a:pt x="183" y="37"/>
                  <a:pt x="187" y="47"/>
                </a:cubicBezTo>
                <a:cubicBezTo>
                  <a:pt x="190" y="57"/>
                  <a:pt x="192" y="63"/>
                  <a:pt x="192" y="66"/>
                </a:cubicBezTo>
                <a:cubicBezTo>
                  <a:pt x="192" y="67"/>
                  <a:pt x="192" y="68"/>
                  <a:pt x="193" y="68"/>
                </a:cubicBezTo>
                <a:lnTo>
                  <a:pt x="203" y="58"/>
                </a:lnTo>
                <a:cubicBezTo>
                  <a:pt x="240" y="19"/>
                  <a:pt x="282" y="0"/>
                  <a:pt x="329" y="0"/>
                </a:cubicBezTo>
                <a:cubicBezTo>
                  <a:pt x="362" y="0"/>
                  <a:pt x="389" y="8"/>
                  <a:pt x="409" y="24"/>
                </a:cubicBezTo>
                <a:cubicBezTo>
                  <a:pt x="429" y="41"/>
                  <a:pt x="439" y="65"/>
                  <a:pt x="440" y="96"/>
                </a:cubicBezTo>
                <a:cubicBezTo>
                  <a:pt x="440" y="128"/>
                  <a:pt x="429" y="175"/>
                  <a:pt x="405" y="240"/>
                </a:cubicBezTo>
                <a:cubicBezTo>
                  <a:pt x="381" y="304"/>
                  <a:pt x="370" y="342"/>
                  <a:pt x="370" y="356"/>
                </a:cubicBezTo>
                <a:cubicBezTo>
                  <a:pt x="370" y="371"/>
                  <a:pt x="376" y="379"/>
                  <a:pt x="386" y="379"/>
                </a:cubicBezTo>
                <a:cubicBezTo>
                  <a:pt x="389" y="379"/>
                  <a:pt x="392" y="379"/>
                  <a:pt x="394" y="378"/>
                </a:cubicBezTo>
                <a:cubicBezTo>
                  <a:pt x="412" y="375"/>
                  <a:pt x="427" y="364"/>
                  <a:pt x="441" y="344"/>
                </a:cubicBezTo>
                <a:cubicBezTo>
                  <a:pt x="455" y="324"/>
                  <a:pt x="466" y="300"/>
                  <a:pt x="473" y="271"/>
                </a:cubicBezTo>
                <a:cubicBezTo>
                  <a:pt x="474" y="266"/>
                  <a:pt x="481" y="264"/>
                  <a:pt x="491" y="264"/>
                </a:cubicBezTo>
                <a:cubicBezTo>
                  <a:pt x="504" y="264"/>
                  <a:pt x="510" y="266"/>
                  <a:pt x="510" y="271"/>
                </a:cubicBezTo>
                <a:cubicBezTo>
                  <a:pt x="510" y="272"/>
                  <a:pt x="508" y="276"/>
                  <a:pt x="506" y="285"/>
                </a:cubicBezTo>
                <a:cubicBezTo>
                  <a:pt x="501" y="302"/>
                  <a:pt x="494" y="320"/>
                  <a:pt x="486" y="337"/>
                </a:cubicBezTo>
                <a:cubicBezTo>
                  <a:pt x="477" y="354"/>
                  <a:pt x="464" y="371"/>
                  <a:pt x="444" y="388"/>
                </a:cubicBezTo>
                <a:cubicBezTo>
                  <a:pt x="425" y="404"/>
                  <a:pt x="404" y="413"/>
                  <a:pt x="381" y="412"/>
                </a:cubicBezTo>
                <a:cubicBezTo>
                  <a:pt x="353" y="412"/>
                  <a:pt x="332" y="404"/>
                  <a:pt x="319" y="388"/>
                </a:cubicBezTo>
                <a:cubicBezTo>
                  <a:pt x="307" y="371"/>
                  <a:pt x="300" y="354"/>
                  <a:pt x="300" y="337"/>
                </a:cubicBezTo>
                <a:cubicBezTo>
                  <a:pt x="300" y="325"/>
                  <a:pt x="311" y="289"/>
                  <a:pt x="333" y="227"/>
                </a:cubicBezTo>
                <a:cubicBezTo>
                  <a:pt x="355" y="165"/>
                  <a:pt x="366" y="119"/>
                  <a:pt x="367" y="88"/>
                </a:cubicBezTo>
                <a:cubicBezTo>
                  <a:pt x="367" y="52"/>
                  <a:pt x="353" y="34"/>
                  <a:pt x="327" y="34"/>
                </a:cubicBezTo>
                <a:lnTo>
                  <a:pt x="322" y="34"/>
                </a:lnTo>
                <a:cubicBezTo>
                  <a:pt x="270" y="34"/>
                  <a:pt x="226" y="65"/>
                  <a:pt x="190" y="126"/>
                </a:cubicBezTo>
                <a:lnTo>
                  <a:pt x="184" y="137"/>
                </a:lnTo>
                <a:lnTo>
                  <a:pt x="154" y="260"/>
                </a:lnTo>
                <a:cubicBezTo>
                  <a:pt x="134" y="340"/>
                  <a:pt x="122" y="382"/>
                  <a:pt x="119" y="388"/>
                </a:cubicBezTo>
                <a:cubicBezTo>
                  <a:pt x="111" y="405"/>
                  <a:pt x="98" y="413"/>
                  <a:pt x="80" y="413"/>
                </a:cubicBezTo>
                <a:cubicBezTo>
                  <a:pt x="72" y="413"/>
                  <a:pt x="66" y="411"/>
                  <a:pt x="61" y="408"/>
                </a:cubicBezTo>
                <a:cubicBezTo>
                  <a:pt x="55" y="404"/>
                  <a:pt x="52" y="400"/>
                  <a:pt x="50" y="397"/>
                </a:cubicBezTo>
                <a:cubicBezTo>
                  <a:pt x="48" y="393"/>
                  <a:pt x="48" y="390"/>
                  <a:pt x="48" y="388"/>
                </a:cubicBezTo>
                <a:cubicBezTo>
                  <a:pt x="48" y="380"/>
                  <a:pt x="61" y="330"/>
                  <a:pt x="84" y="239"/>
                </a:cubicBezTo>
                <a:cubicBezTo>
                  <a:pt x="107" y="147"/>
                  <a:pt x="119" y="98"/>
                  <a:pt x="120" y="90"/>
                </a:cubicBezTo>
                <a:cubicBezTo>
                  <a:pt x="121" y="87"/>
                  <a:pt x="121" y="80"/>
                  <a:pt x="121" y="69"/>
                </a:cubicBezTo>
                <a:cubicBezTo>
                  <a:pt x="121" y="45"/>
                  <a:pt x="114" y="33"/>
                  <a:pt x="99" y="33"/>
                </a:cubicBezTo>
                <a:cubicBezTo>
                  <a:pt x="76" y="33"/>
                  <a:pt x="56" y="64"/>
                  <a:pt x="41" y="124"/>
                </a:cubicBezTo>
                <a:cubicBezTo>
                  <a:pt x="37" y="137"/>
                  <a:pt x="35" y="143"/>
                  <a:pt x="35" y="144"/>
                </a:cubicBezTo>
                <a:cubicBezTo>
                  <a:pt x="34" y="147"/>
                  <a:pt x="28" y="149"/>
                  <a:pt x="18" y="149"/>
                </a:cubicBezTo>
                <a:lnTo>
                  <a:pt x="5" y="149"/>
                </a:lnTo>
                <a:cubicBezTo>
                  <a:pt x="2" y="145"/>
                  <a:pt x="0" y="143"/>
                  <a:pt x="0" y="1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47" name=""/>
          <p:cNvSpPr/>
          <p:nvPr/>
        </p:nvSpPr>
        <p:spPr>
          <a:xfrm>
            <a:off x="3026160" y="5968080"/>
            <a:ext cx="92880" cy="154440"/>
          </a:xfrm>
          <a:custGeom>
            <a:avLst/>
            <a:gdLst/>
            <a:ahLst/>
            <a:rect l="0" t="0" r="r" b="b"/>
            <a:pathLst>
              <a:path w="258" h="429">
                <a:moveTo>
                  <a:pt x="38" y="152"/>
                </a:moveTo>
                <a:cubicBezTo>
                  <a:pt x="26" y="152"/>
                  <a:pt x="17" y="149"/>
                  <a:pt x="10" y="141"/>
                </a:cubicBezTo>
                <a:cubicBezTo>
                  <a:pt x="3" y="133"/>
                  <a:pt x="0" y="124"/>
                  <a:pt x="0" y="113"/>
                </a:cubicBezTo>
                <a:cubicBezTo>
                  <a:pt x="0" y="82"/>
                  <a:pt x="11" y="56"/>
                  <a:pt x="34" y="33"/>
                </a:cubicBezTo>
                <a:cubicBezTo>
                  <a:pt x="57" y="11"/>
                  <a:pt x="85" y="0"/>
                  <a:pt x="119" y="0"/>
                </a:cubicBezTo>
                <a:cubicBezTo>
                  <a:pt x="158" y="0"/>
                  <a:pt x="192" y="12"/>
                  <a:pt x="218" y="36"/>
                </a:cubicBezTo>
                <a:cubicBezTo>
                  <a:pt x="244" y="60"/>
                  <a:pt x="257" y="91"/>
                  <a:pt x="258" y="129"/>
                </a:cubicBezTo>
                <a:cubicBezTo>
                  <a:pt x="258" y="148"/>
                  <a:pt x="253" y="165"/>
                  <a:pt x="245" y="182"/>
                </a:cubicBezTo>
                <a:cubicBezTo>
                  <a:pt x="236" y="199"/>
                  <a:pt x="226" y="213"/>
                  <a:pt x="214" y="226"/>
                </a:cubicBezTo>
                <a:cubicBezTo>
                  <a:pt x="202" y="238"/>
                  <a:pt x="185" y="254"/>
                  <a:pt x="162" y="273"/>
                </a:cubicBezTo>
                <a:cubicBezTo>
                  <a:pt x="146" y="287"/>
                  <a:pt x="125" y="306"/>
                  <a:pt x="97" y="334"/>
                </a:cubicBezTo>
                <a:lnTo>
                  <a:pt x="59" y="370"/>
                </a:lnTo>
                <a:lnTo>
                  <a:pt x="108" y="370"/>
                </a:lnTo>
                <a:cubicBezTo>
                  <a:pt x="176" y="370"/>
                  <a:pt x="212" y="369"/>
                  <a:pt x="217" y="367"/>
                </a:cubicBezTo>
                <a:cubicBezTo>
                  <a:pt x="220" y="366"/>
                  <a:pt x="225" y="347"/>
                  <a:pt x="232" y="309"/>
                </a:cubicBezTo>
                <a:lnTo>
                  <a:pt x="232" y="307"/>
                </a:lnTo>
                <a:lnTo>
                  <a:pt x="258" y="307"/>
                </a:lnTo>
                <a:lnTo>
                  <a:pt x="258" y="309"/>
                </a:lnTo>
                <a:cubicBezTo>
                  <a:pt x="257" y="310"/>
                  <a:pt x="255" y="331"/>
                  <a:pt x="249" y="368"/>
                </a:cubicBezTo>
                <a:cubicBezTo>
                  <a:pt x="244" y="406"/>
                  <a:pt x="241" y="426"/>
                  <a:pt x="240" y="428"/>
                </a:cubicBezTo>
                <a:lnTo>
                  <a:pt x="240" y="429"/>
                </a:lnTo>
                <a:lnTo>
                  <a:pt x="0" y="429"/>
                </a:lnTo>
                <a:lnTo>
                  <a:pt x="0" y="417"/>
                </a:lnTo>
                <a:lnTo>
                  <a:pt x="0" y="410"/>
                </a:lnTo>
                <a:cubicBezTo>
                  <a:pt x="0" y="407"/>
                  <a:pt x="1" y="403"/>
                  <a:pt x="4" y="400"/>
                </a:cubicBezTo>
                <a:cubicBezTo>
                  <a:pt x="6" y="396"/>
                  <a:pt x="13" y="389"/>
                  <a:pt x="23" y="377"/>
                </a:cubicBezTo>
                <a:cubicBezTo>
                  <a:pt x="36" y="364"/>
                  <a:pt x="46" y="352"/>
                  <a:pt x="55" y="341"/>
                </a:cubicBezTo>
                <a:cubicBezTo>
                  <a:pt x="59" y="337"/>
                  <a:pt x="67" y="329"/>
                  <a:pt x="77" y="317"/>
                </a:cubicBezTo>
                <a:cubicBezTo>
                  <a:pt x="88" y="305"/>
                  <a:pt x="95" y="297"/>
                  <a:pt x="99" y="293"/>
                </a:cubicBezTo>
                <a:cubicBezTo>
                  <a:pt x="103" y="288"/>
                  <a:pt x="109" y="281"/>
                  <a:pt x="118" y="271"/>
                </a:cubicBezTo>
                <a:cubicBezTo>
                  <a:pt x="126" y="262"/>
                  <a:pt x="132" y="254"/>
                  <a:pt x="136" y="250"/>
                </a:cubicBezTo>
                <a:cubicBezTo>
                  <a:pt x="139" y="245"/>
                  <a:pt x="144" y="238"/>
                  <a:pt x="151" y="230"/>
                </a:cubicBezTo>
                <a:cubicBezTo>
                  <a:pt x="157" y="222"/>
                  <a:pt x="162" y="215"/>
                  <a:pt x="164" y="210"/>
                </a:cubicBezTo>
                <a:cubicBezTo>
                  <a:pt x="167" y="204"/>
                  <a:pt x="171" y="198"/>
                  <a:pt x="175" y="191"/>
                </a:cubicBezTo>
                <a:cubicBezTo>
                  <a:pt x="179" y="184"/>
                  <a:pt x="181" y="177"/>
                  <a:pt x="183" y="170"/>
                </a:cubicBezTo>
                <a:cubicBezTo>
                  <a:pt x="185" y="164"/>
                  <a:pt x="186" y="157"/>
                  <a:pt x="188" y="151"/>
                </a:cubicBezTo>
                <a:cubicBezTo>
                  <a:pt x="189" y="145"/>
                  <a:pt x="190" y="138"/>
                  <a:pt x="190" y="130"/>
                </a:cubicBezTo>
                <a:cubicBezTo>
                  <a:pt x="190" y="103"/>
                  <a:pt x="182" y="80"/>
                  <a:pt x="167" y="60"/>
                </a:cubicBezTo>
                <a:cubicBezTo>
                  <a:pt x="152" y="40"/>
                  <a:pt x="131" y="30"/>
                  <a:pt x="104" y="30"/>
                </a:cubicBezTo>
                <a:cubicBezTo>
                  <a:pt x="90" y="30"/>
                  <a:pt x="78" y="34"/>
                  <a:pt x="67" y="41"/>
                </a:cubicBezTo>
                <a:cubicBezTo>
                  <a:pt x="56" y="48"/>
                  <a:pt x="49" y="56"/>
                  <a:pt x="44" y="62"/>
                </a:cubicBezTo>
                <a:cubicBezTo>
                  <a:pt x="40" y="69"/>
                  <a:pt x="38" y="73"/>
                  <a:pt x="38" y="75"/>
                </a:cubicBezTo>
                <a:cubicBezTo>
                  <a:pt x="38" y="75"/>
                  <a:pt x="39" y="75"/>
                  <a:pt x="41" y="75"/>
                </a:cubicBezTo>
                <a:cubicBezTo>
                  <a:pt x="49" y="75"/>
                  <a:pt x="57" y="78"/>
                  <a:pt x="65" y="84"/>
                </a:cubicBezTo>
                <a:cubicBezTo>
                  <a:pt x="73" y="90"/>
                  <a:pt x="77" y="100"/>
                  <a:pt x="77" y="114"/>
                </a:cubicBezTo>
                <a:cubicBezTo>
                  <a:pt x="77" y="125"/>
                  <a:pt x="74" y="134"/>
                  <a:pt x="67" y="141"/>
                </a:cubicBezTo>
                <a:cubicBezTo>
                  <a:pt x="60" y="148"/>
                  <a:pt x="50" y="152"/>
                  <a:pt x="38" y="15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48" name=""/>
          <p:cNvSpPr/>
          <p:nvPr/>
        </p:nvSpPr>
        <p:spPr>
          <a:xfrm>
            <a:off x="3165120" y="5827320"/>
            <a:ext cx="127440" cy="327960"/>
          </a:xfrm>
          <a:custGeom>
            <a:avLst/>
            <a:gdLst/>
            <a:ahLst/>
            <a:rect l="0" t="0" r="r" b="b"/>
            <a:pathLst>
              <a:path w="354" h="911">
                <a:moveTo>
                  <a:pt x="335" y="0"/>
                </a:moveTo>
                <a:cubicBezTo>
                  <a:pt x="340" y="0"/>
                  <a:pt x="345" y="2"/>
                  <a:pt x="349" y="6"/>
                </a:cubicBezTo>
                <a:cubicBezTo>
                  <a:pt x="352" y="10"/>
                  <a:pt x="354" y="14"/>
                  <a:pt x="354" y="19"/>
                </a:cubicBezTo>
                <a:cubicBezTo>
                  <a:pt x="354" y="22"/>
                  <a:pt x="302" y="168"/>
                  <a:pt x="196" y="457"/>
                </a:cubicBezTo>
                <a:cubicBezTo>
                  <a:pt x="91" y="748"/>
                  <a:pt x="36" y="896"/>
                  <a:pt x="33" y="902"/>
                </a:cubicBezTo>
                <a:cubicBezTo>
                  <a:pt x="29" y="908"/>
                  <a:pt x="23" y="911"/>
                  <a:pt x="17" y="911"/>
                </a:cubicBezTo>
                <a:cubicBezTo>
                  <a:pt x="13" y="911"/>
                  <a:pt x="9" y="910"/>
                  <a:pt x="5" y="907"/>
                </a:cubicBezTo>
                <a:cubicBezTo>
                  <a:pt x="2" y="904"/>
                  <a:pt x="0" y="900"/>
                  <a:pt x="0" y="894"/>
                </a:cubicBezTo>
                <a:cubicBezTo>
                  <a:pt x="0" y="888"/>
                  <a:pt x="53" y="740"/>
                  <a:pt x="158" y="449"/>
                </a:cubicBezTo>
                <a:cubicBezTo>
                  <a:pt x="265" y="159"/>
                  <a:pt x="319" y="13"/>
                  <a:pt x="320" y="10"/>
                </a:cubicBezTo>
                <a:cubicBezTo>
                  <a:pt x="323" y="3"/>
                  <a:pt x="328" y="0"/>
                  <a:pt x="335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49" name=""/>
          <p:cNvSpPr/>
          <p:nvPr/>
        </p:nvSpPr>
        <p:spPr>
          <a:xfrm>
            <a:off x="3341520" y="582732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0" y="455"/>
                </a:moveTo>
                <a:cubicBezTo>
                  <a:pt x="0" y="414"/>
                  <a:pt x="3" y="374"/>
                  <a:pt x="9" y="336"/>
                </a:cubicBezTo>
                <a:cubicBezTo>
                  <a:pt x="15" y="299"/>
                  <a:pt x="22" y="266"/>
                  <a:pt x="30" y="239"/>
                </a:cubicBezTo>
                <a:cubicBezTo>
                  <a:pt x="38" y="212"/>
                  <a:pt x="49" y="185"/>
                  <a:pt x="63" y="159"/>
                </a:cubicBezTo>
                <a:cubicBezTo>
                  <a:pt x="78" y="133"/>
                  <a:pt x="89" y="112"/>
                  <a:pt x="98" y="98"/>
                </a:cubicBezTo>
                <a:cubicBezTo>
                  <a:pt x="106" y="83"/>
                  <a:pt x="119" y="67"/>
                  <a:pt x="136" y="50"/>
                </a:cubicBezTo>
                <a:cubicBezTo>
                  <a:pt x="153" y="34"/>
                  <a:pt x="164" y="23"/>
                  <a:pt x="167" y="20"/>
                </a:cubicBezTo>
                <a:cubicBezTo>
                  <a:pt x="170" y="16"/>
                  <a:pt x="178" y="10"/>
                  <a:pt x="190" y="0"/>
                </a:cubicBezTo>
                <a:lnTo>
                  <a:pt x="202" y="0"/>
                </a:lnTo>
                <a:lnTo>
                  <a:pt x="205" y="0"/>
                </a:lnTo>
                <a:cubicBezTo>
                  <a:pt x="214" y="0"/>
                  <a:pt x="218" y="3"/>
                  <a:pt x="218" y="9"/>
                </a:cubicBezTo>
                <a:cubicBezTo>
                  <a:pt x="218" y="10"/>
                  <a:pt x="213" y="17"/>
                  <a:pt x="203" y="28"/>
                </a:cubicBezTo>
                <a:cubicBezTo>
                  <a:pt x="192" y="39"/>
                  <a:pt x="180" y="55"/>
                  <a:pt x="165" y="76"/>
                </a:cubicBezTo>
                <a:cubicBezTo>
                  <a:pt x="150" y="97"/>
                  <a:pt x="135" y="123"/>
                  <a:pt x="120" y="154"/>
                </a:cubicBezTo>
                <a:cubicBezTo>
                  <a:pt x="105" y="185"/>
                  <a:pt x="92" y="227"/>
                  <a:pt x="82" y="280"/>
                </a:cubicBezTo>
                <a:cubicBezTo>
                  <a:pt x="71" y="333"/>
                  <a:pt x="66" y="391"/>
                  <a:pt x="66" y="455"/>
                </a:cubicBezTo>
                <a:cubicBezTo>
                  <a:pt x="66" y="520"/>
                  <a:pt x="71" y="578"/>
                  <a:pt x="82" y="630"/>
                </a:cubicBezTo>
                <a:cubicBezTo>
                  <a:pt x="92" y="683"/>
                  <a:pt x="104" y="726"/>
                  <a:pt x="119" y="758"/>
                </a:cubicBezTo>
                <a:cubicBezTo>
                  <a:pt x="133" y="790"/>
                  <a:pt x="148" y="816"/>
                  <a:pt x="164" y="836"/>
                </a:cubicBezTo>
                <a:cubicBezTo>
                  <a:pt x="180" y="856"/>
                  <a:pt x="192" y="872"/>
                  <a:pt x="203" y="884"/>
                </a:cubicBezTo>
                <a:cubicBezTo>
                  <a:pt x="213" y="896"/>
                  <a:pt x="218" y="903"/>
                  <a:pt x="218" y="903"/>
                </a:cubicBezTo>
                <a:cubicBezTo>
                  <a:pt x="218" y="909"/>
                  <a:pt x="214" y="911"/>
                  <a:pt x="204" y="911"/>
                </a:cubicBezTo>
                <a:lnTo>
                  <a:pt x="202" y="911"/>
                </a:lnTo>
                <a:lnTo>
                  <a:pt x="190" y="911"/>
                </a:lnTo>
                <a:lnTo>
                  <a:pt x="164" y="890"/>
                </a:lnTo>
                <a:cubicBezTo>
                  <a:pt x="106" y="838"/>
                  <a:pt x="65" y="774"/>
                  <a:pt x="39" y="697"/>
                </a:cubicBezTo>
                <a:cubicBezTo>
                  <a:pt x="13" y="619"/>
                  <a:pt x="0" y="539"/>
                  <a:pt x="0" y="4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50" name=""/>
          <p:cNvSpPr/>
          <p:nvPr/>
        </p:nvSpPr>
        <p:spPr>
          <a:xfrm>
            <a:off x="3444840" y="5928480"/>
            <a:ext cx="183600" cy="148680"/>
          </a:xfrm>
          <a:custGeom>
            <a:avLst/>
            <a:gdLst/>
            <a:ahLst/>
            <a:rect l="0" t="0" r="r" b="b"/>
            <a:pathLst>
              <a:path w="510" h="413">
                <a:moveTo>
                  <a:pt x="0" y="141"/>
                </a:moveTo>
                <a:cubicBezTo>
                  <a:pt x="1" y="137"/>
                  <a:pt x="2" y="132"/>
                  <a:pt x="3" y="126"/>
                </a:cubicBezTo>
                <a:cubicBezTo>
                  <a:pt x="4" y="120"/>
                  <a:pt x="8" y="109"/>
                  <a:pt x="14" y="92"/>
                </a:cubicBezTo>
                <a:cubicBezTo>
                  <a:pt x="20" y="75"/>
                  <a:pt x="26" y="60"/>
                  <a:pt x="32" y="49"/>
                </a:cubicBezTo>
                <a:cubicBezTo>
                  <a:pt x="38" y="37"/>
                  <a:pt x="48" y="26"/>
                  <a:pt x="62" y="15"/>
                </a:cubicBezTo>
                <a:cubicBezTo>
                  <a:pt x="76" y="4"/>
                  <a:pt x="90" y="-1"/>
                  <a:pt x="104" y="0"/>
                </a:cubicBezTo>
                <a:cubicBezTo>
                  <a:pt x="126" y="0"/>
                  <a:pt x="144" y="5"/>
                  <a:pt x="159" y="16"/>
                </a:cubicBezTo>
                <a:cubicBezTo>
                  <a:pt x="173" y="27"/>
                  <a:pt x="182" y="37"/>
                  <a:pt x="186" y="47"/>
                </a:cubicBezTo>
                <a:cubicBezTo>
                  <a:pt x="190" y="57"/>
                  <a:pt x="191" y="63"/>
                  <a:pt x="191" y="66"/>
                </a:cubicBezTo>
                <a:cubicBezTo>
                  <a:pt x="191" y="67"/>
                  <a:pt x="192" y="68"/>
                  <a:pt x="192" y="68"/>
                </a:cubicBezTo>
                <a:lnTo>
                  <a:pt x="202" y="58"/>
                </a:lnTo>
                <a:cubicBezTo>
                  <a:pt x="239" y="19"/>
                  <a:pt x="281" y="0"/>
                  <a:pt x="329" y="0"/>
                </a:cubicBezTo>
                <a:cubicBezTo>
                  <a:pt x="363" y="0"/>
                  <a:pt x="389" y="8"/>
                  <a:pt x="409" y="24"/>
                </a:cubicBezTo>
                <a:cubicBezTo>
                  <a:pt x="429" y="41"/>
                  <a:pt x="439" y="65"/>
                  <a:pt x="440" y="96"/>
                </a:cubicBezTo>
                <a:cubicBezTo>
                  <a:pt x="440" y="128"/>
                  <a:pt x="429" y="175"/>
                  <a:pt x="405" y="240"/>
                </a:cubicBezTo>
                <a:cubicBezTo>
                  <a:pt x="382" y="304"/>
                  <a:pt x="370" y="342"/>
                  <a:pt x="371" y="356"/>
                </a:cubicBezTo>
                <a:cubicBezTo>
                  <a:pt x="371" y="371"/>
                  <a:pt x="376" y="379"/>
                  <a:pt x="386" y="379"/>
                </a:cubicBezTo>
                <a:cubicBezTo>
                  <a:pt x="390" y="379"/>
                  <a:pt x="393" y="379"/>
                  <a:pt x="394" y="378"/>
                </a:cubicBezTo>
                <a:cubicBezTo>
                  <a:pt x="412" y="375"/>
                  <a:pt x="428" y="364"/>
                  <a:pt x="442" y="344"/>
                </a:cubicBezTo>
                <a:cubicBezTo>
                  <a:pt x="456" y="324"/>
                  <a:pt x="466" y="300"/>
                  <a:pt x="474" y="271"/>
                </a:cubicBezTo>
                <a:cubicBezTo>
                  <a:pt x="475" y="266"/>
                  <a:pt x="481" y="264"/>
                  <a:pt x="492" y="264"/>
                </a:cubicBezTo>
                <a:cubicBezTo>
                  <a:pt x="504" y="264"/>
                  <a:pt x="510" y="266"/>
                  <a:pt x="510" y="271"/>
                </a:cubicBezTo>
                <a:cubicBezTo>
                  <a:pt x="510" y="272"/>
                  <a:pt x="509" y="276"/>
                  <a:pt x="506" y="285"/>
                </a:cubicBezTo>
                <a:cubicBezTo>
                  <a:pt x="501" y="302"/>
                  <a:pt x="495" y="320"/>
                  <a:pt x="486" y="337"/>
                </a:cubicBezTo>
                <a:cubicBezTo>
                  <a:pt x="478" y="354"/>
                  <a:pt x="464" y="371"/>
                  <a:pt x="444" y="388"/>
                </a:cubicBezTo>
                <a:cubicBezTo>
                  <a:pt x="425" y="404"/>
                  <a:pt x="404" y="413"/>
                  <a:pt x="382" y="412"/>
                </a:cubicBezTo>
                <a:cubicBezTo>
                  <a:pt x="353" y="412"/>
                  <a:pt x="331" y="404"/>
                  <a:pt x="319" y="388"/>
                </a:cubicBezTo>
                <a:cubicBezTo>
                  <a:pt x="306" y="371"/>
                  <a:pt x="300" y="354"/>
                  <a:pt x="300" y="337"/>
                </a:cubicBezTo>
                <a:cubicBezTo>
                  <a:pt x="300" y="325"/>
                  <a:pt x="311" y="289"/>
                  <a:pt x="332" y="227"/>
                </a:cubicBezTo>
                <a:cubicBezTo>
                  <a:pt x="355" y="165"/>
                  <a:pt x="366" y="119"/>
                  <a:pt x="367" y="88"/>
                </a:cubicBezTo>
                <a:cubicBezTo>
                  <a:pt x="367" y="52"/>
                  <a:pt x="354" y="34"/>
                  <a:pt x="326" y="34"/>
                </a:cubicBezTo>
                <a:lnTo>
                  <a:pt x="321" y="34"/>
                </a:lnTo>
                <a:cubicBezTo>
                  <a:pt x="269" y="34"/>
                  <a:pt x="225" y="65"/>
                  <a:pt x="190" y="126"/>
                </a:cubicBezTo>
                <a:lnTo>
                  <a:pt x="183" y="137"/>
                </a:lnTo>
                <a:lnTo>
                  <a:pt x="153" y="260"/>
                </a:lnTo>
                <a:cubicBezTo>
                  <a:pt x="133" y="340"/>
                  <a:pt x="122" y="382"/>
                  <a:pt x="119" y="388"/>
                </a:cubicBezTo>
                <a:cubicBezTo>
                  <a:pt x="111" y="405"/>
                  <a:pt x="98" y="413"/>
                  <a:pt x="79" y="413"/>
                </a:cubicBezTo>
                <a:cubicBezTo>
                  <a:pt x="72" y="413"/>
                  <a:pt x="65" y="411"/>
                  <a:pt x="60" y="408"/>
                </a:cubicBezTo>
                <a:cubicBezTo>
                  <a:pt x="55" y="404"/>
                  <a:pt x="52" y="400"/>
                  <a:pt x="50" y="397"/>
                </a:cubicBezTo>
                <a:cubicBezTo>
                  <a:pt x="48" y="393"/>
                  <a:pt x="48" y="390"/>
                  <a:pt x="48" y="388"/>
                </a:cubicBezTo>
                <a:cubicBezTo>
                  <a:pt x="48" y="380"/>
                  <a:pt x="60" y="330"/>
                  <a:pt x="83" y="239"/>
                </a:cubicBezTo>
                <a:cubicBezTo>
                  <a:pt x="106" y="147"/>
                  <a:pt x="118" y="98"/>
                  <a:pt x="119" y="90"/>
                </a:cubicBezTo>
                <a:cubicBezTo>
                  <a:pt x="120" y="87"/>
                  <a:pt x="120" y="80"/>
                  <a:pt x="120" y="69"/>
                </a:cubicBezTo>
                <a:cubicBezTo>
                  <a:pt x="120" y="45"/>
                  <a:pt x="113" y="33"/>
                  <a:pt x="99" y="33"/>
                </a:cubicBezTo>
                <a:cubicBezTo>
                  <a:pt x="75" y="33"/>
                  <a:pt x="56" y="64"/>
                  <a:pt x="41" y="124"/>
                </a:cubicBezTo>
                <a:cubicBezTo>
                  <a:pt x="38" y="137"/>
                  <a:pt x="36" y="143"/>
                  <a:pt x="36" y="144"/>
                </a:cubicBezTo>
                <a:cubicBezTo>
                  <a:pt x="35" y="147"/>
                  <a:pt x="29" y="149"/>
                  <a:pt x="18" y="149"/>
                </a:cubicBezTo>
                <a:lnTo>
                  <a:pt x="6" y="149"/>
                </a:lnTo>
                <a:cubicBezTo>
                  <a:pt x="2" y="145"/>
                  <a:pt x="0" y="143"/>
                  <a:pt x="0" y="1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51" name=""/>
          <p:cNvSpPr/>
          <p:nvPr/>
        </p:nvSpPr>
        <p:spPr>
          <a:xfrm>
            <a:off x="3664800" y="5968080"/>
            <a:ext cx="79920" cy="154440"/>
          </a:xfrm>
          <a:custGeom>
            <a:avLst/>
            <a:gdLst/>
            <a:ahLst/>
            <a:rect l="0" t="0" r="r" b="b"/>
            <a:pathLst>
              <a:path w="222" h="429">
                <a:moveTo>
                  <a:pt x="83" y="57"/>
                </a:moveTo>
                <a:lnTo>
                  <a:pt x="75" y="60"/>
                </a:lnTo>
                <a:cubicBezTo>
                  <a:pt x="69" y="62"/>
                  <a:pt x="60" y="64"/>
                  <a:pt x="49" y="66"/>
                </a:cubicBezTo>
                <a:cubicBezTo>
                  <a:pt x="38" y="68"/>
                  <a:pt x="26" y="70"/>
                  <a:pt x="12" y="71"/>
                </a:cubicBezTo>
                <a:lnTo>
                  <a:pt x="0" y="71"/>
                </a:lnTo>
                <a:lnTo>
                  <a:pt x="0" y="41"/>
                </a:lnTo>
                <a:lnTo>
                  <a:pt x="12" y="41"/>
                </a:lnTo>
                <a:cubicBezTo>
                  <a:pt x="32" y="40"/>
                  <a:pt x="51" y="37"/>
                  <a:pt x="68" y="32"/>
                </a:cubicBezTo>
                <a:cubicBezTo>
                  <a:pt x="85" y="26"/>
                  <a:pt x="98" y="21"/>
                  <a:pt x="105" y="16"/>
                </a:cubicBezTo>
                <a:cubicBezTo>
                  <a:pt x="112" y="11"/>
                  <a:pt x="118" y="7"/>
                  <a:pt x="123" y="2"/>
                </a:cubicBezTo>
                <a:cubicBezTo>
                  <a:pt x="124" y="1"/>
                  <a:pt x="126" y="0"/>
                  <a:pt x="131" y="0"/>
                </a:cubicBezTo>
                <a:cubicBezTo>
                  <a:pt x="134" y="0"/>
                  <a:pt x="138" y="1"/>
                  <a:pt x="141" y="4"/>
                </a:cubicBezTo>
                <a:lnTo>
                  <a:pt x="141" y="196"/>
                </a:lnTo>
                <a:lnTo>
                  <a:pt x="142" y="390"/>
                </a:lnTo>
                <a:cubicBezTo>
                  <a:pt x="145" y="393"/>
                  <a:pt x="148" y="395"/>
                  <a:pt x="150" y="396"/>
                </a:cubicBezTo>
                <a:cubicBezTo>
                  <a:pt x="152" y="397"/>
                  <a:pt x="157" y="398"/>
                  <a:pt x="165" y="399"/>
                </a:cubicBezTo>
                <a:cubicBezTo>
                  <a:pt x="173" y="399"/>
                  <a:pt x="187" y="400"/>
                  <a:pt x="205" y="400"/>
                </a:cubicBezTo>
                <a:lnTo>
                  <a:pt x="222" y="400"/>
                </a:lnTo>
                <a:lnTo>
                  <a:pt x="222" y="429"/>
                </a:lnTo>
                <a:lnTo>
                  <a:pt x="215" y="429"/>
                </a:lnTo>
                <a:cubicBezTo>
                  <a:pt x="206" y="428"/>
                  <a:pt x="172" y="428"/>
                  <a:pt x="113" y="428"/>
                </a:cubicBezTo>
                <a:cubicBezTo>
                  <a:pt x="53" y="428"/>
                  <a:pt x="20" y="428"/>
                  <a:pt x="11" y="429"/>
                </a:cubicBezTo>
                <a:lnTo>
                  <a:pt x="3" y="429"/>
                </a:lnTo>
                <a:lnTo>
                  <a:pt x="3" y="400"/>
                </a:lnTo>
                <a:lnTo>
                  <a:pt x="20" y="400"/>
                </a:lnTo>
                <a:cubicBezTo>
                  <a:pt x="29" y="400"/>
                  <a:pt x="37" y="400"/>
                  <a:pt x="44" y="400"/>
                </a:cubicBezTo>
                <a:cubicBezTo>
                  <a:pt x="51" y="400"/>
                  <a:pt x="56" y="400"/>
                  <a:pt x="60" y="399"/>
                </a:cubicBezTo>
                <a:cubicBezTo>
                  <a:pt x="64" y="399"/>
                  <a:pt x="67" y="398"/>
                  <a:pt x="70" y="397"/>
                </a:cubicBezTo>
                <a:cubicBezTo>
                  <a:pt x="73" y="396"/>
                  <a:pt x="75" y="396"/>
                  <a:pt x="76" y="396"/>
                </a:cubicBezTo>
                <a:cubicBezTo>
                  <a:pt x="76" y="396"/>
                  <a:pt x="77" y="395"/>
                  <a:pt x="79" y="393"/>
                </a:cubicBezTo>
                <a:cubicBezTo>
                  <a:pt x="82" y="391"/>
                  <a:pt x="83" y="390"/>
                  <a:pt x="83" y="390"/>
                </a:cubicBezTo>
                <a:lnTo>
                  <a:pt x="83" y="5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52" name=""/>
          <p:cNvSpPr/>
          <p:nvPr/>
        </p:nvSpPr>
        <p:spPr>
          <a:xfrm>
            <a:off x="3868920" y="5882040"/>
            <a:ext cx="218520" cy="218520"/>
          </a:xfrm>
          <a:custGeom>
            <a:avLst/>
            <a:gdLst/>
            <a:ahLst/>
            <a:rect l="0" t="0" r="r" b="b"/>
            <a:pathLst>
              <a:path w="607" h="607">
                <a:moveTo>
                  <a:pt x="12" y="285"/>
                </a:moveTo>
                <a:lnTo>
                  <a:pt x="285" y="285"/>
                </a:lnTo>
                <a:lnTo>
                  <a:pt x="285" y="149"/>
                </a:lnTo>
                <a:lnTo>
                  <a:pt x="285" y="12"/>
                </a:lnTo>
                <a:cubicBezTo>
                  <a:pt x="291" y="4"/>
                  <a:pt x="297" y="0"/>
                  <a:pt x="303" y="0"/>
                </a:cubicBezTo>
                <a:cubicBezTo>
                  <a:pt x="311" y="0"/>
                  <a:pt x="317" y="5"/>
                  <a:pt x="321" y="14"/>
                </a:cubicBezTo>
                <a:lnTo>
                  <a:pt x="321" y="285"/>
                </a:lnTo>
                <a:lnTo>
                  <a:pt x="593" y="285"/>
                </a:lnTo>
                <a:cubicBezTo>
                  <a:pt x="602" y="290"/>
                  <a:pt x="607" y="296"/>
                  <a:pt x="607" y="304"/>
                </a:cubicBezTo>
                <a:cubicBezTo>
                  <a:pt x="607" y="312"/>
                  <a:pt x="602" y="318"/>
                  <a:pt x="593" y="323"/>
                </a:cubicBezTo>
                <a:lnTo>
                  <a:pt x="321" y="323"/>
                </a:lnTo>
                <a:lnTo>
                  <a:pt x="321" y="594"/>
                </a:lnTo>
                <a:cubicBezTo>
                  <a:pt x="316" y="602"/>
                  <a:pt x="311" y="607"/>
                  <a:pt x="305" y="607"/>
                </a:cubicBezTo>
                <a:lnTo>
                  <a:pt x="303" y="607"/>
                </a:lnTo>
                <a:lnTo>
                  <a:pt x="301" y="607"/>
                </a:lnTo>
                <a:cubicBezTo>
                  <a:pt x="294" y="607"/>
                  <a:pt x="288" y="602"/>
                  <a:pt x="285" y="594"/>
                </a:cubicBezTo>
                <a:lnTo>
                  <a:pt x="285" y="323"/>
                </a:lnTo>
                <a:lnTo>
                  <a:pt x="12" y="323"/>
                </a:lnTo>
                <a:cubicBezTo>
                  <a:pt x="4" y="318"/>
                  <a:pt x="0" y="312"/>
                  <a:pt x="0" y="304"/>
                </a:cubicBezTo>
                <a:cubicBezTo>
                  <a:pt x="0" y="296"/>
                  <a:pt x="4" y="290"/>
                  <a:pt x="12" y="28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53" name=""/>
          <p:cNvSpPr/>
          <p:nvPr/>
        </p:nvSpPr>
        <p:spPr>
          <a:xfrm>
            <a:off x="4185000" y="5928480"/>
            <a:ext cx="183600" cy="148680"/>
          </a:xfrm>
          <a:custGeom>
            <a:avLst/>
            <a:gdLst/>
            <a:ahLst/>
            <a:rect l="0" t="0" r="r" b="b"/>
            <a:pathLst>
              <a:path w="510" h="413">
                <a:moveTo>
                  <a:pt x="0" y="141"/>
                </a:moveTo>
                <a:cubicBezTo>
                  <a:pt x="1" y="137"/>
                  <a:pt x="2" y="132"/>
                  <a:pt x="3" y="126"/>
                </a:cubicBezTo>
                <a:cubicBezTo>
                  <a:pt x="4" y="120"/>
                  <a:pt x="8" y="109"/>
                  <a:pt x="14" y="92"/>
                </a:cubicBezTo>
                <a:cubicBezTo>
                  <a:pt x="20" y="75"/>
                  <a:pt x="26" y="60"/>
                  <a:pt x="32" y="49"/>
                </a:cubicBezTo>
                <a:cubicBezTo>
                  <a:pt x="38" y="37"/>
                  <a:pt x="48" y="26"/>
                  <a:pt x="62" y="15"/>
                </a:cubicBezTo>
                <a:cubicBezTo>
                  <a:pt x="76" y="4"/>
                  <a:pt x="90" y="-1"/>
                  <a:pt x="104" y="0"/>
                </a:cubicBezTo>
                <a:cubicBezTo>
                  <a:pt x="126" y="0"/>
                  <a:pt x="144" y="5"/>
                  <a:pt x="158" y="16"/>
                </a:cubicBezTo>
                <a:cubicBezTo>
                  <a:pt x="173" y="27"/>
                  <a:pt x="182" y="37"/>
                  <a:pt x="186" y="47"/>
                </a:cubicBezTo>
                <a:cubicBezTo>
                  <a:pt x="189" y="57"/>
                  <a:pt x="191" y="63"/>
                  <a:pt x="191" y="66"/>
                </a:cubicBezTo>
                <a:cubicBezTo>
                  <a:pt x="191" y="67"/>
                  <a:pt x="191" y="68"/>
                  <a:pt x="192" y="68"/>
                </a:cubicBezTo>
                <a:lnTo>
                  <a:pt x="202" y="58"/>
                </a:lnTo>
                <a:cubicBezTo>
                  <a:pt x="239" y="19"/>
                  <a:pt x="281" y="0"/>
                  <a:pt x="330" y="0"/>
                </a:cubicBezTo>
                <a:cubicBezTo>
                  <a:pt x="362" y="0"/>
                  <a:pt x="389" y="8"/>
                  <a:pt x="409" y="24"/>
                </a:cubicBezTo>
                <a:cubicBezTo>
                  <a:pt x="429" y="41"/>
                  <a:pt x="439" y="65"/>
                  <a:pt x="440" y="96"/>
                </a:cubicBezTo>
                <a:cubicBezTo>
                  <a:pt x="440" y="128"/>
                  <a:pt x="429" y="175"/>
                  <a:pt x="405" y="240"/>
                </a:cubicBezTo>
                <a:cubicBezTo>
                  <a:pt x="381" y="304"/>
                  <a:pt x="370" y="342"/>
                  <a:pt x="371" y="356"/>
                </a:cubicBezTo>
                <a:cubicBezTo>
                  <a:pt x="371" y="371"/>
                  <a:pt x="376" y="379"/>
                  <a:pt x="386" y="379"/>
                </a:cubicBezTo>
                <a:cubicBezTo>
                  <a:pt x="390" y="379"/>
                  <a:pt x="392" y="379"/>
                  <a:pt x="394" y="378"/>
                </a:cubicBezTo>
                <a:cubicBezTo>
                  <a:pt x="412" y="375"/>
                  <a:pt x="428" y="364"/>
                  <a:pt x="442" y="344"/>
                </a:cubicBezTo>
                <a:cubicBezTo>
                  <a:pt x="455" y="324"/>
                  <a:pt x="466" y="300"/>
                  <a:pt x="473" y="271"/>
                </a:cubicBezTo>
                <a:cubicBezTo>
                  <a:pt x="475" y="266"/>
                  <a:pt x="481" y="264"/>
                  <a:pt x="492" y="264"/>
                </a:cubicBezTo>
                <a:cubicBezTo>
                  <a:pt x="504" y="264"/>
                  <a:pt x="510" y="266"/>
                  <a:pt x="510" y="271"/>
                </a:cubicBezTo>
                <a:cubicBezTo>
                  <a:pt x="510" y="272"/>
                  <a:pt x="509" y="276"/>
                  <a:pt x="506" y="285"/>
                </a:cubicBezTo>
                <a:cubicBezTo>
                  <a:pt x="501" y="302"/>
                  <a:pt x="495" y="320"/>
                  <a:pt x="486" y="337"/>
                </a:cubicBezTo>
                <a:cubicBezTo>
                  <a:pt x="478" y="354"/>
                  <a:pt x="464" y="371"/>
                  <a:pt x="444" y="388"/>
                </a:cubicBezTo>
                <a:cubicBezTo>
                  <a:pt x="425" y="404"/>
                  <a:pt x="404" y="413"/>
                  <a:pt x="381" y="412"/>
                </a:cubicBezTo>
                <a:cubicBezTo>
                  <a:pt x="353" y="412"/>
                  <a:pt x="332" y="404"/>
                  <a:pt x="320" y="388"/>
                </a:cubicBezTo>
                <a:cubicBezTo>
                  <a:pt x="306" y="371"/>
                  <a:pt x="299" y="354"/>
                  <a:pt x="299" y="337"/>
                </a:cubicBezTo>
                <a:cubicBezTo>
                  <a:pt x="299" y="325"/>
                  <a:pt x="310" y="289"/>
                  <a:pt x="333" y="227"/>
                </a:cubicBezTo>
                <a:cubicBezTo>
                  <a:pt x="355" y="165"/>
                  <a:pt x="366" y="119"/>
                  <a:pt x="367" y="88"/>
                </a:cubicBezTo>
                <a:cubicBezTo>
                  <a:pt x="367" y="52"/>
                  <a:pt x="354" y="34"/>
                  <a:pt x="327" y="34"/>
                </a:cubicBezTo>
                <a:lnTo>
                  <a:pt x="322" y="34"/>
                </a:lnTo>
                <a:cubicBezTo>
                  <a:pt x="269" y="34"/>
                  <a:pt x="225" y="65"/>
                  <a:pt x="189" y="126"/>
                </a:cubicBezTo>
                <a:lnTo>
                  <a:pt x="183" y="137"/>
                </a:lnTo>
                <a:lnTo>
                  <a:pt x="153" y="260"/>
                </a:lnTo>
                <a:cubicBezTo>
                  <a:pt x="133" y="340"/>
                  <a:pt x="121" y="382"/>
                  <a:pt x="118" y="388"/>
                </a:cubicBezTo>
                <a:cubicBezTo>
                  <a:pt x="110" y="405"/>
                  <a:pt x="97" y="413"/>
                  <a:pt x="79" y="413"/>
                </a:cubicBezTo>
                <a:cubicBezTo>
                  <a:pt x="71" y="413"/>
                  <a:pt x="65" y="411"/>
                  <a:pt x="60" y="408"/>
                </a:cubicBezTo>
                <a:cubicBezTo>
                  <a:pt x="55" y="404"/>
                  <a:pt x="52" y="400"/>
                  <a:pt x="50" y="397"/>
                </a:cubicBezTo>
                <a:cubicBezTo>
                  <a:pt x="48" y="393"/>
                  <a:pt x="48" y="390"/>
                  <a:pt x="48" y="388"/>
                </a:cubicBezTo>
                <a:cubicBezTo>
                  <a:pt x="48" y="380"/>
                  <a:pt x="60" y="330"/>
                  <a:pt x="83" y="239"/>
                </a:cubicBezTo>
                <a:cubicBezTo>
                  <a:pt x="106" y="147"/>
                  <a:pt x="118" y="98"/>
                  <a:pt x="119" y="90"/>
                </a:cubicBezTo>
                <a:cubicBezTo>
                  <a:pt x="120" y="87"/>
                  <a:pt x="120" y="80"/>
                  <a:pt x="120" y="69"/>
                </a:cubicBezTo>
                <a:cubicBezTo>
                  <a:pt x="120" y="45"/>
                  <a:pt x="113" y="33"/>
                  <a:pt x="98" y="33"/>
                </a:cubicBezTo>
                <a:cubicBezTo>
                  <a:pt x="75" y="33"/>
                  <a:pt x="56" y="64"/>
                  <a:pt x="41" y="124"/>
                </a:cubicBezTo>
                <a:cubicBezTo>
                  <a:pt x="37" y="137"/>
                  <a:pt x="36" y="143"/>
                  <a:pt x="36" y="144"/>
                </a:cubicBezTo>
                <a:cubicBezTo>
                  <a:pt x="34" y="147"/>
                  <a:pt x="29" y="149"/>
                  <a:pt x="18" y="149"/>
                </a:cubicBezTo>
                <a:lnTo>
                  <a:pt x="6" y="149"/>
                </a:lnTo>
                <a:cubicBezTo>
                  <a:pt x="2" y="145"/>
                  <a:pt x="0" y="143"/>
                  <a:pt x="0" y="1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54" name=""/>
          <p:cNvSpPr/>
          <p:nvPr/>
        </p:nvSpPr>
        <p:spPr>
          <a:xfrm>
            <a:off x="4397040" y="5968080"/>
            <a:ext cx="92880" cy="154440"/>
          </a:xfrm>
          <a:custGeom>
            <a:avLst/>
            <a:gdLst/>
            <a:ahLst/>
            <a:rect l="0" t="0" r="r" b="b"/>
            <a:pathLst>
              <a:path w="258" h="429">
                <a:moveTo>
                  <a:pt x="38" y="152"/>
                </a:moveTo>
                <a:cubicBezTo>
                  <a:pt x="27" y="152"/>
                  <a:pt x="17" y="149"/>
                  <a:pt x="10" y="141"/>
                </a:cubicBezTo>
                <a:cubicBezTo>
                  <a:pt x="4" y="133"/>
                  <a:pt x="0" y="124"/>
                  <a:pt x="0" y="113"/>
                </a:cubicBezTo>
                <a:cubicBezTo>
                  <a:pt x="0" y="82"/>
                  <a:pt x="12" y="56"/>
                  <a:pt x="34" y="33"/>
                </a:cubicBezTo>
                <a:cubicBezTo>
                  <a:pt x="57" y="11"/>
                  <a:pt x="85" y="0"/>
                  <a:pt x="119" y="0"/>
                </a:cubicBezTo>
                <a:cubicBezTo>
                  <a:pt x="158" y="0"/>
                  <a:pt x="191" y="12"/>
                  <a:pt x="218" y="36"/>
                </a:cubicBezTo>
                <a:cubicBezTo>
                  <a:pt x="244" y="60"/>
                  <a:pt x="257" y="91"/>
                  <a:pt x="258" y="129"/>
                </a:cubicBezTo>
                <a:cubicBezTo>
                  <a:pt x="258" y="148"/>
                  <a:pt x="254" y="165"/>
                  <a:pt x="245" y="182"/>
                </a:cubicBezTo>
                <a:cubicBezTo>
                  <a:pt x="236" y="199"/>
                  <a:pt x="226" y="213"/>
                  <a:pt x="214" y="226"/>
                </a:cubicBezTo>
                <a:cubicBezTo>
                  <a:pt x="201" y="238"/>
                  <a:pt x="184" y="254"/>
                  <a:pt x="162" y="273"/>
                </a:cubicBezTo>
                <a:cubicBezTo>
                  <a:pt x="146" y="287"/>
                  <a:pt x="125" y="306"/>
                  <a:pt x="97" y="334"/>
                </a:cubicBezTo>
                <a:lnTo>
                  <a:pt x="59" y="370"/>
                </a:lnTo>
                <a:lnTo>
                  <a:pt x="108" y="370"/>
                </a:lnTo>
                <a:cubicBezTo>
                  <a:pt x="176" y="370"/>
                  <a:pt x="212" y="369"/>
                  <a:pt x="217" y="367"/>
                </a:cubicBezTo>
                <a:cubicBezTo>
                  <a:pt x="220" y="366"/>
                  <a:pt x="225" y="347"/>
                  <a:pt x="232" y="309"/>
                </a:cubicBezTo>
                <a:lnTo>
                  <a:pt x="232" y="307"/>
                </a:lnTo>
                <a:lnTo>
                  <a:pt x="258" y="307"/>
                </a:lnTo>
                <a:lnTo>
                  <a:pt x="258" y="309"/>
                </a:lnTo>
                <a:cubicBezTo>
                  <a:pt x="257" y="310"/>
                  <a:pt x="255" y="331"/>
                  <a:pt x="250" y="368"/>
                </a:cubicBezTo>
                <a:cubicBezTo>
                  <a:pt x="244" y="406"/>
                  <a:pt x="241" y="426"/>
                  <a:pt x="240" y="428"/>
                </a:cubicBezTo>
                <a:lnTo>
                  <a:pt x="240" y="429"/>
                </a:lnTo>
                <a:lnTo>
                  <a:pt x="0" y="429"/>
                </a:lnTo>
                <a:lnTo>
                  <a:pt x="0" y="417"/>
                </a:lnTo>
                <a:lnTo>
                  <a:pt x="0" y="410"/>
                </a:lnTo>
                <a:cubicBezTo>
                  <a:pt x="0" y="407"/>
                  <a:pt x="1" y="403"/>
                  <a:pt x="4" y="400"/>
                </a:cubicBezTo>
                <a:cubicBezTo>
                  <a:pt x="7" y="396"/>
                  <a:pt x="13" y="389"/>
                  <a:pt x="23" y="377"/>
                </a:cubicBezTo>
                <a:cubicBezTo>
                  <a:pt x="36" y="364"/>
                  <a:pt x="46" y="352"/>
                  <a:pt x="56" y="341"/>
                </a:cubicBezTo>
                <a:cubicBezTo>
                  <a:pt x="59" y="337"/>
                  <a:pt x="67" y="329"/>
                  <a:pt x="77" y="317"/>
                </a:cubicBezTo>
                <a:cubicBezTo>
                  <a:pt x="88" y="305"/>
                  <a:pt x="95" y="297"/>
                  <a:pt x="99" y="293"/>
                </a:cubicBezTo>
                <a:cubicBezTo>
                  <a:pt x="103" y="288"/>
                  <a:pt x="109" y="281"/>
                  <a:pt x="118" y="271"/>
                </a:cubicBezTo>
                <a:cubicBezTo>
                  <a:pt x="126" y="262"/>
                  <a:pt x="132" y="254"/>
                  <a:pt x="136" y="250"/>
                </a:cubicBezTo>
                <a:cubicBezTo>
                  <a:pt x="139" y="245"/>
                  <a:pt x="144" y="238"/>
                  <a:pt x="151" y="230"/>
                </a:cubicBezTo>
                <a:cubicBezTo>
                  <a:pt x="157" y="222"/>
                  <a:pt x="162" y="215"/>
                  <a:pt x="164" y="210"/>
                </a:cubicBezTo>
                <a:cubicBezTo>
                  <a:pt x="167" y="204"/>
                  <a:pt x="170" y="198"/>
                  <a:pt x="174" y="191"/>
                </a:cubicBezTo>
                <a:cubicBezTo>
                  <a:pt x="178" y="184"/>
                  <a:pt x="181" y="177"/>
                  <a:pt x="182" y="170"/>
                </a:cubicBezTo>
                <a:cubicBezTo>
                  <a:pt x="184" y="164"/>
                  <a:pt x="185" y="157"/>
                  <a:pt x="187" y="151"/>
                </a:cubicBezTo>
                <a:cubicBezTo>
                  <a:pt x="188" y="145"/>
                  <a:pt x="189" y="138"/>
                  <a:pt x="189" y="130"/>
                </a:cubicBezTo>
                <a:cubicBezTo>
                  <a:pt x="189" y="103"/>
                  <a:pt x="181" y="80"/>
                  <a:pt x="167" y="60"/>
                </a:cubicBezTo>
                <a:cubicBezTo>
                  <a:pt x="152" y="40"/>
                  <a:pt x="131" y="30"/>
                  <a:pt x="104" y="30"/>
                </a:cubicBezTo>
                <a:cubicBezTo>
                  <a:pt x="90" y="30"/>
                  <a:pt x="78" y="34"/>
                  <a:pt x="67" y="41"/>
                </a:cubicBezTo>
                <a:cubicBezTo>
                  <a:pt x="56" y="48"/>
                  <a:pt x="49" y="56"/>
                  <a:pt x="45" y="62"/>
                </a:cubicBezTo>
                <a:cubicBezTo>
                  <a:pt x="40" y="69"/>
                  <a:pt x="38" y="73"/>
                  <a:pt x="38" y="75"/>
                </a:cubicBezTo>
                <a:cubicBezTo>
                  <a:pt x="38" y="75"/>
                  <a:pt x="39" y="75"/>
                  <a:pt x="41" y="75"/>
                </a:cubicBezTo>
                <a:cubicBezTo>
                  <a:pt x="49" y="75"/>
                  <a:pt x="57" y="78"/>
                  <a:pt x="65" y="84"/>
                </a:cubicBezTo>
                <a:cubicBezTo>
                  <a:pt x="73" y="90"/>
                  <a:pt x="77" y="100"/>
                  <a:pt x="77" y="114"/>
                </a:cubicBezTo>
                <a:cubicBezTo>
                  <a:pt x="77" y="125"/>
                  <a:pt x="74" y="134"/>
                  <a:pt x="67" y="141"/>
                </a:cubicBezTo>
                <a:cubicBezTo>
                  <a:pt x="60" y="148"/>
                  <a:pt x="51" y="152"/>
                  <a:pt x="38" y="15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55" name=""/>
          <p:cNvSpPr/>
          <p:nvPr/>
        </p:nvSpPr>
        <p:spPr>
          <a:xfrm>
            <a:off x="4535640" y="582732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5" y="1"/>
                </a:moveTo>
                <a:lnTo>
                  <a:pt x="9" y="0"/>
                </a:lnTo>
                <a:cubicBezTo>
                  <a:pt x="12" y="0"/>
                  <a:pt x="15" y="0"/>
                  <a:pt x="18" y="0"/>
                </a:cubicBezTo>
                <a:lnTo>
                  <a:pt x="29" y="0"/>
                </a:lnTo>
                <a:lnTo>
                  <a:pt x="54" y="22"/>
                </a:lnTo>
                <a:cubicBezTo>
                  <a:pt x="112" y="74"/>
                  <a:pt x="154" y="138"/>
                  <a:pt x="180" y="215"/>
                </a:cubicBezTo>
                <a:cubicBezTo>
                  <a:pt x="206" y="292"/>
                  <a:pt x="219" y="372"/>
                  <a:pt x="219" y="455"/>
                </a:cubicBezTo>
                <a:cubicBezTo>
                  <a:pt x="219" y="497"/>
                  <a:pt x="216" y="536"/>
                  <a:pt x="210" y="575"/>
                </a:cubicBezTo>
                <a:cubicBezTo>
                  <a:pt x="204" y="613"/>
                  <a:pt x="197" y="645"/>
                  <a:pt x="189" y="673"/>
                </a:cubicBezTo>
                <a:cubicBezTo>
                  <a:pt x="181" y="700"/>
                  <a:pt x="170" y="726"/>
                  <a:pt x="155" y="753"/>
                </a:cubicBezTo>
                <a:cubicBezTo>
                  <a:pt x="141" y="780"/>
                  <a:pt x="129" y="800"/>
                  <a:pt x="121" y="814"/>
                </a:cubicBezTo>
                <a:cubicBezTo>
                  <a:pt x="112" y="828"/>
                  <a:pt x="100" y="844"/>
                  <a:pt x="82" y="861"/>
                </a:cubicBezTo>
                <a:cubicBezTo>
                  <a:pt x="66" y="878"/>
                  <a:pt x="56" y="888"/>
                  <a:pt x="53" y="891"/>
                </a:cubicBezTo>
                <a:cubicBezTo>
                  <a:pt x="50" y="894"/>
                  <a:pt x="43" y="899"/>
                  <a:pt x="32" y="908"/>
                </a:cubicBezTo>
                <a:cubicBezTo>
                  <a:pt x="30" y="910"/>
                  <a:pt x="29" y="911"/>
                  <a:pt x="29" y="911"/>
                </a:cubicBezTo>
                <a:lnTo>
                  <a:pt x="18" y="911"/>
                </a:lnTo>
                <a:cubicBezTo>
                  <a:pt x="13" y="911"/>
                  <a:pt x="9" y="911"/>
                  <a:pt x="8" y="911"/>
                </a:cubicBezTo>
                <a:cubicBezTo>
                  <a:pt x="6" y="911"/>
                  <a:pt x="4" y="911"/>
                  <a:pt x="3" y="909"/>
                </a:cubicBezTo>
                <a:cubicBezTo>
                  <a:pt x="2" y="907"/>
                  <a:pt x="1" y="904"/>
                  <a:pt x="0" y="901"/>
                </a:cubicBezTo>
                <a:cubicBezTo>
                  <a:pt x="1" y="900"/>
                  <a:pt x="4" y="896"/>
                  <a:pt x="10" y="889"/>
                </a:cubicBezTo>
                <a:cubicBezTo>
                  <a:pt x="105" y="791"/>
                  <a:pt x="152" y="646"/>
                  <a:pt x="152" y="455"/>
                </a:cubicBezTo>
                <a:cubicBezTo>
                  <a:pt x="152" y="265"/>
                  <a:pt x="105" y="121"/>
                  <a:pt x="10" y="23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7"/>
                  <a:pt x="2" y="3"/>
                  <a:pt x="5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56" name=""/>
          <p:cNvSpPr/>
          <p:nvPr/>
        </p:nvSpPr>
        <p:spPr>
          <a:xfrm>
            <a:off x="2169720" y="5772600"/>
            <a:ext cx="298080" cy="393480"/>
          </a:xfrm>
          <a:custGeom>
            <a:avLst/>
            <a:gdLst/>
            <a:ahLst/>
            <a:rect l="0" t="0" r="r" b="b"/>
            <a:pathLst>
              <a:path w="828" h="1093">
                <a:moveTo>
                  <a:pt x="139" y="547"/>
                </a:moveTo>
                <a:cubicBezTo>
                  <a:pt x="139" y="547"/>
                  <a:pt x="155" y="583"/>
                  <a:pt x="187" y="655"/>
                </a:cubicBezTo>
                <a:cubicBezTo>
                  <a:pt x="218" y="727"/>
                  <a:pt x="249" y="800"/>
                  <a:pt x="280" y="872"/>
                </a:cubicBezTo>
                <a:cubicBezTo>
                  <a:pt x="311" y="945"/>
                  <a:pt x="327" y="981"/>
                  <a:pt x="328" y="982"/>
                </a:cubicBezTo>
                <a:lnTo>
                  <a:pt x="560" y="499"/>
                </a:lnTo>
                <a:cubicBezTo>
                  <a:pt x="715" y="174"/>
                  <a:pt x="793" y="11"/>
                  <a:pt x="794" y="10"/>
                </a:cubicBezTo>
                <a:cubicBezTo>
                  <a:pt x="798" y="3"/>
                  <a:pt x="804" y="0"/>
                  <a:pt x="811" y="0"/>
                </a:cubicBezTo>
                <a:cubicBezTo>
                  <a:pt x="815" y="0"/>
                  <a:pt x="819" y="2"/>
                  <a:pt x="822" y="5"/>
                </a:cubicBezTo>
                <a:cubicBezTo>
                  <a:pt x="825" y="9"/>
                  <a:pt x="827" y="13"/>
                  <a:pt x="828" y="16"/>
                </a:cubicBezTo>
                <a:lnTo>
                  <a:pt x="828" y="22"/>
                </a:lnTo>
                <a:lnTo>
                  <a:pt x="575" y="552"/>
                </a:lnTo>
                <a:cubicBezTo>
                  <a:pt x="516" y="674"/>
                  <a:pt x="455" y="801"/>
                  <a:pt x="392" y="935"/>
                </a:cubicBezTo>
                <a:cubicBezTo>
                  <a:pt x="355" y="1012"/>
                  <a:pt x="333" y="1057"/>
                  <a:pt x="327" y="1069"/>
                </a:cubicBezTo>
                <a:cubicBezTo>
                  <a:pt x="321" y="1082"/>
                  <a:pt x="316" y="1089"/>
                  <a:pt x="312" y="1091"/>
                </a:cubicBezTo>
                <a:cubicBezTo>
                  <a:pt x="310" y="1092"/>
                  <a:pt x="305" y="1093"/>
                  <a:pt x="297" y="1093"/>
                </a:cubicBezTo>
                <a:lnTo>
                  <a:pt x="286" y="1092"/>
                </a:lnTo>
                <a:lnTo>
                  <a:pt x="187" y="861"/>
                </a:lnTo>
                <a:cubicBezTo>
                  <a:pt x="120" y="708"/>
                  <a:pt x="86" y="632"/>
                  <a:pt x="86" y="632"/>
                </a:cubicBezTo>
                <a:lnTo>
                  <a:pt x="55" y="655"/>
                </a:lnTo>
                <a:cubicBezTo>
                  <a:pt x="35" y="671"/>
                  <a:pt x="24" y="679"/>
                  <a:pt x="24" y="679"/>
                </a:cubicBezTo>
                <a:lnTo>
                  <a:pt x="0" y="655"/>
                </a:lnTo>
                <a:lnTo>
                  <a:pt x="139" y="5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57" name=""/>
          <p:cNvSpPr/>
          <p:nvPr/>
        </p:nvSpPr>
        <p:spPr>
          <a:xfrm>
            <a:off x="2467440" y="5772600"/>
            <a:ext cx="2178000" cy="20160"/>
          </a:xfrm>
          <a:custGeom>
            <a:avLst/>
            <a:gdLst/>
            <a:ahLst/>
            <a:rect l="0" t="0" r="r" b="b"/>
            <a:pathLst>
              <a:path w="6050" h="56">
                <a:moveTo>
                  <a:pt x="0" y="0"/>
                </a:moveTo>
                <a:lnTo>
                  <a:pt x="6050" y="0"/>
                </a:lnTo>
                <a:lnTo>
                  <a:pt x="6050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58" name=""/>
          <p:cNvSpPr/>
          <p:nvPr/>
        </p:nvSpPr>
        <p:spPr>
          <a:xfrm>
            <a:off x="933120" y="63720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3"/>
                  <a:pt x="285" y="193"/>
                  <a:pt x="281" y="202"/>
                </a:cubicBezTo>
                <a:cubicBezTo>
                  <a:pt x="278" y="211"/>
                  <a:pt x="273" y="220"/>
                  <a:pt x="268" y="227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8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3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1200240" y="5806800"/>
            <a:ext cx="9349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収束率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60" name=""/>
          <p:cNvSpPr/>
          <p:nvPr/>
        </p:nvSpPr>
        <p:spPr>
          <a:xfrm>
            <a:off x="2591280" y="6305400"/>
            <a:ext cx="235440" cy="223200"/>
          </a:xfrm>
          <a:custGeom>
            <a:avLst/>
            <a:gdLst/>
            <a:ahLst/>
            <a:rect l="0" t="0" r="r" b="b"/>
            <a:pathLst>
              <a:path w="654" h="620">
                <a:moveTo>
                  <a:pt x="16" y="619"/>
                </a:moveTo>
                <a:cubicBezTo>
                  <a:pt x="5" y="619"/>
                  <a:pt x="0" y="616"/>
                  <a:pt x="0" y="610"/>
                </a:cubicBezTo>
                <a:cubicBezTo>
                  <a:pt x="0" y="608"/>
                  <a:pt x="1" y="604"/>
                  <a:pt x="3" y="597"/>
                </a:cubicBezTo>
                <a:cubicBezTo>
                  <a:pt x="5" y="587"/>
                  <a:pt x="8" y="582"/>
                  <a:pt x="10" y="581"/>
                </a:cubicBezTo>
                <a:cubicBezTo>
                  <a:pt x="13" y="579"/>
                  <a:pt x="20" y="578"/>
                  <a:pt x="31" y="578"/>
                </a:cubicBezTo>
                <a:cubicBezTo>
                  <a:pt x="47" y="578"/>
                  <a:pt x="66" y="577"/>
                  <a:pt x="86" y="575"/>
                </a:cubicBezTo>
                <a:cubicBezTo>
                  <a:pt x="94" y="573"/>
                  <a:pt x="100" y="570"/>
                  <a:pt x="103" y="564"/>
                </a:cubicBezTo>
                <a:cubicBezTo>
                  <a:pt x="104" y="561"/>
                  <a:pt x="126" y="476"/>
                  <a:pt x="168" y="308"/>
                </a:cubicBezTo>
                <a:cubicBezTo>
                  <a:pt x="209" y="141"/>
                  <a:pt x="231" y="55"/>
                  <a:pt x="231" y="53"/>
                </a:cubicBezTo>
                <a:cubicBezTo>
                  <a:pt x="231" y="48"/>
                  <a:pt x="230" y="46"/>
                  <a:pt x="228" y="46"/>
                </a:cubicBezTo>
                <a:cubicBezTo>
                  <a:pt x="223" y="45"/>
                  <a:pt x="207" y="43"/>
                  <a:pt x="179" y="42"/>
                </a:cubicBezTo>
                <a:lnTo>
                  <a:pt x="151" y="42"/>
                </a:lnTo>
                <a:cubicBezTo>
                  <a:pt x="148" y="38"/>
                  <a:pt x="146" y="36"/>
                  <a:pt x="146" y="34"/>
                </a:cubicBezTo>
                <a:cubicBezTo>
                  <a:pt x="146" y="33"/>
                  <a:pt x="146" y="28"/>
                  <a:pt x="148" y="19"/>
                </a:cubicBezTo>
                <a:cubicBezTo>
                  <a:pt x="150" y="9"/>
                  <a:pt x="153" y="2"/>
                  <a:pt x="157" y="0"/>
                </a:cubicBezTo>
                <a:lnTo>
                  <a:pt x="648" y="0"/>
                </a:lnTo>
                <a:cubicBezTo>
                  <a:pt x="652" y="2"/>
                  <a:pt x="654" y="6"/>
                  <a:pt x="654" y="10"/>
                </a:cubicBezTo>
                <a:cubicBezTo>
                  <a:pt x="654" y="13"/>
                  <a:pt x="651" y="47"/>
                  <a:pt x="643" y="113"/>
                </a:cubicBezTo>
                <a:cubicBezTo>
                  <a:pt x="635" y="178"/>
                  <a:pt x="631" y="211"/>
                  <a:pt x="630" y="213"/>
                </a:cubicBezTo>
                <a:cubicBezTo>
                  <a:pt x="629" y="217"/>
                  <a:pt x="623" y="219"/>
                  <a:pt x="612" y="219"/>
                </a:cubicBezTo>
                <a:lnTo>
                  <a:pt x="601" y="219"/>
                </a:lnTo>
                <a:cubicBezTo>
                  <a:pt x="597" y="216"/>
                  <a:pt x="594" y="212"/>
                  <a:pt x="594" y="207"/>
                </a:cubicBezTo>
                <a:cubicBezTo>
                  <a:pt x="594" y="207"/>
                  <a:pt x="595" y="200"/>
                  <a:pt x="597" y="186"/>
                </a:cubicBezTo>
                <a:cubicBezTo>
                  <a:pt x="599" y="172"/>
                  <a:pt x="600" y="156"/>
                  <a:pt x="600" y="137"/>
                </a:cubicBezTo>
                <a:cubicBezTo>
                  <a:pt x="600" y="119"/>
                  <a:pt x="598" y="104"/>
                  <a:pt x="594" y="92"/>
                </a:cubicBezTo>
                <a:cubicBezTo>
                  <a:pt x="589" y="80"/>
                  <a:pt x="583" y="71"/>
                  <a:pt x="576" y="64"/>
                </a:cubicBezTo>
                <a:cubicBezTo>
                  <a:pt x="569" y="56"/>
                  <a:pt x="558" y="51"/>
                  <a:pt x="543" y="49"/>
                </a:cubicBezTo>
                <a:cubicBezTo>
                  <a:pt x="527" y="47"/>
                  <a:pt x="512" y="45"/>
                  <a:pt x="496" y="43"/>
                </a:cubicBezTo>
                <a:cubicBezTo>
                  <a:pt x="480" y="41"/>
                  <a:pt x="459" y="41"/>
                  <a:pt x="431" y="42"/>
                </a:cubicBezTo>
                <a:lnTo>
                  <a:pt x="410" y="42"/>
                </a:lnTo>
                <a:cubicBezTo>
                  <a:pt x="360" y="42"/>
                  <a:pt x="334" y="43"/>
                  <a:pt x="331" y="45"/>
                </a:cubicBezTo>
                <a:cubicBezTo>
                  <a:pt x="327" y="46"/>
                  <a:pt x="325" y="48"/>
                  <a:pt x="324" y="52"/>
                </a:cubicBezTo>
                <a:cubicBezTo>
                  <a:pt x="324" y="52"/>
                  <a:pt x="313" y="92"/>
                  <a:pt x="292" y="172"/>
                </a:cubicBezTo>
                <a:lnTo>
                  <a:pt x="263" y="289"/>
                </a:lnTo>
                <a:lnTo>
                  <a:pt x="314" y="289"/>
                </a:lnTo>
                <a:cubicBezTo>
                  <a:pt x="316" y="289"/>
                  <a:pt x="323" y="289"/>
                  <a:pt x="335" y="289"/>
                </a:cubicBezTo>
                <a:cubicBezTo>
                  <a:pt x="347" y="289"/>
                  <a:pt x="356" y="289"/>
                  <a:pt x="361" y="288"/>
                </a:cubicBezTo>
                <a:cubicBezTo>
                  <a:pt x="365" y="288"/>
                  <a:pt x="372" y="287"/>
                  <a:pt x="381" y="286"/>
                </a:cubicBezTo>
                <a:cubicBezTo>
                  <a:pt x="389" y="285"/>
                  <a:pt x="396" y="282"/>
                  <a:pt x="402" y="279"/>
                </a:cubicBezTo>
                <a:cubicBezTo>
                  <a:pt x="408" y="276"/>
                  <a:pt x="414" y="273"/>
                  <a:pt x="418" y="268"/>
                </a:cubicBezTo>
                <a:cubicBezTo>
                  <a:pt x="426" y="261"/>
                  <a:pt x="432" y="251"/>
                  <a:pt x="438" y="238"/>
                </a:cubicBezTo>
                <a:cubicBezTo>
                  <a:pt x="443" y="226"/>
                  <a:pt x="447" y="214"/>
                  <a:pt x="450" y="204"/>
                </a:cubicBezTo>
                <a:cubicBezTo>
                  <a:pt x="452" y="194"/>
                  <a:pt x="454" y="188"/>
                  <a:pt x="454" y="187"/>
                </a:cubicBezTo>
                <a:cubicBezTo>
                  <a:pt x="456" y="184"/>
                  <a:pt x="462" y="183"/>
                  <a:pt x="472" y="183"/>
                </a:cubicBezTo>
                <a:lnTo>
                  <a:pt x="482" y="183"/>
                </a:lnTo>
                <a:cubicBezTo>
                  <a:pt x="487" y="186"/>
                  <a:pt x="489" y="189"/>
                  <a:pt x="489" y="192"/>
                </a:cubicBezTo>
                <a:cubicBezTo>
                  <a:pt x="489" y="194"/>
                  <a:pt x="479" y="234"/>
                  <a:pt x="461" y="311"/>
                </a:cubicBezTo>
                <a:cubicBezTo>
                  <a:pt x="442" y="389"/>
                  <a:pt x="432" y="429"/>
                  <a:pt x="430" y="431"/>
                </a:cubicBezTo>
                <a:cubicBezTo>
                  <a:pt x="428" y="436"/>
                  <a:pt x="422" y="438"/>
                  <a:pt x="412" y="438"/>
                </a:cubicBezTo>
                <a:lnTo>
                  <a:pt x="401" y="438"/>
                </a:lnTo>
                <a:cubicBezTo>
                  <a:pt x="396" y="434"/>
                  <a:pt x="394" y="430"/>
                  <a:pt x="394" y="427"/>
                </a:cubicBezTo>
                <a:cubicBezTo>
                  <a:pt x="394" y="425"/>
                  <a:pt x="396" y="418"/>
                  <a:pt x="399" y="407"/>
                </a:cubicBezTo>
                <a:cubicBezTo>
                  <a:pt x="402" y="395"/>
                  <a:pt x="403" y="383"/>
                  <a:pt x="403" y="370"/>
                </a:cubicBezTo>
                <a:cubicBezTo>
                  <a:pt x="403" y="353"/>
                  <a:pt x="397" y="342"/>
                  <a:pt x="385" y="338"/>
                </a:cubicBezTo>
                <a:cubicBezTo>
                  <a:pt x="373" y="333"/>
                  <a:pt x="346" y="331"/>
                  <a:pt x="303" y="331"/>
                </a:cubicBezTo>
                <a:lnTo>
                  <a:pt x="253" y="331"/>
                </a:lnTo>
                <a:lnTo>
                  <a:pt x="224" y="447"/>
                </a:lnTo>
                <a:cubicBezTo>
                  <a:pt x="205" y="522"/>
                  <a:pt x="195" y="561"/>
                  <a:pt x="195" y="565"/>
                </a:cubicBezTo>
                <a:cubicBezTo>
                  <a:pt x="195" y="574"/>
                  <a:pt x="222" y="578"/>
                  <a:pt x="276" y="578"/>
                </a:cubicBezTo>
                <a:lnTo>
                  <a:pt x="299" y="578"/>
                </a:lnTo>
                <a:cubicBezTo>
                  <a:pt x="302" y="581"/>
                  <a:pt x="304" y="584"/>
                  <a:pt x="304" y="584"/>
                </a:cubicBezTo>
                <a:cubicBezTo>
                  <a:pt x="304" y="585"/>
                  <a:pt x="303" y="591"/>
                  <a:pt x="302" y="602"/>
                </a:cubicBezTo>
                <a:cubicBezTo>
                  <a:pt x="300" y="610"/>
                  <a:pt x="297" y="616"/>
                  <a:pt x="293" y="620"/>
                </a:cubicBezTo>
                <a:lnTo>
                  <a:pt x="278" y="620"/>
                </a:lnTo>
                <a:cubicBezTo>
                  <a:pt x="253" y="619"/>
                  <a:pt x="207" y="618"/>
                  <a:pt x="140" y="618"/>
                </a:cubicBezTo>
                <a:cubicBezTo>
                  <a:pt x="101" y="618"/>
                  <a:pt x="71" y="618"/>
                  <a:pt x="50" y="618"/>
                </a:cubicBezTo>
                <a:cubicBezTo>
                  <a:pt x="30" y="618"/>
                  <a:pt x="18" y="618"/>
                  <a:pt x="16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61" name=""/>
          <p:cNvSpPr/>
          <p:nvPr/>
        </p:nvSpPr>
        <p:spPr>
          <a:xfrm>
            <a:off x="2821680" y="6423120"/>
            <a:ext cx="80280" cy="154440"/>
          </a:xfrm>
          <a:custGeom>
            <a:avLst/>
            <a:gdLst/>
            <a:ahLst/>
            <a:rect l="0" t="0" r="r" b="b"/>
            <a:pathLst>
              <a:path w="223" h="429">
                <a:moveTo>
                  <a:pt x="85" y="56"/>
                </a:moveTo>
                <a:lnTo>
                  <a:pt x="77" y="60"/>
                </a:lnTo>
                <a:cubicBezTo>
                  <a:pt x="71" y="62"/>
                  <a:pt x="62" y="64"/>
                  <a:pt x="51" y="66"/>
                </a:cubicBezTo>
                <a:cubicBezTo>
                  <a:pt x="40" y="68"/>
                  <a:pt x="27" y="70"/>
                  <a:pt x="14" y="71"/>
                </a:cubicBezTo>
                <a:lnTo>
                  <a:pt x="0" y="71"/>
                </a:lnTo>
                <a:lnTo>
                  <a:pt x="0" y="41"/>
                </a:lnTo>
                <a:lnTo>
                  <a:pt x="14" y="41"/>
                </a:lnTo>
                <a:cubicBezTo>
                  <a:pt x="34" y="40"/>
                  <a:pt x="52" y="37"/>
                  <a:pt x="70" y="31"/>
                </a:cubicBezTo>
                <a:cubicBezTo>
                  <a:pt x="87" y="26"/>
                  <a:pt x="99" y="21"/>
                  <a:pt x="106" y="16"/>
                </a:cubicBezTo>
                <a:cubicBezTo>
                  <a:pt x="113" y="11"/>
                  <a:pt x="119" y="6"/>
                  <a:pt x="124" y="2"/>
                </a:cubicBezTo>
                <a:cubicBezTo>
                  <a:pt x="125" y="0"/>
                  <a:pt x="127" y="0"/>
                  <a:pt x="131" y="0"/>
                </a:cubicBezTo>
                <a:cubicBezTo>
                  <a:pt x="135" y="0"/>
                  <a:pt x="139" y="1"/>
                  <a:pt x="142" y="4"/>
                </a:cubicBezTo>
                <a:lnTo>
                  <a:pt x="142" y="196"/>
                </a:lnTo>
                <a:lnTo>
                  <a:pt x="143" y="390"/>
                </a:lnTo>
                <a:cubicBezTo>
                  <a:pt x="146" y="393"/>
                  <a:pt x="149" y="395"/>
                  <a:pt x="151" y="396"/>
                </a:cubicBezTo>
                <a:cubicBezTo>
                  <a:pt x="153" y="397"/>
                  <a:pt x="158" y="397"/>
                  <a:pt x="166" y="398"/>
                </a:cubicBezTo>
                <a:cubicBezTo>
                  <a:pt x="174" y="399"/>
                  <a:pt x="188" y="400"/>
                  <a:pt x="206" y="400"/>
                </a:cubicBezTo>
                <a:lnTo>
                  <a:pt x="223" y="400"/>
                </a:lnTo>
                <a:lnTo>
                  <a:pt x="223" y="429"/>
                </a:lnTo>
                <a:lnTo>
                  <a:pt x="216" y="429"/>
                </a:lnTo>
                <a:cubicBezTo>
                  <a:pt x="207" y="428"/>
                  <a:pt x="173" y="427"/>
                  <a:pt x="113" y="427"/>
                </a:cubicBezTo>
                <a:cubicBezTo>
                  <a:pt x="55" y="427"/>
                  <a:pt x="21" y="428"/>
                  <a:pt x="12" y="429"/>
                </a:cubicBezTo>
                <a:lnTo>
                  <a:pt x="4" y="429"/>
                </a:lnTo>
                <a:lnTo>
                  <a:pt x="4" y="400"/>
                </a:lnTo>
                <a:lnTo>
                  <a:pt x="21" y="400"/>
                </a:lnTo>
                <a:cubicBezTo>
                  <a:pt x="31" y="400"/>
                  <a:pt x="39" y="400"/>
                  <a:pt x="46" y="400"/>
                </a:cubicBezTo>
                <a:cubicBezTo>
                  <a:pt x="53" y="400"/>
                  <a:pt x="58" y="399"/>
                  <a:pt x="62" y="399"/>
                </a:cubicBezTo>
                <a:cubicBezTo>
                  <a:pt x="66" y="399"/>
                  <a:pt x="69" y="398"/>
                  <a:pt x="72" y="397"/>
                </a:cubicBezTo>
                <a:cubicBezTo>
                  <a:pt x="75" y="396"/>
                  <a:pt x="77" y="396"/>
                  <a:pt x="77" y="396"/>
                </a:cubicBezTo>
                <a:cubicBezTo>
                  <a:pt x="78" y="396"/>
                  <a:pt x="79" y="395"/>
                  <a:pt x="81" y="393"/>
                </a:cubicBezTo>
                <a:cubicBezTo>
                  <a:pt x="83" y="390"/>
                  <a:pt x="85" y="390"/>
                  <a:pt x="85" y="390"/>
                </a:cubicBezTo>
                <a:lnTo>
                  <a:pt x="85" y="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62" name=""/>
          <p:cNvSpPr/>
          <p:nvPr/>
        </p:nvSpPr>
        <p:spPr>
          <a:xfrm>
            <a:off x="3044160" y="6408000"/>
            <a:ext cx="218520" cy="77040"/>
          </a:xfrm>
          <a:custGeom>
            <a:avLst/>
            <a:gdLst/>
            <a:ahLst/>
            <a:rect l="0" t="0" r="r" b="b"/>
            <a:pathLst>
              <a:path w="607" h="214">
                <a:moveTo>
                  <a:pt x="0" y="18"/>
                </a:moveTo>
                <a:cubicBezTo>
                  <a:pt x="0" y="10"/>
                  <a:pt x="4" y="4"/>
                  <a:pt x="13" y="0"/>
                </a:cubicBezTo>
                <a:lnTo>
                  <a:pt x="593" y="0"/>
                </a:lnTo>
                <a:cubicBezTo>
                  <a:pt x="603" y="5"/>
                  <a:pt x="607" y="11"/>
                  <a:pt x="607" y="18"/>
                </a:cubicBezTo>
                <a:cubicBezTo>
                  <a:pt x="607" y="25"/>
                  <a:pt x="603" y="30"/>
                  <a:pt x="594" y="35"/>
                </a:cubicBezTo>
                <a:lnTo>
                  <a:pt x="304" y="36"/>
                </a:lnTo>
                <a:lnTo>
                  <a:pt x="15" y="36"/>
                </a:lnTo>
                <a:cubicBezTo>
                  <a:pt x="5" y="33"/>
                  <a:pt x="0" y="27"/>
                  <a:pt x="0" y="18"/>
                </a:cubicBezTo>
                <a:moveTo>
                  <a:pt x="0" y="195"/>
                </a:moveTo>
                <a:cubicBezTo>
                  <a:pt x="0" y="186"/>
                  <a:pt x="5" y="180"/>
                  <a:pt x="15" y="177"/>
                </a:cubicBezTo>
                <a:lnTo>
                  <a:pt x="594" y="177"/>
                </a:lnTo>
                <a:cubicBezTo>
                  <a:pt x="603" y="183"/>
                  <a:pt x="607" y="189"/>
                  <a:pt x="607" y="195"/>
                </a:cubicBezTo>
                <a:cubicBezTo>
                  <a:pt x="607" y="203"/>
                  <a:pt x="603" y="209"/>
                  <a:pt x="593" y="214"/>
                </a:cubicBezTo>
                <a:lnTo>
                  <a:pt x="13" y="214"/>
                </a:lnTo>
                <a:cubicBezTo>
                  <a:pt x="4" y="209"/>
                  <a:pt x="0" y="203"/>
                  <a:pt x="0" y="19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63" name=""/>
          <p:cNvSpPr/>
          <p:nvPr/>
        </p:nvSpPr>
        <p:spPr>
          <a:xfrm>
            <a:off x="3381840" y="6305400"/>
            <a:ext cx="235440" cy="223200"/>
          </a:xfrm>
          <a:custGeom>
            <a:avLst/>
            <a:gdLst/>
            <a:ahLst/>
            <a:rect l="0" t="0" r="r" b="b"/>
            <a:pathLst>
              <a:path w="654" h="620">
                <a:moveTo>
                  <a:pt x="15" y="619"/>
                </a:moveTo>
                <a:cubicBezTo>
                  <a:pt x="5" y="619"/>
                  <a:pt x="0" y="616"/>
                  <a:pt x="0" y="610"/>
                </a:cubicBezTo>
                <a:cubicBezTo>
                  <a:pt x="0" y="608"/>
                  <a:pt x="1" y="604"/>
                  <a:pt x="3" y="597"/>
                </a:cubicBezTo>
                <a:cubicBezTo>
                  <a:pt x="5" y="587"/>
                  <a:pt x="8" y="582"/>
                  <a:pt x="10" y="581"/>
                </a:cubicBezTo>
                <a:cubicBezTo>
                  <a:pt x="12" y="579"/>
                  <a:pt x="19" y="578"/>
                  <a:pt x="31" y="578"/>
                </a:cubicBezTo>
                <a:cubicBezTo>
                  <a:pt x="47" y="578"/>
                  <a:pt x="66" y="577"/>
                  <a:pt x="87" y="575"/>
                </a:cubicBezTo>
                <a:cubicBezTo>
                  <a:pt x="95" y="573"/>
                  <a:pt x="101" y="570"/>
                  <a:pt x="104" y="564"/>
                </a:cubicBezTo>
                <a:cubicBezTo>
                  <a:pt x="105" y="561"/>
                  <a:pt x="127" y="476"/>
                  <a:pt x="168" y="308"/>
                </a:cubicBezTo>
                <a:cubicBezTo>
                  <a:pt x="210" y="141"/>
                  <a:pt x="232" y="55"/>
                  <a:pt x="232" y="53"/>
                </a:cubicBezTo>
                <a:cubicBezTo>
                  <a:pt x="232" y="48"/>
                  <a:pt x="231" y="46"/>
                  <a:pt x="229" y="46"/>
                </a:cubicBezTo>
                <a:cubicBezTo>
                  <a:pt x="224" y="45"/>
                  <a:pt x="208" y="43"/>
                  <a:pt x="180" y="42"/>
                </a:cubicBezTo>
                <a:lnTo>
                  <a:pt x="152" y="42"/>
                </a:lnTo>
                <a:cubicBezTo>
                  <a:pt x="148" y="38"/>
                  <a:pt x="147" y="36"/>
                  <a:pt x="147" y="34"/>
                </a:cubicBezTo>
                <a:cubicBezTo>
                  <a:pt x="147" y="33"/>
                  <a:pt x="147" y="28"/>
                  <a:pt x="148" y="19"/>
                </a:cubicBezTo>
                <a:cubicBezTo>
                  <a:pt x="151" y="9"/>
                  <a:pt x="154" y="2"/>
                  <a:pt x="158" y="0"/>
                </a:cubicBezTo>
                <a:lnTo>
                  <a:pt x="648" y="0"/>
                </a:lnTo>
                <a:cubicBezTo>
                  <a:pt x="652" y="2"/>
                  <a:pt x="654" y="6"/>
                  <a:pt x="654" y="10"/>
                </a:cubicBezTo>
                <a:cubicBezTo>
                  <a:pt x="654" y="13"/>
                  <a:pt x="650" y="47"/>
                  <a:pt x="643" y="113"/>
                </a:cubicBezTo>
                <a:cubicBezTo>
                  <a:pt x="635" y="178"/>
                  <a:pt x="630" y="211"/>
                  <a:pt x="630" y="213"/>
                </a:cubicBezTo>
                <a:cubicBezTo>
                  <a:pt x="629" y="217"/>
                  <a:pt x="623" y="219"/>
                  <a:pt x="612" y="219"/>
                </a:cubicBezTo>
                <a:lnTo>
                  <a:pt x="601" y="219"/>
                </a:lnTo>
                <a:cubicBezTo>
                  <a:pt x="596" y="216"/>
                  <a:pt x="594" y="212"/>
                  <a:pt x="594" y="207"/>
                </a:cubicBezTo>
                <a:cubicBezTo>
                  <a:pt x="594" y="207"/>
                  <a:pt x="595" y="200"/>
                  <a:pt x="597" y="186"/>
                </a:cubicBezTo>
                <a:cubicBezTo>
                  <a:pt x="599" y="172"/>
                  <a:pt x="600" y="156"/>
                  <a:pt x="600" y="137"/>
                </a:cubicBezTo>
                <a:cubicBezTo>
                  <a:pt x="600" y="119"/>
                  <a:pt x="598" y="104"/>
                  <a:pt x="593" y="92"/>
                </a:cubicBezTo>
                <a:cubicBezTo>
                  <a:pt x="589" y="80"/>
                  <a:pt x="583" y="71"/>
                  <a:pt x="576" y="64"/>
                </a:cubicBezTo>
                <a:cubicBezTo>
                  <a:pt x="569" y="56"/>
                  <a:pt x="558" y="51"/>
                  <a:pt x="542" y="49"/>
                </a:cubicBezTo>
                <a:cubicBezTo>
                  <a:pt x="527" y="47"/>
                  <a:pt x="512" y="45"/>
                  <a:pt x="496" y="43"/>
                </a:cubicBezTo>
                <a:cubicBezTo>
                  <a:pt x="480" y="41"/>
                  <a:pt x="458" y="41"/>
                  <a:pt x="431" y="42"/>
                </a:cubicBezTo>
                <a:lnTo>
                  <a:pt x="410" y="42"/>
                </a:lnTo>
                <a:cubicBezTo>
                  <a:pt x="360" y="42"/>
                  <a:pt x="333" y="43"/>
                  <a:pt x="330" y="45"/>
                </a:cubicBezTo>
                <a:cubicBezTo>
                  <a:pt x="327" y="46"/>
                  <a:pt x="325" y="48"/>
                  <a:pt x="324" y="52"/>
                </a:cubicBezTo>
                <a:cubicBezTo>
                  <a:pt x="323" y="52"/>
                  <a:pt x="313" y="92"/>
                  <a:pt x="293" y="172"/>
                </a:cubicBezTo>
                <a:lnTo>
                  <a:pt x="264" y="289"/>
                </a:lnTo>
                <a:lnTo>
                  <a:pt x="314" y="289"/>
                </a:lnTo>
                <a:cubicBezTo>
                  <a:pt x="316" y="289"/>
                  <a:pt x="323" y="289"/>
                  <a:pt x="335" y="289"/>
                </a:cubicBezTo>
                <a:cubicBezTo>
                  <a:pt x="347" y="289"/>
                  <a:pt x="356" y="289"/>
                  <a:pt x="360" y="288"/>
                </a:cubicBezTo>
                <a:cubicBezTo>
                  <a:pt x="365" y="288"/>
                  <a:pt x="372" y="287"/>
                  <a:pt x="380" y="286"/>
                </a:cubicBezTo>
                <a:cubicBezTo>
                  <a:pt x="389" y="285"/>
                  <a:pt x="396" y="282"/>
                  <a:pt x="402" y="279"/>
                </a:cubicBezTo>
                <a:cubicBezTo>
                  <a:pt x="408" y="276"/>
                  <a:pt x="414" y="273"/>
                  <a:pt x="418" y="268"/>
                </a:cubicBezTo>
                <a:cubicBezTo>
                  <a:pt x="426" y="261"/>
                  <a:pt x="432" y="251"/>
                  <a:pt x="438" y="238"/>
                </a:cubicBezTo>
                <a:cubicBezTo>
                  <a:pt x="443" y="226"/>
                  <a:pt x="447" y="214"/>
                  <a:pt x="450" y="204"/>
                </a:cubicBezTo>
                <a:cubicBezTo>
                  <a:pt x="452" y="194"/>
                  <a:pt x="454" y="188"/>
                  <a:pt x="454" y="187"/>
                </a:cubicBezTo>
                <a:cubicBezTo>
                  <a:pt x="456" y="184"/>
                  <a:pt x="462" y="183"/>
                  <a:pt x="471" y="183"/>
                </a:cubicBezTo>
                <a:lnTo>
                  <a:pt x="482" y="183"/>
                </a:lnTo>
                <a:cubicBezTo>
                  <a:pt x="487" y="186"/>
                  <a:pt x="489" y="189"/>
                  <a:pt x="489" y="192"/>
                </a:cubicBezTo>
                <a:cubicBezTo>
                  <a:pt x="489" y="194"/>
                  <a:pt x="479" y="234"/>
                  <a:pt x="461" y="311"/>
                </a:cubicBezTo>
                <a:cubicBezTo>
                  <a:pt x="442" y="389"/>
                  <a:pt x="431" y="429"/>
                  <a:pt x="430" y="431"/>
                </a:cubicBezTo>
                <a:cubicBezTo>
                  <a:pt x="428" y="436"/>
                  <a:pt x="422" y="438"/>
                  <a:pt x="411" y="438"/>
                </a:cubicBezTo>
                <a:lnTo>
                  <a:pt x="401" y="438"/>
                </a:lnTo>
                <a:cubicBezTo>
                  <a:pt x="396" y="434"/>
                  <a:pt x="394" y="430"/>
                  <a:pt x="394" y="427"/>
                </a:cubicBezTo>
                <a:cubicBezTo>
                  <a:pt x="394" y="425"/>
                  <a:pt x="396" y="418"/>
                  <a:pt x="399" y="407"/>
                </a:cubicBezTo>
                <a:cubicBezTo>
                  <a:pt x="402" y="395"/>
                  <a:pt x="403" y="383"/>
                  <a:pt x="403" y="370"/>
                </a:cubicBezTo>
                <a:cubicBezTo>
                  <a:pt x="403" y="353"/>
                  <a:pt x="397" y="342"/>
                  <a:pt x="385" y="338"/>
                </a:cubicBezTo>
                <a:cubicBezTo>
                  <a:pt x="373" y="333"/>
                  <a:pt x="346" y="331"/>
                  <a:pt x="304" y="331"/>
                </a:cubicBezTo>
                <a:lnTo>
                  <a:pt x="254" y="331"/>
                </a:lnTo>
                <a:lnTo>
                  <a:pt x="225" y="447"/>
                </a:lnTo>
                <a:cubicBezTo>
                  <a:pt x="205" y="522"/>
                  <a:pt x="196" y="561"/>
                  <a:pt x="196" y="565"/>
                </a:cubicBezTo>
                <a:cubicBezTo>
                  <a:pt x="196" y="574"/>
                  <a:pt x="223" y="578"/>
                  <a:pt x="277" y="578"/>
                </a:cubicBezTo>
                <a:lnTo>
                  <a:pt x="300" y="578"/>
                </a:lnTo>
                <a:cubicBezTo>
                  <a:pt x="303" y="581"/>
                  <a:pt x="305" y="584"/>
                  <a:pt x="305" y="584"/>
                </a:cubicBezTo>
                <a:cubicBezTo>
                  <a:pt x="305" y="585"/>
                  <a:pt x="304" y="591"/>
                  <a:pt x="303" y="602"/>
                </a:cubicBezTo>
                <a:cubicBezTo>
                  <a:pt x="301" y="610"/>
                  <a:pt x="298" y="616"/>
                  <a:pt x="294" y="620"/>
                </a:cubicBezTo>
                <a:lnTo>
                  <a:pt x="279" y="620"/>
                </a:lnTo>
                <a:cubicBezTo>
                  <a:pt x="254" y="619"/>
                  <a:pt x="208" y="618"/>
                  <a:pt x="141" y="618"/>
                </a:cubicBezTo>
                <a:cubicBezTo>
                  <a:pt x="102" y="618"/>
                  <a:pt x="71" y="618"/>
                  <a:pt x="50" y="618"/>
                </a:cubicBezTo>
                <a:cubicBezTo>
                  <a:pt x="29" y="618"/>
                  <a:pt x="18" y="618"/>
                  <a:pt x="15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64" name=""/>
          <p:cNvSpPr/>
          <p:nvPr/>
        </p:nvSpPr>
        <p:spPr>
          <a:xfrm>
            <a:off x="3604680" y="6423120"/>
            <a:ext cx="92880" cy="154440"/>
          </a:xfrm>
          <a:custGeom>
            <a:avLst/>
            <a:gdLst/>
            <a:ahLst/>
            <a:rect l="0" t="0" r="r" b="b"/>
            <a:pathLst>
              <a:path w="258" h="429">
                <a:moveTo>
                  <a:pt x="38" y="152"/>
                </a:moveTo>
                <a:cubicBezTo>
                  <a:pt x="27" y="152"/>
                  <a:pt x="17" y="148"/>
                  <a:pt x="10" y="141"/>
                </a:cubicBezTo>
                <a:cubicBezTo>
                  <a:pt x="4" y="133"/>
                  <a:pt x="0" y="123"/>
                  <a:pt x="0" y="112"/>
                </a:cubicBezTo>
                <a:cubicBezTo>
                  <a:pt x="0" y="82"/>
                  <a:pt x="12" y="55"/>
                  <a:pt x="34" y="33"/>
                </a:cubicBezTo>
                <a:cubicBezTo>
                  <a:pt x="57" y="11"/>
                  <a:pt x="85" y="0"/>
                  <a:pt x="120" y="0"/>
                </a:cubicBezTo>
                <a:cubicBezTo>
                  <a:pt x="159" y="0"/>
                  <a:pt x="192" y="12"/>
                  <a:pt x="218" y="36"/>
                </a:cubicBezTo>
                <a:cubicBezTo>
                  <a:pt x="244" y="60"/>
                  <a:pt x="257" y="91"/>
                  <a:pt x="258" y="129"/>
                </a:cubicBezTo>
                <a:cubicBezTo>
                  <a:pt x="258" y="147"/>
                  <a:pt x="254" y="165"/>
                  <a:pt x="245" y="182"/>
                </a:cubicBezTo>
                <a:cubicBezTo>
                  <a:pt x="236" y="199"/>
                  <a:pt x="226" y="213"/>
                  <a:pt x="214" y="226"/>
                </a:cubicBezTo>
                <a:cubicBezTo>
                  <a:pt x="202" y="238"/>
                  <a:pt x="185" y="254"/>
                  <a:pt x="163" y="273"/>
                </a:cubicBezTo>
                <a:cubicBezTo>
                  <a:pt x="147" y="286"/>
                  <a:pt x="126" y="306"/>
                  <a:pt x="97" y="332"/>
                </a:cubicBezTo>
                <a:lnTo>
                  <a:pt x="59" y="369"/>
                </a:lnTo>
                <a:lnTo>
                  <a:pt x="109" y="370"/>
                </a:lnTo>
                <a:cubicBezTo>
                  <a:pt x="177" y="370"/>
                  <a:pt x="212" y="369"/>
                  <a:pt x="217" y="367"/>
                </a:cubicBezTo>
                <a:cubicBezTo>
                  <a:pt x="220" y="366"/>
                  <a:pt x="225" y="346"/>
                  <a:pt x="232" y="309"/>
                </a:cubicBezTo>
                <a:lnTo>
                  <a:pt x="232" y="307"/>
                </a:lnTo>
                <a:lnTo>
                  <a:pt x="258" y="307"/>
                </a:lnTo>
                <a:lnTo>
                  <a:pt x="258" y="309"/>
                </a:lnTo>
                <a:cubicBezTo>
                  <a:pt x="257" y="310"/>
                  <a:pt x="255" y="329"/>
                  <a:pt x="249" y="368"/>
                </a:cubicBezTo>
                <a:cubicBezTo>
                  <a:pt x="244" y="406"/>
                  <a:pt x="241" y="426"/>
                  <a:pt x="240" y="427"/>
                </a:cubicBezTo>
                <a:lnTo>
                  <a:pt x="240" y="429"/>
                </a:lnTo>
                <a:lnTo>
                  <a:pt x="0" y="429"/>
                </a:lnTo>
                <a:lnTo>
                  <a:pt x="0" y="417"/>
                </a:lnTo>
                <a:lnTo>
                  <a:pt x="0" y="409"/>
                </a:lnTo>
                <a:cubicBezTo>
                  <a:pt x="0" y="406"/>
                  <a:pt x="1" y="403"/>
                  <a:pt x="4" y="400"/>
                </a:cubicBezTo>
                <a:cubicBezTo>
                  <a:pt x="7" y="396"/>
                  <a:pt x="13" y="389"/>
                  <a:pt x="23" y="377"/>
                </a:cubicBezTo>
                <a:cubicBezTo>
                  <a:pt x="36" y="363"/>
                  <a:pt x="46" y="351"/>
                  <a:pt x="55" y="340"/>
                </a:cubicBezTo>
                <a:cubicBezTo>
                  <a:pt x="59" y="336"/>
                  <a:pt x="67" y="328"/>
                  <a:pt x="77" y="316"/>
                </a:cubicBezTo>
                <a:cubicBezTo>
                  <a:pt x="88" y="305"/>
                  <a:pt x="95" y="297"/>
                  <a:pt x="100" y="292"/>
                </a:cubicBezTo>
                <a:cubicBezTo>
                  <a:pt x="104" y="288"/>
                  <a:pt x="110" y="281"/>
                  <a:pt x="119" y="271"/>
                </a:cubicBezTo>
                <a:cubicBezTo>
                  <a:pt x="127" y="261"/>
                  <a:pt x="133" y="254"/>
                  <a:pt x="137" y="249"/>
                </a:cubicBezTo>
                <a:cubicBezTo>
                  <a:pt x="140" y="245"/>
                  <a:pt x="145" y="238"/>
                  <a:pt x="152" y="230"/>
                </a:cubicBezTo>
                <a:cubicBezTo>
                  <a:pt x="158" y="222"/>
                  <a:pt x="163" y="215"/>
                  <a:pt x="165" y="209"/>
                </a:cubicBezTo>
                <a:cubicBezTo>
                  <a:pt x="168" y="204"/>
                  <a:pt x="171" y="198"/>
                  <a:pt x="175" y="191"/>
                </a:cubicBezTo>
                <a:cubicBezTo>
                  <a:pt x="179" y="184"/>
                  <a:pt x="182" y="177"/>
                  <a:pt x="183" y="170"/>
                </a:cubicBezTo>
                <a:cubicBezTo>
                  <a:pt x="185" y="163"/>
                  <a:pt x="186" y="157"/>
                  <a:pt x="188" y="151"/>
                </a:cubicBezTo>
                <a:cubicBezTo>
                  <a:pt x="189" y="145"/>
                  <a:pt x="190" y="138"/>
                  <a:pt x="190" y="130"/>
                </a:cubicBezTo>
                <a:cubicBezTo>
                  <a:pt x="190" y="103"/>
                  <a:pt x="182" y="79"/>
                  <a:pt x="168" y="60"/>
                </a:cubicBezTo>
                <a:cubicBezTo>
                  <a:pt x="153" y="40"/>
                  <a:pt x="132" y="30"/>
                  <a:pt x="105" y="30"/>
                </a:cubicBezTo>
                <a:cubicBezTo>
                  <a:pt x="90" y="30"/>
                  <a:pt x="78" y="34"/>
                  <a:pt x="67" y="41"/>
                </a:cubicBezTo>
                <a:cubicBezTo>
                  <a:pt x="56" y="48"/>
                  <a:pt x="49" y="55"/>
                  <a:pt x="45" y="62"/>
                </a:cubicBezTo>
                <a:cubicBezTo>
                  <a:pt x="40" y="69"/>
                  <a:pt x="38" y="73"/>
                  <a:pt x="38" y="74"/>
                </a:cubicBezTo>
                <a:cubicBezTo>
                  <a:pt x="38" y="75"/>
                  <a:pt x="39" y="75"/>
                  <a:pt x="41" y="75"/>
                </a:cubicBezTo>
                <a:cubicBezTo>
                  <a:pt x="49" y="75"/>
                  <a:pt x="57" y="78"/>
                  <a:pt x="65" y="84"/>
                </a:cubicBezTo>
                <a:cubicBezTo>
                  <a:pt x="73" y="90"/>
                  <a:pt x="77" y="100"/>
                  <a:pt x="77" y="114"/>
                </a:cubicBezTo>
                <a:cubicBezTo>
                  <a:pt x="77" y="124"/>
                  <a:pt x="74" y="133"/>
                  <a:pt x="67" y="141"/>
                </a:cubicBezTo>
                <a:cubicBezTo>
                  <a:pt x="60" y="148"/>
                  <a:pt x="51" y="152"/>
                  <a:pt x="38" y="15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1200240" y="6257880"/>
            <a:ext cx="13939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境界ケース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3724560" y="6257880"/>
            <a:ext cx="55882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パラメータ空間端 — シミュレーションで検討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67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571320" y="155520"/>
            <a:ext cx="91512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推定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10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75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76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77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78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79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80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81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82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83" name=""/>
          <p:cNvSpPr/>
          <p:nvPr/>
        </p:nvSpPr>
        <p:spPr>
          <a:xfrm>
            <a:off x="3403080" y="1211040"/>
            <a:ext cx="242640" cy="235080"/>
          </a:xfrm>
          <a:custGeom>
            <a:avLst/>
            <a:gdLst/>
            <a:ahLst/>
            <a:rect l="0" t="0" r="r" b="b"/>
            <a:pathLst>
              <a:path w="674" h="653">
                <a:moveTo>
                  <a:pt x="4" y="653"/>
                </a:moveTo>
                <a:cubicBezTo>
                  <a:pt x="1" y="650"/>
                  <a:pt x="0" y="648"/>
                  <a:pt x="0" y="646"/>
                </a:cubicBezTo>
                <a:cubicBezTo>
                  <a:pt x="0" y="645"/>
                  <a:pt x="51" y="539"/>
                  <a:pt x="153" y="328"/>
                </a:cubicBezTo>
                <a:cubicBezTo>
                  <a:pt x="256" y="116"/>
                  <a:pt x="309" y="9"/>
                  <a:pt x="312" y="7"/>
                </a:cubicBezTo>
                <a:cubicBezTo>
                  <a:pt x="314" y="2"/>
                  <a:pt x="322" y="0"/>
                  <a:pt x="337" y="0"/>
                </a:cubicBezTo>
                <a:cubicBezTo>
                  <a:pt x="351" y="0"/>
                  <a:pt x="360" y="2"/>
                  <a:pt x="363" y="7"/>
                </a:cubicBezTo>
                <a:cubicBezTo>
                  <a:pt x="364" y="9"/>
                  <a:pt x="417" y="116"/>
                  <a:pt x="519" y="328"/>
                </a:cubicBezTo>
                <a:cubicBezTo>
                  <a:pt x="622" y="539"/>
                  <a:pt x="673" y="645"/>
                  <a:pt x="674" y="646"/>
                </a:cubicBezTo>
                <a:cubicBezTo>
                  <a:pt x="674" y="648"/>
                  <a:pt x="672" y="650"/>
                  <a:pt x="669" y="653"/>
                </a:cubicBezTo>
                <a:lnTo>
                  <a:pt x="4" y="653"/>
                </a:lnTo>
                <a:moveTo>
                  <a:pt x="420" y="340"/>
                </a:moveTo>
                <a:lnTo>
                  <a:pt x="308" y="109"/>
                </a:lnTo>
                <a:lnTo>
                  <a:pt x="82" y="569"/>
                </a:lnTo>
                <a:lnTo>
                  <a:pt x="307" y="570"/>
                </a:lnTo>
                <a:lnTo>
                  <a:pt x="532" y="570"/>
                </a:lnTo>
                <a:cubicBezTo>
                  <a:pt x="532" y="569"/>
                  <a:pt x="495" y="492"/>
                  <a:pt x="420" y="34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84" name=""/>
          <p:cNvSpPr/>
          <p:nvPr/>
        </p:nvSpPr>
        <p:spPr>
          <a:xfrm>
            <a:off x="3677400" y="1392480"/>
            <a:ext cx="183960" cy="102600"/>
          </a:xfrm>
          <a:custGeom>
            <a:avLst/>
            <a:gdLst/>
            <a:ahLst/>
            <a:rect l="0" t="0" r="r" b="b"/>
            <a:pathLst>
              <a:path w="511" h="285">
                <a:moveTo>
                  <a:pt x="10" y="256"/>
                </a:moveTo>
                <a:lnTo>
                  <a:pt x="19" y="256"/>
                </a:lnTo>
                <a:cubicBezTo>
                  <a:pt x="36" y="256"/>
                  <a:pt x="46" y="253"/>
                  <a:pt x="49" y="246"/>
                </a:cubicBezTo>
                <a:lnTo>
                  <a:pt x="49" y="240"/>
                </a:lnTo>
                <a:cubicBezTo>
                  <a:pt x="49" y="237"/>
                  <a:pt x="49" y="232"/>
                  <a:pt x="49" y="226"/>
                </a:cubicBezTo>
                <a:cubicBezTo>
                  <a:pt x="49" y="220"/>
                  <a:pt x="49" y="213"/>
                  <a:pt x="49" y="206"/>
                </a:cubicBezTo>
                <a:cubicBezTo>
                  <a:pt x="49" y="198"/>
                  <a:pt x="49" y="190"/>
                  <a:pt x="50" y="181"/>
                </a:cubicBezTo>
                <a:cubicBezTo>
                  <a:pt x="50" y="171"/>
                  <a:pt x="50" y="162"/>
                  <a:pt x="50" y="154"/>
                </a:cubicBezTo>
                <a:cubicBezTo>
                  <a:pt x="50" y="140"/>
                  <a:pt x="50" y="126"/>
                  <a:pt x="50" y="111"/>
                </a:cubicBezTo>
                <a:cubicBezTo>
                  <a:pt x="50" y="96"/>
                  <a:pt x="50" y="83"/>
                  <a:pt x="49" y="73"/>
                </a:cubicBezTo>
                <a:lnTo>
                  <a:pt x="49" y="58"/>
                </a:lnTo>
                <a:cubicBezTo>
                  <a:pt x="48" y="50"/>
                  <a:pt x="45" y="45"/>
                  <a:pt x="40" y="42"/>
                </a:cubicBezTo>
                <a:cubicBezTo>
                  <a:pt x="36" y="40"/>
                  <a:pt x="26" y="38"/>
                  <a:pt x="11" y="36"/>
                </a:cubicBezTo>
                <a:lnTo>
                  <a:pt x="0" y="36"/>
                </a:lnTo>
                <a:lnTo>
                  <a:pt x="0" y="22"/>
                </a:lnTo>
                <a:cubicBezTo>
                  <a:pt x="0" y="12"/>
                  <a:pt x="0" y="7"/>
                  <a:pt x="1" y="7"/>
                </a:cubicBezTo>
                <a:lnTo>
                  <a:pt x="7" y="6"/>
                </a:lnTo>
                <a:cubicBezTo>
                  <a:pt x="12" y="6"/>
                  <a:pt x="18" y="5"/>
                  <a:pt x="25" y="5"/>
                </a:cubicBezTo>
                <a:cubicBezTo>
                  <a:pt x="33" y="5"/>
                  <a:pt x="41" y="4"/>
                  <a:pt x="49" y="4"/>
                </a:cubicBezTo>
                <a:cubicBezTo>
                  <a:pt x="57" y="3"/>
                  <a:pt x="64" y="3"/>
                  <a:pt x="72" y="2"/>
                </a:cubicBezTo>
                <a:cubicBezTo>
                  <a:pt x="81" y="2"/>
                  <a:pt x="87" y="1"/>
                  <a:pt x="91" y="0"/>
                </a:cubicBezTo>
                <a:cubicBezTo>
                  <a:pt x="95" y="0"/>
                  <a:pt x="98" y="-1"/>
                  <a:pt x="98" y="0"/>
                </a:cubicBezTo>
                <a:lnTo>
                  <a:pt x="100" y="0"/>
                </a:lnTo>
                <a:lnTo>
                  <a:pt x="100" y="26"/>
                </a:lnTo>
                <a:cubicBezTo>
                  <a:pt x="100" y="42"/>
                  <a:pt x="100" y="50"/>
                  <a:pt x="101" y="50"/>
                </a:cubicBezTo>
                <a:cubicBezTo>
                  <a:pt x="101" y="50"/>
                  <a:pt x="102" y="49"/>
                  <a:pt x="104" y="47"/>
                </a:cubicBezTo>
                <a:cubicBezTo>
                  <a:pt x="106" y="45"/>
                  <a:pt x="108" y="41"/>
                  <a:pt x="112" y="37"/>
                </a:cubicBezTo>
                <a:cubicBezTo>
                  <a:pt x="115" y="33"/>
                  <a:pt x="119" y="29"/>
                  <a:pt x="124" y="26"/>
                </a:cubicBezTo>
                <a:cubicBezTo>
                  <a:pt x="129" y="22"/>
                  <a:pt x="135" y="18"/>
                  <a:pt x="143" y="13"/>
                </a:cubicBezTo>
                <a:cubicBezTo>
                  <a:pt x="150" y="9"/>
                  <a:pt x="158" y="5"/>
                  <a:pt x="167" y="3"/>
                </a:cubicBezTo>
                <a:cubicBezTo>
                  <a:pt x="176" y="1"/>
                  <a:pt x="186" y="0"/>
                  <a:pt x="200" y="0"/>
                </a:cubicBezTo>
                <a:cubicBezTo>
                  <a:pt x="206" y="0"/>
                  <a:pt x="212" y="0"/>
                  <a:pt x="218" y="1"/>
                </a:cubicBezTo>
                <a:cubicBezTo>
                  <a:pt x="223" y="2"/>
                  <a:pt x="228" y="3"/>
                  <a:pt x="233" y="5"/>
                </a:cubicBezTo>
                <a:cubicBezTo>
                  <a:pt x="237" y="7"/>
                  <a:pt x="242" y="8"/>
                  <a:pt x="246" y="10"/>
                </a:cubicBezTo>
                <a:cubicBezTo>
                  <a:pt x="250" y="12"/>
                  <a:pt x="253" y="14"/>
                  <a:pt x="255" y="16"/>
                </a:cubicBezTo>
                <a:cubicBezTo>
                  <a:pt x="258" y="18"/>
                  <a:pt x="260" y="20"/>
                  <a:pt x="263" y="23"/>
                </a:cubicBezTo>
                <a:cubicBezTo>
                  <a:pt x="265" y="26"/>
                  <a:pt x="267" y="28"/>
                  <a:pt x="268" y="30"/>
                </a:cubicBezTo>
                <a:cubicBezTo>
                  <a:pt x="270" y="32"/>
                  <a:pt x="272" y="35"/>
                  <a:pt x="273" y="37"/>
                </a:cubicBezTo>
                <a:cubicBezTo>
                  <a:pt x="274" y="40"/>
                  <a:pt x="275" y="42"/>
                  <a:pt x="275" y="44"/>
                </a:cubicBezTo>
                <a:cubicBezTo>
                  <a:pt x="276" y="45"/>
                  <a:pt x="276" y="47"/>
                  <a:pt x="277" y="49"/>
                </a:cubicBezTo>
                <a:lnTo>
                  <a:pt x="279" y="52"/>
                </a:lnTo>
                <a:lnTo>
                  <a:pt x="281" y="49"/>
                </a:lnTo>
                <a:cubicBezTo>
                  <a:pt x="282" y="48"/>
                  <a:pt x="283" y="46"/>
                  <a:pt x="284" y="44"/>
                </a:cubicBezTo>
                <a:cubicBezTo>
                  <a:pt x="286" y="42"/>
                  <a:pt x="288" y="40"/>
                  <a:pt x="290" y="37"/>
                </a:cubicBezTo>
                <a:cubicBezTo>
                  <a:pt x="293" y="34"/>
                  <a:pt x="296" y="31"/>
                  <a:pt x="299" y="29"/>
                </a:cubicBezTo>
                <a:cubicBezTo>
                  <a:pt x="302" y="26"/>
                  <a:pt x="305" y="23"/>
                  <a:pt x="308" y="20"/>
                </a:cubicBezTo>
                <a:cubicBezTo>
                  <a:pt x="312" y="17"/>
                  <a:pt x="316" y="15"/>
                  <a:pt x="321" y="13"/>
                </a:cubicBezTo>
                <a:cubicBezTo>
                  <a:pt x="326" y="11"/>
                  <a:pt x="331" y="8"/>
                  <a:pt x="336" y="6"/>
                </a:cubicBezTo>
                <a:cubicBezTo>
                  <a:pt x="341" y="4"/>
                  <a:pt x="346" y="3"/>
                  <a:pt x="353" y="2"/>
                </a:cubicBezTo>
                <a:cubicBezTo>
                  <a:pt x="359" y="1"/>
                  <a:pt x="366" y="0"/>
                  <a:pt x="372" y="0"/>
                </a:cubicBezTo>
                <a:cubicBezTo>
                  <a:pt x="427" y="0"/>
                  <a:pt x="456" y="24"/>
                  <a:pt x="461" y="72"/>
                </a:cubicBezTo>
                <a:cubicBezTo>
                  <a:pt x="461" y="75"/>
                  <a:pt x="461" y="105"/>
                  <a:pt x="461" y="162"/>
                </a:cubicBezTo>
                <a:lnTo>
                  <a:pt x="461" y="217"/>
                </a:lnTo>
                <a:cubicBezTo>
                  <a:pt x="461" y="234"/>
                  <a:pt x="462" y="243"/>
                  <a:pt x="463" y="246"/>
                </a:cubicBezTo>
                <a:cubicBezTo>
                  <a:pt x="463" y="249"/>
                  <a:pt x="466" y="252"/>
                  <a:pt x="470" y="254"/>
                </a:cubicBezTo>
                <a:cubicBezTo>
                  <a:pt x="479" y="255"/>
                  <a:pt x="489" y="256"/>
                  <a:pt x="501" y="256"/>
                </a:cubicBezTo>
                <a:lnTo>
                  <a:pt x="511" y="256"/>
                </a:lnTo>
                <a:lnTo>
                  <a:pt x="511" y="285"/>
                </a:lnTo>
                <a:lnTo>
                  <a:pt x="506" y="285"/>
                </a:lnTo>
                <a:lnTo>
                  <a:pt x="492" y="284"/>
                </a:lnTo>
                <a:cubicBezTo>
                  <a:pt x="481" y="284"/>
                  <a:pt x="470" y="284"/>
                  <a:pt x="459" y="284"/>
                </a:cubicBezTo>
                <a:cubicBezTo>
                  <a:pt x="447" y="284"/>
                  <a:pt x="439" y="284"/>
                  <a:pt x="434" y="283"/>
                </a:cubicBezTo>
                <a:cubicBezTo>
                  <a:pt x="390" y="283"/>
                  <a:pt x="366" y="284"/>
                  <a:pt x="362" y="285"/>
                </a:cubicBezTo>
                <a:lnTo>
                  <a:pt x="357" y="285"/>
                </a:lnTo>
                <a:lnTo>
                  <a:pt x="357" y="256"/>
                </a:lnTo>
                <a:lnTo>
                  <a:pt x="367" y="256"/>
                </a:lnTo>
                <a:cubicBezTo>
                  <a:pt x="394" y="256"/>
                  <a:pt x="407" y="252"/>
                  <a:pt x="407" y="244"/>
                </a:cubicBezTo>
                <a:cubicBezTo>
                  <a:pt x="407" y="243"/>
                  <a:pt x="407" y="214"/>
                  <a:pt x="407" y="155"/>
                </a:cubicBezTo>
                <a:cubicBezTo>
                  <a:pt x="407" y="98"/>
                  <a:pt x="406" y="67"/>
                  <a:pt x="406" y="63"/>
                </a:cubicBezTo>
                <a:cubicBezTo>
                  <a:pt x="403" y="51"/>
                  <a:pt x="399" y="42"/>
                  <a:pt x="393" y="36"/>
                </a:cubicBezTo>
                <a:cubicBezTo>
                  <a:pt x="387" y="30"/>
                  <a:pt x="382" y="27"/>
                  <a:pt x="378" y="26"/>
                </a:cubicBezTo>
                <a:cubicBezTo>
                  <a:pt x="373" y="24"/>
                  <a:pt x="368" y="24"/>
                  <a:pt x="361" y="24"/>
                </a:cubicBezTo>
                <a:cubicBezTo>
                  <a:pt x="342" y="24"/>
                  <a:pt x="325" y="32"/>
                  <a:pt x="310" y="46"/>
                </a:cubicBezTo>
                <a:cubicBezTo>
                  <a:pt x="299" y="58"/>
                  <a:pt x="291" y="69"/>
                  <a:pt x="288" y="81"/>
                </a:cubicBezTo>
                <a:cubicBezTo>
                  <a:pt x="285" y="93"/>
                  <a:pt x="284" y="111"/>
                  <a:pt x="283" y="135"/>
                </a:cubicBezTo>
                <a:lnTo>
                  <a:pt x="283" y="176"/>
                </a:lnTo>
                <a:lnTo>
                  <a:pt x="283" y="215"/>
                </a:lnTo>
                <a:cubicBezTo>
                  <a:pt x="283" y="227"/>
                  <a:pt x="283" y="236"/>
                  <a:pt x="284" y="240"/>
                </a:cubicBezTo>
                <a:cubicBezTo>
                  <a:pt x="284" y="245"/>
                  <a:pt x="285" y="247"/>
                  <a:pt x="286" y="249"/>
                </a:cubicBezTo>
                <a:cubicBezTo>
                  <a:pt x="287" y="251"/>
                  <a:pt x="288" y="252"/>
                  <a:pt x="291" y="254"/>
                </a:cubicBezTo>
                <a:cubicBezTo>
                  <a:pt x="300" y="255"/>
                  <a:pt x="311" y="256"/>
                  <a:pt x="323" y="256"/>
                </a:cubicBezTo>
                <a:lnTo>
                  <a:pt x="333" y="256"/>
                </a:lnTo>
                <a:lnTo>
                  <a:pt x="333" y="285"/>
                </a:lnTo>
                <a:lnTo>
                  <a:pt x="328" y="285"/>
                </a:lnTo>
                <a:lnTo>
                  <a:pt x="313" y="284"/>
                </a:lnTo>
                <a:cubicBezTo>
                  <a:pt x="303" y="284"/>
                  <a:pt x="292" y="284"/>
                  <a:pt x="281" y="284"/>
                </a:cubicBezTo>
                <a:cubicBezTo>
                  <a:pt x="269" y="284"/>
                  <a:pt x="261" y="284"/>
                  <a:pt x="256" y="283"/>
                </a:cubicBezTo>
                <a:cubicBezTo>
                  <a:pt x="211" y="283"/>
                  <a:pt x="187" y="284"/>
                  <a:pt x="183" y="285"/>
                </a:cubicBezTo>
                <a:lnTo>
                  <a:pt x="178" y="285"/>
                </a:lnTo>
                <a:lnTo>
                  <a:pt x="178" y="256"/>
                </a:lnTo>
                <a:lnTo>
                  <a:pt x="188" y="256"/>
                </a:lnTo>
                <a:cubicBezTo>
                  <a:pt x="214" y="256"/>
                  <a:pt x="227" y="252"/>
                  <a:pt x="227" y="244"/>
                </a:cubicBezTo>
                <a:cubicBezTo>
                  <a:pt x="228" y="243"/>
                  <a:pt x="228" y="214"/>
                  <a:pt x="228" y="155"/>
                </a:cubicBezTo>
                <a:cubicBezTo>
                  <a:pt x="228" y="98"/>
                  <a:pt x="227" y="67"/>
                  <a:pt x="227" y="63"/>
                </a:cubicBezTo>
                <a:cubicBezTo>
                  <a:pt x="224" y="51"/>
                  <a:pt x="220" y="42"/>
                  <a:pt x="214" y="36"/>
                </a:cubicBezTo>
                <a:cubicBezTo>
                  <a:pt x="208" y="30"/>
                  <a:pt x="203" y="27"/>
                  <a:pt x="198" y="26"/>
                </a:cubicBezTo>
                <a:cubicBezTo>
                  <a:pt x="194" y="24"/>
                  <a:pt x="189" y="24"/>
                  <a:pt x="182" y="24"/>
                </a:cubicBezTo>
                <a:cubicBezTo>
                  <a:pt x="162" y="24"/>
                  <a:pt x="146" y="32"/>
                  <a:pt x="131" y="46"/>
                </a:cubicBezTo>
                <a:cubicBezTo>
                  <a:pt x="119" y="58"/>
                  <a:pt x="112" y="69"/>
                  <a:pt x="109" y="81"/>
                </a:cubicBezTo>
                <a:cubicBezTo>
                  <a:pt x="106" y="93"/>
                  <a:pt x="104" y="111"/>
                  <a:pt x="104" y="135"/>
                </a:cubicBezTo>
                <a:lnTo>
                  <a:pt x="104" y="176"/>
                </a:lnTo>
                <a:lnTo>
                  <a:pt x="104" y="215"/>
                </a:lnTo>
                <a:cubicBezTo>
                  <a:pt x="104" y="227"/>
                  <a:pt x="104" y="236"/>
                  <a:pt x="105" y="240"/>
                </a:cubicBezTo>
                <a:cubicBezTo>
                  <a:pt x="105" y="245"/>
                  <a:pt x="106" y="247"/>
                  <a:pt x="106" y="249"/>
                </a:cubicBezTo>
                <a:cubicBezTo>
                  <a:pt x="107" y="251"/>
                  <a:pt x="109" y="252"/>
                  <a:pt x="112" y="254"/>
                </a:cubicBezTo>
                <a:cubicBezTo>
                  <a:pt x="121" y="255"/>
                  <a:pt x="132" y="256"/>
                  <a:pt x="144" y="256"/>
                </a:cubicBezTo>
                <a:lnTo>
                  <a:pt x="154" y="256"/>
                </a:lnTo>
                <a:lnTo>
                  <a:pt x="154" y="285"/>
                </a:lnTo>
                <a:lnTo>
                  <a:pt x="149" y="285"/>
                </a:lnTo>
                <a:lnTo>
                  <a:pt x="134" y="284"/>
                </a:lnTo>
                <a:cubicBezTo>
                  <a:pt x="124" y="284"/>
                  <a:pt x="113" y="284"/>
                  <a:pt x="101" y="284"/>
                </a:cubicBezTo>
                <a:cubicBezTo>
                  <a:pt x="90" y="284"/>
                  <a:pt x="82" y="284"/>
                  <a:pt x="77" y="283"/>
                </a:cubicBezTo>
                <a:cubicBezTo>
                  <a:pt x="33" y="283"/>
                  <a:pt x="9" y="284"/>
                  <a:pt x="5" y="285"/>
                </a:cubicBezTo>
                <a:lnTo>
                  <a:pt x="0" y="285"/>
                </a:lnTo>
                <a:lnTo>
                  <a:pt x="0" y="256"/>
                </a:lnTo>
                <a:lnTo>
                  <a:pt x="10" y="2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85" name=""/>
          <p:cNvSpPr/>
          <p:nvPr/>
        </p:nvSpPr>
        <p:spPr>
          <a:xfrm>
            <a:off x="3872160" y="1391040"/>
            <a:ext cx="106920" cy="106560"/>
          </a:xfrm>
          <a:custGeom>
            <a:avLst/>
            <a:gdLst/>
            <a:ahLst/>
            <a:rect l="0" t="0" r="r" b="b"/>
            <a:pathLst>
              <a:path w="297" h="296">
                <a:moveTo>
                  <a:pt x="68" y="92"/>
                </a:moveTo>
                <a:cubicBezTo>
                  <a:pt x="68" y="92"/>
                  <a:pt x="63" y="92"/>
                  <a:pt x="53" y="92"/>
                </a:cubicBezTo>
                <a:cubicBezTo>
                  <a:pt x="44" y="92"/>
                  <a:pt x="36" y="89"/>
                  <a:pt x="30" y="82"/>
                </a:cubicBezTo>
                <a:cubicBezTo>
                  <a:pt x="23" y="76"/>
                  <a:pt x="20" y="67"/>
                  <a:pt x="20" y="57"/>
                </a:cubicBezTo>
                <a:cubicBezTo>
                  <a:pt x="20" y="42"/>
                  <a:pt x="27" y="29"/>
                  <a:pt x="42" y="17"/>
                </a:cubicBezTo>
                <a:cubicBezTo>
                  <a:pt x="56" y="6"/>
                  <a:pt x="82" y="0"/>
                  <a:pt x="120" y="0"/>
                </a:cubicBezTo>
                <a:cubicBezTo>
                  <a:pt x="151" y="0"/>
                  <a:pt x="176" y="7"/>
                  <a:pt x="196" y="21"/>
                </a:cubicBezTo>
                <a:cubicBezTo>
                  <a:pt x="215" y="34"/>
                  <a:pt x="228" y="51"/>
                  <a:pt x="234" y="69"/>
                </a:cubicBezTo>
                <a:cubicBezTo>
                  <a:pt x="236" y="75"/>
                  <a:pt x="237" y="82"/>
                  <a:pt x="237" y="89"/>
                </a:cubicBezTo>
                <a:cubicBezTo>
                  <a:pt x="237" y="97"/>
                  <a:pt x="238" y="122"/>
                  <a:pt x="238" y="164"/>
                </a:cubicBezTo>
                <a:lnTo>
                  <a:pt x="238" y="209"/>
                </a:lnTo>
                <a:cubicBezTo>
                  <a:pt x="238" y="230"/>
                  <a:pt x="239" y="244"/>
                  <a:pt x="241" y="252"/>
                </a:cubicBezTo>
                <a:cubicBezTo>
                  <a:pt x="243" y="260"/>
                  <a:pt x="248" y="263"/>
                  <a:pt x="255" y="263"/>
                </a:cubicBezTo>
                <a:cubicBezTo>
                  <a:pt x="261" y="263"/>
                  <a:pt x="265" y="260"/>
                  <a:pt x="268" y="253"/>
                </a:cubicBezTo>
                <a:cubicBezTo>
                  <a:pt x="270" y="246"/>
                  <a:pt x="271" y="235"/>
                  <a:pt x="271" y="219"/>
                </a:cubicBezTo>
                <a:lnTo>
                  <a:pt x="271" y="196"/>
                </a:lnTo>
                <a:lnTo>
                  <a:pt x="297" y="196"/>
                </a:lnTo>
                <a:lnTo>
                  <a:pt x="297" y="221"/>
                </a:lnTo>
                <a:cubicBezTo>
                  <a:pt x="296" y="238"/>
                  <a:pt x="296" y="248"/>
                  <a:pt x="295" y="251"/>
                </a:cubicBezTo>
                <a:cubicBezTo>
                  <a:pt x="291" y="264"/>
                  <a:pt x="283" y="274"/>
                  <a:pt x="272" y="281"/>
                </a:cubicBezTo>
                <a:cubicBezTo>
                  <a:pt x="261" y="289"/>
                  <a:pt x="249" y="293"/>
                  <a:pt x="237" y="293"/>
                </a:cubicBezTo>
                <a:cubicBezTo>
                  <a:pt x="224" y="293"/>
                  <a:pt x="214" y="290"/>
                  <a:pt x="207" y="281"/>
                </a:cubicBezTo>
                <a:cubicBezTo>
                  <a:pt x="199" y="273"/>
                  <a:pt x="194" y="264"/>
                  <a:pt x="191" y="254"/>
                </a:cubicBezTo>
                <a:lnTo>
                  <a:pt x="191" y="252"/>
                </a:lnTo>
                <a:lnTo>
                  <a:pt x="190" y="254"/>
                </a:lnTo>
                <a:cubicBezTo>
                  <a:pt x="189" y="255"/>
                  <a:pt x="188" y="256"/>
                  <a:pt x="187" y="258"/>
                </a:cubicBezTo>
                <a:cubicBezTo>
                  <a:pt x="185" y="259"/>
                  <a:pt x="184" y="261"/>
                  <a:pt x="181" y="263"/>
                </a:cubicBezTo>
                <a:cubicBezTo>
                  <a:pt x="179" y="266"/>
                  <a:pt x="177" y="268"/>
                  <a:pt x="174" y="270"/>
                </a:cubicBezTo>
                <a:cubicBezTo>
                  <a:pt x="171" y="273"/>
                  <a:pt x="167" y="275"/>
                  <a:pt x="164" y="278"/>
                </a:cubicBezTo>
                <a:cubicBezTo>
                  <a:pt x="161" y="281"/>
                  <a:pt x="157" y="284"/>
                  <a:pt x="152" y="285"/>
                </a:cubicBezTo>
                <a:cubicBezTo>
                  <a:pt x="148" y="287"/>
                  <a:pt x="143" y="289"/>
                  <a:pt x="138" y="290"/>
                </a:cubicBezTo>
                <a:cubicBezTo>
                  <a:pt x="133" y="292"/>
                  <a:pt x="128" y="293"/>
                  <a:pt x="122" y="294"/>
                </a:cubicBezTo>
                <a:cubicBezTo>
                  <a:pt x="116" y="295"/>
                  <a:pt x="109" y="296"/>
                  <a:pt x="102" y="296"/>
                </a:cubicBezTo>
                <a:cubicBezTo>
                  <a:pt x="76" y="296"/>
                  <a:pt x="53" y="290"/>
                  <a:pt x="32" y="276"/>
                </a:cubicBezTo>
                <a:cubicBezTo>
                  <a:pt x="11" y="263"/>
                  <a:pt x="0" y="244"/>
                  <a:pt x="0" y="220"/>
                </a:cubicBezTo>
                <a:cubicBezTo>
                  <a:pt x="0" y="211"/>
                  <a:pt x="2" y="203"/>
                  <a:pt x="5" y="195"/>
                </a:cubicBezTo>
                <a:cubicBezTo>
                  <a:pt x="8" y="186"/>
                  <a:pt x="15" y="178"/>
                  <a:pt x="23" y="168"/>
                </a:cubicBezTo>
                <a:cubicBezTo>
                  <a:pt x="32" y="159"/>
                  <a:pt x="42" y="151"/>
                  <a:pt x="54" y="144"/>
                </a:cubicBezTo>
                <a:cubicBezTo>
                  <a:pt x="66" y="138"/>
                  <a:pt x="83" y="132"/>
                  <a:pt x="104" y="126"/>
                </a:cubicBezTo>
                <a:cubicBezTo>
                  <a:pt x="126" y="121"/>
                  <a:pt x="149" y="117"/>
                  <a:pt x="175" y="116"/>
                </a:cubicBezTo>
                <a:lnTo>
                  <a:pt x="184" y="116"/>
                </a:lnTo>
                <a:lnTo>
                  <a:pt x="184" y="102"/>
                </a:lnTo>
                <a:cubicBezTo>
                  <a:pt x="184" y="87"/>
                  <a:pt x="183" y="76"/>
                  <a:pt x="180" y="69"/>
                </a:cubicBezTo>
                <a:cubicBezTo>
                  <a:pt x="171" y="39"/>
                  <a:pt x="150" y="24"/>
                  <a:pt x="118" y="24"/>
                </a:cubicBezTo>
                <a:cubicBezTo>
                  <a:pt x="110" y="24"/>
                  <a:pt x="103" y="24"/>
                  <a:pt x="96" y="24"/>
                </a:cubicBezTo>
                <a:cubicBezTo>
                  <a:pt x="89" y="25"/>
                  <a:pt x="84" y="26"/>
                  <a:pt x="80" y="27"/>
                </a:cubicBezTo>
                <a:cubicBezTo>
                  <a:pt x="76" y="28"/>
                  <a:pt x="74" y="29"/>
                  <a:pt x="75" y="29"/>
                </a:cubicBezTo>
                <a:cubicBezTo>
                  <a:pt x="84" y="35"/>
                  <a:pt x="89" y="45"/>
                  <a:pt x="89" y="57"/>
                </a:cubicBezTo>
                <a:cubicBezTo>
                  <a:pt x="89" y="68"/>
                  <a:pt x="85" y="76"/>
                  <a:pt x="79" y="82"/>
                </a:cubicBezTo>
                <a:lnTo>
                  <a:pt x="68" y="92"/>
                </a:lnTo>
                <a:moveTo>
                  <a:pt x="60" y="221"/>
                </a:moveTo>
                <a:cubicBezTo>
                  <a:pt x="60" y="234"/>
                  <a:pt x="66" y="246"/>
                  <a:pt x="76" y="256"/>
                </a:cubicBezTo>
                <a:cubicBezTo>
                  <a:pt x="86" y="267"/>
                  <a:pt x="99" y="272"/>
                  <a:pt x="114" y="272"/>
                </a:cubicBezTo>
                <a:cubicBezTo>
                  <a:pt x="130" y="272"/>
                  <a:pt x="145" y="267"/>
                  <a:pt x="157" y="258"/>
                </a:cubicBezTo>
                <a:cubicBezTo>
                  <a:pt x="169" y="248"/>
                  <a:pt x="178" y="235"/>
                  <a:pt x="182" y="219"/>
                </a:cubicBezTo>
                <a:cubicBezTo>
                  <a:pt x="183" y="216"/>
                  <a:pt x="184" y="202"/>
                  <a:pt x="184" y="177"/>
                </a:cubicBezTo>
                <a:cubicBezTo>
                  <a:pt x="184" y="152"/>
                  <a:pt x="184" y="139"/>
                  <a:pt x="183" y="139"/>
                </a:cubicBezTo>
                <a:cubicBezTo>
                  <a:pt x="180" y="139"/>
                  <a:pt x="175" y="139"/>
                  <a:pt x="170" y="140"/>
                </a:cubicBezTo>
                <a:cubicBezTo>
                  <a:pt x="164" y="140"/>
                  <a:pt x="155" y="142"/>
                  <a:pt x="141" y="146"/>
                </a:cubicBezTo>
                <a:cubicBezTo>
                  <a:pt x="127" y="149"/>
                  <a:pt x="115" y="153"/>
                  <a:pt x="104" y="159"/>
                </a:cubicBezTo>
                <a:cubicBezTo>
                  <a:pt x="92" y="164"/>
                  <a:pt x="83" y="172"/>
                  <a:pt x="74" y="182"/>
                </a:cubicBezTo>
                <a:cubicBezTo>
                  <a:pt x="65" y="193"/>
                  <a:pt x="61" y="206"/>
                  <a:pt x="60" y="22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86" name=""/>
          <p:cNvSpPr/>
          <p:nvPr/>
        </p:nvSpPr>
        <p:spPr>
          <a:xfrm>
            <a:off x="3982680" y="1395000"/>
            <a:ext cx="117360" cy="100080"/>
          </a:xfrm>
          <a:custGeom>
            <a:avLst/>
            <a:gdLst/>
            <a:ahLst/>
            <a:rect l="0" t="0" r="r" b="b"/>
            <a:pathLst>
              <a:path w="326" h="278">
                <a:moveTo>
                  <a:pt x="123" y="278"/>
                </a:moveTo>
                <a:cubicBezTo>
                  <a:pt x="118" y="277"/>
                  <a:pt x="96" y="276"/>
                  <a:pt x="59" y="276"/>
                </a:cubicBezTo>
                <a:cubicBezTo>
                  <a:pt x="26" y="276"/>
                  <a:pt x="8" y="277"/>
                  <a:pt x="4" y="278"/>
                </a:cubicBezTo>
                <a:lnTo>
                  <a:pt x="0" y="278"/>
                </a:lnTo>
                <a:lnTo>
                  <a:pt x="0" y="249"/>
                </a:lnTo>
                <a:lnTo>
                  <a:pt x="9" y="249"/>
                </a:lnTo>
                <a:cubicBezTo>
                  <a:pt x="19" y="248"/>
                  <a:pt x="28" y="247"/>
                  <a:pt x="36" y="245"/>
                </a:cubicBezTo>
                <a:cubicBezTo>
                  <a:pt x="44" y="243"/>
                  <a:pt x="51" y="241"/>
                  <a:pt x="55" y="239"/>
                </a:cubicBezTo>
                <a:cubicBezTo>
                  <a:pt x="59" y="237"/>
                  <a:pt x="64" y="234"/>
                  <a:pt x="71" y="228"/>
                </a:cubicBezTo>
                <a:cubicBezTo>
                  <a:pt x="77" y="222"/>
                  <a:pt x="81" y="218"/>
                  <a:pt x="82" y="216"/>
                </a:cubicBezTo>
                <a:cubicBezTo>
                  <a:pt x="84" y="214"/>
                  <a:pt x="88" y="209"/>
                  <a:pt x="96" y="200"/>
                </a:cubicBezTo>
                <a:cubicBezTo>
                  <a:pt x="104" y="191"/>
                  <a:pt x="108" y="185"/>
                  <a:pt x="109" y="182"/>
                </a:cubicBezTo>
                <a:lnTo>
                  <a:pt x="139" y="143"/>
                </a:lnTo>
                <a:lnTo>
                  <a:pt x="101" y="92"/>
                </a:lnTo>
                <a:cubicBezTo>
                  <a:pt x="97" y="86"/>
                  <a:pt x="93" y="80"/>
                  <a:pt x="89" y="74"/>
                </a:cubicBezTo>
                <a:cubicBezTo>
                  <a:pt x="85" y="68"/>
                  <a:pt x="81" y="64"/>
                  <a:pt x="79" y="61"/>
                </a:cubicBezTo>
                <a:cubicBezTo>
                  <a:pt x="76" y="58"/>
                  <a:pt x="74" y="55"/>
                  <a:pt x="72" y="51"/>
                </a:cubicBezTo>
                <a:cubicBezTo>
                  <a:pt x="69" y="48"/>
                  <a:pt x="67" y="45"/>
                  <a:pt x="66" y="44"/>
                </a:cubicBezTo>
                <a:cubicBezTo>
                  <a:pt x="64" y="42"/>
                  <a:pt x="63" y="40"/>
                  <a:pt x="62" y="39"/>
                </a:cubicBezTo>
                <a:cubicBezTo>
                  <a:pt x="61" y="38"/>
                  <a:pt x="60" y="37"/>
                  <a:pt x="57" y="35"/>
                </a:cubicBezTo>
                <a:cubicBezTo>
                  <a:pt x="55" y="34"/>
                  <a:pt x="54" y="33"/>
                  <a:pt x="54" y="33"/>
                </a:cubicBezTo>
                <a:cubicBezTo>
                  <a:pt x="53" y="33"/>
                  <a:pt x="52" y="33"/>
                  <a:pt x="50" y="32"/>
                </a:cubicBezTo>
                <a:cubicBezTo>
                  <a:pt x="48" y="31"/>
                  <a:pt x="46" y="31"/>
                  <a:pt x="45" y="31"/>
                </a:cubicBezTo>
                <a:cubicBezTo>
                  <a:pt x="42" y="31"/>
                  <a:pt x="34" y="30"/>
                  <a:pt x="21" y="29"/>
                </a:cubicBezTo>
                <a:lnTo>
                  <a:pt x="3" y="29"/>
                </a:lnTo>
                <a:lnTo>
                  <a:pt x="3" y="0"/>
                </a:lnTo>
                <a:lnTo>
                  <a:pt x="8" y="0"/>
                </a:lnTo>
                <a:cubicBezTo>
                  <a:pt x="23" y="1"/>
                  <a:pt x="45" y="1"/>
                  <a:pt x="74" y="1"/>
                </a:cubicBezTo>
                <a:cubicBezTo>
                  <a:pt x="114" y="1"/>
                  <a:pt x="137" y="1"/>
                  <a:pt x="141" y="0"/>
                </a:cubicBezTo>
                <a:lnTo>
                  <a:pt x="147" y="0"/>
                </a:lnTo>
                <a:lnTo>
                  <a:pt x="147" y="29"/>
                </a:lnTo>
                <a:cubicBezTo>
                  <a:pt x="131" y="31"/>
                  <a:pt x="123" y="35"/>
                  <a:pt x="123" y="40"/>
                </a:cubicBezTo>
                <a:cubicBezTo>
                  <a:pt x="123" y="41"/>
                  <a:pt x="126" y="44"/>
                  <a:pt x="130" y="50"/>
                </a:cubicBezTo>
                <a:cubicBezTo>
                  <a:pt x="134" y="56"/>
                  <a:pt x="140" y="64"/>
                  <a:pt x="148" y="74"/>
                </a:cubicBezTo>
                <a:cubicBezTo>
                  <a:pt x="156" y="85"/>
                  <a:pt x="162" y="94"/>
                  <a:pt x="166" y="101"/>
                </a:cubicBezTo>
                <a:lnTo>
                  <a:pt x="169" y="103"/>
                </a:lnTo>
                <a:lnTo>
                  <a:pt x="185" y="82"/>
                </a:lnTo>
                <a:cubicBezTo>
                  <a:pt x="199" y="64"/>
                  <a:pt x="206" y="52"/>
                  <a:pt x="206" y="47"/>
                </a:cubicBezTo>
                <a:cubicBezTo>
                  <a:pt x="206" y="44"/>
                  <a:pt x="205" y="42"/>
                  <a:pt x="204" y="40"/>
                </a:cubicBezTo>
                <a:cubicBezTo>
                  <a:pt x="204" y="38"/>
                  <a:pt x="202" y="36"/>
                  <a:pt x="201" y="35"/>
                </a:cubicBezTo>
                <a:cubicBezTo>
                  <a:pt x="200" y="34"/>
                  <a:pt x="199" y="34"/>
                  <a:pt x="198" y="33"/>
                </a:cubicBezTo>
                <a:cubicBezTo>
                  <a:pt x="197" y="32"/>
                  <a:pt x="196" y="31"/>
                  <a:pt x="193" y="30"/>
                </a:cubicBezTo>
                <a:lnTo>
                  <a:pt x="192" y="29"/>
                </a:lnTo>
                <a:lnTo>
                  <a:pt x="188" y="29"/>
                </a:lnTo>
                <a:lnTo>
                  <a:pt x="188" y="0"/>
                </a:lnTo>
                <a:lnTo>
                  <a:pt x="193" y="0"/>
                </a:lnTo>
                <a:cubicBezTo>
                  <a:pt x="199" y="1"/>
                  <a:pt x="221" y="2"/>
                  <a:pt x="257" y="2"/>
                </a:cubicBezTo>
                <a:cubicBezTo>
                  <a:pt x="290" y="2"/>
                  <a:pt x="309" y="1"/>
                  <a:pt x="311" y="0"/>
                </a:cubicBezTo>
                <a:lnTo>
                  <a:pt x="315" y="0"/>
                </a:lnTo>
                <a:lnTo>
                  <a:pt x="315" y="29"/>
                </a:lnTo>
                <a:lnTo>
                  <a:pt x="311" y="29"/>
                </a:lnTo>
                <a:cubicBezTo>
                  <a:pt x="290" y="29"/>
                  <a:pt x="272" y="33"/>
                  <a:pt x="258" y="40"/>
                </a:cubicBezTo>
                <a:cubicBezTo>
                  <a:pt x="251" y="44"/>
                  <a:pt x="244" y="50"/>
                  <a:pt x="237" y="58"/>
                </a:cubicBezTo>
                <a:cubicBezTo>
                  <a:pt x="229" y="66"/>
                  <a:pt x="215" y="84"/>
                  <a:pt x="195" y="112"/>
                </a:cubicBezTo>
                <a:lnTo>
                  <a:pt x="184" y="125"/>
                </a:lnTo>
                <a:lnTo>
                  <a:pt x="224" y="181"/>
                </a:lnTo>
                <a:cubicBezTo>
                  <a:pt x="253" y="220"/>
                  <a:pt x="268" y="240"/>
                  <a:pt x="270" y="241"/>
                </a:cubicBezTo>
                <a:cubicBezTo>
                  <a:pt x="272" y="243"/>
                  <a:pt x="276" y="245"/>
                  <a:pt x="281" y="246"/>
                </a:cubicBezTo>
                <a:cubicBezTo>
                  <a:pt x="289" y="248"/>
                  <a:pt x="300" y="249"/>
                  <a:pt x="315" y="249"/>
                </a:cubicBezTo>
                <a:lnTo>
                  <a:pt x="326" y="249"/>
                </a:lnTo>
                <a:lnTo>
                  <a:pt x="326" y="278"/>
                </a:lnTo>
                <a:lnTo>
                  <a:pt x="322" y="278"/>
                </a:lnTo>
                <a:lnTo>
                  <a:pt x="317" y="278"/>
                </a:lnTo>
                <a:cubicBezTo>
                  <a:pt x="314" y="278"/>
                  <a:pt x="309" y="277"/>
                  <a:pt x="304" y="277"/>
                </a:cubicBezTo>
                <a:cubicBezTo>
                  <a:pt x="299" y="277"/>
                  <a:pt x="294" y="277"/>
                  <a:pt x="288" y="277"/>
                </a:cubicBezTo>
                <a:cubicBezTo>
                  <a:pt x="282" y="276"/>
                  <a:pt x="277" y="276"/>
                  <a:pt x="272" y="277"/>
                </a:cubicBezTo>
                <a:cubicBezTo>
                  <a:pt x="267" y="277"/>
                  <a:pt x="263" y="277"/>
                  <a:pt x="260" y="276"/>
                </a:cubicBezTo>
                <a:cubicBezTo>
                  <a:pt x="256" y="276"/>
                  <a:pt x="248" y="276"/>
                  <a:pt x="237" y="276"/>
                </a:cubicBezTo>
                <a:cubicBezTo>
                  <a:pt x="225" y="276"/>
                  <a:pt x="215" y="277"/>
                  <a:pt x="204" y="277"/>
                </a:cubicBezTo>
                <a:lnTo>
                  <a:pt x="190" y="278"/>
                </a:lnTo>
                <a:lnTo>
                  <a:pt x="184" y="278"/>
                </a:lnTo>
                <a:lnTo>
                  <a:pt x="184" y="249"/>
                </a:lnTo>
                <a:lnTo>
                  <a:pt x="186" y="249"/>
                </a:lnTo>
                <a:cubicBezTo>
                  <a:pt x="190" y="249"/>
                  <a:pt x="195" y="247"/>
                  <a:pt x="200" y="245"/>
                </a:cubicBezTo>
                <a:cubicBezTo>
                  <a:pt x="205" y="243"/>
                  <a:pt x="207" y="241"/>
                  <a:pt x="207" y="238"/>
                </a:cubicBezTo>
                <a:cubicBezTo>
                  <a:pt x="207" y="237"/>
                  <a:pt x="198" y="225"/>
                  <a:pt x="181" y="201"/>
                </a:cubicBezTo>
                <a:lnTo>
                  <a:pt x="155" y="166"/>
                </a:lnTo>
                <a:cubicBezTo>
                  <a:pt x="154" y="166"/>
                  <a:pt x="148" y="175"/>
                  <a:pt x="135" y="193"/>
                </a:cubicBezTo>
                <a:cubicBezTo>
                  <a:pt x="122" y="210"/>
                  <a:pt x="114" y="220"/>
                  <a:pt x="112" y="221"/>
                </a:cubicBezTo>
                <a:cubicBezTo>
                  <a:pt x="110" y="224"/>
                  <a:pt x="110" y="227"/>
                  <a:pt x="110" y="231"/>
                </a:cubicBezTo>
                <a:cubicBezTo>
                  <a:pt x="110" y="235"/>
                  <a:pt x="111" y="239"/>
                  <a:pt x="114" y="243"/>
                </a:cubicBezTo>
                <a:cubicBezTo>
                  <a:pt x="118" y="246"/>
                  <a:pt x="122" y="248"/>
                  <a:pt x="127" y="249"/>
                </a:cubicBezTo>
                <a:cubicBezTo>
                  <a:pt x="127" y="249"/>
                  <a:pt x="128" y="253"/>
                  <a:pt x="128" y="263"/>
                </a:cubicBezTo>
                <a:lnTo>
                  <a:pt x="128" y="278"/>
                </a:lnTo>
                <a:lnTo>
                  <a:pt x="123" y="27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87" name=""/>
          <p:cNvSpPr/>
          <p:nvPr/>
        </p:nvSpPr>
        <p:spPr>
          <a:xfrm>
            <a:off x="4228200" y="1325520"/>
            <a:ext cx="218520" cy="77040"/>
          </a:xfrm>
          <a:custGeom>
            <a:avLst/>
            <a:gdLst/>
            <a:ahLst/>
            <a:rect l="0" t="0" r="r" b="b"/>
            <a:pathLst>
              <a:path w="607" h="214">
                <a:moveTo>
                  <a:pt x="0" y="18"/>
                </a:moveTo>
                <a:cubicBezTo>
                  <a:pt x="0" y="10"/>
                  <a:pt x="4" y="4"/>
                  <a:pt x="13" y="0"/>
                </a:cubicBezTo>
                <a:lnTo>
                  <a:pt x="593" y="0"/>
                </a:lnTo>
                <a:cubicBezTo>
                  <a:pt x="602" y="5"/>
                  <a:pt x="607" y="11"/>
                  <a:pt x="607" y="18"/>
                </a:cubicBezTo>
                <a:cubicBezTo>
                  <a:pt x="607" y="25"/>
                  <a:pt x="603" y="31"/>
                  <a:pt x="594" y="36"/>
                </a:cubicBezTo>
                <a:lnTo>
                  <a:pt x="305" y="37"/>
                </a:lnTo>
                <a:lnTo>
                  <a:pt x="15" y="37"/>
                </a:lnTo>
                <a:cubicBezTo>
                  <a:pt x="5" y="34"/>
                  <a:pt x="0" y="27"/>
                  <a:pt x="0" y="18"/>
                </a:cubicBezTo>
                <a:moveTo>
                  <a:pt x="0" y="195"/>
                </a:moveTo>
                <a:cubicBezTo>
                  <a:pt x="0" y="186"/>
                  <a:pt x="5" y="180"/>
                  <a:pt x="15" y="177"/>
                </a:cubicBezTo>
                <a:lnTo>
                  <a:pt x="594" y="177"/>
                </a:lnTo>
                <a:cubicBezTo>
                  <a:pt x="603" y="183"/>
                  <a:pt x="607" y="189"/>
                  <a:pt x="607" y="195"/>
                </a:cubicBezTo>
                <a:cubicBezTo>
                  <a:pt x="607" y="203"/>
                  <a:pt x="602" y="209"/>
                  <a:pt x="593" y="214"/>
                </a:cubicBezTo>
                <a:lnTo>
                  <a:pt x="13" y="214"/>
                </a:lnTo>
                <a:cubicBezTo>
                  <a:pt x="4" y="209"/>
                  <a:pt x="0" y="203"/>
                  <a:pt x="0" y="19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88" name=""/>
          <p:cNvSpPr/>
          <p:nvPr/>
        </p:nvSpPr>
        <p:spPr>
          <a:xfrm>
            <a:off x="4566240" y="1221840"/>
            <a:ext cx="201600" cy="224640"/>
          </a:xfrm>
          <a:custGeom>
            <a:avLst/>
            <a:gdLst/>
            <a:ahLst/>
            <a:rect l="0" t="0" r="r" b="b"/>
            <a:pathLst>
              <a:path w="560" h="624">
                <a:moveTo>
                  <a:pt x="178" y="43"/>
                </a:moveTo>
                <a:cubicBezTo>
                  <a:pt x="158" y="43"/>
                  <a:pt x="147" y="42"/>
                  <a:pt x="145" y="39"/>
                </a:cubicBezTo>
                <a:cubicBezTo>
                  <a:pt x="145" y="38"/>
                  <a:pt x="145" y="36"/>
                  <a:pt x="145" y="32"/>
                </a:cubicBezTo>
                <a:cubicBezTo>
                  <a:pt x="145" y="17"/>
                  <a:pt x="148" y="7"/>
                  <a:pt x="155" y="1"/>
                </a:cubicBezTo>
                <a:cubicBezTo>
                  <a:pt x="156" y="1"/>
                  <a:pt x="160" y="0"/>
                  <a:pt x="168" y="0"/>
                </a:cubicBezTo>
                <a:cubicBezTo>
                  <a:pt x="201" y="2"/>
                  <a:pt x="239" y="3"/>
                  <a:pt x="284" y="3"/>
                </a:cubicBezTo>
                <a:cubicBezTo>
                  <a:pt x="369" y="3"/>
                  <a:pt x="418" y="2"/>
                  <a:pt x="431" y="0"/>
                </a:cubicBezTo>
                <a:lnTo>
                  <a:pt x="442" y="0"/>
                </a:lnTo>
                <a:cubicBezTo>
                  <a:pt x="446" y="4"/>
                  <a:pt x="447" y="7"/>
                  <a:pt x="447" y="8"/>
                </a:cubicBezTo>
                <a:cubicBezTo>
                  <a:pt x="447" y="10"/>
                  <a:pt x="447" y="16"/>
                  <a:pt x="446" y="25"/>
                </a:cubicBezTo>
                <a:cubicBezTo>
                  <a:pt x="443" y="35"/>
                  <a:pt x="440" y="41"/>
                  <a:pt x="437" y="43"/>
                </a:cubicBezTo>
                <a:lnTo>
                  <a:pt x="403" y="43"/>
                </a:lnTo>
                <a:cubicBezTo>
                  <a:pt x="361" y="44"/>
                  <a:pt x="336" y="46"/>
                  <a:pt x="329" y="51"/>
                </a:cubicBezTo>
                <a:cubicBezTo>
                  <a:pt x="325" y="54"/>
                  <a:pt x="321" y="62"/>
                  <a:pt x="316" y="77"/>
                </a:cubicBezTo>
                <a:cubicBezTo>
                  <a:pt x="312" y="91"/>
                  <a:pt x="292" y="171"/>
                  <a:pt x="256" y="317"/>
                </a:cubicBezTo>
                <a:cubicBezTo>
                  <a:pt x="246" y="356"/>
                  <a:pt x="235" y="398"/>
                  <a:pt x="225" y="442"/>
                </a:cubicBezTo>
                <a:cubicBezTo>
                  <a:pt x="214" y="487"/>
                  <a:pt x="205" y="520"/>
                  <a:pt x="200" y="543"/>
                </a:cubicBezTo>
                <a:lnTo>
                  <a:pt x="192" y="575"/>
                </a:lnTo>
                <a:cubicBezTo>
                  <a:pt x="192" y="578"/>
                  <a:pt x="195" y="579"/>
                  <a:pt x="200" y="579"/>
                </a:cubicBezTo>
                <a:cubicBezTo>
                  <a:pt x="205" y="579"/>
                  <a:pt x="223" y="580"/>
                  <a:pt x="254" y="581"/>
                </a:cubicBezTo>
                <a:lnTo>
                  <a:pt x="269" y="581"/>
                </a:lnTo>
                <a:cubicBezTo>
                  <a:pt x="289" y="581"/>
                  <a:pt x="304" y="580"/>
                  <a:pt x="316" y="580"/>
                </a:cubicBezTo>
                <a:cubicBezTo>
                  <a:pt x="327" y="579"/>
                  <a:pt x="342" y="577"/>
                  <a:pt x="360" y="573"/>
                </a:cubicBezTo>
                <a:cubicBezTo>
                  <a:pt x="378" y="570"/>
                  <a:pt x="393" y="564"/>
                  <a:pt x="406" y="557"/>
                </a:cubicBezTo>
                <a:cubicBezTo>
                  <a:pt x="418" y="550"/>
                  <a:pt x="431" y="540"/>
                  <a:pt x="446" y="526"/>
                </a:cubicBezTo>
                <a:cubicBezTo>
                  <a:pt x="461" y="513"/>
                  <a:pt x="474" y="496"/>
                  <a:pt x="485" y="476"/>
                </a:cubicBezTo>
                <a:cubicBezTo>
                  <a:pt x="495" y="458"/>
                  <a:pt x="504" y="438"/>
                  <a:pt x="512" y="415"/>
                </a:cubicBezTo>
                <a:cubicBezTo>
                  <a:pt x="521" y="393"/>
                  <a:pt x="526" y="380"/>
                  <a:pt x="528" y="377"/>
                </a:cubicBezTo>
                <a:cubicBezTo>
                  <a:pt x="531" y="375"/>
                  <a:pt x="536" y="374"/>
                  <a:pt x="543" y="374"/>
                </a:cubicBezTo>
                <a:lnTo>
                  <a:pt x="555" y="374"/>
                </a:lnTo>
                <a:cubicBezTo>
                  <a:pt x="559" y="380"/>
                  <a:pt x="560" y="383"/>
                  <a:pt x="560" y="384"/>
                </a:cubicBezTo>
                <a:cubicBezTo>
                  <a:pt x="560" y="385"/>
                  <a:pt x="554" y="403"/>
                  <a:pt x="542" y="438"/>
                </a:cubicBezTo>
                <a:cubicBezTo>
                  <a:pt x="530" y="473"/>
                  <a:pt x="517" y="509"/>
                  <a:pt x="502" y="547"/>
                </a:cubicBezTo>
                <a:cubicBezTo>
                  <a:pt x="488" y="585"/>
                  <a:pt x="480" y="608"/>
                  <a:pt x="479" y="614"/>
                </a:cubicBezTo>
                <a:cubicBezTo>
                  <a:pt x="477" y="617"/>
                  <a:pt x="476" y="619"/>
                  <a:pt x="475" y="620"/>
                </a:cubicBezTo>
                <a:cubicBezTo>
                  <a:pt x="474" y="621"/>
                  <a:pt x="469" y="621"/>
                  <a:pt x="460" y="623"/>
                </a:cubicBezTo>
                <a:cubicBezTo>
                  <a:pt x="451" y="624"/>
                  <a:pt x="438" y="624"/>
                  <a:pt x="420" y="624"/>
                </a:cubicBezTo>
                <a:cubicBezTo>
                  <a:pt x="414" y="624"/>
                  <a:pt x="390" y="624"/>
                  <a:pt x="351" y="624"/>
                </a:cubicBezTo>
                <a:cubicBezTo>
                  <a:pt x="312" y="624"/>
                  <a:pt x="274" y="623"/>
                  <a:pt x="238" y="623"/>
                </a:cubicBezTo>
                <a:lnTo>
                  <a:pt x="76" y="623"/>
                </a:lnTo>
                <a:cubicBezTo>
                  <a:pt x="25" y="623"/>
                  <a:pt x="0" y="620"/>
                  <a:pt x="0" y="614"/>
                </a:cubicBezTo>
                <a:cubicBezTo>
                  <a:pt x="0" y="609"/>
                  <a:pt x="0" y="605"/>
                  <a:pt x="2" y="601"/>
                </a:cubicBezTo>
                <a:cubicBezTo>
                  <a:pt x="5" y="589"/>
                  <a:pt x="8" y="583"/>
                  <a:pt x="11" y="582"/>
                </a:cubicBezTo>
                <a:cubicBezTo>
                  <a:pt x="13" y="581"/>
                  <a:pt x="18" y="581"/>
                  <a:pt x="24" y="581"/>
                </a:cubicBezTo>
                <a:lnTo>
                  <a:pt x="30" y="581"/>
                </a:lnTo>
                <a:cubicBezTo>
                  <a:pt x="46" y="581"/>
                  <a:pt x="64" y="580"/>
                  <a:pt x="84" y="578"/>
                </a:cubicBezTo>
                <a:cubicBezTo>
                  <a:pt x="93" y="576"/>
                  <a:pt x="99" y="573"/>
                  <a:pt x="102" y="567"/>
                </a:cubicBezTo>
                <a:cubicBezTo>
                  <a:pt x="104" y="565"/>
                  <a:pt x="125" y="480"/>
                  <a:pt x="167" y="314"/>
                </a:cubicBezTo>
                <a:cubicBezTo>
                  <a:pt x="209" y="148"/>
                  <a:pt x="230" y="60"/>
                  <a:pt x="230" y="51"/>
                </a:cubicBezTo>
                <a:cubicBezTo>
                  <a:pt x="230" y="47"/>
                  <a:pt x="213" y="44"/>
                  <a:pt x="178" y="4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89" name=""/>
          <p:cNvSpPr/>
          <p:nvPr/>
        </p:nvSpPr>
        <p:spPr>
          <a:xfrm>
            <a:off x="4876920" y="1344240"/>
            <a:ext cx="40320" cy="39600"/>
          </a:xfrm>
          <a:custGeom>
            <a:avLst/>
            <a:gdLst/>
            <a:ahLst/>
            <a:rect l="0" t="0" r="r" b="b"/>
            <a:pathLst>
              <a:path w="112" h="110">
                <a:moveTo>
                  <a:pt x="0" y="55"/>
                </a:moveTo>
                <a:cubicBezTo>
                  <a:pt x="0" y="41"/>
                  <a:pt x="6" y="28"/>
                  <a:pt x="16" y="16"/>
                </a:cubicBezTo>
                <a:cubicBezTo>
                  <a:pt x="26" y="5"/>
                  <a:pt x="40" y="0"/>
                  <a:pt x="56" y="0"/>
                </a:cubicBezTo>
                <a:cubicBezTo>
                  <a:pt x="71" y="0"/>
                  <a:pt x="83" y="4"/>
                  <a:pt x="94" y="14"/>
                </a:cubicBezTo>
                <a:cubicBezTo>
                  <a:pt x="105" y="24"/>
                  <a:pt x="111" y="38"/>
                  <a:pt x="112" y="54"/>
                </a:cubicBezTo>
                <a:cubicBezTo>
                  <a:pt x="112" y="69"/>
                  <a:pt x="106" y="82"/>
                  <a:pt x="96" y="93"/>
                </a:cubicBezTo>
                <a:cubicBezTo>
                  <a:pt x="86" y="104"/>
                  <a:pt x="73" y="110"/>
                  <a:pt x="57" y="110"/>
                </a:cubicBezTo>
                <a:cubicBezTo>
                  <a:pt x="41" y="110"/>
                  <a:pt x="27" y="105"/>
                  <a:pt x="17" y="94"/>
                </a:cubicBezTo>
                <a:cubicBezTo>
                  <a:pt x="7" y="84"/>
                  <a:pt x="1" y="71"/>
                  <a:pt x="0" y="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90" name=""/>
          <p:cNvSpPr/>
          <p:nvPr/>
        </p:nvSpPr>
        <p:spPr>
          <a:xfrm>
            <a:off x="5022360" y="1221840"/>
            <a:ext cx="104400" cy="224280"/>
          </a:xfrm>
          <a:custGeom>
            <a:avLst/>
            <a:gdLst/>
            <a:ahLst/>
            <a:rect l="0" t="0" r="r" b="b"/>
            <a:pathLst>
              <a:path w="290" h="623">
                <a:moveTo>
                  <a:pt x="280" y="623"/>
                </a:moveTo>
                <a:cubicBezTo>
                  <a:pt x="267" y="621"/>
                  <a:pt x="222" y="620"/>
                  <a:pt x="145" y="620"/>
                </a:cubicBezTo>
                <a:cubicBezTo>
                  <a:pt x="68" y="620"/>
                  <a:pt x="22" y="621"/>
                  <a:pt x="10" y="623"/>
                </a:cubicBezTo>
                <a:lnTo>
                  <a:pt x="0" y="623"/>
                </a:lnTo>
                <a:lnTo>
                  <a:pt x="0" y="581"/>
                </a:lnTo>
                <a:lnTo>
                  <a:pt x="20" y="581"/>
                </a:lnTo>
                <a:cubicBezTo>
                  <a:pt x="49" y="581"/>
                  <a:pt x="70" y="580"/>
                  <a:pt x="78" y="578"/>
                </a:cubicBezTo>
                <a:cubicBezTo>
                  <a:pt x="87" y="576"/>
                  <a:pt x="93" y="573"/>
                  <a:pt x="96" y="568"/>
                </a:cubicBezTo>
                <a:cubicBezTo>
                  <a:pt x="97" y="566"/>
                  <a:pt x="98" y="481"/>
                  <a:pt x="98" y="311"/>
                </a:cubicBezTo>
                <a:cubicBezTo>
                  <a:pt x="98" y="143"/>
                  <a:pt x="97" y="58"/>
                  <a:pt x="96" y="56"/>
                </a:cubicBezTo>
                <a:cubicBezTo>
                  <a:pt x="94" y="53"/>
                  <a:pt x="91" y="51"/>
                  <a:pt x="89" y="49"/>
                </a:cubicBezTo>
                <a:cubicBezTo>
                  <a:pt x="87" y="48"/>
                  <a:pt x="80" y="47"/>
                  <a:pt x="69" y="45"/>
                </a:cubicBezTo>
                <a:cubicBezTo>
                  <a:pt x="57" y="43"/>
                  <a:pt x="41" y="42"/>
                  <a:pt x="20" y="43"/>
                </a:cubicBezTo>
                <a:lnTo>
                  <a:pt x="0" y="43"/>
                </a:lnTo>
                <a:lnTo>
                  <a:pt x="0" y="0"/>
                </a:lnTo>
                <a:lnTo>
                  <a:pt x="10" y="0"/>
                </a:lnTo>
                <a:cubicBezTo>
                  <a:pt x="22" y="2"/>
                  <a:pt x="68" y="3"/>
                  <a:pt x="145" y="3"/>
                </a:cubicBezTo>
                <a:cubicBezTo>
                  <a:pt x="222" y="3"/>
                  <a:pt x="267" y="2"/>
                  <a:pt x="280" y="0"/>
                </a:cubicBezTo>
                <a:lnTo>
                  <a:pt x="290" y="0"/>
                </a:lnTo>
                <a:lnTo>
                  <a:pt x="290" y="43"/>
                </a:lnTo>
                <a:lnTo>
                  <a:pt x="270" y="43"/>
                </a:lnTo>
                <a:cubicBezTo>
                  <a:pt x="240" y="43"/>
                  <a:pt x="221" y="44"/>
                  <a:pt x="213" y="46"/>
                </a:cubicBezTo>
                <a:cubicBezTo>
                  <a:pt x="204" y="48"/>
                  <a:pt x="198" y="51"/>
                  <a:pt x="194" y="56"/>
                </a:cubicBezTo>
                <a:cubicBezTo>
                  <a:pt x="193" y="58"/>
                  <a:pt x="193" y="143"/>
                  <a:pt x="193" y="311"/>
                </a:cubicBezTo>
                <a:cubicBezTo>
                  <a:pt x="193" y="481"/>
                  <a:pt x="193" y="566"/>
                  <a:pt x="194" y="568"/>
                </a:cubicBezTo>
                <a:cubicBezTo>
                  <a:pt x="197" y="571"/>
                  <a:pt x="199" y="573"/>
                  <a:pt x="202" y="574"/>
                </a:cubicBezTo>
                <a:cubicBezTo>
                  <a:pt x="204" y="576"/>
                  <a:pt x="211" y="577"/>
                  <a:pt x="222" y="579"/>
                </a:cubicBezTo>
                <a:cubicBezTo>
                  <a:pt x="233" y="581"/>
                  <a:pt x="249" y="581"/>
                  <a:pt x="270" y="581"/>
                </a:cubicBezTo>
                <a:lnTo>
                  <a:pt x="290" y="581"/>
                </a:lnTo>
                <a:lnTo>
                  <a:pt x="290" y="623"/>
                </a:lnTo>
                <a:lnTo>
                  <a:pt x="280" y="62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91" name=""/>
          <p:cNvSpPr/>
          <p:nvPr/>
        </p:nvSpPr>
        <p:spPr>
          <a:xfrm>
            <a:off x="5151960" y="1214640"/>
            <a:ext cx="220320" cy="294480"/>
          </a:xfrm>
          <a:custGeom>
            <a:avLst/>
            <a:gdLst/>
            <a:ahLst/>
            <a:rect l="0" t="0" r="r" b="b"/>
            <a:pathLst>
              <a:path w="612" h="818">
                <a:moveTo>
                  <a:pt x="0" y="332"/>
                </a:moveTo>
                <a:cubicBezTo>
                  <a:pt x="0" y="236"/>
                  <a:pt x="31" y="156"/>
                  <a:pt x="93" y="94"/>
                </a:cubicBezTo>
                <a:cubicBezTo>
                  <a:pt x="154" y="31"/>
                  <a:pt x="224" y="0"/>
                  <a:pt x="303" y="0"/>
                </a:cubicBezTo>
                <a:cubicBezTo>
                  <a:pt x="384" y="0"/>
                  <a:pt x="454" y="32"/>
                  <a:pt x="515" y="95"/>
                </a:cubicBezTo>
                <a:cubicBezTo>
                  <a:pt x="576" y="158"/>
                  <a:pt x="606" y="237"/>
                  <a:pt x="607" y="332"/>
                </a:cubicBezTo>
                <a:cubicBezTo>
                  <a:pt x="607" y="372"/>
                  <a:pt x="601" y="410"/>
                  <a:pt x="590" y="444"/>
                </a:cubicBezTo>
                <a:cubicBezTo>
                  <a:pt x="578" y="479"/>
                  <a:pt x="565" y="506"/>
                  <a:pt x="551" y="527"/>
                </a:cubicBezTo>
                <a:cubicBezTo>
                  <a:pt x="536" y="548"/>
                  <a:pt x="519" y="567"/>
                  <a:pt x="499" y="585"/>
                </a:cubicBezTo>
                <a:cubicBezTo>
                  <a:pt x="479" y="604"/>
                  <a:pt x="464" y="615"/>
                  <a:pt x="455" y="620"/>
                </a:cubicBezTo>
                <a:cubicBezTo>
                  <a:pt x="446" y="625"/>
                  <a:pt x="437" y="630"/>
                  <a:pt x="428" y="634"/>
                </a:cubicBezTo>
                <a:cubicBezTo>
                  <a:pt x="427" y="635"/>
                  <a:pt x="427" y="635"/>
                  <a:pt x="427" y="635"/>
                </a:cubicBezTo>
                <a:lnTo>
                  <a:pt x="426" y="635"/>
                </a:lnTo>
                <a:cubicBezTo>
                  <a:pt x="426" y="637"/>
                  <a:pt x="427" y="640"/>
                  <a:pt x="429" y="644"/>
                </a:cubicBezTo>
                <a:cubicBezTo>
                  <a:pt x="430" y="647"/>
                  <a:pt x="433" y="653"/>
                  <a:pt x="439" y="662"/>
                </a:cubicBezTo>
                <a:cubicBezTo>
                  <a:pt x="444" y="670"/>
                  <a:pt x="450" y="678"/>
                  <a:pt x="455" y="685"/>
                </a:cubicBezTo>
                <a:cubicBezTo>
                  <a:pt x="460" y="693"/>
                  <a:pt x="468" y="699"/>
                  <a:pt x="479" y="704"/>
                </a:cubicBezTo>
                <a:cubicBezTo>
                  <a:pt x="489" y="708"/>
                  <a:pt x="499" y="711"/>
                  <a:pt x="510" y="712"/>
                </a:cubicBezTo>
                <a:cubicBezTo>
                  <a:pt x="533" y="712"/>
                  <a:pt x="552" y="706"/>
                  <a:pt x="567" y="694"/>
                </a:cubicBezTo>
                <a:cubicBezTo>
                  <a:pt x="582" y="681"/>
                  <a:pt x="591" y="665"/>
                  <a:pt x="592" y="645"/>
                </a:cubicBezTo>
                <a:cubicBezTo>
                  <a:pt x="593" y="637"/>
                  <a:pt x="596" y="634"/>
                  <a:pt x="601" y="634"/>
                </a:cubicBezTo>
                <a:cubicBezTo>
                  <a:pt x="605" y="634"/>
                  <a:pt x="608" y="635"/>
                  <a:pt x="612" y="638"/>
                </a:cubicBezTo>
                <a:lnTo>
                  <a:pt x="611" y="654"/>
                </a:lnTo>
                <a:cubicBezTo>
                  <a:pt x="611" y="700"/>
                  <a:pt x="602" y="738"/>
                  <a:pt x="584" y="770"/>
                </a:cubicBezTo>
                <a:cubicBezTo>
                  <a:pt x="566" y="802"/>
                  <a:pt x="538" y="818"/>
                  <a:pt x="501" y="818"/>
                </a:cubicBezTo>
                <a:cubicBezTo>
                  <a:pt x="475" y="818"/>
                  <a:pt x="455" y="810"/>
                  <a:pt x="440" y="794"/>
                </a:cubicBezTo>
                <a:cubicBezTo>
                  <a:pt x="424" y="777"/>
                  <a:pt x="412" y="752"/>
                  <a:pt x="403" y="718"/>
                </a:cubicBezTo>
                <a:cubicBezTo>
                  <a:pt x="394" y="682"/>
                  <a:pt x="389" y="659"/>
                  <a:pt x="389" y="650"/>
                </a:cubicBezTo>
                <a:lnTo>
                  <a:pt x="379" y="653"/>
                </a:lnTo>
                <a:cubicBezTo>
                  <a:pt x="371" y="654"/>
                  <a:pt x="360" y="657"/>
                  <a:pt x="346" y="659"/>
                </a:cubicBezTo>
                <a:cubicBezTo>
                  <a:pt x="331" y="661"/>
                  <a:pt x="317" y="663"/>
                  <a:pt x="303" y="663"/>
                </a:cubicBezTo>
                <a:cubicBezTo>
                  <a:pt x="222" y="663"/>
                  <a:pt x="151" y="631"/>
                  <a:pt x="91" y="569"/>
                </a:cubicBezTo>
                <a:cubicBezTo>
                  <a:pt x="30" y="506"/>
                  <a:pt x="0" y="428"/>
                  <a:pt x="0" y="332"/>
                </a:cubicBezTo>
                <a:moveTo>
                  <a:pt x="502" y="334"/>
                </a:moveTo>
                <a:cubicBezTo>
                  <a:pt x="502" y="279"/>
                  <a:pt x="496" y="231"/>
                  <a:pt x="483" y="190"/>
                </a:cubicBezTo>
                <a:cubicBezTo>
                  <a:pt x="470" y="150"/>
                  <a:pt x="454" y="119"/>
                  <a:pt x="433" y="98"/>
                </a:cubicBezTo>
                <a:cubicBezTo>
                  <a:pt x="413" y="76"/>
                  <a:pt x="391" y="61"/>
                  <a:pt x="369" y="51"/>
                </a:cubicBezTo>
                <a:cubicBezTo>
                  <a:pt x="348" y="41"/>
                  <a:pt x="326" y="37"/>
                  <a:pt x="305" y="37"/>
                </a:cubicBezTo>
                <a:cubicBezTo>
                  <a:pt x="284" y="37"/>
                  <a:pt x="262" y="41"/>
                  <a:pt x="239" y="51"/>
                </a:cubicBezTo>
                <a:cubicBezTo>
                  <a:pt x="217" y="61"/>
                  <a:pt x="196" y="76"/>
                  <a:pt x="176" y="98"/>
                </a:cubicBezTo>
                <a:cubicBezTo>
                  <a:pt x="156" y="119"/>
                  <a:pt x="139" y="150"/>
                  <a:pt x="125" y="190"/>
                </a:cubicBezTo>
                <a:cubicBezTo>
                  <a:pt x="111" y="231"/>
                  <a:pt x="104" y="279"/>
                  <a:pt x="105" y="334"/>
                </a:cubicBezTo>
                <a:cubicBezTo>
                  <a:pt x="105" y="453"/>
                  <a:pt x="137" y="539"/>
                  <a:pt x="202" y="591"/>
                </a:cubicBezTo>
                <a:cubicBezTo>
                  <a:pt x="217" y="602"/>
                  <a:pt x="225" y="607"/>
                  <a:pt x="228" y="607"/>
                </a:cubicBezTo>
                <a:lnTo>
                  <a:pt x="227" y="604"/>
                </a:lnTo>
                <a:cubicBezTo>
                  <a:pt x="227" y="603"/>
                  <a:pt x="227" y="602"/>
                  <a:pt x="227" y="601"/>
                </a:cubicBezTo>
                <a:cubicBezTo>
                  <a:pt x="225" y="597"/>
                  <a:pt x="224" y="590"/>
                  <a:pt x="224" y="581"/>
                </a:cubicBezTo>
                <a:cubicBezTo>
                  <a:pt x="224" y="561"/>
                  <a:pt x="231" y="543"/>
                  <a:pt x="246" y="526"/>
                </a:cubicBezTo>
                <a:cubicBezTo>
                  <a:pt x="260" y="510"/>
                  <a:pt x="280" y="502"/>
                  <a:pt x="306" y="502"/>
                </a:cubicBezTo>
                <a:cubicBezTo>
                  <a:pt x="344" y="502"/>
                  <a:pt x="376" y="527"/>
                  <a:pt x="400" y="579"/>
                </a:cubicBezTo>
                <a:lnTo>
                  <a:pt x="406" y="590"/>
                </a:lnTo>
                <a:cubicBezTo>
                  <a:pt x="435" y="570"/>
                  <a:pt x="458" y="538"/>
                  <a:pt x="476" y="493"/>
                </a:cubicBezTo>
                <a:cubicBezTo>
                  <a:pt x="494" y="451"/>
                  <a:pt x="502" y="398"/>
                  <a:pt x="502" y="334"/>
                </a:cubicBezTo>
                <a:moveTo>
                  <a:pt x="300" y="626"/>
                </a:moveTo>
                <a:cubicBezTo>
                  <a:pt x="312" y="626"/>
                  <a:pt x="324" y="625"/>
                  <a:pt x="337" y="622"/>
                </a:cubicBezTo>
                <a:cubicBezTo>
                  <a:pt x="349" y="619"/>
                  <a:pt x="360" y="616"/>
                  <a:pt x="368" y="613"/>
                </a:cubicBezTo>
                <a:cubicBezTo>
                  <a:pt x="376" y="610"/>
                  <a:pt x="379" y="607"/>
                  <a:pt x="379" y="606"/>
                </a:cubicBezTo>
                <a:cubicBezTo>
                  <a:pt x="379" y="602"/>
                  <a:pt x="378" y="597"/>
                  <a:pt x="376" y="591"/>
                </a:cubicBezTo>
                <a:cubicBezTo>
                  <a:pt x="374" y="585"/>
                  <a:pt x="368" y="575"/>
                  <a:pt x="359" y="563"/>
                </a:cubicBezTo>
                <a:cubicBezTo>
                  <a:pt x="349" y="550"/>
                  <a:pt x="338" y="542"/>
                  <a:pt x="325" y="538"/>
                </a:cubicBezTo>
                <a:cubicBezTo>
                  <a:pt x="316" y="537"/>
                  <a:pt x="309" y="536"/>
                  <a:pt x="301" y="536"/>
                </a:cubicBezTo>
                <a:cubicBezTo>
                  <a:pt x="290" y="536"/>
                  <a:pt x="280" y="541"/>
                  <a:pt x="271" y="550"/>
                </a:cubicBezTo>
                <a:cubicBezTo>
                  <a:pt x="263" y="559"/>
                  <a:pt x="258" y="570"/>
                  <a:pt x="258" y="582"/>
                </a:cubicBezTo>
                <a:cubicBezTo>
                  <a:pt x="258" y="593"/>
                  <a:pt x="262" y="604"/>
                  <a:pt x="269" y="613"/>
                </a:cubicBezTo>
                <a:cubicBezTo>
                  <a:pt x="277" y="622"/>
                  <a:pt x="288" y="626"/>
                  <a:pt x="300" y="62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92" name=""/>
          <p:cNvSpPr/>
          <p:nvPr/>
        </p:nvSpPr>
        <p:spPr>
          <a:xfrm>
            <a:off x="5397120" y="1221840"/>
            <a:ext cx="231480" cy="231480"/>
          </a:xfrm>
          <a:custGeom>
            <a:avLst/>
            <a:gdLst/>
            <a:ahLst/>
            <a:rect l="0" t="0" r="r" b="b"/>
            <a:pathLst>
              <a:path w="643" h="643">
                <a:moveTo>
                  <a:pt x="95" y="56"/>
                </a:moveTo>
                <a:cubicBezTo>
                  <a:pt x="91" y="51"/>
                  <a:pt x="88" y="49"/>
                  <a:pt x="85" y="48"/>
                </a:cubicBezTo>
                <a:cubicBezTo>
                  <a:pt x="83" y="46"/>
                  <a:pt x="78" y="45"/>
                  <a:pt x="70" y="45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161" y="0"/>
                </a:lnTo>
                <a:lnTo>
                  <a:pt x="192" y="0"/>
                </a:lnTo>
                <a:lnTo>
                  <a:pt x="250" y="0"/>
                </a:lnTo>
                <a:cubicBezTo>
                  <a:pt x="296" y="0"/>
                  <a:pt x="331" y="2"/>
                  <a:pt x="356" y="6"/>
                </a:cubicBezTo>
                <a:cubicBezTo>
                  <a:pt x="381" y="9"/>
                  <a:pt x="406" y="18"/>
                  <a:pt x="432" y="32"/>
                </a:cubicBezTo>
                <a:cubicBezTo>
                  <a:pt x="489" y="61"/>
                  <a:pt x="522" y="101"/>
                  <a:pt x="531" y="152"/>
                </a:cubicBezTo>
                <a:cubicBezTo>
                  <a:pt x="532" y="155"/>
                  <a:pt x="532" y="160"/>
                  <a:pt x="532" y="167"/>
                </a:cubicBezTo>
                <a:cubicBezTo>
                  <a:pt x="532" y="187"/>
                  <a:pt x="527" y="206"/>
                  <a:pt x="517" y="223"/>
                </a:cubicBezTo>
                <a:cubicBezTo>
                  <a:pt x="508" y="241"/>
                  <a:pt x="496" y="255"/>
                  <a:pt x="483" y="266"/>
                </a:cubicBezTo>
                <a:cubicBezTo>
                  <a:pt x="469" y="277"/>
                  <a:pt x="456" y="286"/>
                  <a:pt x="442" y="294"/>
                </a:cubicBezTo>
                <a:cubicBezTo>
                  <a:pt x="428" y="302"/>
                  <a:pt x="416" y="308"/>
                  <a:pt x="406" y="311"/>
                </a:cubicBezTo>
                <a:lnTo>
                  <a:pt x="392" y="315"/>
                </a:lnTo>
                <a:cubicBezTo>
                  <a:pt x="394" y="317"/>
                  <a:pt x="397" y="319"/>
                  <a:pt x="402" y="321"/>
                </a:cubicBezTo>
                <a:cubicBezTo>
                  <a:pt x="420" y="330"/>
                  <a:pt x="435" y="341"/>
                  <a:pt x="446" y="351"/>
                </a:cubicBezTo>
                <a:cubicBezTo>
                  <a:pt x="458" y="362"/>
                  <a:pt x="467" y="376"/>
                  <a:pt x="473" y="392"/>
                </a:cubicBezTo>
                <a:cubicBezTo>
                  <a:pt x="479" y="407"/>
                  <a:pt x="483" y="420"/>
                  <a:pt x="485" y="431"/>
                </a:cubicBezTo>
                <a:cubicBezTo>
                  <a:pt x="488" y="441"/>
                  <a:pt x="491" y="458"/>
                  <a:pt x="494" y="482"/>
                </a:cubicBezTo>
                <a:cubicBezTo>
                  <a:pt x="497" y="505"/>
                  <a:pt x="500" y="524"/>
                  <a:pt x="503" y="537"/>
                </a:cubicBezTo>
                <a:cubicBezTo>
                  <a:pt x="509" y="566"/>
                  <a:pt x="516" y="585"/>
                  <a:pt x="525" y="594"/>
                </a:cubicBezTo>
                <a:cubicBezTo>
                  <a:pt x="533" y="604"/>
                  <a:pt x="545" y="608"/>
                  <a:pt x="559" y="608"/>
                </a:cubicBezTo>
                <a:lnTo>
                  <a:pt x="564" y="608"/>
                </a:lnTo>
                <a:cubicBezTo>
                  <a:pt x="573" y="608"/>
                  <a:pt x="582" y="603"/>
                  <a:pt x="590" y="594"/>
                </a:cubicBezTo>
                <a:cubicBezTo>
                  <a:pt x="599" y="584"/>
                  <a:pt x="604" y="567"/>
                  <a:pt x="607" y="543"/>
                </a:cubicBezTo>
                <a:cubicBezTo>
                  <a:pt x="607" y="537"/>
                  <a:pt x="608" y="533"/>
                  <a:pt x="610" y="531"/>
                </a:cubicBezTo>
                <a:cubicBezTo>
                  <a:pt x="613" y="529"/>
                  <a:pt x="617" y="528"/>
                  <a:pt x="625" y="527"/>
                </a:cubicBezTo>
                <a:cubicBezTo>
                  <a:pt x="632" y="526"/>
                  <a:pt x="637" y="527"/>
                  <a:pt x="639" y="529"/>
                </a:cubicBezTo>
                <a:cubicBezTo>
                  <a:pt x="642" y="531"/>
                  <a:pt x="643" y="535"/>
                  <a:pt x="643" y="541"/>
                </a:cubicBezTo>
                <a:cubicBezTo>
                  <a:pt x="643" y="560"/>
                  <a:pt x="638" y="579"/>
                  <a:pt x="628" y="598"/>
                </a:cubicBezTo>
                <a:cubicBezTo>
                  <a:pt x="619" y="617"/>
                  <a:pt x="605" y="631"/>
                  <a:pt x="588" y="637"/>
                </a:cubicBezTo>
                <a:cubicBezTo>
                  <a:pt x="579" y="641"/>
                  <a:pt x="566" y="643"/>
                  <a:pt x="550" y="643"/>
                </a:cubicBezTo>
                <a:cubicBezTo>
                  <a:pt x="460" y="639"/>
                  <a:pt x="408" y="605"/>
                  <a:pt x="394" y="541"/>
                </a:cubicBezTo>
                <a:cubicBezTo>
                  <a:pt x="392" y="534"/>
                  <a:pt x="392" y="512"/>
                  <a:pt x="392" y="474"/>
                </a:cubicBezTo>
                <a:cubicBezTo>
                  <a:pt x="392" y="437"/>
                  <a:pt x="390" y="412"/>
                  <a:pt x="385" y="399"/>
                </a:cubicBezTo>
                <a:cubicBezTo>
                  <a:pt x="374" y="364"/>
                  <a:pt x="351" y="341"/>
                  <a:pt x="316" y="331"/>
                </a:cubicBezTo>
                <a:lnTo>
                  <a:pt x="307" y="330"/>
                </a:lnTo>
                <a:lnTo>
                  <a:pt x="247" y="329"/>
                </a:lnTo>
                <a:lnTo>
                  <a:pt x="187" y="329"/>
                </a:lnTo>
                <a:lnTo>
                  <a:pt x="187" y="448"/>
                </a:lnTo>
                <a:lnTo>
                  <a:pt x="188" y="567"/>
                </a:lnTo>
                <a:cubicBezTo>
                  <a:pt x="192" y="573"/>
                  <a:pt x="197" y="577"/>
                  <a:pt x="203" y="578"/>
                </a:cubicBezTo>
                <a:cubicBezTo>
                  <a:pt x="210" y="579"/>
                  <a:pt x="226" y="580"/>
                  <a:pt x="251" y="581"/>
                </a:cubicBezTo>
                <a:lnTo>
                  <a:pt x="281" y="581"/>
                </a:lnTo>
                <a:lnTo>
                  <a:pt x="281" y="623"/>
                </a:lnTo>
                <a:lnTo>
                  <a:pt x="271" y="623"/>
                </a:lnTo>
                <a:cubicBezTo>
                  <a:pt x="258" y="621"/>
                  <a:pt x="215" y="620"/>
                  <a:pt x="142" y="620"/>
                </a:cubicBezTo>
                <a:cubicBezTo>
                  <a:pt x="67" y="620"/>
                  <a:pt x="23" y="621"/>
                  <a:pt x="10" y="623"/>
                </a:cubicBezTo>
                <a:lnTo>
                  <a:pt x="0" y="623"/>
                </a:lnTo>
                <a:lnTo>
                  <a:pt x="0" y="581"/>
                </a:lnTo>
                <a:lnTo>
                  <a:pt x="30" y="581"/>
                </a:lnTo>
                <a:cubicBezTo>
                  <a:pt x="56" y="580"/>
                  <a:pt x="71" y="579"/>
                  <a:pt x="78" y="578"/>
                </a:cubicBezTo>
                <a:cubicBezTo>
                  <a:pt x="83" y="577"/>
                  <a:pt x="89" y="573"/>
                  <a:pt x="95" y="567"/>
                </a:cubicBezTo>
                <a:lnTo>
                  <a:pt x="95" y="56"/>
                </a:lnTo>
                <a:moveTo>
                  <a:pt x="424" y="169"/>
                </a:moveTo>
                <a:lnTo>
                  <a:pt x="424" y="160"/>
                </a:lnTo>
                <a:cubicBezTo>
                  <a:pt x="424" y="149"/>
                  <a:pt x="423" y="140"/>
                  <a:pt x="423" y="131"/>
                </a:cubicBezTo>
                <a:cubicBezTo>
                  <a:pt x="422" y="124"/>
                  <a:pt x="419" y="115"/>
                  <a:pt x="415" y="103"/>
                </a:cubicBezTo>
                <a:cubicBezTo>
                  <a:pt x="410" y="91"/>
                  <a:pt x="404" y="82"/>
                  <a:pt x="397" y="75"/>
                </a:cubicBezTo>
                <a:cubicBezTo>
                  <a:pt x="391" y="68"/>
                  <a:pt x="379" y="61"/>
                  <a:pt x="363" y="55"/>
                </a:cubicBezTo>
                <a:cubicBezTo>
                  <a:pt x="346" y="49"/>
                  <a:pt x="327" y="45"/>
                  <a:pt x="306" y="43"/>
                </a:cubicBezTo>
                <a:cubicBezTo>
                  <a:pt x="305" y="43"/>
                  <a:pt x="298" y="43"/>
                  <a:pt x="286" y="43"/>
                </a:cubicBezTo>
                <a:cubicBezTo>
                  <a:pt x="274" y="43"/>
                  <a:pt x="263" y="43"/>
                  <a:pt x="253" y="42"/>
                </a:cubicBezTo>
                <a:lnTo>
                  <a:pt x="234" y="42"/>
                </a:lnTo>
                <a:cubicBezTo>
                  <a:pt x="207" y="42"/>
                  <a:pt x="192" y="45"/>
                  <a:pt x="190" y="50"/>
                </a:cubicBezTo>
                <a:cubicBezTo>
                  <a:pt x="188" y="53"/>
                  <a:pt x="187" y="94"/>
                  <a:pt x="187" y="175"/>
                </a:cubicBezTo>
                <a:lnTo>
                  <a:pt x="187" y="295"/>
                </a:lnTo>
                <a:lnTo>
                  <a:pt x="240" y="295"/>
                </a:lnTo>
                <a:cubicBezTo>
                  <a:pt x="301" y="295"/>
                  <a:pt x="345" y="290"/>
                  <a:pt x="372" y="279"/>
                </a:cubicBezTo>
                <a:cubicBezTo>
                  <a:pt x="398" y="268"/>
                  <a:pt x="415" y="244"/>
                  <a:pt x="422" y="208"/>
                </a:cubicBezTo>
                <a:cubicBezTo>
                  <a:pt x="423" y="201"/>
                  <a:pt x="424" y="188"/>
                  <a:pt x="424" y="16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93" name=""/>
          <p:cNvSpPr/>
          <p:nvPr/>
        </p:nvSpPr>
        <p:spPr>
          <a:xfrm>
            <a:off x="5644800" y="1418040"/>
            <a:ext cx="116640" cy="147600"/>
          </a:xfrm>
          <a:custGeom>
            <a:avLst/>
            <a:gdLst/>
            <a:ahLst/>
            <a:rect l="0" t="0" r="r" b="b"/>
            <a:pathLst>
              <a:path w="324" h="410">
                <a:moveTo>
                  <a:pt x="11" y="381"/>
                </a:moveTo>
                <a:lnTo>
                  <a:pt x="20" y="381"/>
                </a:lnTo>
                <a:cubicBezTo>
                  <a:pt x="36" y="381"/>
                  <a:pt x="47" y="378"/>
                  <a:pt x="50" y="372"/>
                </a:cubicBezTo>
                <a:lnTo>
                  <a:pt x="50" y="366"/>
                </a:lnTo>
                <a:cubicBezTo>
                  <a:pt x="50" y="363"/>
                  <a:pt x="50" y="359"/>
                  <a:pt x="50" y="353"/>
                </a:cubicBezTo>
                <a:cubicBezTo>
                  <a:pt x="50" y="348"/>
                  <a:pt x="50" y="342"/>
                  <a:pt x="50" y="334"/>
                </a:cubicBezTo>
                <a:cubicBezTo>
                  <a:pt x="50" y="326"/>
                  <a:pt x="50" y="318"/>
                  <a:pt x="51" y="309"/>
                </a:cubicBezTo>
                <a:cubicBezTo>
                  <a:pt x="51" y="300"/>
                  <a:pt x="51" y="290"/>
                  <a:pt x="51" y="281"/>
                </a:cubicBezTo>
                <a:cubicBezTo>
                  <a:pt x="50" y="271"/>
                  <a:pt x="50" y="260"/>
                  <a:pt x="51" y="249"/>
                </a:cubicBezTo>
                <a:cubicBezTo>
                  <a:pt x="51" y="238"/>
                  <a:pt x="51" y="227"/>
                  <a:pt x="51" y="216"/>
                </a:cubicBezTo>
                <a:cubicBezTo>
                  <a:pt x="51" y="202"/>
                  <a:pt x="51" y="186"/>
                  <a:pt x="51" y="171"/>
                </a:cubicBezTo>
                <a:cubicBezTo>
                  <a:pt x="51" y="155"/>
                  <a:pt x="51" y="141"/>
                  <a:pt x="51" y="128"/>
                </a:cubicBezTo>
                <a:cubicBezTo>
                  <a:pt x="51" y="116"/>
                  <a:pt x="51" y="104"/>
                  <a:pt x="51" y="94"/>
                </a:cubicBezTo>
                <a:cubicBezTo>
                  <a:pt x="51" y="84"/>
                  <a:pt x="50" y="75"/>
                  <a:pt x="50" y="69"/>
                </a:cubicBezTo>
                <a:cubicBezTo>
                  <a:pt x="50" y="63"/>
                  <a:pt x="50" y="59"/>
                  <a:pt x="50" y="59"/>
                </a:cubicBezTo>
                <a:cubicBezTo>
                  <a:pt x="49" y="51"/>
                  <a:pt x="46" y="45"/>
                  <a:pt x="41" y="43"/>
                </a:cubicBezTo>
                <a:cubicBezTo>
                  <a:pt x="36" y="40"/>
                  <a:pt x="27" y="38"/>
                  <a:pt x="12" y="37"/>
                </a:cubicBezTo>
                <a:lnTo>
                  <a:pt x="0" y="37"/>
                </a:lnTo>
                <a:lnTo>
                  <a:pt x="0" y="22"/>
                </a:lnTo>
                <a:cubicBezTo>
                  <a:pt x="0" y="12"/>
                  <a:pt x="1" y="7"/>
                  <a:pt x="2" y="7"/>
                </a:cubicBezTo>
                <a:lnTo>
                  <a:pt x="8" y="7"/>
                </a:lnTo>
                <a:cubicBezTo>
                  <a:pt x="12" y="6"/>
                  <a:pt x="19" y="6"/>
                  <a:pt x="27" y="5"/>
                </a:cubicBezTo>
                <a:cubicBezTo>
                  <a:pt x="35" y="5"/>
                  <a:pt x="43" y="4"/>
                  <a:pt x="51" y="4"/>
                </a:cubicBezTo>
                <a:cubicBezTo>
                  <a:pt x="58" y="4"/>
                  <a:pt x="66" y="3"/>
                  <a:pt x="74" y="3"/>
                </a:cubicBezTo>
                <a:cubicBezTo>
                  <a:pt x="83" y="2"/>
                  <a:pt x="89" y="2"/>
                  <a:pt x="94" y="1"/>
                </a:cubicBezTo>
                <a:cubicBezTo>
                  <a:pt x="98" y="0"/>
                  <a:pt x="100" y="0"/>
                  <a:pt x="101" y="0"/>
                </a:cubicBezTo>
                <a:lnTo>
                  <a:pt x="103" y="0"/>
                </a:lnTo>
                <a:lnTo>
                  <a:pt x="103" y="17"/>
                </a:lnTo>
                <a:lnTo>
                  <a:pt x="103" y="34"/>
                </a:lnTo>
                <a:lnTo>
                  <a:pt x="108" y="29"/>
                </a:lnTo>
                <a:cubicBezTo>
                  <a:pt x="134" y="10"/>
                  <a:pt x="163" y="1"/>
                  <a:pt x="197" y="1"/>
                </a:cubicBezTo>
                <a:cubicBezTo>
                  <a:pt x="232" y="1"/>
                  <a:pt x="263" y="14"/>
                  <a:pt x="287" y="42"/>
                </a:cubicBezTo>
                <a:cubicBezTo>
                  <a:pt x="311" y="69"/>
                  <a:pt x="324" y="104"/>
                  <a:pt x="324" y="145"/>
                </a:cubicBezTo>
                <a:cubicBezTo>
                  <a:pt x="324" y="189"/>
                  <a:pt x="310" y="224"/>
                  <a:pt x="283" y="251"/>
                </a:cubicBezTo>
                <a:cubicBezTo>
                  <a:pt x="254" y="278"/>
                  <a:pt x="222" y="292"/>
                  <a:pt x="187" y="292"/>
                </a:cubicBezTo>
                <a:cubicBezTo>
                  <a:pt x="158" y="292"/>
                  <a:pt x="132" y="282"/>
                  <a:pt x="110" y="263"/>
                </a:cubicBezTo>
                <a:lnTo>
                  <a:pt x="105" y="259"/>
                </a:lnTo>
                <a:lnTo>
                  <a:pt x="105" y="313"/>
                </a:lnTo>
                <a:lnTo>
                  <a:pt x="105" y="349"/>
                </a:lnTo>
                <a:cubicBezTo>
                  <a:pt x="105" y="362"/>
                  <a:pt x="105" y="369"/>
                  <a:pt x="106" y="372"/>
                </a:cubicBezTo>
                <a:cubicBezTo>
                  <a:pt x="107" y="374"/>
                  <a:pt x="109" y="377"/>
                  <a:pt x="113" y="379"/>
                </a:cubicBezTo>
                <a:cubicBezTo>
                  <a:pt x="122" y="380"/>
                  <a:pt x="133" y="381"/>
                  <a:pt x="145" y="381"/>
                </a:cubicBezTo>
                <a:lnTo>
                  <a:pt x="155" y="381"/>
                </a:lnTo>
                <a:lnTo>
                  <a:pt x="155" y="410"/>
                </a:lnTo>
                <a:lnTo>
                  <a:pt x="150" y="410"/>
                </a:lnTo>
                <a:lnTo>
                  <a:pt x="134" y="410"/>
                </a:lnTo>
                <a:cubicBezTo>
                  <a:pt x="124" y="409"/>
                  <a:pt x="114" y="409"/>
                  <a:pt x="102" y="409"/>
                </a:cubicBezTo>
                <a:cubicBezTo>
                  <a:pt x="90" y="409"/>
                  <a:pt x="82" y="409"/>
                  <a:pt x="78" y="408"/>
                </a:cubicBezTo>
                <a:cubicBezTo>
                  <a:pt x="33" y="408"/>
                  <a:pt x="9" y="409"/>
                  <a:pt x="6" y="410"/>
                </a:cubicBezTo>
                <a:lnTo>
                  <a:pt x="0" y="410"/>
                </a:lnTo>
                <a:lnTo>
                  <a:pt x="0" y="381"/>
                </a:lnTo>
                <a:lnTo>
                  <a:pt x="11" y="381"/>
                </a:lnTo>
                <a:moveTo>
                  <a:pt x="261" y="144"/>
                </a:moveTo>
                <a:cubicBezTo>
                  <a:pt x="261" y="112"/>
                  <a:pt x="253" y="85"/>
                  <a:pt x="238" y="61"/>
                </a:cubicBezTo>
                <a:cubicBezTo>
                  <a:pt x="224" y="38"/>
                  <a:pt x="206" y="26"/>
                  <a:pt x="184" y="26"/>
                </a:cubicBezTo>
                <a:cubicBezTo>
                  <a:pt x="153" y="26"/>
                  <a:pt x="127" y="40"/>
                  <a:pt x="105" y="68"/>
                </a:cubicBezTo>
                <a:lnTo>
                  <a:pt x="105" y="221"/>
                </a:lnTo>
                <a:cubicBezTo>
                  <a:pt x="122" y="252"/>
                  <a:pt x="146" y="268"/>
                  <a:pt x="177" y="268"/>
                </a:cubicBezTo>
                <a:cubicBezTo>
                  <a:pt x="199" y="268"/>
                  <a:pt x="218" y="256"/>
                  <a:pt x="235" y="233"/>
                </a:cubicBezTo>
                <a:cubicBezTo>
                  <a:pt x="251" y="210"/>
                  <a:pt x="261" y="180"/>
                  <a:pt x="261" y="14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94" name=""/>
          <p:cNvSpPr/>
          <p:nvPr/>
        </p:nvSpPr>
        <p:spPr>
          <a:xfrm>
            <a:off x="5775480" y="1416600"/>
            <a:ext cx="102960" cy="106560"/>
          </a:xfrm>
          <a:custGeom>
            <a:avLst/>
            <a:gdLst/>
            <a:ahLst/>
            <a:rect l="0" t="0" r="r" b="b"/>
            <a:pathLst>
              <a:path w="286" h="296">
                <a:moveTo>
                  <a:pt x="0" y="152"/>
                </a:moveTo>
                <a:cubicBezTo>
                  <a:pt x="0" y="111"/>
                  <a:pt x="15" y="76"/>
                  <a:pt x="43" y="46"/>
                </a:cubicBezTo>
                <a:cubicBezTo>
                  <a:pt x="71" y="16"/>
                  <a:pt x="105" y="1"/>
                  <a:pt x="144" y="0"/>
                </a:cubicBezTo>
                <a:cubicBezTo>
                  <a:pt x="183" y="0"/>
                  <a:pt x="216" y="15"/>
                  <a:pt x="244" y="45"/>
                </a:cubicBezTo>
                <a:cubicBezTo>
                  <a:pt x="272" y="74"/>
                  <a:pt x="286" y="110"/>
                  <a:pt x="286" y="151"/>
                </a:cubicBezTo>
                <a:cubicBezTo>
                  <a:pt x="286" y="192"/>
                  <a:pt x="272" y="226"/>
                  <a:pt x="245" y="254"/>
                </a:cubicBezTo>
                <a:cubicBezTo>
                  <a:pt x="218" y="282"/>
                  <a:pt x="184" y="296"/>
                  <a:pt x="144" y="296"/>
                </a:cubicBezTo>
                <a:cubicBezTo>
                  <a:pt x="102" y="296"/>
                  <a:pt x="68" y="282"/>
                  <a:pt x="42" y="253"/>
                </a:cubicBezTo>
                <a:cubicBezTo>
                  <a:pt x="15" y="224"/>
                  <a:pt x="1" y="190"/>
                  <a:pt x="0" y="152"/>
                </a:cubicBezTo>
                <a:moveTo>
                  <a:pt x="144" y="270"/>
                </a:moveTo>
                <a:cubicBezTo>
                  <a:pt x="196" y="270"/>
                  <a:pt x="223" y="235"/>
                  <a:pt x="223" y="165"/>
                </a:cubicBezTo>
                <a:lnTo>
                  <a:pt x="223" y="145"/>
                </a:lnTo>
                <a:lnTo>
                  <a:pt x="223" y="129"/>
                </a:lnTo>
                <a:cubicBezTo>
                  <a:pt x="223" y="119"/>
                  <a:pt x="222" y="111"/>
                  <a:pt x="222" y="104"/>
                </a:cubicBezTo>
                <a:cubicBezTo>
                  <a:pt x="221" y="97"/>
                  <a:pt x="220" y="89"/>
                  <a:pt x="217" y="80"/>
                </a:cubicBezTo>
                <a:cubicBezTo>
                  <a:pt x="215" y="70"/>
                  <a:pt x="211" y="63"/>
                  <a:pt x="207" y="57"/>
                </a:cubicBezTo>
                <a:cubicBezTo>
                  <a:pt x="203" y="51"/>
                  <a:pt x="196" y="45"/>
                  <a:pt x="187" y="39"/>
                </a:cubicBezTo>
                <a:cubicBezTo>
                  <a:pt x="178" y="32"/>
                  <a:pt x="168" y="27"/>
                  <a:pt x="156" y="25"/>
                </a:cubicBezTo>
                <a:cubicBezTo>
                  <a:pt x="153" y="24"/>
                  <a:pt x="150" y="24"/>
                  <a:pt x="145" y="24"/>
                </a:cubicBezTo>
                <a:cubicBezTo>
                  <a:pt x="132" y="24"/>
                  <a:pt x="120" y="27"/>
                  <a:pt x="109" y="32"/>
                </a:cubicBezTo>
                <a:cubicBezTo>
                  <a:pt x="90" y="42"/>
                  <a:pt x="78" y="55"/>
                  <a:pt x="73" y="72"/>
                </a:cubicBezTo>
                <a:cubicBezTo>
                  <a:pt x="67" y="89"/>
                  <a:pt x="64" y="108"/>
                  <a:pt x="64" y="131"/>
                </a:cubicBezTo>
                <a:lnTo>
                  <a:pt x="64" y="144"/>
                </a:lnTo>
                <a:cubicBezTo>
                  <a:pt x="64" y="185"/>
                  <a:pt x="68" y="214"/>
                  <a:pt x="76" y="231"/>
                </a:cubicBezTo>
                <a:cubicBezTo>
                  <a:pt x="90" y="257"/>
                  <a:pt x="113" y="270"/>
                  <a:pt x="144" y="27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95" name=""/>
          <p:cNvSpPr/>
          <p:nvPr/>
        </p:nvSpPr>
        <p:spPr>
          <a:xfrm>
            <a:off x="5891400" y="1416600"/>
            <a:ext cx="102960" cy="106560"/>
          </a:xfrm>
          <a:custGeom>
            <a:avLst/>
            <a:gdLst/>
            <a:ahLst/>
            <a:rect l="0" t="0" r="r" b="b"/>
            <a:pathLst>
              <a:path w="286" h="296">
                <a:moveTo>
                  <a:pt x="0" y="152"/>
                </a:moveTo>
                <a:cubicBezTo>
                  <a:pt x="0" y="111"/>
                  <a:pt x="14" y="76"/>
                  <a:pt x="42" y="46"/>
                </a:cubicBezTo>
                <a:cubicBezTo>
                  <a:pt x="70" y="16"/>
                  <a:pt x="103" y="1"/>
                  <a:pt x="143" y="0"/>
                </a:cubicBezTo>
                <a:cubicBezTo>
                  <a:pt x="181" y="0"/>
                  <a:pt x="214" y="15"/>
                  <a:pt x="242" y="45"/>
                </a:cubicBezTo>
                <a:cubicBezTo>
                  <a:pt x="271" y="74"/>
                  <a:pt x="285" y="110"/>
                  <a:pt x="286" y="151"/>
                </a:cubicBezTo>
                <a:cubicBezTo>
                  <a:pt x="286" y="192"/>
                  <a:pt x="272" y="226"/>
                  <a:pt x="244" y="254"/>
                </a:cubicBezTo>
                <a:cubicBezTo>
                  <a:pt x="216" y="282"/>
                  <a:pt x="183" y="296"/>
                  <a:pt x="143" y="296"/>
                </a:cubicBezTo>
                <a:cubicBezTo>
                  <a:pt x="101" y="296"/>
                  <a:pt x="67" y="282"/>
                  <a:pt x="40" y="253"/>
                </a:cubicBezTo>
                <a:cubicBezTo>
                  <a:pt x="14" y="224"/>
                  <a:pt x="0" y="190"/>
                  <a:pt x="0" y="152"/>
                </a:cubicBezTo>
                <a:moveTo>
                  <a:pt x="143" y="270"/>
                </a:moveTo>
                <a:cubicBezTo>
                  <a:pt x="195" y="270"/>
                  <a:pt x="221" y="235"/>
                  <a:pt x="221" y="165"/>
                </a:cubicBezTo>
                <a:lnTo>
                  <a:pt x="221" y="145"/>
                </a:lnTo>
                <a:lnTo>
                  <a:pt x="221" y="129"/>
                </a:lnTo>
                <a:cubicBezTo>
                  <a:pt x="221" y="119"/>
                  <a:pt x="221" y="111"/>
                  <a:pt x="220" y="104"/>
                </a:cubicBezTo>
                <a:cubicBezTo>
                  <a:pt x="220" y="97"/>
                  <a:pt x="219" y="89"/>
                  <a:pt x="216" y="80"/>
                </a:cubicBezTo>
                <a:cubicBezTo>
                  <a:pt x="213" y="70"/>
                  <a:pt x="210" y="63"/>
                  <a:pt x="206" y="57"/>
                </a:cubicBezTo>
                <a:cubicBezTo>
                  <a:pt x="201" y="51"/>
                  <a:pt x="195" y="45"/>
                  <a:pt x="186" y="39"/>
                </a:cubicBezTo>
                <a:cubicBezTo>
                  <a:pt x="177" y="32"/>
                  <a:pt x="166" y="27"/>
                  <a:pt x="154" y="25"/>
                </a:cubicBezTo>
                <a:cubicBezTo>
                  <a:pt x="152" y="24"/>
                  <a:pt x="149" y="24"/>
                  <a:pt x="144" y="24"/>
                </a:cubicBezTo>
                <a:cubicBezTo>
                  <a:pt x="131" y="24"/>
                  <a:pt x="119" y="27"/>
                  <a:pt x="107" y="32"/>
                </a:cubicBezTo>
                <a:cubicBezTo>
                  <a:pt x="89" y="42"/>
                  <a:pt x="77" y="55"/>
                  <a:pt x="71" y="72"/>
                </a:cubicBezTo>
                <a:cubicBezTo>
                  <a:pt x="66" y="89"/>
                  <a:pt x="63" y="108"/>
                  <a:pt x="63" y="131"/>
                </a:cubicBezTo>
                <a:lnTo>
                  <a:pt x="63" y="144"/>
                </a:lnTo>
                <a:cubicBezTo>
                  <a:pt x="63" y="185"/>
                  <a:pt x="67" y="214"/>
                  <a:pt x="75" y="231"/>
                </a:cubicBezTo>
                <a:cubicBezTo>
                  <a:pt x="89" y="257"/>
                  <a:pt x="111" y="270"/>
                  <a:pt x="143" y="27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96" name=""/>
          <p:cNvSpPr/>
          <p:nvPr/>
        </p:nvSpPr>
        <p:spPr>
          <a:xfrm>
            <a:off x="6006600" y="1359720"/>
            <a:ext cx="55440" cy="160920"/>
          </a:xfrm>
          <a:custGeom>
            <a:avLst/>
            <a:gdLst/>
            <a:ahLst/>
            <a:rect l="0" t="0" r="r" b="b"/>
            <a:pathLst>
              <a:path w="154" h="447">
                <a:moveTo>
                  <a:pt x="10" y="418"/>
                </a:moveTo>
                <a:lnTo>
                  <a:pt x="19" y="418"/>
                </a:lnTo>
                <a:cubicBezTo>
                  <a:pt x="36" y="418"/>
                  <a:pt x="46" y="415"/>
                  <a:pt x="50" y="409"/>
                </a:cubicBezTo>
                <a:lnTo>
                  <a:pt x="50" y="404"/>
                </a:lnTo>
                <a:cubicBezTo>
                  <a:pt x="50" y="400"/>
                  <a:pt x="50" y="395"/>
                  <a:pt x="50" y="389"/>
                </a:cubicBezTo>
                <a:cubicBezTo>
                  <a:pt x="50" y="383"/>
                  <a:pt x="50" y="376"/>
                  <a:pt x="50" y="368"/>
                </a:cubicBezTo>
                <a:cubicBezTo>
                  <a:pt x="50" y="360"/>
                  <a:pt x="50" y="350"/>
                  <a:pt x="50" y="340"/>
                </a:cubicBezTo>
                <a:cubicBezTo>
                  <a:pt x="51" y="330"/>
                  <a:pt x="51" y="319"/>
                  <a:pt x="50" y="308"/>
                </a:cubicBezTo>
                <a:cubicBezTo>
                  <a:pt x="50" y="297"/>
                  <a:pt x="50" y="285"/>
                  <a:pt x="50" y="272"/>
                </a:cubicBezTo>
                <a:cubicBezTo>
                  <a:pt x="51" y="260"/>
                  <a:pt x="51" y="248"/>
                  <a:pt x="50" y="236"/>
                </a:cubicBezTo>
                <a:cubicBezTo>
                  <a:pt x="50" y="220"/>
                  <a:pt x="50" y="203"/>
                  <a:pt x="50" y="186"/>
                </a:cubicBezTo>
                <a:cubicBezTo>
                  <a:pt x="50" y="168"/>
                  <a:pt x="50" y="152"/>
                  <a:pt x="50" y="137"/>
                </a:cubicBezTo>
                <a:cubicBezTo>
                  <a:pt x="50" y="123"/>
                  <a:pt x="50" y="110"/>
                  <a:pt x="50" y="99"/>
                </a:cubicBezTo>
                <a:cubicBezTo>
                  <a:pt x="50" y="88"/>
                  <a:pt x="50" y="78"/>
                  <a:pt x="50" y="70"/>
                </a:cubicBezTo>
                <a:cubicBezTo>
                  <a:pt x="49" y="63"/>
                  <a:pt x="49" y="59"/>
                  <a:pt x="50" y="60"/>
                </a:cubicBezTo>
                <a:cubicBezTo>
                  <a:pt x="48" y="51"/>
                  <a:pt x="45" y="46"/>
                  <a:pt x="41" y="43"/>
                </a:cubicBezTo>
                <a:cubicBezTo>
                  <a:pt x="36" y="41"/>
                  <a:pt x="26" y="39"/>
                  <a:pt x="12" y="38"/>
                </a:cubicBezTo>
                <a:lnTo>
                  <a:pt x="0" y="38"/>
                </a:lnTo>
                <a:lnTo>
                  <a:pt x="0" y="23"/>
                </a:lnTo>
                <a:cubicBezTo>
                  <a:pt x="0" y="12"/>
                  <a:pt x="1" y="7"/>
                  <a:pt x="1" y="7"/>
                </a:cubicBezTo>
                <a:lnTo>
                  <a:pt x="8" y="6"/>
                </a:lnTo>
                <a:cubicBezTo>
                  <a:pt x="12" y="6"/>
                  <a:pt x="18" y="6"/>
                  <a:pt x="27" y="5"/>
                </a:cubicBezTo>
                <a:cubicBezTo>
                  <a:pt x="35" y="5"/>
                  <a:pt x="43" y="4"/>
                  <a:pt x="50" y="4"/>
                </a:cubicBezTo>
                <a:cubicBezTo>
                  <a:pt x="58" y="3"/>
                  <a:pt x="66" y="3"/>
                  <a:pt x="74" y="3"/>
                </a:cubicBezTo>
                <a:cubicBezTo>
                  <a:pt x="83" y="2"/>
                  <a:pt x="89" y="2"/>
                  <a:pt x="93" y="1"/>
                </a:cubicBezTo>
                <a:cubicBezTo>
                  <a:pt x="98" y="0"/>
                  <a:pt x="100" y="0"/>
                  <a:pt x="101" y="0"/>
                </a:cubicBezTo>
                <a:lnTo>
                  <a:pt x="102" y="0"/>
                </a:lnTo>
                <a:lnTo>
                  <a:pt x="102" y="204"/>
                </a:lnTo>
                <a:cubicBezTo>
                  <a:pt x="102" y="340"/>
                  <a:pt x="103" y="408"/>
                  <a:pt x="103" y="409"/>
                </a:cubicBezTo>
                <a:cubicBezTo>
                  <a:pt x="105" y="412"/>
                  <a:pt x="107" y="415"/>
                  <a:pt x="112" y="416"/>
                </a:cubicBezTo>
                <a:cubicBezTo>
                  <a:pt x="121" y="417"/>
                  <a:pt x="131" y="418"/>
                  <a:pt x="143" y="418"/>
                </a:cubicBezTo>
                <a:lnTo>
                  <a:pt x="154" y="418"/>
                </a:lnTo>
                <a:lnTo>
                  <a:pt x="154" y="447"/>
                </a:lnTo>
                <a:lnTo>
                  <a:pt x="149" y="447"/>
                </a:lnTo>
                <a:lnTo>
                  <a:pt x="134" y="447"/>
                </a:lnTo>
                <a:cubicBezTo>
                  <a:pt x="124" y="446"/>
                  <a:pt x="113" y="446"/>
                  <a:pt x="101" y="446"/>
                </a:cubicBezTo>
                <a:cubicBezTo>
                  <a:pt x="90" y="446"/>
                  <a:pt x="82" y="446"/>
                  <a:pt x="77" y="446"/>
                </a:cubicBezTo>
                <a:cubicBezTo>
                  <a:pt x="72" y="445"/>
                  <a:pt x="63" y="445"/>
                  <a:pt x="52" y="446"/>
                </a:cubicBezTo>
                <a:cubicBezTo>
                  <a:pt x="41" y="446"/>
                  <a:pt x="30" y="446"/>
                  <a:pt x="20" y="447"/>
                </a:cubicBezTo>
                <a:lnTo>
                  <a:pt x="5" y="447"/>
                </a:lnTo>
                <a:lnTo>
                  <a:pt x="0" y="447"/>
                </a:lnTo>
                <a:lnTo>
                  <a:pt x="0" y="418"/>
                </a:lnTo>
                <a:lnTo>
                  <a:pt x="10" y="41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97" name=""/>
          <p:cNvSpPr/>
          <p:nvPr/>
        </p:nvSpPr>
        <p:spPr>
          <a:xfrm>
            <a:off x="6071400" y="1416600"/>
            <a:ext cx="90000" cy="106920"/>
          </a:xfrm>
          <a:custGeom>
            <a:avLst/>
            <a:gdLst/>
            <a:ahLst/>
            <a:rect l="0" t="0" r="r" b="b"/>
            <a:pathLst>
              <a:path w="250" h="297">
                <a:moveTo>
                  <a:pt x="0" y="149"/>
                </a:moveTo>
                <a:cubicBezTo>
                  <a:pt x="0" y="126"/>
                  <a:pt x="5" y="104"/>
                  <a:pt x="13" y="85"/>
                </a:cubicBezTo>
                <a:cubicBezTo>
                  <a:pt x="22" y="66"/>
                  <a:pt x="32" y="50"/>
                  <a:pt x="45" y="37"/>
                </a:cubicBezTo>
                <a:cubicBezTo>
                  <a:pt x="58" y="25"/>
                  <a:pt x="72" y="16"/>
                  <a:pt x="87" y="10"/>
                </a:cubicBezTo>
                <a:cubicBezTo>
                  <a:pt x="102" y="4"/>
                  <a:pt x="116" y="1"/>
                  <a:pt x="131" y="0"/>
                </a:cubicBezTo>
                <a:cubicBezTo>
                  <a:pt x="153" y="0"/>
                  <a:pt x="173" y="4"/>
                  <a:pt x="189" y="12"/>
                </a:cubicBezTo>
                <a:cubicBezTo>
                  <a:pt x="205" y="20"/>
                  <a:pt x="218" y="30"/>
                  <a:pt x="226" y="44"/>
                </a:cubicBezTo>
                <a:cubicBezTo>
                  <a:pt x="235" y="59"/>
                  <a:pt x="241" y="72"/>
                  <a:pt x="244" y="86"/>
                </a:cubicBezTo>
                <a:cubicBezTo>
                  <a:pt x="248" y="100"/>
                  <a:pt x="250" y="115"/>
                  <a:pt x="250" y="132"/>
                </a:cubicBezTo>
                <a:cubicBezTo>
                  <a:pt x="250" y="135"/>
                  <a:pt x="249" y="138"/>
                  <a:pt x="246" y="141"/>
                </a:cubicBezTo>
                <a:lnTo>
                  <a:pt x="63" y="141"/>
                </a:lnTo>
                <a:lnTo>
                  <a:pt x="63" y="150"/>
                </a:lnTo>
                <a:cubicBezTo>
                  <a:pt x="63" y="214"/>
                  <a:pt x="85" y="253"/>
                  <a:pt x="129" y="266"/>
                </a:cubicBezTo>
                <a:cubicBezTo>
                  <a:pt x="137" y="269"/>
                  <a:pt x="147" y="270"/>
                  <a:pt x="157" y="270"/>
                </a:cubicBezTo>
                <a:cubicBezTo>
                  <a:pt x="175" y="270"/>
                  <a:pt x="190" y="263"/>
                  <a:pt x="203" y="250"/>
                </a:cubicBezTo>
                <a:cubicBezTo>
                  <a:pt x="211" y="242"/>
                  <a:pt x="216" y="233"/>
                  <a:pt x="221" y="223"/>
                </a:cubicBezTo>
                <a:lnTo>
                  <a:pt x="227" y="207"/>
                </a:lnTo>
                <a:cubicBezTo>
                  <a:pt x="228" y="206"/>
                  <a:pt x="232" y="205"/>
                  <a:pt x="237" y="205"/>
                </a:cubicBezTo>
                <a:lnTo>
                  <a:pt x="239" y="205"/>
                </a:lnTo>
                <a:cubicBezTo>
                  <a:pt x="247" y="205"/>
                  <a:pt x="250" y="207"/>
                  <a:pt x="250" y="212"/>
                </a:cubicBezTo>
                <a:cubicBezTo>
                  <a:pt x="250" y="213"/>
                  <a:pt x="250" y="216"/>
                  <a:pt x="248" y="220"/>
                </a:cubicBezTo>
                <a:cubicBezTo>
                  <a:pt x="240" y="244"/>
                  <a:pt x="227" y="262"/>
                  <a:pt x="208" y="276"/>
                </a:cubicBezTo>
                <a:cubicBezTo>
                  <a:pt x="189" y="290"/>
                  <a:pt x="168" y="297"/>
                  <a:pt x="144" y="297"/>
                </a:cubicBezTo>
                <a:cubicBezTo>
                  <a:pt x="102" y="297"/>
                  <a:pt x="68" y="282"/>
                  <a:pt x="41" y="252"/>
                </a:cubicBezTo>
                <a:cubicBezTo>
                  <a:pt x="14" y="223"/>
                  <a:pt x="1" y="188"/>
                  <a:pt x="0" y="149"/>
                </a:cubicBezTo>
                <a:moveTo>
                  <a:pt x="198" y="113"/>
                </a:moveTo>
                <a:cubicBezTo>
                  <a:pt x="193" y="58"/>
                  <a:pt x="172" y="27"/>
                  <a:pt x="136" y="24"/>
                </a:cubicBezTo>
                <a:lnTo>
                  <a:pt x="135" y="24"/>
                </a:lnTo>
                <a:cubicBezTo>
                  <a:pt x="132" y="24"/>
                  <a:pt x="128" y="24"/>
                  <a:pt x="125" y="25"/>
                </a:cubicBezTo>
                <a:cubicBezTo>
                  <a:pt x="120" y="25"/>
                  <a:pt x="115" y="27"/>
                  <a:pt x="108" y="30"/>
                </a:cubicBezTo>
                <a:cubicBezTo>
                  <a:pt x="100" y="33"/>
                  <a:pt x="94" y="37"/>
                  <a:pt x="89" y="43"/>
                </a:cubicBezTo>
                <a:cubicBezTo>
                  <a:pt x="84" y="50"/>
                  <a:pt x="79" y="59"/>
                  <a:pt x="74" y="71"/>
                </a:cubicBezTo>
                <a:cubicBezTo>
                  <a:pt x="70" y="82"/>
                  <a:pt x="66" y="96"/>
                  <a:pt x="64" y="113"/>
                </a:cubicBezTo>
                <a:lnTo>
                  <a:pt x="64" y="118"/>
                </a:lnTo>
                <a:lnTo>
                  <a:pt x="198" y="118"/>
                </a:lnTo>
                <a:lnTo>
                  <a:pt x="198" y="11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98" name=""/>
          <p:cNvSpPr/>
          <p:nvPr/>
        </p:nvSpPr>
        <p:spPr>
          <a:xfrm>
            <a:off x="6175800" y="1359720"/>
            <a:ext cx="116280" cy="163800"/>
          </a:xfrm>
          <a:custGeom>
            <a:avLst/>
            <a:gdLst/>
            <a:ahLst/>
            <a:rect l="0" t="0" r="r" b="b"/>
            <a:pathLst>
              <a:path w="323" h="455">
                <a:moveTo>
                  <a:pt x="221" y="129"/>
                </a:moveTo>
                <a:cubicBezTo>
                  <a:pt x="221" y="122"/>
                  <a:pt x="221" y="114"/>
                  <a:pt x="221" y="103"/>
                </a:cubicBezTo>
                <a:cubicBezTo>
                  <a:pt x="221" y="93"/>
                  <a:pt x="221" y="86"/>
                  <a:pt x="221" y="82"/>
                </a:cubicBezTo>
                <a:cubicBezTo>
                  <a:pt x="221" y="62"/>
                  <a:pt x="219" y="50"/>
                  <a:pt x="215" y="45"/>
                </a:cubicBezTo>
                <a:cubicBezTo>
                  <a:pt x="211" y="40"/>
                  <a:pt x="200" y="38"/>
                  <a:pt x="182" y="37"/>
                </a:cubicBezTo>
                <a:lnTo>
                  <a:pt x="171" y="37"/>
                </a:lnTo>
                <a:lnTo>
                  <a:pt x="171" y="22"/>
                </a:lnTo>
                <a:cubicBezTo>
                  <a:pt x="171" y="12"/>
                  <a:pt x="171" y="7"/>
                  <a:pt x="172" y="7"/>
                </a:cubicBezTo>
                <a:lnTo>
                  <a:pt x="178" y="6"/>
                </a:lnTo>
                <a:cubicBezTo>
                  <a:pt x="183" y="6"/>
                  <a:pt x="189" y="6"/>
                  <a:pt x="197" y="5"/>
                </a:cubicBezTo>
                <a:cubicBezTo>
                  <a:pt x="205" y="5"/>
                  <a:pt x="213" y="4"/>
                  <a:pt x="221" y="4"/>
                </a:cubicBezTo>
                <a:cubicBezTo>
                  <a:pt x="228" y="3"/>
                  <a:pt x="236" y="3"/>
                  <a:pt x="245" y="3"/>
                </a:cubicBezTo>
                <a:cubicBezTo>
                  <a:pt x="253" y="2"/>
                  <a:pt x="260" y="2"/>
                  <a:pt x="264" y="1"/>
                </a:cubicBezTo>
                <a:cubicBezTo>
                  <a:pt x="268" y="0"/>
                  <a:pt x="271" y="0"/>
                  <a:pt x="271" y="0"/>
                </a:cubicBezTo>
                <a:lnTo>
                  <a:pt x="273" y="0"/>
                </a:lnTo>
                <a:lnTo>
                  <a:pt x="273" y="197"/>
                </a:lnTo>
                <a:cubicBezTo>
                  <a:pt x="273" y="328"/>
                  <a:pt x="273" y="394"/>
                  <a:pt x="274" y="395"/>
                </a:cubicBezTo>
                <a:cubicBezTo>
                  <a:pt x="275" y="404"/>
                  <a:pt x="278" y="409"/>
                  <a:pt x="283" y="412"/>
                </a:cubicBezTo>
                <a:cubicBezTo>
                  <a:pt x="287" y="415"/>
                  <a:pt x="297" y="417"/>
                  <a:pt x="311" y="418"/>
                </a:cubicBezTo>
                <a:lnTo>
                  <a:pt x="323" y="418"/>
                </a:lnTo>
                <a:lnTo>
                  <a:pt x="323" y="447"/>
                </a:lnTo>
                <a:cubicBezTo>
                  <a:pt x="322" y="447"/>
                  <a:pt x="306" y="449"/>
                  <a:pt x="274" y="451"/>
                </a:cubicBezTo>
                <a:cubicBezTo>
                  <a:pt x="242" y="453"/>
                  <a:pt x="225" y="454"/>
                  <a:pt x="223" y="455"/>
                </a:cubicBezTo>
                <a:lnTo>
                  <a:pt x="219" y="455"/>
                </a:lnTo>
                <a:lnTo>
                  <a:pt x="219" y="419"/>
                </a:lnTo>
                <a:lnTo>
                  <a:pt x="214" y="424"/>
                </a:lnTo>
                <a:cubicBezTo>
                  <a:pt x="189" y="444"/>
                  <a:pt x="161" y="455"/>
                  <a:pt x="130" y="455"/>
                </a:cubicBezTo>
                <a:cubicBezTo>
                  <a:pt x="97" y="455"/>
                  <a:pt x="66" y="441"/>
                  <a:pt x="40" y="415"/>
                </a:cubicBezTo>
                <a:cubicBezTo>
                  <a:pt x="13" y="389"/>
                  <a:pt x="0" y="354"/>
                  <a:pt x="0" y="309"/>
                </a:cubicBezTo>
                <a:cubicBezTo>
                  <a:pt x="0" y="266"/>
                  <a:pt x="13" y="231"/>
                  <a:pt x="40" y="204"/>
                </a:cubicBezTo>
                <a:cubicBezTo>
                  <a:pt x="67" y="177"/>
                  <a:pt x="100" y="164"/>
                  <a:pt x="136" y="163"/>
                </a:cubicBezTo>
                <a:cubicBezTo>
                  <a:pt x="168" y="163"/>
                  <a:pt x="196" y="174"/>
                  <a:pt x="221" y="195"/>
                </a:cubicBezTo>
                <a:lnTo>
                  <a:pt x="221" y="129"/>
                </a:lnTo>
                <a:moveTo>
                  <a:pt x="219" y="227"/>
                </a:moveTo>
                <a:cubicBezTo>
                  <a:pt x="200" y="200"/>
                  <a:pt x="175" y="187"/>
                  <a:pt x="146" y="187"/>
                </a:cubicBezTo>
                <a:cubicBezTo>
                  <a:pt x="125" y="187"/>
                  <a:pt x="106" y="195"/>
                  <a:pt x="90" y="210"/>
                </a:cubicBezTo>
                <a:cubicBezTo>
                  <a:pt x="79" y="222"/>
                  <a:pt x="70" y="236"/>
                  <a:pt x="67" y="251"/>
                </a:cubicBezTo>
                <a:cubicBezTo>
                  <a:pt x="64" y="267"/>
                  <a:pt x="63" y="287"/>
                  <a:pt x="62" y="312"/>
                </a:cubicBezTo>
                <a:cubicBezTo>
                  <a:pt x="62" y="336"/>
                  <a:pt x="64" y="355"/>
                  <a:pt x="67" y="370"/>
                </a:cubicBezTo>
                <a:cubicBezTo>
                  <a:pt x="70" y="385"/>
                  <a:pt x="78" y="398"/>
                  <a:pt x="90" y="409"/>
                </a:cubicBezTo>
                <a:cubicBezTo>
                  <a:pt x="103" y="424"/>
                  <a:pt x="120" y="431"/>
                  <a:pt x="140" y="431"/>
                </a:cubicBezTo>
                <a:cubicBezTo>
                  <a:pt x="171" y="431"/>
                  <a:pt x="197" y="414"/>
                  <a:pt x="219" y="381"/>
                </a:cubicBezTo>
                <a:lnTo>
                  <a:pt x="219" y="22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599" name=""/>
          <p:cNvSpPr/>
          <p:nvPr/>
        </p:nvSpPr>
        <p:spPr>
          <a:xfrm>
            <a:off x="6411600" y="1344240"/>
            <a:ext cx="39960" cy="39600"/>
          </a:xfrm>
          <a:custGeom>
            <a:avLst/>
            <a:gdLst/>
            <a:ahLst/>
            <a:rect l="0" t="0" r="r" b="b"/>
            <a:pathLst>
              <a:path w="111" h="110">
                <a:moveTo>
                  <a:pt x="0" y="55"/>
                </a:moveTo>
                <a:cubicBezTo>
                  <a:pt x="0" y="41"/>
                  <a:pt x="5" y="28"/>
                  <a:pt x="15" y="16"/>
                </a:cubicBezTo>
                <a:cubicBezTo>
                  <a:pt x="25" y="5"/>
                  <a:pt x="38" y="0"/>
                  <a:pt x="54" y="0"/>
                </a:cubicBezTo>
                <a:cubicBezTo>
                  <a:pt x="70" y="0"/>
                  <a:pt x="82" y="4"/>
                  <a:pt x="93" y="14"/>
                </a:cubicBezTo>
                <a:cubicBezTo>
                  <a:pt x="104" y="24"/>
                  <a:pt x="110" y="38"/>
                  <a:pt x="111" y="54"/>
                </a:cubicBezTo>
                <a:cubicBezTo>
                  <a:pt x="111" y="69"/>
                  <a:pt x="105" y="82"/>
                  <a:pt x="95" y="93"/>
                </a:cubicBezTo>
                <a:cubicBezTo>
                  <a:pt x="85" y="104"/>
                  <a:pt x="72" y="110"/>
                  <a:pt x="55" y="110"/>
                </a:cubicBezTo>
                <a:cubicBezTo>
                  <a:pt x="39" y="110"/>
                  <a:pt x="26" y="105"/>
                  <a:pt x="16" y="94"/>
                </a:cubicBezTo>
                <a:cubicBezTo>
                  <a:pt x="6" y="84"/>
                  <a:pt x="0" y="71"/>
                  <a:pt x="0" y="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0" name=""/>
          <p:cNvSpPr/>
          <p:nvPr/>
        </p:nvSpPr>
        <p:spPr>
          <a:xfrm>
            <a:off x="6557760" y="1300680"/>
            <a:ext cx="169920" cy="145440"/>
          </a:xfrm>
          <a:custGeom>
            <a:avLst/>
            <a:gdLst/>
            <a:ahLst/>
            <a:rect l="0" t="0" r="r" b="b"/>
            <a:pathLst>
              <a:path w="472" h="404">
                <a:moveTo>
                  <a:pt x="15" y="362"/>
                </a:moveTo>
                <a:lnTo>
                  <a:pt x="28" y="362"/>
                </a:lnTo>
                <a:cubicBezTo>
                  <a:pt x="51" y="362"/>
                  <a:pt x="66" y="358"/>
                  <a:pt x="70" y="349"/>
                </a:cubicBezTo>
                <a:lnTo>
                  <a:pt x="70" y="342"/>
                </a:lnTo>
                <a:cubicBezTo>
                  <a:pt x="70" y="336"/>
                  <a:pt x="70" y="329"/>
                  <a:pt x="70" y="321"/>
                </a:cubicBezTo>
                <a:cubicBezTo>
                  <a:pt x="70" y="312"/>
                  <a:pt x="70" y="303"/>
                  <a:pt x="70" y="293"/>
                </a:cubicBezTo>
                <a:cubicBezTo>
                  <a:pt x="70" y="282"/>
                  <a:pt x="71" y="270"/>
                  <a:pt x="71" y="257"/>
                </a:cubicBezTo>
                <a:cubicBezTo>
                  <a:pt x="72" y="244"/>
                  <a:pt x="72" y="231"/>
                  <a:pt x="71" y="219"/>
                </a:cubicBezTo>
                <a:cubicBezTo>
                  <a:pt x="71" y="199"/>
                  <a:pt x="71" y="179"/>
                  <a:pt x="71" y="158"/>
                </a:cubicBezTo>
                <a:cubicBezTo>
                  <a:pt x="71" y="137"/>
                  <a:pt x="71" y="119"/>
                  <a:pt x="70" y="104"/>
                </a:cubicBezTo>
                <a:lnTo>
                  <a:pt x="70" y="83"/>
                </a:lnTo>
                <a:cubicBezTo>
                  <a:pt x="69" y="72"/>
                  <a:pt x="64" y="64"/>
                  <a:pt x="58" y="61"/>
                </a:cubicBezTo>
                <a:cubicBezTo>
                  <a:pt x="51" y="57"/>
                  <a:pt x="37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10"/>
                </a:lnTo>
                <a:cubicBezTo>
                  <a:pt x="17" y="9"/>
                  <a:pt x="26" y="8"/>
                  <a:pt x="37" y="8"/>
                </a:cubicBezTo>
                <a:cubicBezTo>
                  <a:pt x="48" y="7"/>
                  <a:pt x="59" y="7"/>
                  <a:pt x="70" y="6"/>
                </a:cubicBezTo>
                <a:cubicBezTo>
                  <a:pt x="81" y="5"/>
                  <a:pt x="92" y="5"/>
                  <a:pt x="103" y="4"/>
                </a:cubicBezTo>
                <a:cubicBezTo>
                  <a:pt x="115" y="4"/>
                  <a:pt x="124" y="3"/>
                  <a:pt x="130" y="1"/>
                </a:cubicBezTo>
                <a:cubicBezTo>
                  <a:pt x="136" y="0"/>
                  <a:pt x="139" y="0"/>
                  <a:pt x="140" y="0"/>
                </a:cubicBezTo>
                <a:lnTo>
                  <a:pt x="142" y="0"/>
                </a:lnTo>
                <a:lnTo>
                  <a:pt x="142" y="37"/>
                </a:lnTo>
                <a:cubicBezTo>
                  <a:pt x="142" y="60"/>
                  <a:pt x="143" y="71"/>
                  <a:pt x="143" y="71"/>
                </a:cubicBezTo>
                <a:cubicBezTo>
                  <a:pt x="144" y="71"/>
                  <a:pt x="145" y="70"/>
                  <a:pt x="148" y="67"/>
                </a:cubicBezTo>
                <a:cubicBezTo>
                  <a:pt x="150" y="64"/>
                  <a:pt x="154" y="59"/>
                  <a:pt x="159" y="53"/>
                </a:cubicBezTo>
                <a:cubicBezTo>
                  <a:pt x="164" y="47"/>
                  <a:pt x="169" y="42"/>
                  <a:pt x="176" y="37"/>
                </a:cubicBezTo>
                <a:cubicBezTo>
                  <a:pt x="183" y="32"/>
                  <a:pt x="191" y="26"/>
                  <a:pt x="202" y="20"/>
                </a:cubicBezTo>
                <a:cubicBezTo>
                  <a:pt x="213" y="13"/>
                  <a:pt x="225" y="8"/>
                  <a:pt x="237" y="5"/>
                </a:cubicBezTo>
                <a:cubicBezTo>
                  <a:pt x="249" y="2"/>
                  <a:pt x="265" y="0"/>
                  <a:pt x="283" y="0"/>
                </a:cubicBezTo>
                <a:cubicBezTo>
                  <a:pt x="353" y="3"/>
                  <a:pt x="392" y="37"/>
                  <a:pt x="400" y="103"/>
                </a:cubicBezTo>
                <a:cubicBezTo>
                  <a:pt x="401" y="108"/>
                  <a:pt x="401" y="150"/>
                  <a:pt x="401" y="231"/>
                </a:cubicBezTo>
                <a:lnTo>
                  <a:pt x="401" y="309"/>
                </a:lnTo>
                <a:cubicBezTo>
                  <a:pt x="401" y="332"/>
                  <a:pt x="401" y="346"/>
                  <a:pt x="403" y="350"/>
                </a:cubicBezTo>
                <a:cubicBezTo>
                  <a:pt x="404" y="354"/>
                  <a:pt x="407" y="357"/>
                  <a:pt x="413" y="359"/>
                </a:cubicBezTo>
                <a:cubicBezTo>
                  <a:pt x="425" y="361"/>
                  <a:pt x="440" y="362"/>
                  <a:pt x="457" y="362"/>
                </a:cubicBezTo>
                <a:lnTo>
                  <a:pt x="472" y="362"/>
                </a:lnTo>
                <a:lnTo>
                  <a:pt x="472" y="404"/>
                </a:lnTo>
                <a:lnTo>
                  <a:pt x="464" y="404"/>
                </a:lnTo>
                <a:lnTo>
                  <a:pt x="443" y="403"/>
                </a:lnTo>
                <a:cubicBezTo>
                  <a:pt x="429" y="402"/>
                  <a:pt x="414" y="402"/>
                  <a:pt x="397" y="402"/>
                </a:cubicBezTo>
                <a:cubicBezTo>
                  <a:pt x="381" y="402"/>
                  <a:pt x="369" y="402"/>
                  <a:pt x="363" y="401"/>
                </a:cubicBezTo>
                <a:cubicBezTo>
                  <a:pt x="299" y="401"/>
                  <a:pt x="265" y="402"/>
                  <a:pt x="260" y="404"/>
                </a:cubicBezTo>
                <a:lnTo>
                  <a:pt x="252" y="404"/>
                </a:lnTo>
                <a:lnTo>
                  <a:pt x="252" y="362"/>
                </a:lnTo>
                <a:lnTo>
                  <a:pt x="267" y="362"/>
                </a:lnTo>
                <a:cubicBezTo>
                  <a:pt x="304" y="362"/>
                  <a:pt x="322" y="357"/>
                  <a:pt x="322" y="347"/>
                </a:cubicBezTo>
                <a:cubicBezTo>
                  <a:pt x="323" y="346"/>
                  <a:pt x="323" y="304"/>
                  <a:pt x="323" y="222"/>
                </a:cubicBezTo>
                <a:cubicBezTo>
                  <a:pt x="323" y="139"/>
                  <a:pt x="322" y="95"/>
                  <a:pt x="322" y="91"/>
                </a:cubicBezTo>
                <a:cubicBezTo>
                  <a:pt x="318" y="74"/>
                  <a:pt x="312" y="61"/>
                  <a:pt x="303" y="52"/>
                </a:cubicBezTo>
                <a:cubicBezTo>
                  <a:pt x="295" y="44"/>
                  <a:pt x="288" y="39"/>
                  <a:pt x="282" y="37"/>
                </a:cubicBezTo>
                <a:cubicBezTo>
                  <a:pt x="275" y="35"/>
                  <a:pt x="268" y="34"/>
                  <a:pt x="258" y="35"/>
                </a:cubicBezTo>
                <a:cubicBezTo>
                  <a:pt x="231" y="35"/>
                  <a:pt x="207" y="45"/>
                  <a:pt x="186" y="66"/>
                </a:cubicBezTo>
                <a:cubicBezTo>
                  <a:pt x="170" y="82"/>
                  <a:pt x="159" y="99"/>
                  <a:pt x="155" y="116"/>
                </a:cubicBezTo>
                <a:cubicBezTo>
                  <a:pt x="151" y="133"/>
                  <a:pt x="148" y="158"/>
                  <a:pt x="148" y="192"/>
                </a:cubicBezTo>
                <a:lnTo>
                  <a:pt x="148" y="251"/>
                </a:lnTo>
                <a:lnTo>
                  <a:pt x="148" y="305"/>
                </a:lnTo>
                <a:cubicBezTo>
                  <a:pt x="148" y="324"/>
                  <a:pt x="148" y="336"/>
                  <a:pt x="149" y="342"/>
                </a:cubicBezTo>
                <a:cubicBezTo>
                  <a:pt x="149" y="348"/>
                  <a:pt x="150" y="352"/>
                  <a:pt x="151" y="354"/>
                </a:cubicBezTo>
                <a:cubicBezTo>
                  <a:pt x="153" y="355"/>
                  <a:pt x="155" y="357"/>
                  <a:pt x="160" y="359"/>
                </a:cubicBezTo>
                <a:cubicBezTo>
                  <a:pt x="172" y="361"/>
                  <a:pt x="187" y="362"/>
                  <a:pt x="204" y="362"/>
                </a:cubicBezTo>
                <a:lnTo>
                  <a:pt x="219" y="362"/>
                </a:lnTo>
                <a:lnTo>
                  <a:pt x="219" y="404"/>
                </a:lnTo>
                <a:lnTo>
                  <a:pt x="211" y="404"/>
                </a:lnTo>
                <a:lnTo>
                  <a:pt x="191" y="403"/>
                </a:lnTo>
                <a:cubicBezTo>
                  <a:pt x="176" y="402"/>
                  <a:pt x="161" y="402"/>
                  <a:pt x="144" y="402"/>
                </a:cubicBezTo>
                <a:cubicBezTo>
                  <a:pt x="128" y="402"/>
                  <a:pt x="116" y="402"/>
                  <a:pt x="110" y="401"/>
                </a:cubicBezTo>
                <a:cubicBezTo>
                  <a:pt x="47" y="401"/>
                  <a:pt x="13" y="402"/>
                  <a:pt x="8" y="404"/>
                </a:cubicBezTo>
                <a:lnTo>
                  <a:pt x="0" y="404"/>
                </a:lnTo>
                <a:lnTo>
                  <a:pt x="0" y="362"/>
                </a:lnTo>
                <a:lnTo>
                  <a:pt x="15" y="36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1" name=""/>
          <p:cNvSpPr/>
          <p:nvPr/>
        </p:nvSpPr>
        <p:spPr>
          <a:xfrm>
            <a:off x="6742440" y="1211040"/>
            <a:ext cx="224640" cy="235080"/>
          </a:xfrm>
          <a:custGeom>
            <a:avLst/>
            <a:gdLst/>
            <a:ahLst/>
            <a:rect l="0" t="0" r="r" b="b"/>
            <a:pathLst>
              <a:path w="624" h="653">
                <a:moveTo>
                  <a:pt x="203" y="653"/>
                </a:moveTo>
                <a:cubicBezTo>
                  <a:pt x="193" y="651"/>
                  <a:pt x="159" y="650"/>
                  <a:pt x="98" y="650"/>
                </a:cubicBezTo>
                <a:cubicBezTo>
                  <a:pt x="42" y="650"/>
                  <a:pt x="11" y="651"/>
                  <a:pt x="6" y="653"/>
                </a:cubicBezTo>
                <a:lnTo>
                  <a:pt x="0" y="653"/>
                </a:lnTo>
                <a:lnTo>
                  <a:pt x="0" y="611"/>
                </a:lnTo>
                <a:lnTo>
                  <a:pt x="13" y="611"/>
                </a:lnTo>
                <a:cubicBezTo>
                  <a:pt x="57" y="609"/>
                  <a:pt x="85" y="596"/>
                  <a:pt x="97" y="573"/>
                </a:cubicBezTo>
                <a:cubicBezTo>
                  <a:pt x="98" y="571"/>
                  <a:pt x="114" y="523"/>
                  <a:pt x="145" y="430"/>
                </a:cubicBezTo>
                <a:cubicBezTo>
                  <a:pt x="177" y="336"/>
                  <a:pt x="208" y="243"/>
                  <a:pt x="239" y="148"/>
                </a:cubicBezTo>
                <a:cubicBezTo>
                  <a:pt x="270" y="55"/>
                  <a:pt x="287" y="8"/>
                  <a:pt x="288" y="7"/>
                </a:cubicBezTo>
                <a:cubicBezTo>
                  <a:pt x="290" y="3"/>
                  <a:pt x="295" y="0"/>
                  <a:pt x="305" y="0"/>
                </a:cubicBezTo>
                <a:lnTo>
                  <a:pt x="314" y="0"/>
                </a:lnTo>
                <a:cubicBezTo>
                  <a:pt x="326" y="1"/>
                  <a:pt x="333" y="3"/>
                  <a:pt x="335" y="7"/>
                </a:cubicBezTo>
                <a:cubicBezTo>
                  <a:pt x="337" y="8"/>
                  <a:pt x="369" y="105"/>
                  <a:pt x="434" y="298"/>
                </a:cubicBezTo>
                <a:lnTo>
                  <a:pt x="533" y="592"/>
                </a:lnTo>
                <a:cubicBezTo>
                  <a:pt x="537" y="600"/>
                  <a:pt x="543" y="604"/>
                  <a:pt x="550" y="606"/>
                </a:cubicBezTo>
                <a:cubicBezTo>
                  <a:pt x="557" y="608"/>
                  <a:pt x="573" y="610"/>
                  <a:pt x="597" y="611"/>
                </a:cubicBezTo>
                <a:lnTo>
                  <a:pt x="624" y="611"/>
                </a:lnTo>
                <a:lnTo>
                  <a:pt x="624" y="653"/>
                </a:lnTo>
                <a:lnTo>
                  <a:pt x="616" y="653"/>
                </a:lnTo>
                <a:cubicBezTo>
                  <a:pt x="610" y="651"/>
                  <a:pt x="572" y="650"/>
                  <a:pt x="500" y="650"/>
                </a:cubicBezTo>
                <a:cubicBezTo>
                  <a:pt x="426" y="650"/>
                  <a:pt x="382" y="651"/>
                  <a:pt x="369" y="653"/>
                </a:cubicBezTo>
                <a:lnTo>
                  <a:pt x="360" y="653"/>
                </a:lnTo>
                <a:lnTo>
                  <a:pt x="360" y="611"/>
                </a:lnTo>
                <a:lnTo>
                  <a:pt x="372" y="611"/>
                </a:lnTo>
                <a:cubicBezTo>
                  <a:pt x="414" y="611"/>
                  <a:pt x="436" y="605"/>
                  <a:pt x="436" y="594"/>
                </a:cubicBezTo>
                <a:cubicBezTo>
                  <a:pt x="436" y="593"/>
                  <a:pt x="428" y="571"/>
                  <a:pt x="414" y="527"/>
                </a:cubicBezTo>
                <a:lnTo>
                  <a:pt x="392" y="462"/>
                </a:lnTo>
                <a:lnTo>
                  <a:pt x="179" y="462"/>
                </a:lnTo>
                <a:lnTo>
                  <a:pt x="161" y="516"/>
                </a:lnTo>
                <a:cubicBezTo>
                  <a:pt x="149" y="552"/>
                  <a:pt x="142" y="572"/>
                  <a:pt x="142" y="575"/>
                </a:cubicBezTo>
                <a:cubicBezTo>
                  <a:pt x="142" y="583"/>
                  <a:pt x="149" y="591"/>
                  <a:pt x="161" y="599"/>
                </a:cubicBezTo>
                <a:cubicBezTo>
                  <a:pt x="173" y="607"/>
                  <a:pt x="188" y="611"/>
                  <a:pt x="206" y="611"/>
                </a:cubicBezTo>
                <a:lnTo>
                  <a:pt x="211" y="611"/>
                </a:lnTo>
                <a:lnTo>
                  <a:pt x="211" y="653"/>
                </a:lnTo>
                <a:lnTo>
                  <a:pt x="203" y="653"/>
                </a:lnTo>
                <a:moveTo>
                  <a:pt x="378" y="421"/>
                </a:moveTo>
                <a:lnTo>
                  <a:pt x="285" y="145"/>
                </a:lnTo>
                <a:lnTo>
                  <a:pt x="193" y="420"/>
                </a:lnTo>
                <a:cubicBezTo>
                  <a:pt x="193" y="420"/>
                  <a:pt x="223" y="421"/>
                  <a:pt x="285" y="421"/>
                </a:cubicBezTo>
                <a:lnTo>
                  <a:pt x="378" y="4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2" name=""/>
          <p:cNvSpPr/>
          <p:nvPr/>
        </p:nvSpPr>
        <p:spPr>
          <a:xfrm>
            <a:off x="6986520" y="1221840"/>
            <a:ext cx="204480" cy="224280"/>
          </a:xfrm>
          <a:custGeom>
            <a:avLst/>
            <a:gdLst/>
            <a:ahLst/>
            <a:rect l="0" t="0" r="r" b="b"/>
            <a:pathLst>
              <a:path w="568" h="623">
                <a:moveTo>
                  <a:pt x="94" y="57"/>
                </a:moveTo>
                <a:cubicBezTo>
                  <a:pt x="90" y="52"/>
                  <a:pt x="86" y="50"/>
                  <a:pt x="84" y="49"/>
                </a:cubicBezTo>
                <a:cubicBezTo>
                  <a:pt x="82" y="47"/>
                  <a:pt x="77" y="46"/>
                  <a:pt x="70" y="46"/>
                </a:cubicBezTo>
                <a:cubicBezTo>
                  <a:pt x="62" y="45"/>
                  <a:pt x="49" y="44"/>
                  <a:pt x="30" y="43"/>
                </a:cubicBezTo>
                <a:lnTo>
                  <a:pt x="0" y="43"/>
                </a:lnTo>
                <a:lnTo>
                  <a:pt x="0" y="0"/>
                </a:lnTo>
                <a:lnTo>
                  <a:pt x="184" y="0"/>
                </a:lnTo>
                <a:lnTo>
                  <a:pt x="219" y="0"/>
                </a:lnTo>
                <a:lnTo>
                  <a:pt x="291" y="0"/>
                </a:lnTo>
                <a:cubicBezTo>
                  <a:pt x="337" y="0"/>
                  <a:pt x="372" y="2"/>
                  <a:pt x="394" y="5"/>
                </a:cubicBezTo>
                <a:cubicBezTo>
                  <a:pt x="415" y="8"/>
                  <a:pt x="437" y="16"/>
                  <a:pt x="459" y="30"/>
                </a:cubicBezTo>
                <a:cubicBezTo>
                  <a:pt x="485" y="45"/>
                  <a:pt x="506" y="63"/>
                  <a:pt x="521" y="86"/>
                </a:cubicBezTo>
                <a:cubicBezTo>
                  <a:pt x="536" y="108"/>
                  <a:pt x="544" y="132"/>
                  <a:pt x="544" y="157"/>
                </a:cubicBezTo>
                <a:cubicBezTo>
                  <a:pt x="544" y="188"/>
                  <a:pt x="531" y="216"/>
                  <a:pt x="506" y="241"/>
                </a:cubicBezTo>
                <a:cubicBezTo>
                  <a:pt x="481" y="267"/>
                  <a:pt x="449" y="285"/>
                  <a:pt x="409" y="295"/>
                </a:cubicBezTo>
                <a:lnTo>
                  <a:pt x="400" y="298"/>
                </a:lnTo>
                <a:cubicBezTo>
                  <a:pt x="444" y="303"/>
                  <a:pt x="483" y="320"/>
                  <a:pt x="517" y="348"/>
                </a:cubicBezTo>
                <a:cubicBezTo>
                  <a:pt x="551" y="376"/>
                  <a:pt x="568" y="411"/>
                  <a:pt x="568" y="452"/>
                </a:cubicBezTo>
                <a:cubicBezTo>
                  <a:pt x="568" y="494"/>
                  <a:pt x="553" y="530"/>
                  <a:pt x="522" y="562"/>
                </a:cubicBezTo>
                <a:cubicBezTo>
                  <a:pt x="491" y="593"/>
                  <a:pt x="451" y="613"/>
                  <a:pt x="403" y="620"/>
                </a:cubicBezTo>
                <a:cubicBezTo>
                  <a:pt x="395" y="621"/>
                  <a:pt x="326" y="622"/>
                  <a:pt x="196" y="623"/>
                </a:cubicBezTo>
                <a:lnTo>
                  <a:pt x="0" y="623"/>
                </a:lnTo>
                <a:lnTo>
                  <a:pt x="0" y="581"/>
                </a:lnTo>
                <a:lnTo>
                  <a:pt x="30" y="581"/>
                </a:lnTo>
                <a:cubicBezTo>
                  <a:pt x="56" y="580"/>
                  <a:pt x="71" y="579"/>
                  <a:pt x="77" y="578"/>
                </a:cubicBezTo>
                <a:cubicBezTo>
                  <a:pt x="82" y="577"/>
                  <a:pt x="88" y="573"/>
                  <a:pt x="94" y="567"/>
                </a:cubicBezTo>
                <a:lnTo>
                  <a:pt x="94" y="57"/>
                </a:lnTo>
                <a:moveTo>
                  <a:pt x="441" y="156"/>
                </a:moveTo>
                <a:cubicBezTo>
                  <a:pt x="441" y="127"/>
                  <a:pt x="433" y="103"/>
                  <a:pt x="417" y="82"/>
                </a:cubicBezTo>
                <a:cubicBezTo>
                  <a:pt x="401" y="62"/>
                  <a:pt x="380" y="49"/>
                  <a:pt x="354" y="44"/>
                </a:cubicBezTo>
                <a:cubicBezTo>
                  <a:pt x="354" y="44"/>
                  <a:pt x="350" y="44"/>
                  <a:pt x="343" y="44"/>
                </a:cubicBezTo>
                <a:cubicBezTo>
                  <a:pt x="335" y="44"/>
                  <a:pt x="326" y="44"/>
                  <a:pt x="313" y="44"/>
                </a:cubicBezTo>
                <a:cubicBezTo>
                  <a:pt x="301" y="44"/>
                  <a:pt x="290" y="44"/>
                  <a:pt x="279" y="43"/>
                </a:cubicBezTo>
                <a:cubicBezTo>
                  <a:pt x="238" y="43"/>
                  <a:pt x="213" y="43"/>
                  <a:pt x="204" y="44"/>
                </a:cubicBezTo>
                <a:cubicBezTo>
                  <a:pt x="195" y="45"/>
                  <a:pt x="189" y="47"/>
                  <a:pt x="187" y="51"/>
                </a:cubicBezTo>
                <a:cubicBezTo>
                  <a:pt x="185" y="54"/>
                  <a:pt x="184" y="93"/>
                  <a:pt x="184" y="169"/>
                </a:cubicBezTo>
                <a:lnTo>
                  <a:pt x="184" y="282"/>
                </a:lnTo>
                <a:lnTo>
                  <a:pt x="260" y="282"/>
                </a:lnTo>
                <a:lnTo>
                  <a:pt x="336" y="281"/>
                </a:lnTo>
                <a:lnTo>
                  <a:pt x="345" y="280"/>
                </a:lnTo>
                <a:cubicBezTo>
                  <a:pt x="348" y="279"/>
                  <a:pt x="351" y="278"/>
                  <a:pt x="355" y="277"/>
                </a:cubicBezTo>
                <a:cubicBezTo>
                  <a:pt x="360" y="276"/>
                  <a:pt x="367" y="272"/>
                  <a:pt x="378" y="265"/>
                </a:cubicBezTo>
                <a:cubicBezTo>
                  <a:pt x="389" y="258"/>
                  <a:pt x="399" y="251"/>
                  <a:pt x="407" y="243"/>
                </a:cubicBezTo>
                <a:cubicBezTo>
                  <a:pt x="416" y="235"/>
                  <a:pt x="423" y="224"/>
                  <a:pt x="430" y="208"/>
                </a:cubicBezTo>
                <a:cubicBezTo>
                  <a:pt x="437" y="192"/>
                  <a:pt x="440" y="175"/>
                  <a:pt x="441" y="156"/>
                </a:cubicBezTo>
                <a:moveTo>
                  <a:pt x="464" y="452"/>
                </a:moveTo>
                <a:cubicBezTo>
                  <a:pt x="464" y="421"/>
                  <a:pt x="456" y="392"/>
                  <a:pt x="439" y="366"/>
                </a:cubicBezTo>
                <a:cubicBezTo>
                  <a:pt x="422" y="340"/>
                  <a:pt x="398" y="324"/>
                  <a:pt x="367" y="317"/>
                </a:cubicBezTo>
                <a:lnTo>
                  <a:pt x="275" y="316"/>
                </a:lnTo>
                <a:lnTo>
                  <a:pt x="184" y="316"/>
                </a:lnTo>
                <a:lnTo>
                  <a:pt x="184" y="441"/>
                </a:lnTo>
                <a:lnTo>
                  <a:pt x="184" y="517"/>
                </a:lnTo>
                <a:cubicBezTo>
                  <a:pt x="184" y="553"/>
                  <a:pt x="186" y="572"/>
                  <a:pt x="189" y="575"/>
                </a:cubicBezTo>
                <a:cubicBezTo>
                  <a:pt x="192" y="578"/>
                  <a:pt x="223" y="580"/>
                  <a:pt x="280" y="580"/>
                </a:cubicBezTo>
                <a:lnTo>
                  <a:pt x="324" y="580"/>
                </a:lnTo>
                <a:cubicBezTo>
                  <a:pt x="350" y="580"/>
                  <a:pt x="368" y="578"/>
                  <a:pt x="379" y="574"/>
                </a:cubicBezTo>
                <a:cubicBezTo>
                  <a:pt x="405" y="566"/>
                  <a:pt x="426" y="550"/>
                  <a:pt x="441" y="528"/>
                </a:cubicBezTo>
                <a:cubicBezTo>
                  <a:pt x="456" y="506"/>
                  <a:pt x="464" y="480"/>
                  <a:pt x="464" y="45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3" name=""/>
          <p:cNvSpPr/>
          <p:nvPr/>
        </p:nvSpPr>
        <p:spPr>
          <a:xfrm>
            <a:off x="7227720" y="1214640"/>
            <a:ext cx="200160" cy="238320"/>
          </a:xfrm>
          <a:custGeom>
            <a:avLst/>
            <a:gdLst/>
            <a:ahLst/>
            <a:rect l="0" t="0" r="r" b="b"/>
            <a:pathLst>
              <a:path w="556" h="662">
                <a:moveTo>
                  <a:pt x="0" y="331"/>
                </a:moveTo>
                <a:cubicBezTo>
                  <a:pt x="0" y="279"/>
                  <a:pt x="10" y="230"/>
                  <a:pt x="30" y="187"/>
                </a:cubicBezTo>
                <a:cubicBezTo>
                  <a:pt x="50" y="143"/>
                  <a:pt x="76" y="108"/>
                  <a:pt x="107" y="82"/>
                </a:cubicBezTo>
                <a:cubicBezTo>
                  <a:pt x="139" y="56"/>
                  <a:pt x="172" y="36"/>
                  <a:pt x="208" y="22"/>
                </a:cubicBezTo>
                <a:cubicBezTo>
                  <a:pt x="242" y="8"/>
                  <a:pt x="275" y="1"/>
                  <a:pt x="306" y="0"/>
                </a:cubicBezTo>
                <a:cubicBezTo>
                  <a:pt x="308" y="0"/>
                  <a:pt x="310" y="0"/>
                  <a:pt x="314" y="0"/>
                </a:cubicBezTo>
                <a:cubicBezTo>
                  <a:pt x="318" y="0"/>
                  <a:pt x="320" y="0"/>
                  <a:pt x="321" y="1"/>
                </a:cubicBezTo>
                <a:cubicBezTo>
                  <a:pt x="376" y="1"/>
                  <a:pt x="425" y="22"/>
                  <a:pt x="468" y="63"/>
                </a:cubicBezTo>
                <a:lnTo>
                  <a:pt x="480" y="74"/>
                </a:lnTo>
                <a:lnTo>
                  <a:pt x="507" y="38"/>
                </a:lnTo>
                <a:cubicBezTo>
                  <a:pt x="523" y="16"/>
                  <a:pt x="533" y="4"/>
                  <a:pt x="535" y="1"/>
                </a:cubicBezTo>
                <a:cubicBezTo>
                  <a:pt x="536" y="1"/>
                  <a:pt x="537" y="1"/>
                  <a:pt x="539" y="1"/>
                </a:cubicBezTo>
                <a:cubicBezTo>
                  <a:pt x="541" y="1"/>
                  <a:pt x="542" y="1"/>
                  <a:pt x="544" y="0"/>
                </a:cubicBezTo>
                <a:lnTo>
                  <a:pt x="548" y="0"/>
                </a:lnTo>
                <a:cubicBezTo>
                  <a:pt x="550" y="0"/>
                  <a:pt x="552" y="2"/>
                  <a:pt x="556" y="6"/>
                </a:cubicBezTo>
                <a:lnTo>
                  <a:pt x="556" y="261"/>
                </a:lnTo>
                <a:lnTo>
                  <a:pt x="551" y="267"/>
                </a:lnTo>
                <a:lnTo>
                  <a:pt x="520" y="267"/>
                </a:lnTo>
                <a:cubicBezTo>
                  <a:pt x="516" y="263"/>
                  <a:pt x="514" y="258"/>
                  <a:pt x="513" y="250"/>
                </a:cubicBezTo>
                <a:cubicBezTo>
                  <a:pt x="508" y="201"/>
                  <a:pt x="493" y="158"/>
                  <a:pt x="470" y="121"/>
                </a:cubicBezTo>
                <a:cubicBezTo>
                  <a:pt x="446" y="85"/>
                  <a:pt x="417" y="61"/>
                  <a:pt x="383" y="49"/>
                </a:cubicBezTo>
                <a:cubicBezTo>
                  <a:pt x="372" y="45"/>
                  <a:pt x="356" y="43"/>
                  <a:pt x="338" y="43"/>
                </a:cubicBezTo>
                <a:cubicBezTo>
                  <a:pt x="275" y="43"/>
                  <a:pt x="222" y="64"/>
                  <a:pt x="178" y="107"/>
                </a:cubicBezTo>
                <a:cubicBezTo>
                  <a:pt x="130" y="155"/>
                  <a:pt x="106" y="229"/>
                  <a:pt x="106" y="331"/>
                </a:cubicBezTo>
                <a:cubicBezTo>
                  <a:pt x="106" y="405"/>
                  <a:pt x="118" y="463"/>
                  <a:pt x="141" y="505"/>
                </a:cubicBezTo>
                <a:cubicBezTo>
                  <a:pt x="154" y="530"/>
                  <a:pt x="170" y="550"/>
                  <a:pt x="189" y="566"/>
                </a:cubicBezTo>
                <a:cubicBezTo>
                  <a:pt x="208" y="583"/>
                  <a:pt x="228" y="594"/>
                  <a:pt x="248" y="602"/>
                </a:cubicBezTo>
                <a:cubicBezTo>
                  <a:pt x="269" y="609"/>
                  <a:pt x="286" y="614"/>
                  <a:pt x="299" y="616"/>
                </a:cubicBezTo>
                <a:cubicBezTo>
                  <a:pt x="313" y="619"/>
                  <a:pt x="326" y="620"/>
                  <a:pt x="339" y="621"/>
                </a:cubicBezTo>
                <a:cubicBezTo>
                  <a:pt x="393" y="621"/>
                  <a:pt x="437" y="600"/>
                  <a:pt x="470" y="558"/>
                </a:cubicBezTo>
                <a:cubicBezTo>
                  <a:pt x="502" y="516"/>
                  <a:pt x="519" y="470"/>
                  <a:pt x="520" y="421"/>
                </a:cubicBezTo>
                <a:cubicBezTo>
                  <a:pt x="520" y="416"/>
                  <a:pt x="521" y="412"/>
                  <a:pt x="525" y="409"/>
                </a:cubicBezTo>
                <a:lnTo>
                  <a:pt x="551" y="409"/>
                </a:lnTo>
                <a:lnTo>
                  <a:pt x="556" y="414"/>
                </a:lnTo>
                <a:lnTo>
                  <a:pt x="556" y="428"/>
                </a:lnTo>
                <a:cubicBezTo>
                  <a:pt x="553" y="490"/>
                  <a:pt x="530" y="545"/>
                  <a:pt x="487" y="592"/>
                </a:cubicBezTo>
                <a:cubicBezTo>
                  <a:pt x="444" y="638"/>
                  <a:pt x="387" y="662"/>
                  <a:pt x="317" y="662"/>
                </a:cubicBezTo>
                <a:cubicBezTo>
                  <a:pt x="231" y="662"/>
                  <a:pt x="156" y="630"/>
                  <a:pt x="94" y="567"/>
                </a:cubicBezTo>
                <a:cubicBezTo>
                  <a:pt x="31" y="504"/>
                  <a:pt x="0" y="425"/>
                  <a:pt x="0" y="3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4" name=""/>
          <p:cNvSpPr/>
          <p:nvPr/>
        </p:nvSpPr>
        <p:spPr>
          <a:xfrm>
            <a:off x="7454880" y="1221840"/>
            <a:ext cx="223200" cy="224280"/>
          </a:xfrm>
          <a:custGeom>
            <a:avLst/>
            <a:gdLst/>
            <a:ahLst/>
            <a:rect l="0" t="0" r="r" b="b"/>
            <a:pathLst>
              <a:path w="620" h="623">
                <a:moveTo>
                  <a:pt x="94" y="57"/>
                </a:moveTo>
                <a:cubicBezTo>
                  <a:pt x="90" y="52"/>
                  <a:pt x="87" y="50"/>
                  <a:pt x="84" y="49"/>
                </a:cubicBezTo>
                <a:cubicBezTo>
                  <a:pt x="82" y="47"/>
                  <a:pt x="77" y="46"/>
                  <a:pt x="70" y="46"/>
                </a:cubicBezTo>
                <a:cubicBezTo>
                  <a:pt x="62" y="45"/>
                  <a:pt x="49" y="44"/>
                  <a:pt x="31" y="43"/>
                </a:cubicBezTo>
                <a:lnTo>
                  <a:pt x="0" y="43"/>
                </a:lnTo>
                <a:lnTo>
                  <a:pt x="0" y="0"/>
                </a:lnTo>
                <a:lnTo>
                  <a:pt x="183" y="0"/>
                </a:lnTo>
                <a:cubicBezTo>
                  <a:pt x="287" y="1"/>
                  <a:pt x="345" y="1"/>
                  <a:pt x="357" y="1"/>
                </a:cubicBezTo>
                <a:cubicBezTo>
                  <a:pt x="369" y="1"/>
                  <a:pt x="382" y="3"/>
                  <a:pt x="395" y="7"/>
                </a:cubicBezTo>
                <a:cubicBezTo>
                  <a:pt x="421" y="12"/>
                  <a:pt x="447" y="24"/>
                  <a:pt x="473" y="39"/>
                </a:cubicBezTo>
                <a:cubicBezTo>
                  <a:pt x="498" y="55"/>
                  <a:pt x="522" y="76"/>
                  <a:pt x="546" y="101"/>
                </a:cubicBezTo>
                <a:cubicBezTo>
                  <a:pt x="569" y="127"/>
                  <a:pt x="586" y="158"/>
                  <a:pt x="599" y="195"/>
                </a:cubicBezTo>
                <a:cubicBezTo>
                  <a:pt x="612" y="232"/>
                  <a:pt x="619" y="273"/>
                  <a:pt x="620" y="317"/>
                </a:cubicBezTo>
                <a:cubicBezTo>
                  <a:pt x="620" y="393"/>
                  <a:pt x="598" y="460"/>
                  <a:pt x="553" y="517"/>
                </a:cubicBezTo>
                <a:cubicBezTo>
                  <a:pt x="508" y="574"/>
                  <a:pt x="450" y="608"/>
                  <a:pt x="378" y="620"/>
                </a:cubicBezTo>
                <a:cubicBezTo>
                  <a:pt x="370" y="621"/>
                  <a:pt x="305" y="622"/>
                  <a:pt x="183" y="623"/>
                </a:cubicBezTo>
                <a:lnTo>
                  <a:pt x="0" y="623"/>
                </a:lnTo>
                <a:lnTo>
                  <a:pt x="0" y="581"/>
                </a:lnTo>
                <a:lnTo>
                  <a:pt x="31" y="581"/>
                </a:lnTo>
                <a:cubicBezTo>
                  <a:pt x="56" y="580"/>
                  <a:pt x="71" y="579"/>
                  <a:pt x="77" y="578"/>
                </a:cubicBezTo>
                <a:cubicBezTo>
                  <a:pt x="82" y="577"/>
                  <a:pt x="88" y="573"/>
                  <a:pt x="94" y="567"/>
                </a:cubicBezTo>
                <a:lnTo>
                  <a:pt x="94" y="57"/>
                </a:lnTo>
                <a:moveTo>
                  <a:pt x="515" y="315"/>
                </a:moveTo>
                <a:cubicBezTo>
                  <a:pt x="515" y="254"/>
                  <a:pt x="509" y="204"/>
                  <a:pt x="495" y="167"/>
                </a:cubicBezTo>
                <a:cubicBezTo>
                  <a:pt x="482" y="129"/>
                  <a:pt x="458" y="99"/>
                  <a:pt x="425" y="75"/>
                </a:cubicBezTo>
                <a:cubicBezTo>
                  <a:pt x="392" y="54"/>
                  <a:pt x="350" y="43"/>
                  <a:pt x="299" y="43"/>
                </a:cubicBezTo>
                <a:lnTo>
                  <a:pt x="269" y="43"/>
                </a:lnTo>
                <a:lnTo>
                  <a:pt x="243" y="43"/>
                </a:lnTo>
                <a:cubicBezTo>
                  <a:pt x="209" y="43"/>
                  <a:pt x="191" y="46"/>
                  <a:pt x="189" y="51"/>
                </a:cubicBezTo>
                <a:cubicBezTo>
                  <a:pt x="187" y="54"/>
                  <a:pt x="186" y="140"/>
                  <a:pt x="186" y="310"/>
                </a:cubicBezTo>
                <a:cubicBezTo>
                  <a:pt x="186" y="481"/>
                  <a:pt x="186" y="567"/>
                  <a:pt x="187" y="569"/>
                </a:cubicBezTo>
                <a:cubicBezTo>
                  <a:pt x="188" y="575"/>
                  <a:pt x="193" y="578"/>
                  <a:pt x="202" y="579"/>
                </a:cubicBezTo>
                <a:cubicBezTo>
                  <a:pt x="211" y="580"/>
                  <a:pt x="238" y="580"/>
                  <a:pt x="284" y="581"/>
                </a:cubicBezTo>
                <a:lnTo>
                  <a:pt x="294" y="581"/>
                </a:lnTo>
                <a:cubicBezTo>
                  <a:pt x="359" y="581"/>
                  <a:pt x="409" y="566"/>
                  <a:pt x="445" y="536"/>
                </a:cubicBezTo>
                <a:cubicBezTo>
                  <a:pt x="472" y="513"/>
                  <a:pt x="491" y="484"/>
                  <a:pt x="501" y="449"/>
                </a:cubicBezTo>
                <a:cubicBezTo>
                  <a:pt x="511" y="414"/>
                  <a:pt x="515" y="369"/>
                  <a:pt x="515" y="31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5" name=""/>
          <p:cNvSpPr/>
          <p:nvPr/>
        </p:nvSpPr>
        <p:spPr>
          <a:xfrm>
            <a:off x="7727040" y="1199880"/>
            <a:ext cx="78480" cy="327960"/>
          </a:xfrm>
          <a:custGeom>
            <a:avLst/>
            <a:gdLst/>
            <a:ahLst/>
            <a:rect l="0" t="0" r="r" b="b"/>
            <a:pathLst>
              <a:path w="218" h="911">
                <a:moveTo>
                  <a:pt x="0" y="455"/>
                </a:moveTo>
                <a:cubicBezTo>
                  <a:pt x="0" y="413"/>
                  <a:pt x="3" y="374"/>
                  <a:pt x="9" y="336"/>
                </a:cubicBezTo>
                <a:cubicBezTo>
                  <a:pt x="15" y="298"/>
                  <a:pt x="22" y="266"/>
                  <a:pt x="30" y="239"/>
                </a:cubicBezTo>
                <a:cubicBezTo>
                  <a:pt x="38" y="211"/>
                  <a:pt x="49" y="185"/>
                  <a:pt x="63" y="159"/>
                </a:cubicBezTo>
                <a:cubicBezTo>
                  <a:pt x="78" y="132"/>
                  <a:pt x="89" y="112"/>
                  <a:pt x="98" y="98"/>
                </a:cubicBezTo>
                <a:cubicBezTo>
                  <a:pt x="106" y="83"/>
                  <a:pt x="119" y="67"/>
                  <a:pt x="137" y="50"/>
                </a:cubicBezTo>
                <a:cubicBezTo>
                  <a:pt x="154" y="33"/>
                  <a:pt x="164" y="23"/>
                  <a:pt x="167" y="19"/>
                </a:cubicBezTo>
                <a:cubicBezTo>
                  <a:pt x="170" y="16"/>
                  <a:pt x="178" y="9"/>
                  <a:pt x="190" y="0"/>
                </a:cubicBezTo>
                <a:lnTo>
                  <a:pt x="202" y="0"/>
                </a:lnTo>
                <a:lnTo>
                  <a:pt x="205" y="0"/>
                </a:lnTo>
                <a:cubicBezTo>
                  <a:pt x="214" y="0"/>
                  <a:pt x="218" y="3"/>
                  <a:pt x="218" y="8"/>
                </a:cubicBezTo>
                <a:cubicBezTo>
                  <a:pt x="218" y="10"/>
                  <a:pt x="213" y="17"/>
                  <a:pt x="203" y="28"/>
                </a:cubicBezTo>
                <a:cubicBezTo>
                  <a:pt x="192" y="38"/>
                  <a:pt x="180" y="55"/>
                  <a:pt x="165" y="76"/>
                </a:cubicBezTo>
                <a:cubicBezTo>
                  <a:pt x="151" y="97"/>
                  <a:pt x="136" y="123"/>
                  <a:pt x="120" y="154"/>
                </a:cubicBezTo>
                <a:cubicBezTo>
                  <a:pt x="105" y="185"/>
                  <a:pt x="92" y="227"/>
                  <a:pt x="81" y="280"/>
                </a:cubicBezTo>
                <a:cubicBezTo>
                  <a:pt x="71" y="332"/>
                  <a:pt x="66" y="391"/>
                  <a:pt x="66" y="455"/>
                </a:cubicBezTo>
                <a:cubicBezTo>
                  <a:pt x="66" y="519"/>
                  <a:pt x="71" y="578"/>
                  <a:pt x="81" y="630"/>
                </a:cubicBezTo>
                <a:cubicBezTo>
                  <a:pt x="92" y="682"/>
                  <a:pt x="104" y="724"/>
                  <a:pt x="119" y="756"/>
                </a:cubicBezTo>
                <a:cubicBezTo>
                  <a:pt x="134" y="789"/>
                  <a:pt x="149" y="816"/>
                  <a:pt x="164" y="836"/>
                </a:cubicBezTo>
                <a:cubicBezTo>
                  <a:pt x="180" y="856"/>
                  <a:pt x="192" y="872"/>
                  <a:pt x="203" y="884"/>
                </a:cubicBezTo>
                <a:cubicBezTo>
                  <a:pt x="213" y="896"/>
                  <a:pt x="218" y="902"/>
                  <a:pt x="218" y="903"/>
                </a:cubicBezTo>
                <a:cubicBezTo>
                  <a:pt x="218" y="908"/>
                  <a:pt x="214" y="911"/>
                  <a:pt x="204" y="911"/>
                </a:cubicBezTo>
                <a:lnTo>
                  <a:pt x="202" y="911"/>
                </a:lnTo>
                <a:lnTo>
                  <a:pt x="190" y="911"/>
                </a:lnTo>
                <a:lnTo>
                  <a:pt x="164" y="889"/>
                </a:lnTo>
                <a:cubicBezTo>
                  <a:pt x="106" y="838"/>
                  <a:pt x="65" y="773"/>
                  <a:pt x="39" y="695"/>
                </a:cubicBezTo>
                <a:cubicBezTo>
                  <a:pt x="13" y="618"/>
                  <a:pt x="0" y="538"/>
                  <a:pt x="0" y="4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6" name=""/>
          <p:cNvSpPr/>
          <p:nvPr/>
        </p:nvSpPr>
        <p:spPr>
          <a:xfrm>
            <a:off x="7833600" y="1222920"/>
            <a:ext cx="235440" cy="223200"/>
          </a:xfrm>
          <a:custGeom>
            <a:avLst/>
            <a:gdLst/>
            <a:ahLst/>
            <a:rect l="0" t="0" r="r" b="b"/>
            <a:pathLst>
              <a:path w="654" h="620">
                <a:moveTo>
                  <a:pt x="16" y="619"/>
                </a:moveTo>
                <a:cubicBezTo>
                  <a:pt x="5" y="619"/>
                  <a:pt x="0" y="616"/>
                  <a:pt x="0" y="610"/>
                </a:cubicBezTo>
                <a:cubicBezTo>
                  <a:pt x="0" y="608"/>
                  <a:pt x="1" y="604"/>
                  <a:pt x="3" y="597"/>
                </a:cubicBezTo>
                <a:cubicBezTo>
                  <a:pt x="5" y="587"/>
                  <a:pt x="8" y="582"/>
                  <a:pt x="10" y="581"/>
                </a:cubicBezTo>
                <a:cubicBezTo>
                  <a:pt x="13" y="579"/>
                  <a:pt x="20" y="578"/>
                  <a:pt x="31" y="578"/>
                </a:cubicBezTo>
                <a:cubicBezTo>
                  <a:pt x="48" y="578"/>
                  <a:pt x="66" y="577"/>
                  <a:pt x="86" y="575"/>
                </a:cubicBezTo>
                <a:cubicBezTo>
                  <a:pt x="94" y="573"/>
                  <a:pt x="100" y="570"/>
                  <a:pt x="103" y="564"/>
                </a:cubicBezTo>
                <a:cubicBezTo>
                  <a:pt x="104" y="561"/>
                  <a:pt x="127" y="476"/>
                  <a:pt x="169" y="308"/>
                </a:cubicBezTo>
                <a:cubicBezTo>
                  <a:pt x="210" y="141"/>
                  <a:pt x="232" y="56"/>
                  <a:pt x="232" y="54"/>
                </a:cubicBezTo>
                <a:cubicBezTo>
                  <a:pt x="232" y="49"/>
                  <a:pt x="231" y="47"/>
                  <a:pt x="229" y="47"/>
                </a:cubicBezTo>
                <a:cubicBezTo>
                  <a:pt x="224" y="46"/>
                  <a:pt x="208" y="44"/>
                  <a:pt x="180" y="43"/>
                </a:cubicBezTo>
                <a:lnTo>
                  <a:pt x="152" y="43"/>
                </a:lnTo>
                <a:cubicBezTo>
                  <a:pt x="149" y="39"/>
                  <a:pt x="147" y="37"/>
                  <a:pt x="147" y="36"/>
                </a:cubicBezTo>
                <a:cubicBezTo>
                  <a:pt x="147" y="34"/>
                  <a:pt x="147" y="29"/>
                  <a:pt x="149" y="20"/>
                </a:cubicBezTo>
                <a:cubicBezTo>
                  <a:pt x="151" y="10"/>
                  <a:pt x="154" y="2"/>
                  <a:pt x="158" y="0"/>
                </a:cubicBezTo>
                <a:lnTo>
                  <a:pt x="648" y="0"/>
                </a:lnTo>
                <a:cubicBezTo>
                  <a:pt x="652" y="2"/>
                  <a:pt x="654" y="7"/>
                  <a:pt x="654" y="11"/>
                </a:cubicBezTo>
                <a:cubicBezTo>
                  <a:pt x="654" y="14"/>
                  <a:pt x="651" y="48"/>
                  <a:pt x="643" y="113"/>
                </a:cubicBezTo>
                <a:cubicBezTo>
                  <a:pt x="635" y="178"/>
                  <a:pt x="631" y="211"/>
                  <a:pt x="630" y="213"/>
                </a:cubicBezTo>
                <a:cubicBezTo>
                  <a:pt x="629" y="217"/>
                  <a:pt x="623" y="219"/>
                  <a:pt x="612" y="219"/>
                </a:cubicBezTo>
                <a:lnTo>
                  <a:pt x="601" y="219"/>
                </a:lnTo>
                <a:cubicBezTo>
                  <a:pt x="597" y="216"/>
                  <a:pt x="594" y="212"/>
                  <a:pt x="594" y="207"/>
                </a:cubicBezTo>
                <a:cubicBezTo>
                  <a:pt x="594" y="207"/>
                  <a:pt x="595" y="200"/>
                  <a:pt x="597" y="186"/>
                </a:cubicBezTo>
                <a:cubicBezTo>
                  <a:pt x="599" y="172"/>
                  <a:pt x="600" y="156"/>
                  <a:pt x="600" y="137"/>
                </a:cubicBezTo>
                <a:cubicBezTo>
                  <a:pt x="600" y="119"/>
                  <a:pt x="598" y="104"/>
                  <a:pt x="594" y="93"/>
                </a:cubicBezTo>
                <a:cubicBezTo>
                  <a:pt x="589" y="81"/>
                  <a:pt x="584" y="72"/>
                  <a:pt x="576" y="65"/>
                </a:cubicBezTo>
                <a:cubicBezTo>
                  <a:pt x="569" y="57"/>
                  <a:pt x="558" y="52"/>
                  <a:pt x="543" y="50"/>
                </a:cubicBezTo>
                <a:cubicBezTo>
                  <a:pt x="527" y="48"/>
                  <a:pt x="512" y="46"/>
                  <a:pt x="496" y="44"/>
                </a:cubicBezTo>
                <a:cubicBezTo>
                  <a:pt x="480" y="42"/>
                  <a:pt x="459" y="42"/>
                  <a:pt x="431" y="43"/>
                </a:cubicBezTo>
                <a:lnTo>
                  <a:pt x="410" y="43"/>
                </a:lnTo>
                <a:cubicBezTo>
                  <a:pt x="360" y="43"/>
                  <a:pt x="334" y="44"/>
                  <a:pt x="331" y="46"/>
                </a:cubicBezTo>
                <a:cubicBezTo>
                  <a:pt x="328" y="47"/>
                  <a:pt x="325" y="49"/>
                  <a:pt x="324" y="53"/>
                </a:cubicBezTo>
                <a:cubicBezTo>
                  <a:pt x="324" y="53"/>
                  <a:pt x="313" y="93"/>
                  <a:pt x="293" y="172"/>
                </a:cubicBezTo>
                <a:lnTo>
                  <a:pt x="264" y="289"/>
                </a:lnTo>
                <a:lnTo>
                  <a:pt x="314" y="289"/>
                </a:lnTo>
                <a:cubicBezTo>
                  <a:pt x="316" y="289"/>
                  <a:pt x="323" y="289"/>
                  <a:pt x="335" y="289"/>
                </a:cubicBezTo>
                <a:cubicBezTo>
                  <a:pt x="347" y="289"/>
                  <a:pt x="356" y="289"/>
                  <a:pt x="361" y="288"/>
                </a:cubicBezTo>
                <a:cubicBezTo>
                  <a:pt x="365" y="288"/>
                  <a:pt x="372" y="287"/>
                  <a:pt x="381" y="286"/>
                </a:cubicBezTo>
                <a:cubicBezTo>
                  <a:pt x="389" y="285"/>
                  <a:pt x="396" y="282"/>
                  <a:pt x="402" y="279"/>
                </a:cubicBezTo>
                <a:cubicBezTo>
                  <a:pt x="409" y="276"/>
                  <a:pt x="414" y="273"/>
                  <a:pt x="418" y="268"/>
                </a:cubicBezTo>
                <a:cubicBezTo>
                  <a:pt x="426" y="261"/>
                  <a:pt x="432" y="251"/>
                  <a:pt x="438" y="238"/>
                </a:cubicBezTo>
                <a:cubicBezTo>
                  <a:pt x="443" y="226"/>
                  <a:pt x="447" y="214"/>
                  <a:pt x="450" y="204"/>
                </a:cubicBezTo>
                <a:cubicBezTo>
                  <a:pt x="452" y="194"/>
                  <a:pt x="454" y="188"/>
                  <a:pt x="454" y="187"/>
                </a:cubicBezTo>
                <a:cubicBezTo>
                  <a:pt x="456" y="184"/>
                  <a:pt x="462" y="183"/>
                  <a:pt x="472" y="183"/>
                </a:cubicBezTo>
                <a:lnTo>
                  <a:pt x="483" y="183"/>
                </a:lnTo>
                <a:cubicBezTo>
                  <a:pt x="487" y="186"/>
                  <a:pt x="489" y="189"/>
                  <a:pt x="489" y="192"/>
                </a:cubicBezTo>
                <a:cubicBezTo>
                  <a:pt x="489" y="194"/>
                  <a:pt x="479" y="234"/>
                  <a:pt x="461" y="311"/>
                </a:cubicBezTo>
                <a:cubicBezTo>
                  <a:pt x="442" y="389"/>
                  <a:pt x="432" y="429"/>
                  <a:pt x="430" y="431"/>
                </a:cubicBezTo>
                <a:cubicBezTo>
                  <a:pt x="429" y="436"/>
                  <a:pt x="422" y="438"/>
                  <a:pt x="412" y="438"/>
                </a:cubicBezTo>
                <a:lnTo>
                  <a:pt x="401" y="438"/>
                </a:lnTo>
                <a:cubicBezTo>
                  <a:pt x="396" y="434"/>
                  <a:pt x="394" y="430"/>
                  <a:pt x="394" y="427"/>
                </a:cubicBezTo>
                <a:cubicBezTo>
                  <a:pt x="394" y="425"/>
                  <a:pt x="396" y="418"/>
                  <a:pt x="399" y="407"/>
                </a:cubicBezTo>
                <a:cubicBezTo>
                  <a:pt x="402" y="395"/>
                  <a:pt x="403" y="383"/>
                  <a:pt x="403" y="370"/>
                </a:cubicBezTo>
                <a:cubicBezTo>
                  <a:pt x="403" y="353"/>
                  <a:pt x="397" y="342"/>
                  <a:pt x="385" y="338"/>
                </a:cubicBezTo>
                <a:cubicBezTo>
                  <a:pt x="373" y="333"/>
                  <a:pt x="346" y="331"/>
                  <a:pt x="304" y="331"/>
                </a:cubicBezTo>
                <a:lnTo>
                  <a:pt x="254" y="331"/>
                </a:lnTo>
                <a:lnTo>
                  <a:pt x="225" y="447"/>
                </a:lnTo>
                <a:cubicBezTo>
                  <a:pt x="206" y="522"/>
                  <a:pt x="196" y="561"/>
                  <a:pt x="196" y="565"/>
                </a:cubicBezTo>
                <a:cubicBezTo>
                  <a:pt x="196" y="574"/>
                  <a:pt x="223" y="578"/>
                  <a:pt x="277" y="578"/>
                </a:cubicBezTo>
                <a:lnTo>
                  <a:pt x="300" y="578"/>
                </a:lnTo>
                <a:cubicBezTo>
                  <a:pt x="303" y="581"/>
                  <a:pt x="305" y="584"/>
                  <a:pt x="305" y="584"/>
                </a:cubicBezTo>
                <a:cubicBezTo>
                  <a:pt x="305" y="585"/>
                  <a:pt x="304" y="591"/>
                  <a:pt x="303" y="602"/>
                </a:cubicBezTo>
                <a:cubicBezTo>
                  <a:pt x="301" y="610"/>
                  <a:pt x="298" y="616"/>
                  <a:pt x="294" y="620"/>
                </a:cubicBezTo>
                <a:lnTo>
                  <a:pt x="279" y="620"/>
                </a:lnTo>
                <a:cubicBezTo>
                  <a:pt x="254" y="618"/>
                  <a:pt x="208" y="618"/>
                  <a:pt x="141" y="618"/>
                </a:cubicBezTo>
                <a:cubicBezTo>
                  <a:pt x="101" y="618"/>
                  <a:pt x="71" y="618"/>
                  <a:pt x="50" y="618"/>
                </a:cubicBezTo>
                <a:cubicBezTo>
                  <a:pt x="30" y="618"/>
                  <a:pt x="18" y="618"/>
                  <a:pt x="16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7" name=""/>
          <p:cNvSpPr/>
          <p:nvPr/>
        </p:nvSpPr>
        <p:spPr>
          <a:xfrm>
            <a:off x="8064000" y="1340640"/>
            <a:ext cx="80280" cy="154440"/>
          </a:xfrm>
          <a:custGeom>
            <a:avLst/>
            <a:gdLst/>
            <a:ahLst/>
            <a:rect l="0" t="0" r="r" b="b"/>
            <a:pathLst>
              <a:path w="223" h="429">
                <a:moveTo>
                  <a:pt x="85" y="56"/>
                </a:moveTo>
                <a:lnTo>
                  <a:pt x="77" y="60"/>
                </a:lnTo>
                <a:cubicBezTo>
                  <a:pt x="71" y="62"/>
                  <a:pt x="62" y="64"/>
                  <a:pt x="51" y="66"/>
                </a:cubicBezTo>
                <a:cubicBezTo>
                  <a:pt x="40" y="68"/>
                  <a:pt x="26" y="70"/>
                  <a:pt x="13" y="70"/>
                </a:cubicBezTo>
                <a:lnTo>
                  <a:pt x="0" y="70"/>
                </a:lnTo>
                <a:lnTo>
                  <a:pt x="0" y="41"/>
                </a:lnTo>
                <a:lnTo>
                  <a:pt x="13" y="41"/>
                </a:lnTo>
                <a:cubicBezTo>
                  <a:pt x="34" y="40"/>
                  <a:pt x="52" y="37"/>
                  <a:pt x="70" y="31"/>
                </a:cubicBezTo>
                <a:cubicBezTo>
                  <a:pt x="87" y="26"/>
                  <a:pt x="99" y="20"/>
                  <a:pt x="106" y="16"/>
                </a:cubicBezTo>
                <a:cubicBezTo>
                  <a:pt x="113" y="11"/>
                  <a:pt x="119" y="6"/>
                  <a:pt x="124" y="2"/>
                </a:cubicBezTo>
                <a:cubicBezTo>
                  <a:pt x="125" y="0"/>
                  <a:pt x="127" y="0"/>
                  <a:pt x="131" y="0"/>
                </a:cubicBezTo>
                <a:cubicBezTo>
                  <a:pt x="135" y="0"/>
                  <a:pt x="139" y="1"/>
                  <a:pt x="142" y="4"/>
                </a:cubicBezTo>
                <a:lnTo>
                  <a:pt x="142" y="196"/>
                </a:lnTo>
                <a:lnTo>
                  <a:pt x="143" y="390"/>
                </a:lnTo>
                <a:cubicBezTo>
                  <a:pt x="146" y="393"/>
                  <a:pt x="149" y="395"/>
                  <a:pt x="151" y="396"/>
                </a:cubicBezTo>
                <a:cubicBezTo>
                  <a:pt x="153" y="397"/>
                  <a:pt x="158" y="397"/>
                  <a:pt x="166" y="398"/>
                </a:cubicBezTo>
                <a:cubicBezTo>
                  <a:pt x="174" y="399"/>
                  <a:pt x="188" y="400"/>
                  <a:pt x="206" y="400"/>
                </a:cubicBezTo>
                <a:lnTo>
                  <a:pt x="223" y="400"/>
                </a:lnTo>
                <a:lnTo>
                  <a:pt x="223" y="429"/>
                </a:lnTo>
                <a:lnTo>
                  <a:pt x="216" y="429"/>
                </a:lnTo>
                <a:cubicBezTo>
                  <a:pt x="207" y="428"/>
                  <a:pt x="173" y="427"/>
                  <a:pt x="113" y="427"/>
                </a:cubicBezTo>
                <a:cubicBezTo>
                  <a:pt x="55" y="427"/>
                  <a:pt x="20" y="428"/>
                  <a:pt x="11" y="429"/>
                </a:cubicBezTo>
                <a:lnTo>
                  <a:pt x="4" y="429"/>
                </a:lnTo>
                <a:lnTo>
                  <a:pt x="4" y="400"/>
                </a:lnTo>
                <a:lnTo>
                  <a:pt x="20" y="400"/>
                </a:lnTo>
                <a:cubicBezTo>
                  <a:pt x="30" y="400"/>
                  <a:pt x="39" y="400"/>
                  <a:pt x="46" y="400"/>
                </a:cubicBezTo>
                <a:cubicBezTo>
                  <a:pt x="53" y="400"/>
                  <a:pt x="58" y="399"/>
                  <a:pt x="62" y="399"/>
                </a:cubicBezTo>
                <a:cubicBezTo>
                  <a:pt x="66" y="398"/>
                  <a:pt x="69" y="398"/>
                  <a:pt x="72" y="397"/>
                </a:cubicBezTo>
                <a:cubicBezTo>
                  <a:pt x="75" y="396"/>
                  <a:pt x="77" y="396"/>
                  <a:pt x="77" y="396"/>
                </a:cubicBezTo>
                <a:cubicBezTo>
                  <a:pt x="78" y="396"/>
                  <a:pt x="79" y="395"/>
                  <a:pt x="81" y="392"/>
                </a:cubicBezTo>
                <a:cubicBezTo>
                  <a:pt x="83" y="390"/>
                  <a:pt x="85" y="389"/>
                  <a:pt x="85" y="390"/>
                </a:cubicBezTo>
                <a:lnTo>
                  <a:pt x="85" y="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8" name=""/>
          <p:cNvSpPr/>
          <p:nvPr/>
        </p:nvSpPr>
        <p:spPr>
          <a:xfrm>
            <a:off x="8202600" y="1406160"/>
            <a:ext cx="43560" cy="103320"/>
          </a:xfrm>
          <a:custGeom>
            <a:avLst/>
            <a:gdLst/>
            <a:ahLst/>
            <a:rect l="0" t="0" r="r" b="b"/>
            <a:pathLst>
              <a:path w="121" h="287">
                <a:moveTo>
                  <a:pt x="0" y="78"/>
                </a:moveTo>
                <a:cubicBezTo>
                  <a:pt x="0" y="78"/>
                  <a:pt x="0" y="70"/>
                  <a:pt x="0" y="55"/>
                </a:cubicBezTo>
                <a:cubicBezTo>
                  <a:pt x="0" y="40"/>
                  <a:pt x="5" y="27"/>
                  <a:pt x="15" y="16"/>
                </a:cubicBezTo>
                <a:cubicBezTo>
                  <a:pt x="24" y="5"/>
                  <a:pt x="38" y="0"/>
                  <a:pt x="54" y="0"/>
                </a:cubicBezTo>
                <a:cubicBezTo>
                  <a:pt x="71" y="0"/>
                  <a:pt x="87" y="7"/>
                  <a:pt x="100" y="22"/>
                </a:cubicBezTo>
                <a:cubicBezTo>
                  <a:pt x="114" y="37"/>
                  <a:pt x="121" y="64"/>
                  <a:pt x="121" y="102"/>
                </a:cubicBezTo>
                <a:cubicBezTo>
                  <a:pt x="121" y="124"/>
                  <a:pt x="119" y="144"/>
                  <a:pt x="113" y="164"/>
                </a:cubicBezTo>
                <a:cubicBezTo>
                  <a:pt x="108" y="184"/>
                  <a:pt x="101" y="202"/>
                  <a:pt x="94" y="216"/>
                </a:cubicBezTo>
                <a:cubicBezTo>
                  <a:pt x="87" y="231"/>
                  <a:pt x="79" y="244"/>
                  <a:pt x="69" y="254"/>
                </a:cubicBezTo>
                <a:cubicBezTo>
                  <a:pt x="61" y="265"/>
                  <a:pt x="54" y="273"/>
                  <a:pt x="48" y="279"/>
                </a:cubicBezTo>
                <a:cubicBezTo>
                  <a:pt x="41" y="285"/>
                  <a:pt x="38" y="288"/>
                  <a:pt x="36" y="287"/>
                </a:cubicBezTo>
                <a:cubicBezTo>
                  <a:pt x="33" y="287"/>
                  <a:pt x="29" y="284"/>
                  <a:pt x="24" y="279"/>
                </a:cubicBezTo>
                <a:cubicBezTo>
                  <a:pt x="18" y="273"/>
                  <a:pt x="16" y="270"/>
                  <a:pt x="16" y="267"/>
                </a:cubicBezTo>
                <a:cubicBezTo>
                  <a:pt x="16" y="265"/>
                  <a:pt x="19" y="260"/>
                  <a:pt x="26" y="253"/>
                </a:cubicBezTo>
                <a:cubicBezTo>
                  <a:pt x="32" y="245"/>
                  <a:pt x="40" y="235"/>
                  <a:pt x="48" y="224"/>
                </a:cubicBezTo>
                <a:cubicBezTo>
                  <a:pt x="57" y="213"/>
                  <a:pt x="65" y="198"/>
                  <a:pt x="72" y="179"/>
                </a:cubicBezTo>
                <a:cubicBezTo>
                  <a:pt x="80" y="159"/>
                  <a:pt x="85" y="137"/>
                  <a:pt x="88" y="112"/>
                </a:cubicBezTo>
                <a:lnTo>
                  <a:pt x="88" y="101"/>
                </a:lnTo>
                <a:lnTo>
                  <a:pt x="87" y="102"/>
                </a:lnTo>
                <a:cubicBezTo>
                  <a:pt x="86" y="103"/>
                  <a:pt x="84" y="104"/>
                  <a:pt x="82" y="104"/>
                </a:cubicBezTo>
                <a:cubicBezTo>
                  <a:pt x="80" y="105"/>
                  <a:pt x="79" y="106"/>
                  <a:pt x="77" y="107"/>
                </a:cubicBezTo>
                <a:cubicBezTo>
                  <a:pt x="74" y="108"/>
                  <a:pt x="71" y="109"/>
                  <a:pt x="68" y="109"/>
                </a:cubicBezTo>
                <a:cubicBezTo>
                  <a:pt x="64" y="109"/>
                  <a:pt x="60" y="109"/>
                  <a:pt x="57" y="110"/>
                </a:cubicBezTo>
                <a:cubicBezTo>
                  <a:pt x="40" y="110"/>
                  <a:pt x="27" y="104"/>
                  <a:pt x="17" y="94"/>
                </a:cubicBezTo>
                <a:lnTo>
                  <a:pt x="0" y="7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09" name=""/>
          <p:cNvSpPr/>
          <p:nvPr/>
        </p:nvSpPr>
        <p:spPr>
          <a:xfrm>
            <a:off x="8332920" y="1222920"/>
            <a:ext cx="235440" cy="223200"/>
          </a:xfrm>
          <a:custGeom>
            <a:avLst/>
            <a:gdLst/>
            <a:ahLst/>
            <a:rect l="0" t="0" r="r" b="b"/>
            <a:pathLst>
              <a:path w="654" h="620">
                <a:moveTo>
                  <a:pt x="15" y="619"/>
                </a:moveTo>
                <a:cubicBezTo>
                  <a:pt x="5" y="619"/>
                  <a:pt x="0" y="616"/>
                  <a:pt x="0" y="610"/>
                </a:cubicBezTo>
                <a:cubicBezTo>
                  <a:pt x="0" y="608"/>
                  <a:pt x="1" y="604"/>
                  <a:pt x="3" y="597"/>
                </a:cubicBezTo>
                <a:cubicBezTo>
                  <a:pt x="5" y="587"/>
                  <a:pt x="8" y="582"/>
                  <a:pt x="10" y="581"/>
                </a:cubicBezTo>
                <a:cubicBezTo>
                  <a:pt x="12" y="579"/>
                  <a:pt x="19" y="578"/>
                  <a:pt x="31" y="578"/>
                </a:cubicBezTo>
                <a:cubicBezTo>
                  <a:pt x="48" y="578"/>
                  <a:pt x="66" y="577"/>
                  <a:pt x="87" y="575"/>
                </a:cubicBezTo>
                <a:cubicBezTo>
                  <a:pt x="95" y="573"/>
                  <a:pt x="101" y="570"/>
                  <a:pt x="104" y="564"/>
                </a:cubicBezTo>
                <a:cubicBezTo>
                  <a:pt x="105" y="561"/>
                  <a:pt x="127" y="476"/>
                  <a:pt x="168" y="308"/>
                </a:cubicBezTo>
                <a:cubicBezTo>
                  <a:pt x="210" y="141"/>
                  <a:pt x="231" y="56"/>
                  <a:pt x="232" y="54"/>
                </a:cubicBezTo>
                <a:cubicBezTo>
                  <a:pt x="232" y="49"/>
                  <a:pt x="231" y="47"/>
                  <a:pt x="228" y="47"/>
                </a:cubicBezTo>
                <a:cubicBezTo>
                  <a:pt x="224" y="46"/>
                  <a:pt x="208" y="44"/>
                  <a:pt x="180" y="43"/>
                </a:cubicBezTo>
                <a:lnTo>
                  <a:pt x="152" y="43"/>
                </a:lnTo>
                <a:cubicBezTo>
                  <a:pt x="148" y="39"/>
                  <a:pt x="147" y="37"/>
                  <a:pt x="147" y="36"/>
                </a:cubicBezTo>
                <a:cubicBezTo>
                  <a:pt x="147" y="34"/>
                  <a:pt x="147" y="29"/>
                  <a:pt x="148" y="20"/>
                </a:cubicBezTo>
                <a:cubicBezTo>
                  <a:pt x="151" y="10"/>
                  <a:pt x="154" y="2"/>
                  <a:pt x="157" y="0"/>
                </a:cubicBezTo>
                <a:lnTo>
                  <a:pt x="648" y="0"/>
                </a:lnTo>
                <a:cubicBezTo>
                  <a:pt x="652" y="2"/>
                  <a:pt x="654" y="7"/>
                  <a:pt x="654" y="11"/>
                </a:cubicBezTo>
                <a:cubicBezTo>
                  <a:pt x="654" y="14"/>
                  <a:pt x="650" y="48"/>
                  <a:pt x="642" y="113"/>
                </a:cubicBezTo>
                <a:cubicBezTo>
                  <a:pt x="635" y="178"/>
                  <a:pt x="630" y="211"/>
                  <a:pt x="630" y="213"/>
                </a:cubicBezTo>
                <a:cubicBezTo>
                  <a:pt x="628" y="217"/>
                  <a:pt x="622" y="219"/>
                  <a:pt x="611" y="219"/>
                </a:cubicBezTo>
                <a:lnTo>
                  <a:pt x="601" y="219"/>
                </a:lnTo>
                <a:cubicBezTo>
                  <a:pt x="596" y="216"/>
                  <a:pt x="594" y="212"/>
                  <a:pt x="594" y="207"/>
                </a:cubicBezTo>
                <a:cubicBezTo>
                  <a:pt x="594" y="207"/>
                  <a:pt x="595" y="200"/>
                  <a:pt x="597" y="186"/>
                </a:cubicBezTo>
                <a:cubicBezTo>
                  <a:pt x="599" y="172"/>
                  <a:pt x="600" y="156"/>
                  <a:pt x="600" y="137"/>
                </a:cubicBezTo>
                <a:cubicBezTo>
                  <a:pt x="600" y="119"/>
                  <a:pt x="598" y="104"/>
                  <a:pt x="593" y="93"/>
                </a:cubicBezTo>
                <a:cubicBezTo>
                  <a:pt x="589" y="81"/>
                  <a:pt x="583" y="72"/>
                  <a:pt x="576" y="65"/>
                </a:cubicBezTo>
                <a:cubicBezTo>
                  <a:pt x="569" y="57"/>
                  <a:pt x="558" y="52"/>
                  <a:pt x="542" y="50"/>
                </a:cubicBezTo>
                <a:cubicBezTo>
                  <a:pt x="527" y="48"/>
                  <a:pt x="512" y="46"/>
                  <a:pt x="496" y="44"/>
                </a:cubicBezTo>
                <a:cubicBezTo>
                  <a:pt x="480" y="42"/>
                  <a:pt x="458" y="42"/>
                  <a:pt x="430" y="43"/>
                </a:cubicBezTo>
                <a:lnTo>
                  <a:pt x="410" y="43"/>
                </a:lnTo>
                <a:cubicBezTo>
                  <a:pt x="360" y="43"/>
                  <a:pt x="333" y="44"/>
                  <a:pt x="330" y="46"/>
                </a:cubicBezTo>
                <a:cubicBezTo>
                  <a:pt x="327" y="47"/>
                  <a:pt x="325" y="49"/>
                  <a:pt x="324" y="53"/>
                </a:cubicBezTo>
                <a:cubicBezTo>
                  <a:pt x="323" y="53"/>
                  <a:pt x="313" y="93"/>
                  <a:pt x="293" y="172"/>
                </a:cubicBezTo>
                <a:lnTo>
                  <a:pt x="264" y="289"/>
                </a:lnTo>
                <a:lnTo>
                  <a:pt x="314" y="289"/>
                </a:lnTo>
                <a:cubicBezTo>
                  <a:pt x="316" y="289"/>
                  <a:pt x="323" y="289"/>
                  <a:pt x="335" y="289"/>
                </a:cubicBezTo>
                <a:cubicBezTo>
                  <a:pt x="347" y="289"/>
                  <a:pt x="356" y="289"/>
                  <a:pt x="360" y="288"/>
                </a:cubicBezTo>
                <a:cubicBezTo>
                  <a:pt x="365" y="288"/>
                  <a:pt x="372" y="287"/>
                  <a:pt x="380" y="286"/>
                </a:cubicBezTo>
                <a:cubicBezTo>
                  <a:pt x="389" y="285"/>
                  <a:pt x="396" y="282"/>
                  <a:pt x="402" y="279"/>
                </a:cubicBezTo>
                <a:cubicBezTo>
                  <a:pt x="408" y="276"/>
                  <a:pt x="413" y="273"/>
                  <a:pt x="418" y="268"/>
                </a:cubicBezTo>
                <a:cubicBezTo>
                  <a:pt x="426" y="261"/>
                  <a:pt x="432" y="251"/>
                  <a:pt x="438" y="238"/>
                </a:cubicBezTo>
                <a:cubicBezTo>
                  <a:pt x="443" y="226"/>
                  <a:pt x="447" y="214"/>
                  <a:pt x="450" y="204"/>
                </a:cubicBezTo>
                <a:cubicBezTo>
                  <a:pt x="452" y="194"/>
                  <a:pt x="453" y="188"/>
                  <a:pt x="454" y="187"/>
                </a:cubicBezTo>
                <a:cubicBezTo>
                  <a:pt x="456" y="184"/>
                  <a:pt x="462" y="183"/>
                  <a:pt x="471" y="183"/>
                </a:cubicBezTo>
                <a:lnTo>
                  <a:pt x="482" y="183"/>
                </a:lnTo>
                <a:cubicBezTo>
                  <a:pt x="487" y="186"/>
                  <a:pt x="489" y="189"/>
                  <a:pt x="489" y="192"/>
                </a:cubicBezTo>
                <a:cubicBezTo>
                  <a:pt x="489" y="194"/>
                  <a:pt x="479" y="234"/>
                  <a:pt x="460" y="311"/>
                </a:cubicBezTo>
                <a:cubicBezTo>
                  <a:pt x="442" y="389"/>
                  <a:pt x="431" y="429"/>
                  <a:pt x="430" y="431"/>
                </a:cubicBezTo>
                <a:cubicBezTo>
                  <a:pt x="428" y="436"/>
                  <a:pt x="422" y="438"/>
                  <a:pt x="411" y="438"/>
                </a:cubicBezTo>
                <a:lnTo>
                  <a:pt x="400" y="438"/>
                </a:lnTo>
                <a:cubicBezTo>
                  <a:pt x="396" y="434"/>
                  <a:pt x="394" y="430"/>
                  <a:pt x="394" y="427"/>
                </a:cubicBezTo>
                <a:cubicBezTo>
                  <a:pt x="394" y="425"/>
                  <a:pt x="396" y="418"/>
                  <a:pt x="399" y="407"/>
                </a:cubicBezTo>
                <a:cubicBezTo>
                  <a:pt x="402" y="395"/>
                  <a:pt x="403" y="383"/>
                  <a:pt x="403" y="370"/>
                </a:cubicBezTo>
                <a:cubicBezTo>
                  <a:pt x="403" y="353"/>
                  <a:pt x="397" y="342"/>
                  <a:pt x="385" y="338"/>
                </a:cubicBezTo>
                <a:cubicBezTo>
                  <a:pt x="373" y="333"/>
                  <a:pt x="346" y="331"/>
                  <a:pt x="304" y="331"/>
                </a:cubicBezTo>
                <a:lnTo>
                  <a:pt x="254" y="331"/>
                </a:lnTo>
                <a:lnTo>
                  <a:pt x="225" y="447"/>
                </a:lnTo>
                <a:cubicBezTo>
                  <a:pt x="205" y="522"/>
                  <a:pt x="196" y="561"/>
                  <a:pt x="196" y="565"/>
                </a:cubicBezTo>
                <a:cubicBezTo>
                  <a:pt x="196" y="574"/>
                  <a:pt x="223" y="578"/>
                  <a:pt x="277" y="578"/>
                </a:cubicBezTo>
                <a:lnTo>
                  <a:pt x="299" y="578"/>
                </a:lnTo>
                <a:cubicBezTo>
                  <a:pt x="303" y="581"/>
                  <a:pt x="305" y="584"/>
                  <a:pt x="305" y="584"/>
                </a:cubicBezTo>
                <a:cubicBezTo>
                  <a:pt x="305" y="585"/>
                  <a:pt x="304" y="591"/>
                  <a:pt x="303" y="602"/>
                </a:cubicBezTo>
                <a:cubicBezTo>
                  <a:pt x="301" y="610"/>
                  <a:pt x="298" y="616"/>
                  <a:pt x="294" y="620"/>
                </a:cubicBezTo>
                <a:lnTo>
                  <a:pt x="278" y="620"/>
                </a:lnTo>
                <a:cubicBezTo>
                  <a:pt x="254" y="618"/>
                  <a:pt x="208" y="618"/>
                  <a:pt x="141" y="618"/>
                </a:cubicBezTo>
                <a:cubicBezTo>
                  <a:pt x="102" y="618"/>
                  <a:pt x="72" y="618"/>
                  <a:pt x="51" y="618"/>
                </a:cubicBezTo>
                <a:cubicBezTo>
                  <a:pt x="29" y="618"/>
                  <a:pt x="18" y="618"/>
                  <a:pt x="15" y="6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10" name=""/>
          <p:cNvSpPr/>
          <p:nvPr/>
        </p:nvSpPr>
        <p:spPr>
          <a:xfrm>
            <a:off x="8555760" y="1340640"/>
            <a:ext cx="92880" cy="154440"/>
          </a:xfrm>
          <a:custGeom>
            <a:avLst/>
            <a:gdLst/>
            <a:ahLst/>
            <a:rect l="0" t="0" r="r" b="b"/>
            <a:pathLst>
              <a:path w="258" h="429">
                <a:moveTo>
                  <a:pt x="38" y="152"/>
                </a:moveTo>
                <a:cubicBezTo>
                  <a:pt x="26" y="152"/>
                  <a:pt x="17" y="148"/>
                  <a:pt x="10" y="141"/>
                </a:cubicBezTo>
                <a:cubicBezTo>
                  <a:pt x="3" y="133"/>
                  <a:pt x="0" y="123"/>
                  <a:pt x="0" y="112"/>
                </a:cubicBezTo>
                <a:cubicBezTo>
                  <a:pt x="0" y="82"/>
                  <a:pt x="11" y="55"/>
                  <a:pt x="34" y="33"/>
                </a:cubicBezTo>
                <a:cubicBezTo>
                  <a:pt x="57" y="11"/>
                  <a:pt x="85" y="0"/>
                  <a:pt x="119" y="0"/>
                </a:cubicBezTo>
                <a:cubicBezTo>
                  <a:pt x="158" y="0"/>
                  <a:pt x="192" y="12"/>
                  <a:pt x="218" y="36"/>
                </a:cubicBezTo>
                <a:cubicBezTo>
                  <a:pt x="244" y="60"/>
                  <a:pt x="257" y="91"/>
                  <a:pt x="258" y="129"/>
                </a:cubicBezTo>
                <a:cubicBezTo>
                  <a:pt x="258" y="147"/>
                  <a:pt x="253" y="165"/>
                  <a:pt x="245" y="182"/>
                </a:cubicBezTo>
                <a:cubicBezTo>
                  <a:pt x="236" y="198"/>
                  <a:pt x="226" y="213"/>
                  <a:pt x="214" y="225"/>
                </a:cubicBezTo>
                <a:cubicBezTo>
                  <a:pt x="202" y="238"/>
                  <a:pt x="185" y="254"/>
                  <a:pt x="161" y="273"/>
                </a:cubicBezTo>
                <a:cubicBezTo>
                  <a:pt x="146" y="286"/>
                  <a:pt x="125" y="306"/>
                  <a:pt x="97" y="332"/>
                </a:cubicBezTo>
                <a:lnTo>
                  <a:pt x="59" y="369"/>
                </a:lnTo>
                <a:lnTo>
                  <a:pt x="108" y="370"/>
                </a:lnTo>
                <a:cubicBezTo>
                  <a:pt x="176" y="370"/>
                  <a:pt x="212" y="369"/>
                  <a:pt x="216" y="367"/>
                </a:cubicBezTo>
                <a:cubicBezTo>
                  <a:pt x="219" y="366"/>
                  <a:pt x="225" y="347"/>
                  <a:pt x="232" y="308"/>
                </a:cubicBezTo>
                <a:lnTo>
                  <a:pt x="232" y="307"/>
                </a:lnTo>
                <a:lnTo>
                  <a:pt x="258" y="307"/>
                </a:lnTo>
                <a:lnTo>
                  <a:pt x="258" y="308"/>
                </a:lnTo>
                <a:cubicBezTo>
                  <a:pt x="257" y="310"/>
                  <a:pt x="254" y="329"/>
                  <a:pt x="249" y="368"/>
                </a:cubicBezTo>
                <a:cubicBezTo>
                  <a:pt x="244" y="406"/>
                  <a:pt x="241" y="425"/>
                  <a:pt x="240" y="427"/>
                </a:cubicBezTo>
                <a:lnTo>
                  <a:pt x="240" y="429"/>
                </a:lnTo>
                <a:lnTo>
                  <a:pt x="0" y="429"/>
                </a:lnTo>
                <a:lnTo>
                  <a:pt x="0" y="417"/>
                </a:lnTo>
                <a:lnTo>
                  <a:pt x="0" y="409"/>
                </a:lnTo>
                <a:cubicBezTo>
                  <a:pt x="0" y="406"/>
                  <a:pt x="1" y="403"/>
                  <a:pt x="4" y="400"/>
                </a:cubicBezTo>
                <a:cubicBezTo>
                  <a:pt x="6" y="396"/>
                  <a:pt x="13" y="389"/>
                  <a:pt x="23" y="377"/>
                </a:cubicBezTo>
                <a:cubicBezTo>
                  <a:pt x="36" y="363"/>
                  <a:pt x="46" y="351"/>
                  <a:pt x="55" y="340"/>
                </a:cubicBezTo>
                <a:cubicBezTo>
                  <a:pt x="59" y="336"/>
                  <a:pt x="66" y="328"/>
                  <a:pt x="77" y="316"/>
                </a:cubicBezTo>
                <a:cubicBezTo>
                  <a:pt x="88" y="305"/>
                  <a:pt x="95" y="297"/>
                  <a:pt x="99" y="292"/>
                </a:cubicBezTo>
                <a:cubicBezTo>
                  <a:pt x="103" y="288"/>
                  <a:pt x="109" y="281"/>
                  <a:pt x="118" y="271"/>
                </a:cubicBezTo>
                <a:cubicBezTo>
                  <a:pt x="126" y="261"/>
                  <a:pt x="132" y="254"/>
                  <a:pt x="136" y="249"/>
                </a:cubicBezTo>
                <a:cubicBezTo>
                  <a:pt x="139" y="245"/>
                  <a:pt x="144" y="238"/>
                  <a:pt x="151" y="230"/>
                </a:cubicBezTo>
                <a:cubicBezTo>
                  <a:pt x="157" y="222"/>
                  <a:pt x="161" y="215"/>
                  <a:pt x="164" y="209"/>
                </a:cubicBezTo>
                <a:cubicBezTo>
                  <a:pt x="167" y="204"/>
                  <a:pt x="171" y="198"/>
                  <a:pt x="175" y="191"/>
                </a:cubicBezTo>
                <a:cubicBezTo>
                  <a:pt x="179" y="184"/>
                  <a:pt x="181" y="177"/>
                  <a:pt x="183" y="170"/>
                </a:cubicBezTo>
                <a:cubicBezTo>
                  <a:pt x="185" y="163"/>
                  <a:pt x="186" y="157"/>
                  <a:pt x="188" y="151"/>
                </a:cubicBezTo>
                <a:cubicBezTo>
                  <a:pt x="189" y="145"/>
                  <a:pt x="189" y="138"/>
                  <a:pt x="189" y="130"/>
                </a:cubicBezTo>
                <a:cubicBezTo>
                  <a:pt x="189" y="103"/>
                  <a:pt x="182" y="79"/>
                  <a:pt x="167" y="60"/>
                </a:cubicBezTo>
                <a:cubicBezTo>
                  <a:pt x="152" y="40"/>
                  <a:pt x="131" y="30"/>
                  <a:pt x="104" y="30"/>
                </a:cubicBezTo>
                <a:cubicBezTo>
                  <a:pt x="90" y="30"/>
                  <a:pt x="78" y="34"/>
                  <a:pt x="67" y="41"/>
                </a:cubicBezTo>
                <a:cubicBezTo>
                  <a:pt x="56" y="48"/>
                  <a:pt x="49" y="55"/>
                  <a:pt x="44" y="62"/>
                </a:cubicBezTo>
                <a:cubicBezTo>
                  <a:pt x="40" y="69"/>
                  <a:pt x="38" y="73"/>
                  <a:pt x="38" y="74"/>
                </a:cubicBezTo>
                <a:cubicBezTo>
                  <a:pt x="38" y="75"/>
                  <a:pt x="39" y="75"/>
                  <a:pt x="41" y="75"/>
                </a:cubicBezTo>
                <a:cubicBezTo>
                  <a:pt x="49" y="75"/>
                  <a:pt x="57" y="78"/>
                  <a:pt x="65" y="84"/>
                </a:cubicBezTo>
                <a:cubicBezTo>
                  <a:pt x="73" y="90"/>
                  <a:pt x="77" y="100"/>
                  <a:pt x="77" y="114"/>
                </a:cubicBezTo>
                <a:cubicBezTo>
                  <a:pt x="77" y="124"/>
                  <a:pt x="74" y="133"/>
                  <a:pt x="67" y="141"/>
                </a:cubicBezTo>
                <a:cubicBezTo>
                  <a:pt x="60" y="148"/>
                  <a:pt x="50" y="152"/>
                  <a:pt x="38" y="15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11" name=""/>
          <p:cNvSpPr/>
          <p:nvPr/>
        </p:nvSpPr>
        <p:spPr>
          <a:xfrm>
            <a:off x="8694360" y="1199880"/>
            <a:ext cx="78840" cy="327960"/>
          </a:xfrm>
          <a:custGeom>
            <a:avLst/>
            <a:gdLst/>
            <a:ahLst/>
            <a:rect l="0" t="0" r="r" b="b"/>
            <a:pathLst>
              <a:path w="219" h="911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5" y="22"/>
                </a:lnTo>
                <a:cubicBezTo>
                  <a:pt x="112" y="74"/>
                  <a:pt x="153" y="138"/>
                  <a:pt x="179" y="215"/>
                </a:cubicBezTo>
                <a:cubicBezTo>
                  <a:pt x="205" y="292"/>
                  <a:pt x="219" y="372"/>
                  <a:pt x="219" y="455"/>
                </a:cubicBezTo>
                <a:cubicBezTo>
                  <a:pt x="219" y="496"/>
                  <a:pt x="216" y="536"/>
                  <a:pt x="209" y="574"/>
                </a:cubicBezTo>
                <a:cubicBezTo>
                  <a:pt x="203" y="613"/>
                  <a:pt x="196" y="645"/>
                  <a:pt x="189" y="672"/>
                </a:cubicBezTo>
                <a:cubicBezTo>
                  <a:pt x="181" y="698"/>
                  <a:pt x="169" y="725"/>
                  <a:pt x="155" y="752"/>
                </a:cubicBezTo>
                <a:cubicBezTo>
                  <a:pt x="140" y="779"/>
                  <a:pt x="129" y="800"/>
                  <a:pt x="120" y="814"/>
                </a:cubicBezTo>
                <a:cubicBezTo>
                  <a:pt x="112" y="828"/>
                  <a:pt x="99" y="843"/>
                  <a:pt x="83" y="860"/>
                </a:cubicBezTo>
                <a:cubicBezTo>
                  <a:pt x="67" y="877"/>
                  <a:pt x="57" y="887"/>
                  <a:pt x="54" y="890"/>
                </a:cubicBezTo>
                <a:cubicBezTo>
                  <a:pt x="51" y="893"/>
                  <a:pt x="43" y="899"/>
                  <a:pt x="32" y="907"/>
                </a:cubicBezTo>
                <a:cubicBezTo>
                  <a:pt x="30" y="909"/>
                  <a:pt x="29" y="910"/>
                  <a:pt x="28" y="911"/>
                </a:cubicBezTo>
                <a:lnTo>
                  <a:pt x="17" y="911"/>
                </a:lnTo>
                <a:cubicBezTo>
                  <a:pt x="13" y="911"/>
                  <a:pt x="9" y="911"/>
                  <a:pt x="7" y="911"/>
                </a:cubicBezTo>
                <a:cubicBezTo>
                  <a:pt x="6" y="911"/>
                  <a:pt x="4" y="910"/>
                  <a:pt x="3" y="908"/>
                </a:cubicBezTo>
                <a:cubicBezTo>
                  <a:pt x="2" y="907"/>
                  <a:pt x="1" y="904"/>
                  <a:pt x="0" y="900"/>
                </a:cubicBezTo>
                <a:cubicBezTo>
                  <a:pt x="1" y="900"/>
                  <a:pt x="4" y="896"/>
                  <a:pt x="10" y="888"/>
                </a:cubicBezTo>
                <a:cubicBezTo>
                  <a:pt x="105" y="791"/>
                  <a:pt x="152" y="646"/>
                  <a:pt x="152" y="455"/>
                </a:cubicBezTo>
                <a:cubicBezTo>
                  <a:pt x="152" y="265"/>
                  <a:pt x="105" y="121"/>
                  <a:pt x="10" y="23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12" name=""/>
          <p:cNvSpPr/>
          <p:nvPr/>
        </p:nvSpPr>
        <p:spPr>
          <a:xfrm>
            <a:off x="933120" y="18666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4"/>
                  <a:pt x="285" y="193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3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571320" y="876240"/>
            <a:ext cx="35049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経路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1: L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が利用可能 —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-Sans-JP"/>
                <a:ea typeface="Noto-Sans-JP"/>
              </a:rPr>
              <a:t>Δ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max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1200240" y="1752480"/>
            <a:ext cx="37944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観測された分布差から生じうる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4993920" y="1710000"/>
            <a:ext cx="18676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最大治療効果差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16" name=""/>
          <p:cNvSpPr/>
          <p:nvPr/>
        </p:nvSpPr>
        <p:spPr>
          <a:xfrm>
            <a:off x="933120" y="23047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2"/>
                  <a:pt x="155" y="292"/>
                  <a:pt x="146" y="292"/>
                </a:cubicBezTo>
                <a:cubicBezTo>
                  <a:pt x="136" y="292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6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17" name=""/>
          <p:cNvSpPr/>
          <p:nvPr/>
        </p:nvSpPr>
        <p:spPr>
          <a:xfrm>
            <a:off x="1210320" y="2228760"/>
            <a:ext cx="201960" cy="224280"/>
          </a:xfrm>
          <a:custGeom>
            <a:avLst/>
            <a:gdLst/>
            <a:ahLst/>
            <a:rect l="0" t="0" r="r" b="b"/>
            <a:pathLst>
              <a:path w="561" h="623">
                <a:moveTo>
                  <a:pt x="179" y="42"/>
                </a:moveTo>
                <a:cubicBezTo>
                  <a:pt x="158" y="42"/>
                  <a:pt x="147" y="40"/>
                  <a:pt x="146" y="38"/>
                </a:cubicBezTo>
                <a:cubicBezTo>
                  <a:pt x="145" y="37"/>
                  <a:pt x="145" y="34"/>
                  <a:pt x="145" y="31"/>
                </a:cubicBezTo>
                <a:cubicBezTo>
                  <a:pt x="145" y="16"/>
                  <a:pt x="148" y="6"/>
                  <a:pt x="155" y="1"/>
                </a:cubicBezTo>
                <a:cubicBezTo>
                  <a:pt x="156" y="0"/>
                  <a:pt x="161" y="0"/>
                  <a:pt x="169" y="0"/>
                </a:cubicBezTo>
                <a:cubicBezTo>
                  <a:pt x="201" y="2"/>
                  <a:pt x="240" y="2"/>
                  <a:pt x="285" y="2"/>
                </a:cubicBezTo>
                <a:cubicBezTo>
                  <a:pt x="371" y="2"/>
                  <a:pt x="420" y="2"/>
                  <a:pt x="433" y="0"/>
                </a:cubicBezTo>
                <a:lnTo>
                  <a:pt x="444" y="0"/>
                </a:lnTo>
                <a:cubicBezTo>
                  <a:pt x="447" y="3"/>
                  <a:pt x="449" y="6"/>
                  <a:pt x="449" y="8"/>
                </a:cubicBezTo>
                <a:cubicBezTo>
                  <a:pt x="449" y="10"/>
                  <a:pt x="448" y="15"/>
                  <a:pt x="447" y="24"/>
                </a:cubicBezTo>
                <a:cubicBezTo>
                  <a:pt x="444" y="33"/>
                  <a:pt x="441" y="39"/>
                  <a:pt x="439" y="42"/>
                </a:cubicBezTo>
                <a:lnTo>
                  <a:pt x="404" y="42"/>
                </a:lnTo>
                <a:cubicBezTo>
                  <a:pt x="363" y="42"/>
                  <a:pt x="338" y="45"/>
                  <a:pt x="331" y="50"/>
                </a:cubicBezTo>
                <a:cubicBezTo>
                  <a:pt x="327" y="52"/>
                  <a:pt x="322" y="61"/>
                  <a:pt x="318" y="75"/>
                </a:cubicBezTo>
                <a:cubicBezTo>
                  <a:pt x="314" y="90"/>
                  <a:pt x="293" y="170"/>
                  <a:pt x="256" y="315"/>
                </a:cubicBezTo>
                <a:cubicBezTo>
                  <a:pt x="246" y="356"/>
                  <a:pt x="236" y="398"/>
                  <a:pt x="225" y="442"/>
                </a:cubicBezTo>
                <a:cubicBezTo>
                  <a:pt x="214" y="486"/>
                  <a:pt x="206" y="520"/>
                  <a:pt x="201" y="542"/>
                </a:cubicBezTo>
                <a:lnTo>
                  <a:pt x="192" y="575"/>
                </a:lnTo>
                <a:cubicBezTo>
                  <a:pt x="192" y="577"/>
                  <a:pt x="195" y="578"/>
                  <a:pt x="201" y="578"/>
                </a:cubicBezTo>
                <a:cubicBezTo>
                  <a:pt x="206" y="578"/>
                  <a:pt x="224" y="579"/>
                  <a:pt x="254" y="580"/>
                </a:cubicBezTo>
                <a:lnTo>
                  <a:pt x="270" y="580"/>
                </a:lnTo>
                <a:cubicBezTo>
                  <a:pt x="290" y="580"/>
                  <a:pt x="306" y="580"/>
                  <a:pt x="317" y="579"/>
                </a:cubicBezTo>
                <a:cubicBezTo>
                  <a:pt x="329" y="579"/>
                  <a:pt x="344" y="577"/>
                  <a:pt x="362" y="573"/>
                </a:cubicBezTo>
                <a:cubicBezTo>
                  <a:pt x="380" y="569"/>
                  <a:pt x="395" y="564"/>
                  <a:pt x="407" y="557"/>
                </a:cubicBezTo>
                <a:cubicBezTo>
                  <a:pt x="419" y="549"/>
                  <a:pt x="433" y="539"/>
                  <a:pt x="447" y="526"/>
                </a:cubicBezTo>
                <a:cubicBezTo>
                  <a:pt x="462" y="512"/>
                  <a:pt x="475" y="496"/>
                  <a:pt x="485" y="476"/>
                </a:cubicBezTo>
                <a:cubicBezTo>
                  <a:pt x="495" y="457"/>
                  <a:pt x="504" y="437"/>
                  <a:pt x="513" y="415"/>
                </a:cubicBezTo>
                <a:cubicBezTo>
                  <a:pt x="521" y="392"/>
                  <a:pt x="526" y="380"/>
                  <a:pt x="528" y="376"/>
                </a:cubicBezTo>
                <a:cubicBezTo>
                  <a:pt x="531" y="375"/>
                  <a:pt x="536" y="374"/>
                  <a:pt x="544" y="374"/>
                </a:cubicBezTo>
                <a:lnTo>
                  <a:pt x="555" y="374"/>
                </a:lnTo>
                <a:cubicBezTo>
                  <a:pt x="559" y="379"/>
                  <a:pt x="561" y="383"/>
                  <a:pt x="561" y="384"/>
                </a:cubicBezTo>
                <a:cubicBezTo>
                  <a:pt x="561" y="385"/>
                  <a:pt x="555" y="403"/>
                  <a:pt x="543" y="437"/>
                </a:cubicBezTo>
                <a:cubicBezTo>
                  <a:pt x="531" y="472"/>
                  <a:pt x="517" y="508"/>
                  <a:pt x="503" y="547"/>
                </a:cubicBezTo>
                <a:cubicBezTo>
                  <a:pt x="488" y="585"/>
                  <a:pt x="480" y="607"/>
                  <a:pt x="479" y="614"/>
                </a:cubicBezTo>
                <a:cubicBezTo>
                  <a:pt x="478" y="617"/>
                  <a:pt x="477" y="619"/>
                  <a:pt x="475" y="619"/>
                </a:cubicBezTo>
                <a:cubicBezTo>
                  <a:pt x="474" y="620"/>
                  <a:pt x="469" y="621"/>
                  <a:pt x="461" y="622"/>
                </a:cubicBezTo>
                <a:cubicBezTo>
                  <a:pt x="452" y="623"/>
                  <a:pt x="439" y="624"/>
                  <a:pt x="422" y="623"/>
                </a:cubicBezTo>
                <a:cubicBezTo>
                  <a:pt x="415" y="623"/>
                  <a:pt x="392" y="623"/>
                  <a:pt x="353" y="623"/>
                </a:cubicBezTo>
                <a:cubicBezTo>
                  <a:pt x="313" y="623"/>
                  <a:pt x="276" y="623"/>
                  <a:pt x="239" y="622"/>
                </a:cubicBezTo>
                <a:lnTo>
                  <a:pt x="77" y="622"/>
                </a:lnTo>
                <a:cubicBezTo>
                  <a:pt x="26" y="622"/>
                  <a:pt x="0" y="619"/>
                  <a:pt x="0" y="613"/>
                </a:cubicBezTo>
                <a:cubicBezTo>
                  <a:pt x="0" y="609"/>
                  <a:pt x="1" y="605"/>
                  <a:pt x="2" y="600"/>
                </a:cubicBezTo>
                <a:cubicBezTo>
                  <a:pt x="5" y="589"/>
                  <a:pt x="8" y="582"/>
                  <a:pt x="11" y="581"/>
                </a:cubicBezTo>
                <a:cubicBezTo>
                  <a:pt x="14" y="581"/>
                  <a:pt x="18" y="580"/>
                  <a:pt x="25" y="580"/>
                </a:cubicBezTo>
                <a:lnTo>
                  <a:pt x="30" y="580"/>
                </a:lnTo>
                <a:cubicBezTo>
                  <a:pt x="47" y="580"/>
                  <a:pt x="65" y="579"/>
                  <a:pt x="85" y="578"/>
                </a:cubicBezTo>
                <a:cubicBezTo>
                  <a:pt x="94" y="576"/>
                  <a:pt x="99" y="572"/>
                  <a:pt x="102" y="567"/>
                </a:cubicBezTo>
                <a:cubicBezTo>
                  <a:pt x="104" y="564"/>
                  <a:pt x="126" y="480"/>
                  <a:pt x="168" y="313"/>
                </a:cubicBezTo>
                <a:cubicBezTo>
                  <a:pt x="210" y="147"/>
                  <a:pt x="231" y="59"/>
                  <a:pt x="231" y="50"/>
                </a:cubicBezTo>
                <a:cubicBezTo>
                  <a:pt x="231" y="46"/>
                  <a:pt x="213" y="43"/>
                  <a:pt x="179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6860520" y="1752480"/>
            <a:ext cx="27273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を臨床スケールで表現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1423080" y="2190600"/>
            <a:ext cx="67629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が推定可能な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confirmatory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または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post-hoc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評価で適用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20" name=""/>
          <p:cNvSpPr/>
          <p:nvPr/>
        </p:nvSpPr>
        <p:spPr>
          <a:xfrm>
            <a:off x="4291920" y="3270600"/>
            <a:ext cx="201960" cy="224640"/>
          </a:xfrm>
          <a:custGeom>
            <a:avLst/>
            <a:gdLst/>
            <a:ahLst/>
            <a:rect l="0" t="0" r="r" b="b"/>
            <a:pathLst>
              <a:path w="561" h="624">
                <a:moveTo>
                  <a:pt x="180" y="42"/>
                </a:moveTo>
                <a:cubicBezTo>
                  <a:pt x="159" y="42"/>
                  <a:pt x="148" y="41"/>
                  <a:pt x="147" y="38"/>
                </a:cubicBezTo>
                <a:cubicBezTo>
                  <a:pt x="146" y="37"/>
                  <a:pt x="146" y="35"/>
                  <a:pt x="146" y="31"/>
                </a:cubicBezTo>
                <a:cubicBezTo>
                  <a:pt x="146" y="16"/>
                  <a:pt x="149" y="6"/>
                  <a:pt x="156" y="1"/>
                </a:cubicBezTo>
                <a:cubicBezTo>
                  <a:pt x="157" y="0"/>
                  <a:pt x="162" y="0"/>
                  <a:pt x="170" y="0"/>
                </a:cubicBezTo>
                <a:cubicBezTo>
                  <a:pt x="202" y="2"/>
                  <a:pt x="241" y="3"/>
                  <a:pt x="285" y="3"/>
                </a:cubicBezTo>
                <a:cubicBezTo>
                  <a:pt x="371" y="3"/>
                  <a:pt x="420" y="2"/>
                  <a:pt x="433" y="0"/>
                </a:cubicBezTo>
                <a:lnTo>
                  <a:pt x="444" y="0"/>
                </a:lnTo>
                <a:cubicBezTo>
                  <a:pt x="447" y="4"/>
                  <a:pt x="449" y="6"/>
                  <a:pt x="449" y="8"/>
                </a:cubicBezTo>
                <a:cubicBezTo>
                  <a:pt x="449" y="10"/>
                  <a:pt x="448" y="15"/>
                  <a:pt x="447" y="25"/>
                </a:cubicBezTo>
                <a:cubicBezTo>
                  <a:pt x="444" y="34"/>
                  <a:pt x="441" y="39"/>
                  <a:pt x="439" y="42"/>
                </a:cubicBezTo>
                <a:lnTo>
                  <a:pt x="404" y="42"/>
                </a:lnTo>
                <a:cubicBezTo>
                  <a:pt x="363" y="42"/>
                  <a:pt x="338" y="45"/>
                  <a:pt x="331" y="50"/>
                </a:cubicBezTo>
                <a:cubicBezTo>
                  <a:pt x="326" y="52"/>
                  <a:pt x="322" y="61"/>
                  <a:pt x="318" y="75"/>
                </a:cubicBezTo>
                <a:cubicBezTo>
                  <a:pt x="314" y="90"/>
                  <a:pt x="293" y="170"/>
                  <a:pt x="257" y="316"/>
                </a:cubicBezTo>
                <a:cubicBezTo>
                  <a:pt x="247" y="355"/>
                  <a:pt x="237" y="397"/>
                  <a:pt x="226" y="441"/>
                </a:cubicBezTo>
                <a:cubicBezTo>
                  <a:pt x="215" y="486"/>
                  <a:pt x="207" y="519"/>
                  <a:pt x="201" y="541"/>
                </a:cubicBezTo>
                <a:lnTo>
                  <a:pt x="193" y="575"/>
                </a:lnTo>
                <a:cubicBezTo>
                  <a:pt x="193" y="578"/>
                  <a:pt x="196" y="579"/>
                  <a:pt x="201" y="579"/>
                </a:cubicBezTo>
                <a:cubicBezTo>
                  <a:pt x="207" y="579"/>
                  <a:pt x="225" y="579"/>
                  <a:pt x="255" y="581"/>
                </a:cubicBezTo>
                <a:lnTo>
                  <a:pt x="271" y="581"/>
                </a:lnTo>
                <a:cubicBezTo>
                  <a:pt x="290" y="581"/>
                  <a:pt x="306" y="580"/>
                  <a:pt x="317" y="580"/>
                </a:cubicBezTo>
                <a:cubicBezTo>
                  <a:pt x="329" y="579"/>
                  <a:pt x="343" y="577"/>
                  <a:pt x="362" y="573"/>
                </a:cubicBezTo>
                <a:cubicBezTo>
                  <a:pt x="380" y="570"/>
                  <a:pt x="395" y="564"/>
                  <a:pt x="407" y="557"/>
                </a:cubicBezTo>
                <a:cubicBezTo>
                  <a:pt x="419" y="549"/>
                  <a:pt x="433" y="538"/>
                  <a:pt x="447" y="525"/>
                </a:cubicBezTo>
                <a:cubicBezTo>
                  <a:pt x="462" y="512"/>
                  <a:pt x="474" y="495"/>
                  <a:pt x="485" y="475"/>
                </a:cubicBezTo>
                <a:cubicBezTo>
                  <a:pt x="495" y="457"/>
                  <a:pt x="504" y="436"/>
                  <a:pt x="513" y="414"/>
                </a:cubicBezTo>
                <a:cubicBezTo>
                  <a:pt x="521" y="392"/>
                  <a:pt x="526" y="379"/>
                  <a:pt x="528" y="376"/>
                </a:cubicBezTo>
                <a:cubicBezTo>
                  <a:pt x="531" y="374"/>
                  <a:pt x="536" y="373"/>
                  <a:pt x="544" y="373"/>
                </a:cubicBezTo>
                <a:lnTo>
                  <a:pt x="555" y="373"/>
                </a:lnTo>
                <a:cubicBezTo>
                  <a:pt x="559" y="379"/>
                  <a:pt x="561" y="382"/>
                  <a:pt x="561" y="383"/>
                </a:cubicBezTo>
                <a:cubicBezTo>
                  <a:pt x="561" y="384"/>
                  <a:pt x="555" y="402"/>
                  <a:pt x="543" y="437"/>
                </a:cubicBezTo>
                <a:cubicBezTo>
                  <a:pt x="531" y="471"/>
                  <a:pt x="517" y="508"/>
                  <a:pt x="503" y="546"/>
                </a:cubicBezTo>
                <a:cubicBezTo>
                  <a:pt x="488" y="585"/>
                  <a:pt x="480" y="608"/>
                  <a:pt x="479" y="614"/>
                </a:cubicBezTo>
                <a:cubicBezTo>
                  <a:pt x="478" y="617"/>
                  <a:pt x="477" y="619"/>
                  <a:pt x="475" y="620"/>
                </a:cubicBezTo>
                <a:cubicBezTo>
                  <a:pt x="474" y="620"/>
                  <a:pt x="469" y="621"/>
                  <a:pt x="461" y="623"/>
                </a:cubicBezTo>
                <a:cubicBezTo>
                  <a:pt x="452" y="624"/>
                  <a:pt x="439" y="624"/>
                  <a:pt x="422" y="623"/>
                </a:cubicBezTo>
                <a:cubicBezTo>
                  <a:pt x="415" y="623"/>
                  <a:pt x="392" y="623"/>
                  <a:pt x="353" y="623"/>
                </a:cubicBezTo>
                <a:cubicBezTo>
                  <a:pt x="313" y="623"/>
                  <a:pt x="275" y="623"/>
                  <a:pt x="240" y="623"/>
                </a:cubicBezTo>
                <a:lnTo>
                  <a:pt x="77" y="623"/>
                </a:lnTo>
                <a:cubicBezTo>
                  <a:pt x="26" y="623"/>
                  <a:pt x="0" y="619"/>
                  <a:pt x="0" y="613"/>
                </a:cubicBezTo>
                <a:cubicBezTo>
                  <a:pt x="0" y="609"/>
                  <a:pt x="1" y="605"/>
                  <a:pt x="2" y="601"/>
                </a:cubicBezTo>
                <a:cubicBezTo>
                  <a:pt x="5" y="589"/>
                  <a:pt x="8" y="583"/>
                  <a:pt x="11" y="582"/>
                </a:cubicBezTo>
                <a:cubicBezTo>
                  <a:pt x="14" y="581"/>
                  <a:pt x="18" y="581"/>
                  <a:pt x="25" y="581"/>
                </a:cubicBezTo>
                <a:lnTo>
                  <a:pt x="30" y="581"/>
                </a:lnTo>
                <a:cubicBezTo>
                  <a:pt x="47" y="581"/>
                  <a:pt x="65" y="580"/>
                  <a:pt x="85" y="578"/>
                </a:cubicBezTo>
                <a:cubicBezTo>
                  <a:pt x="93" y="576"/>
                  <a:pt x="100" y="572"/>
                  <a:pt x="103" y="567"/>
                </a:cubicBezTo>
                <a:cubicBezTo>
                  <a:pt x="105" y="565"/>
                  <a:pt x="127" y="479"/>
                  <a:pt x="169" y="313"/>
                </a:cubicBezTo>
                <a:cubicBezTo>
                  <a:pt x="211" y="147"/>
                  <a:pt x="231" y="59"/>
                  <a:pt x="231" y="50"/>
                </a:cubicBezTo>
                <a:cubicBezTo>
                  <a:pt x="231" y="46"/>
                  <a:pt x="214" y="43"/>
                  <a:pt x="180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21" name=""/>
          <p:cNvSpPr/>
          <p:nvPr/>
        </p:nvSpPr>
        <p:spPr>
          <a:xfrm>
            <a:off x="4530240" y="3251160"/>
            <a:ext cx="86400" cy="100080"/>
          </a:xfrm>
          <a:custGeom>
            <a:avLst/>
            <a:gdLst/>
            <a:ahLst/>
            <a:rect l="0" t="0" r="r" b="b"/>
            <a:pathLst>
              <a:path w="240" h="278">
                <a:moveTo>
                  <a:pt x="106" y="116"/>
                </a:moveTo>
                <a:cubicBezTo>
                  <a:pt x="101" y="58"/>
                  <a:pt x="98" y="26"/>
                  <a:pt x="98" y="19"/>
                </a:cubicBezTo>
                <a:cubicBezTo>
                  <a:pt x="98" y="11"/>
                  <a:pt x="103" y="5"/>
                  <a:pt x="113" y="1"/>
                </a:cubicBezTo>
                <a:cubicBezTo>
                  <a:pt x="114" y="1"/>
                  <a:pt x="115" y="1"/>
                  <a:pt x="117" y="1"/>
                </a:cubicBezTo>
                <a:cubicBezTo>
                  <a:pt x="118" y="1"/>
                  <a:pt x="120" y="1"/>
                  <a:pt x="120" y="0"/>
                </a:cubicBezTo>
                <a:cubicBezTo>
                  <a:pt x="126" y="1"/>
                  <a:pt x="130" y="3"/>
                  <a:pt x="135" y="6"/>
                </a:cubicBezTo>
                <a:cubicBezTo>
                  <a:pt x="139" y="10"/>
                  <a:pt x="141" y="14"/>
                  <a:pt x="141" y="19"/>
                </a:cubicBezTo>
                <a:cubicBezTo>
                  <a:pt x="141" y="26"/>
                  <a:pt x="140" y="44"/>
                  <a:pt x="137" y="71"/>
                </a:cubicBezTo>
                <a:cubicBezTo>
                  <a:pt x="135" y="98"/>
                  <a:pt x="133" y="113"/>
                  <a:pt x="133" y="116"/>
                </a:cubicBezTo>
                <a:lnTo>
                  <a:pt x="171" y="89"/>
                </a:lnTo>
                <a:cubicBezTo>
                  <a:pt x="195" y="71"/>
                  <a:pt x="208" y="62"/>
                  <a:pt x="210" y="60"/>
                </a:cubicBezTo>
                <a:cubicBezTo>
                  <a:pt x="212" y="59"/>
                  <a:pt x="214" y="58"/>
                  <a:pt x="217" y="58"/>
                </a:cubicBezTo>
                <a:cubicBezTo>
                  <a:pt x="222" y="58"/>
                  <a:pt x="227" y="61"/>
                  <a:pt x="232" y="65"/>
                </a:cubicBezTo>
                <a:cubicBezTo>
                  <a:pt x="237" y="69"/>
                  <a:pt x="239" y="75"/>
                  <a:pt x="240" y="82"/>
                </a:cubicBezTo>
                <a:cubicBezTo>
                  <a:pt x="240" y="88"/>
                  <a:pt x="238" y="93"/>
                  <a:pt x="233" y="97"/>
                </a:cubicBezTo>
                <a:cubicBezTo>
                  <a:pt x="231" y="98"/>
                  <a:pt x="217" y="105"/>
                  <a:pt x="190" y="118"/>
                </a:cubicBezTo>
                <a:cubicBezTo>
                  <a:pt x="163" y="131"/>
                  <a:pt x="147" y="138"/>
                  <a:pt x="145" y="139"/>
                </a:cubicBezTo>
                <a:lnTo>
                  <a:pt x="188" y="159"/>
                </a:lnTo>
                <a:lnTo>
                  <a:pt x="233" y="181"/>
                </a:lnTo>
                <a:cubicBezTo>
                  <a:pt x="237" y="185"/>
                  <a:pt x="239" y="190"/>
                  <a:pt x="239" y="196"/>
                </a:cubicBezTo>
                <a:cubicBezTo>
                  <a:pt x="239" y="203"/>
                  <a:pt x="237" y="208"/>
                  <a:pt x="233" y="212"/>
                </a:cubicBezTo>
                <a:cubicBezTo>
                  <a:pt x="230" y="217"/>
                  <a:pt x="224" y="220"/>
                  <a:pt x="218" y="220"/>
                </a:cubicBezTo>
                <a:cubicBezTo>
                  <a:pt x="214" y="220"/>
                  <a:pt x="211" y="219"/>
                  <a:pt x="206" y="216"/>
                </a:cubicBezTo>
                <a:cubicBezTo>
                  <a:pt x="202" y="213"/>
                  <a:pt x="190" y="204"/>
                  <a:pt x="171" y="190"/>
                </a:cubicBezTo>
                <a:lnTo>
                  <a:pt x="133" y="163"/>
                </a:lnTo>
                <a:cubicBezTo>
                  <a:pt x="138" y="221"/>
                  <a:pt x="141" y="253"/>
                  <a:pt x="141" y="260"/>
                </a:cubicBezTo>
                <a:cubicBezTo>
                  <a:pt x="141" y="264"/>
                  <a:pt x="139" y="268"/>
                  <a:pt x="136" y="272"/>
                </a:cubicBezTo>
                <a:cubicBezTo>
                  <a:pt x="133" y="276"/>
                  <a:pt x="128" y="278"/>
                  <a:pt x="120" y="278"/>
                </a:cubicBezTo>
                <a:cubicBezTo>
                  <a:pt x="112" y="278"/>
                  <a:pt x="106" y="276"/>
                  <a:pt x="103" y="272"/>
                </a:cubicBezTo>
                <a:cubicBezTo>
                  <a:pt x="100" y="268"/>
                  <a:pt x="98" y="264"/>
                  <a:pt x="98" y="260"/>
                </a:cubicBezTo>
                <a:cubicBezTo>
                  <a:pt x="98" y="253"/>
                  <a:pt x="99" y="236"/>
                  <a:pt x="102" y="208"/>
                </a:cubicBezTo>
                <a:cubicBezTo>
                  <a:pt x="104" y="181"/>
                  <a:pt x="106" y="166"/>
                  <a:pt x="106" y="163"/>
                </a:cubicBezTo>
                <a:lnTo>
                  <a:pt x="69" y="190"/>
                </a:lnTo>
                <a:cubicBezTo>
                  <a:pt x="45" y="207"/>
                  <a:pt x="32" y="218"/>
                  <a:pt x="30" y="219"/>
                </a:cubicBezTo>
                <a:cubicBezTo>
                  <a:pt x="28" y="220"/>
                  <a:pt x="26" y="221"/>
                  <a:pt x="23" y="221"/>
                </a:cubicBezTo>
                <a:cubicBezTo>
                  <a:pt x="18" y="221"/>
                  <a:pt x="13" y="219"/>
                  <a:pt x="8" y="213"/>
                </a:cubicBezTo>
                <a:cubicBezTo>
                  <a:pt x="3" y="209"/>
                  <a:pt x="1" y="203"/>
                  <a:pt x="0" y="196"/>
                </a:cubicBezTo>
                <a:cubicBezTo>
                  <a:pt x="0" y="194"/>
                  <a:pt x="0" y="192"/>
                  <a:pt x="0" y="191"/>
                </a:cubicBezTo>
                <a:cubicBezTo>
                  <a:pt x="0" y="190"/>
                  <a:pt x="1" y="188"/>
                  <a:pt x="2" y="187"/>
                </a:cubicBezTo>
                <a:cubicBezTo>
                  <a:pt x="3" y="186"/>
                  <a:pt x="4" y="184"/>
                  <a:pt x="5" y="183"/>
                </a:cubicBezTo>
                <a:cubicBezTo>
                  <a:pt x="6" y="182"/>
                  <a:pt x="8" y="180"/>
                  <a:pt x="11" y="179"/>
                </a:cubicBezTo>
                <a:cubicBezTo>
                  <a:pt x="14" y="177"/>
                  <a:pt x="17" y="175"/>
                  <a:pt x="19" y="174"/>
                </a:cubicBezTo>
                <a:cubicBezTo>
                  <a:pt x="22" y="173"/>
                  <a:pt x="26" y="171"/>
                  <a:pt x="32" y="168"/>
                </a:cubicBezTo>
                <a:cubicBezTo>
                  <a:pt x="37" y="166"/>
                  <a:pt x="43" y="163"/>
                  <a:pt x="48" y="161"/>
                </a:cubicBezTo>
                <a:cubicBezTo>
                  <a:pt x="53" y="159"/>
                  <a:pt x="60" y="156"/>
                  <a:pt x="68" y="152"/>
                </a:cubicBezTo>
                <a:cubicBezTo>
                  <a:pt x="77" y="147"/>
                  <a:pt x="85" y="143"/>
                  <a:pt x="94" y="139"/>
                </a:cubicBezTo>
                <a:lnTo>
                  <a:pt x="7" y="97"/>
                </a:lnTo>
                <a:cubicBezTo>
                  <a:pt x="3" y="93"/>
                  <a:pt x="1" y="88"/>
                  <a:pt x="1" y="82"/>
                </a:cubicBezTo>
                <a:cubicBezTo>
                  <a:pt x="1" y="76"/>
                  <a:pt x="3" y="70"/>
                  <a:pt x="7" y="66"/>
                </a:cubicBezTo>
                <a:cubicBezTo>
                  <a:pt x="10" y="62"/>
                  <a:pt x="16" y="59"/>
                  <a:pt x="22" y="59"/>
                </a:cubicBezTo>
                <a:cubicBezTo>
                  <a:pt x="25" y="59"/>
                  <a:pt x="29" y="60"/>
                  <a:pt x="34" y="63"/>
                </a:cubicBezTo>
                <a:cubicBezTo>
                  <a:pt x="38" y="65"/>
                  <a:pt x="50" y="74"/>
                  <a:pt x="69" y="89"/>
                </a:cubicBezTo>
                <a:lnTo>
                  <a:pt x="106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22" name=""/>
          <p:cNvSpPr/>
          <p:nvPr/>
        </p:nvSpPr>
        <p:spPr>
          <a:xfrm>
            <a:off x="4757040" y="3374280"/>
            <a:ext cx="218520" cy="76680"/>
          </a:xfrm>
          <a:custGeom>
            <a:avLst/>
            <a:gdLst/>
            <a:ahLst/>
            <a:rect l="0" t="0" r="r" b="b"/>
            <a:pathLst>
              <a:path w="607" h="213">
                <a:moveTo>
                  <a:pt x="0" y="18"/>
                </a:moveTo>
                <a:cubicBezTo>
                  <a:pt x="0" y="10"/>
                  <a:pt x="4" y="4"/>
                  <a:pt x="13" y="0"/>
                </a:cubicBezTo>
                <a:lnTo>
                  <a:pt x="593" y="0"/>
                </a:lnTo>
                <a:cubicBezTo>
                  <a:pt x="602" y="4"/>
                  <a:pt x="607" y="10"/>
                  <a:pt x="607" y="18"/>
                </a:cubicBezTo>
                <a:cubicBezTo>
                  <a:pt x="607" y="24"/>
                  <a:pt x="603" y="30"/>
                  <a:pt x="594" y="35"/>
                </a:cubicBezTo>
                <a:lnTo>
                  <a:pt x="304" y="36"/>
                </a:lnTo>
                <a:lnTo>
                  <a:pt x="14" y="36"/>
                </a:lnTo>
                <a:cubicBezTo>
                  <a:pt x="5" y="33"/>
                  <a:pt x="0" y="27"/>
                  <a:pt x="0" y="18"/>
                </a:cubicBezTo>
                <a:moveTo>
                  <a:pt x="0" y="195"/>
                </a:moveTo>
                <a:cubicBezTo>
                  <a:pt x="0" y="186"/>
                  <a:pt x="5" y="180"/>
                  <a:pt x="14" y="177"/>
                </a:cubicBezTo>
                <a:lnTo>
                  <a:pt x="594" y="177"/>
                </a:lnTo>
                <a:cubicBezTo>
                  <a:pt x="603" y="183"/>
                  <a:pt x="607" y="189"/>
                  <a:pt x="607" y="195"/>
                </a:cubicBezTo>
                <a:cubicBezTo>
                  <a:pt x="607" y="203"/>
                  <a:pt x="602" y="209"/>
                  <a:pt x="593" y="213"/>
                </a:cubicBezTo>
                <a:lnTo>
                  <a:pt x="13" y="213"/>
                </a:lnTo>
                <a:cubicBezTo>
                  <a:pt x="4" y="209"/>
                  <a:pt x="0" y="203"/>
                  <a:pt x="0" y="19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23" name=""/>
          <p:cNvSpPr/>
          <p:nvPr/>
        </p:nvSpPr>
        <p:spPr>
          <a:xfrm>
            <a:off x="6182280" y="3038400"/>
            <a:ext cx="242640" cy="234720"/>
          </a:xfrm>
          <a:custGeom>
            <a:avLst/>
            <a:gdLst/>
            <a:ahLst/>
            <a:rect l="0" t="0" r="r" b="b"/>
            <a:pathLst>
              <a:path w="674" h="652">
                <a:moveTo>
                  <a:pt x="4" y="652"/>
                </a:moveTo>
                <a:cubicBezTo>
                  <a:pt x="1" y="650"/>
                  <a:pt x="0" y="648"/>
                  <a:pt x="0" y="646"/>
                </a:cubicBezTo>
                <a:cubicBezTo>
                  <a:pt x="0" y="645"/>
                  <a:pt x="51" y="539"/>
                  <a:pt x="153" y="326"/>
                </a:cubicBezTo>
                <a:cubicBezTo>
                  <a:pt x="256" y="115"/>
                  <a:pt x="308" y="9"/>
                  <a:pt x="311" y="6"/>
                </a:cubicBezTo>
                <a:cubicBezTo>
                  <a:pt x="313" y="2"/>
                  <a:pt x="321" y="0"/>
                  <a:pt x="336" y="0"/>
                </a:cubicBezTo>
                <a:cubicBezTo>
                  <a:pt x="350" y="0"/>
                  <a:pt x="359" y="2"/>
                  <a:pt x="362" y="6"/>
                </a:cubicBezTo>
                <a:cubicBezTo>
                  <a:pt x="364" y="9"/>
                  <a:pt x="416" y="115"/>
                  <a:pt x="518" y="326"/>
                </a:cubicBezTo>
                <a:cubicBezTo>
                  <a:pt x="621" y="539"/>
                  <a:pt x="673" y="645"/>
                  <a:pt x="674" y="646"/>
                </a:cubicBezTo>
                <a:cubicBezTo>
                  <a:pt x="674" y="648"/>
                  <a:pt x="673" y="650"/>
                  <a:pt x="669" y="652"/>
                </a:cubicBezTo>
                <a:lnTo>
                  <a:pt x="4" y="652"/>
                </a:lnTo>
                <a:moveTo>
                  <a:pt x="419" y="338"/>
                </a:moveTo>
                <a:lnTo>
                  <a:pt x="307" y="109"/>
                </a:lnTo>
                <a:lnTo>
                  <a:pt x="82" y="569"/>
                </a:lnTo>
                <a:lnTo>
                  <a:pt x="306" y="569"/>
                </a:lnTo>
                <a:lnTo>
                  <a:pt x="531" y="569"/>
                </a:lnTo>
                <a:cubicBezTo>
                  <a:pt x="531" y="568"/>
                  <a:pt x="494" y="492"/>
                  <a:pt x="419" y="33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24" name=""/>
          <p:cNvSpPr/>
          <p:nvPr/>
        </p:nvSpPr>
        <p:spPr>
          <a:xfrm>
            <a:off x="6458760" y="3218400"/>
            <a:ext cx="88560" cy="106560"/>
          </a:xfrm>
          <a:custGeom>
            <a:avLst/>
            <a:gdLst/>
            <a:ahLst/>
            <a:rect l="0" t="0" r="r" b="b"/>
            <a:pathLst>
              <a:path w="246" h="296">
                <a:moveTo>
                  <a:pt x="217" y="93"/>
                </a:moveTo>
                <a:cubicBezTo>
                  <a:pt x="217" y="93"/>
                  <a:pt x="212" y="93"/>
                  <a:pt x="203" y="93"/>
                </a:cubicBezTo>
                <a:cubicBezTo>
                  <a:pt x="194" y="93"/>
                  <a:pt x="187" y="89"/>
                  <a:pt x="180" y="83"/>
                </a:cubicBezTo>
                <a:cubicBezTo>
                  <a:pt x="174" y="76"/>
                  <a:pt x="170" y="68"/>
                  <a:pt x="170" y="57"/>
                </a:cubicBezTo>
                <a:cubicBezTo>
                  <a:pt x="170" y="48"/>
                  <a:pt x="173" y="39"/>
                  <a:pt x="180" y="33"/>
                </a:cubicBezTo>
                <a:cubicBezTo>
                  <a:pt x="182" y="31"/>
                  <a:pt x="183" y="30"/>
                  <a:pt x="183" y="29"/>
                </a:cubicBezTo>
                <a:cubicBezTo>
                  <a:pt x="183" y="29"/>
                  <a:pt x="181" y="28"/>
                  <a:pt x="176" y="28"/>
                </a:cubicBezTo>
                <a:cubicBezTo>
                  <a:pt x="165" y="26"/>
                  <a:pt x="155" y="25"/>
                  <a:pt x="145" y="25"/>
                </a:cubicBezTo>
                <a:cubicBezTo>
                  <a:pt x="124" y="25"/>
                  <a:pt x="107" y="32"/>
                  <a:pt x="93" y="46"/>
                </a:cubicBezTo>
                <a:cubicBezTo>
                  <a:pt x="73" y="67"/>
                  <a:pt x="62" y="101"/>
                  <a:pt x="62" y="148"/>
                </a:cubicBezTo>
                <a:cubicBezTo>
                  <a:pt x="62" y="183"/>
                  <a:pt x="70" y="211"/>
                  <a:pt x="83" y="231"/>
                </a:cubicBezTo>
                <a:cubicBezTo>
                  <a:pt x="101" y="257"/>
                  <a:pt x="124" y="270"/>
                  <a:pt x="154" y="270"/>
                </a:cubicBezTo>
                <a:cubicBezTo>
                  <a:pt x="171" y="270"/>
                  <a:pt x="186" y="265"/>
                  <a:pt x="196" y="253"/>
                </a:cubicBezTo>
                <a:cubicBezTo>
                  <a:pt x="207" y="242"/>
                  <a:pt x="215" y="229"/>
                  <a:pt x="219" y="214"/>
                </a:cubicBezTo>
                <a:cubicBezTo>
                  <a:pt x="220" y="210"/>
                  <a:pt x="221" y="208"/>
                  <a:pt x="223" y="207"/>
                </a:cubicBezTo>
                <a:cubicBezTo>
                  <a:pt x="224" y="206"/>
                  <a:pt x="227" y="206"/>
                  <a:pt x="233" y="206"/>
                </a:cubicBezTo>
                <a:lnTo>
                  <a:pt x="242" y="206"/>
                </a:lnTo>
                <a:cubicBezTo>
                  <a:pt x="245" y="208"/>
                  <a:pt x="246" y="210"/>
                  <a:pt x="246" y="212"/>
                </a:cubicBezTo>
                <a:cubicBezTo>
                  <a:pt x="246" y="213"/>
                  <a:pt x="245" y="217"/>
                  <a:pt x="243" y="222"/>
                </a:cubicBezTo>
                <a:cubicBezTo>
                  <a:pt x="242" y="227"/>
                  <a:pt x="238" y="234"/>
                  <a:pt x="233" y="243"/>
                </a:cubicBezTo>
                <a:cubicBezTo>
                  <a:pt x="228" y="252"/>
                  <a:pt x="222" y="260"/>
                  <a:pt x="214" y="268"/>
                </a:cubicBezTo>
                <a:cubicBezTo>
                  <a:pt x="207" y="275"/>
                  <a:pt x="197" y="282"/>
                  <a:pt x="183" y="288"/>
                </a:cubicBezTo>
                <a:cubicBezTo>
                  <a:pt x="170" y="294"/>
                  <a:pt x="155" y="296"/>
                  <a:pt x="139" y="296"/>
                </a:cubicBezTo>
                <a:cubicBezTo>
                  <a:pt x="102" y="296"/>
                  <a:pt x="70" y="282"/>
                  <a:pt x="42" y="255"/>
                </a:cubicBezTo>
                <a:cubicBezTo>
                  <a:pt x="14" y="227"/>
                  <a:pt x="0" y="193"/>
                  <a:pt x="0" y="151"/>
                </a:cubicBezTo>
                <a:cubicBezTo>
                  <a:pt x="0" y="107"/>
                  <a:pt x="14" y="70"/>
                  <a:pt x="42" y="41"/>
                </a:cubicBezTo>
                <a:cubicBezTo>
                  <a:pt x="70" y="14"/>
                  <a:pt x="103" y="0"/>
                  <a:pt x="140" y="0"/>
                </a:cubicBezTo>
                <a:cubicBezTo>
                  <a:pt x="177" y="0"/>
                  <a:pt x="202" y="5"/>
                  <a:pt x="217" y="17"/>
                </a:cubicBezTo>
                <a:cubicBezTo>
                  <a:pt x="231" y="29"/>
                  <a:pt x="239" y="42"/>
                  <a:pt x="239" y="59"/>
                </a:cubicBezTo>
                <a:cubicBezTo>
                  <a:pt x="239" y="69"/>
                  <a:pt x="235" y="77"/>
                  <a:pt x="228" y="83"/>
                </a:cubicBezTo>
                <a:lnTo>
                  <a:pt x="217" y="9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25" name=""/>
          <p:cNvSpPr/>
          <p:nvPr/>
        </p:nvSpPr>
        <p:spPr>
          <a:xfrm>
            <a:off x="6559560" y="3161160"/>
            <a:ext cx="55440" cy="161280"/>
          </a:xfrm>
          <a:custGeom>
            <a:avLst/>
            <a:gdLst/>
            <a:ahLst/>
            <a:rect l="0" t="0" r="r" b="b"/>
            <a:pathLst>
              <a:path w="154" h="448">
                <a:moveTo>
                  <a:pt x="11" y="418"/>
                </a:moveTo>
                <a:lnTo>
                  <a:pt x="20" y="418"/>
                </a:lnTo>
                <a:cubicBezTo>
                  <a:pt x="36" y="418"/>
                  <a:pt x="46" y="415"/>
                  <a:pt x="50" y="409"/>
                </a:cubicBezTo>
                <a:lnTo>
                  <a:pt x="50" y="404"/>
                </a:lnTo>
                <a:cubicBezTo>
                  <a:pt x="50" y="400"/>
                  <a:pt x="50" y="395"/>
                  <a:pt x="50" y="389"/>
                </a:cubicBezTo>
                <a:cubicBezTo>
                  <a:pt x="50" y="383"/>
                  <a:pt x="50" y="376"/>
                  <a:pt x="50" y="368"/>
                </a:cubicBezTo>
                <a:cubicBezTo>
                  <a:pt x="50" y="359"/>
                  <a:pt x="50" y="350"/>
                  <a:pt x="50" y="339"/>
                </a:cubicBezTo>
                <a:cubicBezTo>
                  <a:pt x="51" y="329"/>
                  <a:pt x="51" y="318"/>
                  <a:pt x="50" y="307"/>
                </a:cubicBezTo>
                <a:cubicBezTo>
                  <a:pt x="50" y="296"/>
                  <a:pt x="50" y="284"/>
                  <a:pt x="50" y="272"/>
                </a:cubicBezTo>
                <a:cubicBezTo>
                  <a:pt x="51" y="259"/>
                  <a:pt x="51" y="247"/>
                  <a:pt x="50" y="235"/>
                </a:cubicBezTo>
                <a:cubicBezTo>
                  <a:pt x="50" y="219"/>
                  <a:pt x="50" y="203"/>
                  <a:pt x="50" y="185"/>
                </a:cubicBezTo>
                <a:cubicBezTo>
                  <a:pt x="50" y="167"/>
                  <a:pt x="50" y="151"/>
                  <a:pt x="50" y="137"/>
                </a:cubicBezTo>
                <a:cubicBezTo>
                  <a:pt x="50" y="122"/>
                  <a:pt x="50" y="109"/>
                  <a:pt x="50" y="98"/>
                </a:cubicBezTo>
                <a:cubicBezTo>
                  <a:pt x="50" y="87"/>
                  <a:pt x="50" y="78"/>
                  <a:pt x="50" y="70"/>
                </a:cubicBezTo>
                <a:cubicBezTo>
                  <a:pt x="49" y="62"/>
                  <a:pt x="49" y="58"/>
                  <a:pt x="50" y="59"/>
                </a:cubicBezTo>
                <a:cubicBezTo>
                  <a:pt x="49" y="51"/>
                  <a:pt x="45" y="45"/>
                  <a:pt x="41" y="43"/>
                </a:cubicBezTo>
                <a:cubicBezTo>
                  <a:pt x="36" y="40"/>
                  <a:pt x="26" y="38"/>
                  <a:pt x="12" y="37"/>
                </a:cubicBezTo>
                <a:lnTo>
                  <a:pt x="0" y="37"/>
                </a:lnTo>
                <a:lnTo>
                  <a:pt x="0" y="22"/>
                </a:lnTo>
                <a:cubicBezTo>
                  <a:pt x="0" y="12"/>
                  <a:pt x="1" y="7"/>
                  <a:pt x="2" y="7"/>
                </a:cubicBezTo>
                <a:lnTo>
                  <a:pt x="8" y="7"/>
                </a:lnTo>
                <a:cubicBezTo>
                  <a:pt x="12" y="6"/>
                  <a:pt x="18" y="6"/>
                  <a:pt x="27" y="5"/>
                </a:cubicBezTo>
                <a:cubicBezTo>
                  <a:pt x="35" y="5"/>
                  <a:pt x="43" y="5"/>
                  <a:pt x="50" y="4"/>
                </a:cubicBezTo>
                <a:cubicBezTo>
                  <a:pt x="58" y="4"/>
                  <a:pt x="66" y="3"/>
                  <a:pt x="74" y="3"/>
                </a:cubicBezTo>
                <a:cubicBezTo>
                  <a:pt x="83" y="2"/>
                  <a:pt x="89" y="2"/>
                  <a:pt x="94" y="1"/>
                </a:cubicBezTo>
                <a:cubicBezTo>
                  <a:pt x="99" y="0"/>
                  <a:pt x="101" y="0"/>
                  <a:pt x="102" y="0"/>
                </a:cubicBezTo>
                <a:lnTo>
                  <a:pt x="104" y="0"/>
                </a:lnTo>
                <a:lnTo>
                  <a:pt x="104" y="203"/>
                </a:lnTo>
                <a:cubicBezTo>
                  <a:pt x="104" y="339"/>
                  <a:pt x="104" y="408"/>
                  <a:pt x="104" y="409"/>
                </a:cubicBezTo>
                <a:cubicBezTo>
                  <a:pt x="106" y="413"/>
                  <a:pt x="108" y="415"/>
                  <a:pt x="112" y="416"/>
                </a:cubicBezTo>
                <a:cubicBezTo>
                  <a:pt x="121" y="418"/>
                  <a:pt x="131" y="418"/>
                  <a:pt x="143" y="418"/>
                </a:cubicBezTo>
                <a:lnTo>
                  <a:pt x="154" y="418"/>
                </a:lnTo>
                <a:lnTo>
                  <a:pt x="154" y="448"/>
                </a:lnTo>
                <a:lnTo>
                  <a:pt x="149" y="448"/>
                </a:lnTo>
                <a:lnTo>
                  <a:pt x="134" y="447"/>
                </a:lnTo>
                <a:cubicBezTo>
                  <a:pt x="124" y="447"/>
                  <a:pt x="113" y="447"/>
                  <a:pt x="102" y="447"/>
                </a:cubicBezTo>
                <a:cubicBezTo>
                  <a:pt x="90" y="447"/>
                  <a:pt x="82" y="446"/>
                  <a:pt x="77" y="446"/>
                </a:cubicBezTo>
                <a:cubicBezTo>
                  <a:pt x="72" y="445"/>
                  <a:pt x="64" y="445"/>
                  <a:pt x="52" y="446"/>
                </a:cubicBezTo>
                <a:cubicBezTo>
                  <a:pt x="41" y="446"/>
                  <a:pt x="30" y="447"/>
                  <a:pt x="20" y="447"/>
                </a:cubicBezTo>
                <a:lnTo>
                  <a:pt x="5" y="448"/>
                </a:lnTo>
                <a:lnTo>
                  <a:pt x="0" y="448"/>
                </a:lnTo>
                <a:lnTo>
                  <a:pt x="0" y="418"/>
                </a:lnTo>
                <a:lnTo>
                  <a:pt x="11" y="41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26" name=""/>
          <p:cNvSpPr/>
          <p:nvPr/>
        </p:nvSpPr>
        <p:spPr>
          <a:xfrm>
            <a:off x="6624000" y="3166920"/>
            <a:ext cx="53280" cy="155520"/>
          </a:xfrm>
          <a:custGeom>
            <a:avLst/>
            <a:gdLst/>
            <a:ahLst/>
            <a:rect l="0" t="0" r="r" b="b"/>
            <a:pathLst>
              <a:path w="148" h="432">
                <a:moveTo>
                  <a:pt x="28" y="40"/>
                </a:moveTo>
                <a:cubicBezTo>
                  <a:pt x="28" y="28"/>
                  <a:pt x="32" y="19"/>
                  <a:pt x="39" y="11"/>
                </a:cubicBezTo>
                <a:cubicBezTo>
                  <a:pt x="47" y="4"/>
                  <a:pt x="58" y="0"/>
                  <a:pt x="69" y="0"/>
                </a:cubicBezTo>
                <a:cubicBezTo>
                  <a:pt x="79" y="1"/>
                  <a:pt x="87" y="5"/>
                  <a:pt x="94" y="11"/>
                </a:cubicBezTo>
                <a:cubicBezTo>
                  <a:pt x="102" y="19"/>
                  <a:pt x="105" y="28"/>
                  <a:pt x="105" y="40"/>
                </a:cubicBezTo>
                <a:cubicBezTo>
                  <a:pt x="105" y="53"/>
                  <a:pt x="102" y="63"/>
                  <a:pt x="94" y="69"/>
                </a:cubicBezTo>
                <a:cubicBezTo>
                  <a:pt x="87" y="75"/>
                  <a:pt x="78" y="79"/>
                  <a:pt x="67" y="79"/>
                </a:cubicBezTo>
                <a:cubicBezTo>
                  <a:pt x="57" y="79"/>
                  <a:pt x="47" y="75"/>
                  <a:pt x="39" y="69"/>
                </a:cubicBezTo>
                <a:cubicBezTo>
                  <a:pt x="32" y="63"/>
                  <a:pt x="28" y="53"/>
                  <a:pt x="28" y="40"/>
                </a:cubicBezTo>
                <a:moveTo>
                  <a:pt x="143" y="432"/>
                </a:moveTo>
                <a:cubicBezTo>
                  <a:pt x="137" y="431"/>
                  <a:pt x="115" y="430"/>
                  <a:pt x="76" y="430"/>
                </a:cubicBezTo>
                <a:cubicBezTo>
                  <a:pt x="72" y="430"/>
                  <a:pt x="64" y="430"/>
                  <a:pt x="53" y="430"/>
                </a:cubicBezTo>
                <a:cubicBezTo>
                  <a:pt x="40" y="430"/>
                  <a:pt x="30" y="430"/>
                  <a:pt x="19" y="431"/>
                </a:cubicBezTo>
                <a:lnTo>
                  <a:pt x="5" y="432"/>
                </a:lnTo>
                <a:lnTo>
                  <a:pt x="0" y="432"/>
                </a:lnTo>
                <a:lnTo>
                  <a:pt x="0" y="402"/>
                </a:lnTo>
                <a:lnTo>
                  <a:pt x="10" y="402"/>
                </a:lnTo>
                <a:cubicBezTo>
                  <a:pt x="22" y="402"/>
                  <a:pt x="33" y="402"/>
                  <a:pt x="42" y="400"/>
                </a:cubicBezTo>
                <a:cubicBezTo>
                  <a:pt x="46" y="399"/>
                  <a:pt x="48" y="396"/>
                  <a:pt x="50" y="393"/>
                </a:cubicBezTo>
                <a:cubicBezTo>
                  <a:pt x="51" y="390"/>
                  <a:pt x="51" y="381"/>
                  <a:pt x="51" y="366"/>
                </a:cubicBezTo>
                <a:lnTo>
                  <a:pt x="51" y="300"/>
                </a:lnTo>
                <a:lnTo>
                  <a:pt x="51" y="243"/>
                </a:lnTo>
                <a:cubicBezTo>
                  <a:pt x="51" y="221"/>
                  <a:pt x="51" y="207"/>
                  <a:pt x="50" y="201"/>
                </a:cubicBezTo>
                <a:cubicBezTo>
                  <a:pt x="48" y="195"/>
                  <a:pt x="45" y="191"/>
                  <a:pt x="40" y="189"/>
                </a:cubicBezTo>
                <a:cubicBezTo>
                  <a:pt x="34" y="186"/>
                  <a:pt x="24" y="184"/>
                  <a:pt x="10" y="184"/>
                </a:cubicBezTo>
                <a:lnTo>
                  <a:pt x="3" y="184"/>
                </a:lnTo>
                <a:lnTo>
                  <a:pt x="3" y="169"/>
                </a:lnTo>
                <a:cubicBezTo>
                  <a:pt x="3" y="159"/>
                  <a:pt x="3" y="155"/>
                  <a:pt x="4" y="155"/>
                </a:cubicBezTo>
                <a:lnTo>
                  <a:pt x="10" y="154"/>
                </a:lnTo>
                <a:cubicBezTo>
                  <a:pt x="15" y="153"/>
                  <a:pt x="21" y="153"/>
                  <a:pt x="28" y="153"/>
                </a:cubicBezTo>
                <a:cubicBezTo>
                  <a:pt x="36" y="152"/>
                  <a:pt x="44" y="152"/>
                  <a:pt x="53" y="151"/>
                </a:cubicBezTo>
                <a:cubicBezTo>
                  <a:pt x="60" y="151"/>
                  <a:pt x="68" y="150"/>
                  <a:pt x="76" y="150"/>
                </a:cubicBezTo>
                <a:cubicBezTo>
                  <a:pt x="84" y="150"/>
                  <a:pt x="90" y="149"/>
                  <a:pt x="94" y="148"/>
                </a:cubicBezTo>
                <a:cubicBezTo>
                  <a:pt x="99" y="147"/>
                  <a:pt x="101" y="147"/>
                  <a:pt x="101" y="147"/>
                </a:cubicBezTo>
                <a:lnTo>
                  <a:pt x="103" y="147"/>
                </a:lnTo>
                <a:lnTo>
                  <a:pt x="103" y="392"/>
                </a:lnTo>
                <a:cubicBezTo>
                  <a:pt x="106" y="396"/>
                  <a:pt x="108" y="399"/>
                  <a:pt x="111" y="400"/>
                </a:cubicBezTo>
                <a:cubicBezTo>
                  <a:pt x="114" y="401"/>
                  <a:pt x="122" y="401"/>
                  <a:pt x="134" y="402"/>
                </a:cubicBezTo>
                <a:lnTo>
                  <a:pt x="148" y="402"/>
                </a:lnTo>
                <a:lnTo>
                  <a:pt x="148" y="432"/>
                </a:lnTo>
                <a:lnTo>
                  <a:pt x="143" y="43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27" name=""/>
          <p:cNvSpPr/>
          <p:nvPr/>
        </p:nvSpPr>
        <p:spPr>
          <a:xfrm>
            <a:off x="6688080" y="3219480"/>
            <a:ext cx="120240" cy="102960"/>
          </a:xfrm>
          <a:custGeom>
            <a:avLst/>
            <a:gdLst/>
            <a:ahLst/>
            <a:rect l="0" t="0" r="r" b="b"/>
            <a:pathLst>
              <a:path w="334" h="286">
                <a:moveTo>
                  <a:pt x="11" y="256"/>
                </a:moveTo>
                <a:lnTo>
                  <a:pt x="20" y="256"/>
                </a:lnTo>
                <a:cubicBezTo>
                  <a:pt x="36" y="256"/>
                  <a:pt x="46" y="253"/>
                  <a:pt x="50" y="247"/>
                </a:cubicBezTo>
                <a:lnTo>
                  <a:pt x="50" y="242"/>
                </a:lnTo>
                <a:cubicBezTo>
                  <a:pt x="50" y="238"/>
                  <a:pt x="50" y="233"/>
                  <a:pt x="50" y="227"/>
                </a:cubicBezTo>
                <a:cubicBezTo>
                  <a:pt x="50" y="221"/>
                  <a:pt x="50" y="215"/>
                  <a:pt x="50" y="207"/>
                </a:cubicBezTo>
                <a:cubicBezTo>
                  <a:pt x="50" y="200"/>
                  <a:pt x="50" y="192"/>
                  <a:pt x="51" y="182"/>
                </a:cubicBezTo>
                <a:cubicBezTo>
                  <a:pt x="51" y="173"/>
                  <a:pt x="51" y="164"/>
                  <a:pt x="51" y="155"/>
                </a:cubicBezTo>
                <a:cubicBezTo>
                  <a:pt x="51" y="142"/>
                  <a:pt x="51" y="128"/>
                  <a:pt x="51" y="113"/>
                </a:cubicBezTo>
                <a:cubicBezTo>
                  <a:pt x="51" y="98"/>
                  <a:pt x="50" y="85"/>
                  <a:pt x="50" y="75"/>
                </a:cubicBezTo>
                <a:lnTo>
                  <a:pt x="50" y="60"/>
                </a:lnTo>
                <a:cubicBezTo>
                  <a:pt x="49" y="52"/>
                  <a:pt x="46" y="46"/>
                  <a:pt x="41" y="44"/>
                </a:cubicBezTo>
                <a:cubicBezTo>
                  <a:pt x="36" y="41"/>
                  <a:pt x="27" y="39"/>
                  <a:pt x="12" y="38"/>
                </a:cubicBezTo>
                <a:lnTo>
                  <a:pt x="0" y="38"/>
                </a:lnTo>
                <a:lnTo>
                  <a:pt x="0" y="23"/>
                </a:lnTo>
                <a:cubicBezTo>
                  <a:pt x="0" y="13"/>
                  <a:pt x="1" y="9"/>
                  <a:pt x="2" y="9"/>
                </a:cubicBezTo>
                <a:lnTo>
                  <a:pt x="8" y="8"/>
                </a:lnTo>
                <a:cubicBezTo>
                  <a:pt x="12" y="7"/>
                  <a:pt x="18" y="7"/>
                  <a:pt x="26" y="7"/>
                </a:cubicBezTo>
                <a:cubicBezTo>
                  <a:pt x="34" y="6"/>
                  <a:pt x="42" y="6"/>
                  <a:pt x="50" y="5"/>
                </a:cubicBezTo>
                <a:cubicBezTo>
                  <a:pt x="57" y="5"/>
                  <a:pt x="65" y="4"/>
                  <a:pt x="73" y="4"/>
                </a:cubicBezTo>
                <a:cubicBezTo>
                  <a:pt x="81" y="4"/>
                  <a:pt x="87" y="2"/>
                  <a:pt x="92" y="1"/>
                </a:cubicBezTo>
                <a:cubicBezTo>
                  <a:pt x="96" y="0"/>
                  <a:pt x="98" y="0"/>
                  <a:pt x="99" y="0"/>
                </a:cubicBezTo>
                <a:lnTo>
                  <a:pt x="101" y="0"/>
                </a:lnTo>
                <a:lnTo>
                  <a:pt x="101" y="27"/>
                </a:lnTo>
                <a:cubicBezTo>
                  <a:pt x="101" y="43"/>
                  <a:pt x="101" y="52"/>
                  <a:pt x="101" y="52"/>
                </a:cubicBezTo>
                <a:cubicBezTo>
                  <a:pt x="102" y="52"/>
                  <a:pt x="103" y="51"/>
                  <a:pt x="105" y="48"/>
                </a:cubicBezTo>
                <a:cubicBezTo>
                  <a:pt x="106" y="46"/>
                  <a:pt x="109" y="43"/>
                  <a:pt x="112" y="39"/>
                </a:cubicBezTo>
                <a:cubicBezTo>
                  <a:pt x="116" y="34"/>
                  <a:pt x="120" y="31"/>
                  <a:pt x="125" y="27"/>
                </a:cubicBezTo>
                <a:cubicBezTo>
                  <a:pt x="129" y="24"/>
                  <a:pt x="135" y="20"/>
                  <a:pt x="143" y="15"/>
                </a:cubicBezTo>
                <a:cubicBezTo>
                  <a:pt x="151" y="10"/>
                  <a:pt x="159" y="7"/>
                  <a:pt x="168" y="5"/>
                </a:cubicBezTo>
                <a:cubicBezTo>
                  <a:pt x="176" y="2"/>
                  <a:pt x="188" y="0"/>
                  <a:pt x="201" y="0"/>
                </a:cubicBezTo>
                <a:cubicBezTo>
                  <a:pt x="250" y="2"/>
                  <a:pt x="278" y="27"/>
                  <a:pt x="283" y="74"/>
                </a:cubicBezTo>
                <a:cubicBezTo>
                  <a:pt x="284" y="77"/>
                  <a:pt x="284" y="107"/>
                  <a:pt x="284" y="164"/>
                </a:cubicBezTo>
                <a:lnTo>
                  <a:pt x="284" y="219"/>
                </a:lnTo>
                <a:cubicBezTo>
                  <a:pt x="284" y="235"/>
                  <a:pt x="284" y="245"/>
                  <a:pt x="285" y="248"/>
                </a:cubicBezTo>
                <a:cubicBezTo>
                  <a:pt x="286" y="251"/>
                  <a:pt x="288" y="253"/>
                  <a:pt x="292" y="254"/>
                </a:cubicBezTo>
                <a:cubicBezTo>
                  <a:pt x="301" y="256"/>
                  <a:pt x="312" y="256"/>
                  <a:pt x="324" y="256"/>
                </a:cubicBezTo>
                <a:lnTo>
                  <a:pt x="334" y="256"/>
                </a:lnTo>
                <a:lnTo>
                  <a:pt x="334" y="286"/>
                </a:lnTo>
                <a:lnTo>
                  <a:pt x="329" y="286"/>
                </a:lnTo>
                <a:lnTo>
                  <a:pt x="313" y="285"/>
                </a:lnTo>
                <a:cubicBezTo>
                  <a:pt x="304" y="285"/>
                  <a:pt x="293" y="285"/>
                  <a:pt x="281" y="285"/>
                </a:cubicBezTo>
                <a:cubicBezTo>
                  <a:pt x="270" y="285"/>
                  <a:pt x="261" y="284"/>
                  <a:pt x="257" y="284"/>
                </a:cubicBezTo>
                <a:cubicBezTo>
                  <a:pt x="213" y="284"/>
                  <a:pt x="189" y="285"/>
                  <a:pt x="185" y="286"/>
                </a:cubicBezTo>
                <a:lnTo>
                  <a:pt x="179" y="286"/>
                </a:lnTo>
                <a:lnTo>
                  <a:pt x="179" y="256"/>
                </a:lnTo>
                <a:lnTo>
                  <a:pt x="190" y="256"/>
                </a:lnTo>
                <a:cubicBezTo>
                  <a:pt x="216" y="256"/>
                  <a:pt x="229" y="253"/>
                  <a:pt x="229" y="246"/>
                </a:cubicBezTo>
                <a:cubicBezTo>
                  <a:pt x="230" y="245"/>
                  <a:pt x="230" y="215"/>
                  <a:pt x="230" y="157"/>
                </a:cubicBezTo>
                <a:cubicBezTo>
                  <a:pt x="229" y="99"/>
                  <a:pt x="229" y="69"/>
                  <a:pt x="228" y="65"/>
                </a:cubicBezTo>
                <a:cubicBezTo>
                  <a:pt x="226" y="53"/>
                  <a:pt x="222" y="44"/>
                  <a:pt x="216" y="38"/>
                </a:cubicBezTo>
                <a:cubicBezTo>
                  <a:pt x="210" y="32"/>
                  <a:pt x="204" y="28"/>
                  <a:pt x="200" y="27"/>
                </a:cubicBezTo>
                <a:cubicBezTo>
                  <a:pt x="196" y="26"/>
                  <a:pt x="190" y="25"/>
                  <a:pt x="183" y="26"/>
                </a:cubicBezTo>
                <a:cubicBezTo>
                  <a:pt x="163" y="26"/>
                  <a:pt x="146" y="33"/>
                  <a:pt x="132" y="48"/>
                </a:cubicBezTo>
                <a:cubicBezTo>
                  <a:pt x="120" y="59"/>
                  <a:pt x="113" y="71"/>
                  <a:pt x="110" y="83"/>
                </a:cubicBezTo>
                <a:cubicBezTo>
                  <a:pt x="107" y="95"/>
                  <a:pt x="105" y="113"/>
                  <a:pt x="105" y="137"/>
                </a:cubicBezTo>
                <a:lnTo>
                  <a:pt x="105" y="178"/>
                </a:lnTo>
                <a:lnTo>
                  <a:pt x="105" y="216"/>
                </a:lnTo>
                <a:cubicBezTo>
                  <a:pt x="105" y="229"/>
                  <a:pt x="105" y="238"/>
                  <a:pt x="105" y="242"/>
                </a:cubicBezTo>
                <a:cubicBezTo>
                  <a:pt x="106" y="246"/>
                  <a:pt x="106" y="249"/>
                  <a:pt x="107" y="250"/>
                </a:cubicBezTo>
                <a:cubicBezTo>
                  <a:pt x="108" y="252"/>
                  <a:pt x="110" y="253"/>
                  <a:pt x="113" y="254"/>
                </a:cubicBezTo>
                <a:cubicBezTo>
                  <a:pt x="122" y="256"/>
                  <a:pt x="132" y="256"/>
                  <a:pt x="144" y="256"/>
                </a:cubicBezTo>
                <a:lnTo>
                  <a:pt x="155" y="256"/>
                </a:lnTo>
                <a:lnTo>
                  <a:pt x="155" y="286"/>
                </a:lnTo>
                <a:lnTo>
                  <a:pt x="150" y="286"/>
                </a:lnTo>
                <a:lnTo>
                  <a:pt x="135" y="285"/>
                </a:lnTo>
                <a:cubicBezTo>
                  <a:pt x="125" y="285"/>
                  <a:pt x="114" y="285"/>
                  <a:pt x="102" y="285"/>
                </a:cubicBezTo>
                <a:cubicBezTo>
                  <a:pt x="90" y="285"/>
                  <a:pt x="82" y="284"/>
                  <a:pt x="78" y="284"/>
                </a:cubicBezTo>
                <a:cubicBezTo>
                  <a:pt x="33" y="284"/>
                  <a:pt x="9" y="285"/>
                  <a:pt x="5" y="286"/>
                </a:cubicBezTo>
                <a:lnTo>
                  <a:pt x="0" y="286"/>
                </a:lnTo>
                <a:lnTo>
                  <a:pt x="0" y="256"/>
                </a:lnTo>
                <a:lnTo>
                  <a:pt x="11" y="2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28" name=""/>
          <p:cNvSpPr/>
          <p:nvPr/>
        </p:nvSpPr>
        <p:spPr>
          <a:xfrm>
            <a:off x="5163480" y="3495240"/>
            <a:ext cx="104760" cy="224280"/>
          </a:xfrm>
          <a:custGeom>
            <a:avLst/>
            <a:gdLst/>
            <a:ahLst/>
            <a:rect l="0" t="0" r="r" b="b"/>
            <a:pathLst>
              <a:path w="291" h="623">
                <a:moveTo>
                  <a:pt x="281" y="623"/>
                </a:moveTo>
                <a:cubicBezTo>
                  <a:pt x="268" y="621"/>
                  <a:pt x="222" y="620"/>
                  <a:pt x="145" y="620"/>
                </a:cubicBezTo>
                <a:cubicBezTo>
                  <a:pt x="68" y="620"/>
                  <a:pt x="23" y="621"/>
                  <a:pt x="10" y="623"/>
                </a:cubicBezTo>
                <a:lnTo>
                  <a:pt x="0" y="623"/>
                </a:lnTo>
                <a:lnTo>
                  <a:pt x="0" y="581"/>
                </a:lnTo>
                <a:lnTo>
                  <a:pt x="20" y="581"/>
                </a:lnTo>
                <a:cubicBezTo>
                  <a:pt x="50" y="581"/>
                  <a:pt x="69" y="580"/>
                  <a:pt x="77" y="578"/>
                </a:cubicBezTo>
                <a:cubicBezTo>
                  <a:pt x="86" y="576"/>
                  <a:pt x="92" y="573"/>
                  <a:pt x="96" y="568"/>
                </a:cubicBezTo>
                <a:cubicBezTo>
                  <a:pt x="97" y="566"/>
                  <a:pt x="97" y="480"/>
                  <a:pt x="97" y="311"/>
                </a:cubicBezTo>
                <a:cubicBezTo>
                  <a:pt x="97" y="142"/>
                  <a:pt x="97" y="57"/>
                  <a:pt x="96" y="55"/>
                </a:cubicBezTo>
                <a:cubicBezTo>
                  <a:pt x="93" y="52"/>
                  <a:pt x="91" y="50"/>
                  <a:pt x="88" y="48"/>
                </a:cubicBezTo>
                <a:cubicBezTo>
                  <a:pt x="86" y="47"/>
                  <a:pt x="79" y="46"/>
                  <a:pt x="68" y="44"/>
                </a:cubicBezTo>
                <a:cubicBezTo>
                  <a:pt x="57" y="42"/>
                  <a:pt x="41" y="42"/>
                  <a:pt x="20" y="42"/>
                </a:cubicBezTo>
                <a:lnTo>
                  <a:pt x="0" y="42"/>
                </a:lnTo>
                <a:lnTo>
                  <a:pt x="0" y="0"/>
                </a:lnTo>
                <a:lnTo>
                  <a:pt x="10" y="0"/>
                </a:lnTo>
                <a:cubicBezTo>
                  <a:pt x="23" y="2"/>
                  <a:pt x="68" y="3"/>
                  <a:pt x="145" y="3"/>
                </a:cubicBezTo>
                <a:cubicBezTo>
                  <a:pt x="222" y="3"/>
                  <a:pt x="268" y="2"/>
                  <a:pt x="281" y="0"/>
                </a:cubicBezTo>
                <a:lnTo>
                  <a:pt x="291" y="0"/>
                </a:lnTo>
                <a:lnTo>
                  <a:pt x="291" y="42"/>
                </a:lnTo>
                <a:lnTo>
                  <a:pt x="270" y="42"/>
                </a:lnTo>
                <a:cubicBezTo>
                  <a:pt x="240" y="42"/>
                  <a:pt x="221" y="43"/>
                  <a:pt x="212" y="45"/>
                </a:cubicBezTo>
                <a:cubicBezTo>
                  <a:pt x="204" y="47"/>
                  <a:pt x="198" y="50"/>
                  <a:pt x="194" y="55"/>
                </a:cubicBezTo>
                <a:cubicBezTo>
                  <a:pt x="193" y="57"/>
                  <a:pt x="192" y="142"/>
                  <a:pt x="192" y="311"/>
                </a:cubicBezTo>
                <a:cubicBezTo>
                  <a:pt x="192" y="480"/>
                  <a:pt x="193" y="566"/>
                  <a:pt x="194" y="568"/>
                </a:cubicBezTo>
                <a:cubicBezTo>
                  <a:pt x="196" y="571"/>
                  <a:pt x="199" y="573"/>
                  <a:pt x="201" y="575"/>
                </a:cubicBezTo>
                <a:cubicBezTo>
                  <a:pt x="204" y="576"/>
                  <a:pt x="210" y="577"/>
                  <a:pt x="221" y="579"/>
                </a:cubicBezTo>
                <a:cubicBezTo>
                  <a:pt x="232" y="581"/>
                  <a:pt x="248" y="582"/>
                  <a:pt x="270" y="581"/>
                </a:cubicBezTo>
                <a:lnTo>
                  <a:pt x="291" y="581"/>
                </a:lnTo>
                <a:lnTo>
                  <a:pt x="291" y="623"/>
                </a:lnTo>
                <a:lnTo>
                  <a:pt x="281" y="62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29" name=""/>
          <p:cNvSpPr/>
          <p:nvPr/>
        </p:nvSpPr>
        <p:spPr>
          <a:xfrm>
            <a:off x="5293080" y="3488040"/>
            <a:ext cx="220680" cy="294480"/>
          </a:xfrm>
          <a:custGeom>
            <a:avLst/>
            <a:gdLst/>
            <a:ahLst/>
            <a:rect l="0" t="0" r="r" b="b"/>
            <a:pathLst>
              <a:path w="613" h="818">
                <a:moveTo>
                  <a:pt x="0" y="331"/>
                </a:moveTo>
                <a:cubicBezTo>
                  <a:pt x="0" y="236"/>
                  <a:pt x="31" y="156"/>
                  <a:pt x="92" y="94"/>
                </a:cubicBezTo>
                <a:cubicBezTo>
                  <a:pt x="154" y="31"/>
                  <a:pt x="224" y="0"/>
                  <a:pt x="304" y="0"/>
                </a:cubicBezTo>
                <a:cubicBezTo>
                  <a:pt x="384" y="0"/>
                  <a:pt x="455" y="32"/>
                  <a:pt x="516" y="95"/>
                </a:cubicBezTo>
                <a:cubicBezTo>
                  <a:pt x="576" y="158"/>
                  <a:pt x="607" y="237"/>
                  <a:pt x="608" y="331"/>
                </a:cubicBezTo>
                <a:cubicBezTo>
                  <a:pt x="608" y="372"/>
                  <a:pt x="602" y="409"/>
                  <a:pt x="590" y="443"/>
                </a:cubicBezTo>
                <a:cubicBezTo>
                  <a:pt x="579" y="478"/>
                  <a:pt x="566" y="506"/>
                  <a:pt x="551" y="527"/>
                </a:cubicBezTo>
                <a:cubicBezTo>
                  <a:pt x="537" y="548"/>
                  <a:pt x="519" y="567"/>
                  <a:pt x="499" y="585"/>
                </a:cubicBezTo>
                <a:cubicBezTo>
                  <a:pt x="479" y="604"/>
                  <a:pt x="465" y="615"/>
                  <a:pt x="456" y="620"/>
                </a:cubicBezTo>
                <a:cubicBezTo>
                  <a:pt x="447" y="625"/>
                  <a:pt x="437" y="630"/>
                  <a:pt x="428" y="635"/>
                </a:cubicBezTo>
                <a:lnTo>
                  <a:pt x="427" y="636"/>
                </a:lnTo>
                <a:lnTo>
                  <a:pt x="426" y="636"/>
                </a:lnTo>
                <a:cubicBezTo>
                  <a:pt x="427" y="637"/>
                  <a:pt x="428" y="640"/>
                  <a:pt x="429" y="644"/>
                </a:cubicBezTo>
                <a:cubicBezTo>
                  <a:pt x="430" y="647"/>
                  <a:pt x="434" y="653"/>
                  <a:pt x="439" y="662"/>
                </a:cubicBezTo>
                <a:cubicBezTo>
                  <a:pt x="445" y="670"/>
                  <a:pt x="450" y="678"/>
                  <a:pt x="456" y="686"/>
                </a:cubicBezTo>
                <a:cubicBezTo>
                  <a:pt x="461" y="693"/>
                  <a:pt x="469" y="699"/>
                  <a:pt x="479" y="704"/>
                </a:cubicBezTo>
                <a:cubicBezTo>
                  <a:pt x="490" y="709"/>
                  <a:pt x="500" y="711"/>
                  <a:pt x="510" y="712"/>
                </a:cubicBezTo>
                <a:cubicBezTo>
                  <a:pt x="533" y="712"/>
                  <a:pt x="552" y="706"/>
                  <a:pt x="568" y="694"/>
                </a:cubicBezTo>
                <a:cubicBezTo>
                  <a:pt x="583" y="682"/>
                  <a:pt x="591" y="666"/>
                  <a:pt x="593" y="646"/>
                </a:cubicBezTo>
                <a:cubicBezTo>
                  <a:pt x="594" y="638"/>
                  <a:pt x="597" y="634"/>
                  <a:pt x="602" y="634"/>
                </a:cubicBezTo>
                <a:cubicBezTo>
                  <a:pt x="605" y="634"/>
                  <a:pt x="609" y="635"/>
                  <a:pt x="613" y="638"/>
                </a:cubicBezTo>
                <a:lnTo>
                  <a:pt x="612" y="655"/>
                </a:lnTo>
                <a:cubicBezTo>
                  <a:pt x="612" y="700"/>
                  <a:pt x="603" y="739"/>
                  <a:pt x="585" y="770"/>
                </a:cubicBezTo>
                <a:cubicBezTo>
                  <a:pt x="567" y="802"/>
                  <a:pt x="539" y="818"/>
                  <a:pt x="502" y="818"/>
                </a:cubicBezTo>
                <a:cubicBezTo>
                  <a:pt x="476" y="818"/>
                  <a:pt x="455" y="810"/>
                  <a:pt x="440" y="794"/>
                </a:cubicBezTo>
                <a:cubicBezTo>
                  <a:pt x="425" y="778"/>
                  <a:pt x="413" y="752"/>
                  <a:pt x="404" y="718"/>
                </a:cubicBezTo>
                <a:cubicBezTo>
                  <a:pt x="395" y="682"/>
                  <a:pt x="390" y="659"/>
                  <a:pt x="390" y="650"/>
                </a:cubicBezTo>
                <a:lnTo>
                  <a:pt x="379" y="653"/>
                </a:lnTo>
                <a:cubicBezTo>
                  <a:pt x="372" y="655"/>
                  <a:pt x="361" y="657"/>
                  <a:pt x="346" y="659"/>
                </a:cubicBezTo>
                <a:cubicBezTo>
                  <a:pt x="332" y="662"/>
                  <a:pt x="318" y="663"/>
                  <a:pt x="304" y="663"/>
                </a:cubicBezTo>
                <a:cubicBezTo>
                  <a:pt x="221" y="663"/>
                  <a:pt x="151" y="632"/>
                  <a:pt x="91" y="569"/>
                </a:cubicBezTo>
                <a:cubicBezTo>
                  <a:pt x="31" y="506"/>
                  <a:pt x="0" y="427"/>
                  <a:pt x="0" y="331"/>
                </a:cubicBezTo>
                <a:moveTo>
                  <a:pt x="503" y="333"/>
                </a:moveTo>
                <a:cubicBezTo>
                  <a:pt x="503" y="279"/>
                  <a:pt x="497" y="231"/>
                  <a:pt x="484" y="190"/>
                </a:cubicBezTo>
                <a:cubicBezTo>
                  <a:pt x="471" y="150"/>
                  <a:pt x="454" y="119"/>
                  <a:pt x="434" y="98"/>
                </a:cubicBezTo>
                <a:cubicBezTo>
                  <a:pt x="413" y="76"/>
                  <a:pt x="392" y="61"/>
                  <a:pt x="370" y="51"/>
                </a:cubicBezTo>
                <a:cubicBezTo>
                  <a:pt x="348" y="41"/>
                  <a:pt x="327" y="37"/>
                  <a:pt x="305" y="37"/>
                </a:cubicBezTo>
                <a:cubicBezTo>
                  <a:pt x="284" y="37"/>
                  <a:pt x="261" y="41"/>
                  <a:pt x="239" y="51"/>
                </a:cubicBezTo>
                <a:cubicBezTo>
                  <a:pt x="216" y="61"/>
                  <a:pt x="195" y="76"/>
                  <a:pt x="175" y="98"/>
                </a:cubicBezTo>
                <a:cubicBezTo>
                  <a:pt x="155" y="119"/>
                  <a:pt x="138" y="150"/>
                  <a:pt x="124" y="190"/>
                </a:cubicBezTo>
                <a:cubicBezTo>
                  <a:pt x="110" y="231"/>
                  <a:pt x="104" y="279"/>
                  <a:pt x="104" y="333"/>
                </a:cubicBezTo>
                <a:cubicBezTo>
                  <a:pt x="104" y="452"/>
                  <a:pt x="137" y="539"/>
                  <a:pt x="202" y="591"/>
                </a:cubicBezTo>
                <a:cubicBezTo>
                  <a:pt x="216" y="602"/>
                  <a:pt x="225" y="607"/>
                  <a:pt x="227" y="607"/>
                </a:cubicBezTo>
                <a:lnTo>
                  <a:pt x="226" y="605"/>
                </a:lnTo>
                <a:cubicBezTo>
                  <a:pt x="226" y="603"/>
                  <a:pt x="226" y="602"/>
                  <a:pt x="226" y="601"/>
                </a:cubicBezTo>
                <a:cubicBezTo>
                  <a:pt x="224" y="597"/>
                  <a:pt x="223" y="590"/>
                  <a:pt x="223" y="581"/>
                </a:cubicBezTo>
                <a:cubicBezTo>
                  <a:pt x="223" y="561"/>
                  <a:pt x="231" y="543"/>
                  <a:pt x="245" y="526"/>
                </a:cubicBezTo>
                <a:cubicBezTo>
                  <a:pt x="260" y="509"/>
                  <a:pt x="281" y="501"/>
                  <a:pt x="306" y="501"/>
                </a:cubicBezTo>
                <a:cubicBezTo>
                  <a:pt x="345" y="501"/>
                  <a:pt x="376" y="528"/>
                  <a:pt x="401" y="579"/>
                </a:cubicBezTo>
                <a:lnTo>
                  <a:pt x="406" y="590"/>
                </a:lnTo>
                <a:cubicBezTo>
                  <a:pt x="436" y="570"/>
                  <a:pt x="459" y="538"/>
                  <a:pt x="477" y="493"/>
                </a:cubicBezTo>
                <a:cubicBezTo>
                  <a:pt x="494" y="450"/>
                  <a:pt x="503" y="397"/>
                  <a:pt x="503" y="333"/>
                </a:cubicBezTo>
                <a:moveTo>
                  <a:pt x="301" y="626"/>
                </a:moveTo>
                <a:cubicBezTo>
                  <a:pt x="312" y="626"/>
                  <a:pt x="325" y="625"/>
                  <a:pt x="337" y="622"/>
                </a:cubicBezTo>
                <a:cubicBezTo>
                  <a:pt x="350" y="619"/>
                  <a:pt x="360" y="616"/>
                  <a:pt x="368" y="613"/>
                </a:cubicBezTo>
                <a:cubicBezTo>
                  <a:pt x="376" y="610"/>
                  <a:pt x="380" y="608"/>
                  <a:pt x="380" y="606"/>
                </a:cubicBezTo>
                <a:cubicBezTo>
                  <a:pt x="379" y="602"/>
                  <a:pt x="378" y="597"/>
                  <a:pt x="376" y="591"/>
                </a:cubicBezTo>
                <a:cubicBezTo>
                  <a:pt x="375" y="585"/>
                  <a:pt x="369" y="575"/>
                  <a:pt x="359" y="563"/>
                </a:cubicBezTo>
                <a:cubicBezTo>
                  <a:pt x="349" y="550"/>
                  <a:pt x="338" y="542"/>
                  <a:pt x="325" y="538"/>
                </a:cubicBezTo>
                <a:cubicBezTo>
                  <a:pt x="317" y="537"/>
                  <a:pt x="309" y="536"/>
                  <a:pt x="302" y="536"/>
                </a:cubicBezTo>
                <a:cubicBezTo>
                  <a:pt x="290" y="536"/>
                  <a:pt x="280" y="541"/>
                  <a:pt x="272" y="550"/>
                </a:cubicBezTo>
                <a:cubicBezTo>
                  <a:pt x="262" y="559"/>
                  <a:pt x="258" y="570"/>
                  <a:pt x="257" y="582"/>
                </a:cubicBezTo>
                <a:cubicBezTo>
                  <a:pt x="257" y="593"/>
                  <a:pt x="261" y="604"/>
                  <a:pt x="270" y="613"/>
                </a:cubicBezTo>
                <a:cubicBezTo>
                  <a:pt x="278" y="622"/>
                  <a:pt x="288" y="626"/>
                  <a:pt x="301" y="62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30" name=""/>
          <p:cNvSpPr/>
          <p:nvPr/>
        </p:nvSpPr>
        <p:spPr>
          <a:xfrm>
            <a:off x="5538600" y="3495240"/>
            <a:ext cx="231480" cy="231480"/>
          </a:xfrm>
          <a:custGeom>
            <a:avLst/>
            <a:gdLst/>
            <a:ahLst/>
            <a:rect l="0" t="0" r="r" b="b"/>
            <a:pathLst>
              <a:path w="643" h="643">
                <a:moveTo>
                  <a:pt x="94" y="56"/>
                </a:moveTo>
                <a:cubicBezTo>
                  <a:pt x="90" y="52"/>
                  <a:pt x="86" y="49"/>
                  <a:pt x="84" y="48"/>
                </a:cubicBezTo>
                <a:cubicBezTo>
                  <a:pt x="81" y="46"/>
                  <a:pt x="77" y="45"/>
                  <a:pt x="69" y="45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159" y="0"/>
                </a:lnTo>
                <a:lnTo>
                  <a:pt x="190" y="0"/>
                </a:lnTo>
                <a:lnTo>
                  <a:pt x="249" y="0"/>
                </a:lnTo>
                <a:cubicBezTo>
                  <a:pt x="295" y="0"/>
                  <a:pt x="331" y="2"/>
                  <a:pt x="356" y="6"/>
                </a:cubicBezTo>
                <a:cubicBezTo>
                  <a:pt x="381" y="9"/>
                  <a:pt x="406" y="18"/>
                  <a:pt x="432" y="32"/>
                </a:cubicBezTo>
                <a:cubicBezTo>
                  <a:pt x="489" y="61"/>
                  <a:pt x="522" y="101"/>
                  <a:pt x="531" y="151"/>
                </a:cubicBezTo>
                <a:cubicBezTo>
                  <a:pt x="531" y="154"/>
                  <a:pt x="532" y="159"/>
                  <a:pt x="532" y="166"/>
                </a:cubicBezTo>
                <a:cubicBezTo>
                  <a:pt x="532" y="186"/>
                  <a:pt x="527" y="205"/>
                  <a:pt x="517" y="222"/>
                </a:cubicBezTo>
                <a:cubicBezTo>
                  <a:pt x="507" y="241"/>
                  <a:pt x="496" y="255"/>
                  <a:pt x="483" y="266"/>
                </a:cubicBezTo>
                <a:cubicBezTo>
                  <a:pt x="469" y="277"/>
                  <a:pt x="456" y="286"/>
                  <a:pt x="442" y="294"/>
                </a:cubicBezTo>
                <a:cubicBezTo>
                  <a:pt x="428" y="302"/>
                  <a:pt x="416" y="308"/>
                  <a:pt x="406" y="311"/>
                </a:cubicBezTo>
                <a:lnTo>
                  <a:pt x="392" y="315"/>
                </a:lnTo>
                <a:cubicBezTo>
                  <a:pt x="393" y="317"/>
                  <a:pt x="397" y="319"/>
                  <a:pt x="402" y="321"/>
                </a:cubicBezTo>
                <a:cubicBezTo>
                  <a:pt x="420" y="330"/>
                  <a:pt x="435" y="341"/>
                  <a:pt x="446" y="352"/>
                </a:cubicBezTo>
                <a:cubicBezTo>
                  <a:pt x="458" y="363"/>
                  <a:pt x="466" y="376"/>
                  <a:pt x="473" y="392"/>
                </a:cubicBezTo>
                <a:cubicBezTo>
                  <a:pt x="479" y="407"/>
                  <a:pt x="483" y="420"/>
                  <a:pt x="485" y="431"/>
                </a:cubicBezTo>
                <a:cubicBezTo>
                  <a:pt x="488" y="441"/>
                  <a:pt x="490" y="458"/>
                  <a:pt x="493" y="482"/>
                </a:cubicBezTo>
                <a:cubicBezTo>
                  <a:pt x="497" y="505"/>
                  <a:pt x="500" y="524"/>
                  <a:pt x="503" y="537"/>
                </a:cubicBezTo>
                <a:cubicBezTo>
                  <a:pt x="509" y="566"/>
                  <a:pt x="516" y="586"/>
                  <a:pt x="524" y="595"/>
                </a:cubicBezTo>
                <a:cubicBezTo>
                  <a:pt x="533" y="604"/>
                  <a:pt x="544" y="608"/>
                  <a:pt x="559" y="608"/>
                </a:cubicBezTo>
                <a:lnTo>
                  <a:pt x="564" y="608"/>
                </a:lnTo>
                <a:cubicBezTo>
                  <a:pt x="573" y="608"/>
                  <a:pt x="581" y="603"/>
                  <a:pt x="590" y="594"/>
                </a:cubicBezTo>
                <a:cubicBezTo>
                  <a:pt x="598" y="584"/>
                  <a:pt x="604" y="567"/>
                  <a:pt x="606" y="544"/>
                </a:cubicBezTo>
                <a:cubicBezTo>
                  <a:pt x="606" y="537"/>
                  <a:pt x="608" y="533"/>
                  <a:pt x="610" y="531"/>
                </a:cubicBezTo>
                <a:cubicBezTo>
                  <a:pt x="612" y="529"/>
                  <a:pt x="617" y="528"/>
                  <a:pt x="625" y="527"/>
                </a:cubicBezTo>
                <a:cubicBezTo>
                  <a:pt x="632" y="527"/>
                  <a:pt x="637" y="527"/>
                  <a:pt x="639" y="529"/>
                </a:cubicBezTo>
                <a:cubicBezTo>
                  <a:pt x="642" y="531"/>
                  <a:pt x="643" y="535"/>
                  <a:pt x="643" y="541"/>
                </a:cubicBezTo>
                <a:cubicBezTo>
                  <a:pt x="643" y="560"/>
                  <a:pt x="638" y="579"/>
                  <a:pt x="628" y="598"/>
                </a:cubicBezTo>
                <a:cubicBezTo>
                  <a:pt x="618" y="618"/>
                  <a:pt x="605" y="631"/>
                  <a:pt x="588" y="637"/>
                </a:cubicBezTo>
                <a:cubicBezTo>
                  <a:pt x="578" y="641"/>
                  <a:pt x="566" y="643"/>
                  <a:pt x="550" y="643"/>
                </a:cubicBezTo>
                <a:cubicBezTo>
                  <a:pt x="460" y="639"/>
                  <a:pt x="407" y="605"/>
                  <a:pt x="393" y="541"/>
                </a:cubicBezTo>
                <a:cubicBezTo>
                  <a:pt x="392" y="534"/>
                  <a:pt x="392" y="512"/>
                  <a:pt x="392" y="474"/>
                </a:cubicBezTo>
                <a:cubicBezTo>
                  <a:pt x="392" y="437"/>
                  <a:pt x="389" y="412"/>
                  <a:pt x="385" y="399"/>
                </a:cubicBezTo>
                <a:cubicBezTo>
                  <a:pt x="374" y="364"/>
                  <a:pt x="351" y="341"/>
                  <a:pt x="315" y="332"/>
                </a:cubicBezTo>
                <a:lnTo>
                  <a:pt x="306" y="330"/>
                </a:lnTo>
                <a:lnTo>
                  <a:pt x="246" y="329"/>
                </a:lnTo>
                <a:lnTo>
                  <a:pt x="186" y="329"/>
                </a:lnTo>
                <a:lnTo>
                  <a:pt x="186" y="448"/>
                </a:lnTo>
                <a:lnTo>
                  <a:pt x="187" y="567"/>
                </a:lnTo>
                <a:cubicBezTo>
                  <a:pt x="190" y="573"/>
                  <a:pt x="195" y="577"/>
                  <a:pt x="202" y="578"/>
                </a:cubicBezTo>
                <a:cubicBezTo>
                  <a:pt x="209" y="579"/>
                  <a:pt x="225" y="580"/>
                  <a:pt x="249" y="581"/>
                </a:cubicBezTo>
                <a:lnTo>
                  <a:pt x="280" y="581"/>
                </a:lnTo>
                <a:lnTo>
                  <a:pt x="280" y="623"/>
                </a:lnTo>
                <a:lnTo>
                  <a:pt x="270" y="623"/>
                </a:lnTo>
                <a:cubicBezTo>
                  <a:pt x="257" y="621"/>
                  <a:pt x="214" y="620"/>
                  <a:pt x="140" y="620"/>
                </a:cubicBezTo>
                <a:cubicBezTo>
                  <a:pt x="66" y="620"/>
                  <a:pt x="23" y="621"/>
                  <a:pt x="10" y="623"/>
                </a:cubicBezTo>
                <a:lnTo>
                  <a:pt x="0" y="623"/>
                </a:lnTo>
                <a:lnTo>
                  <a:pt x="0" y="581"/>
                </a:lnTo>
                <a:lnTo>
                  <a:pt x="30" y="581"/>
                </a:lnTo>
                <a:cubicBezTo>
                  <a:pt x="56" y="580"/>
                  <a:pt x="71" y="579"/>
                  <a:pt x="77" y="578"/>
                </a:cubicBezTo>
                <a:cubicBezTo>
                  <a:pt x="82" y="577"/>
                  <a:pt x="88" y="573"/>
                  <a:pt x="94" y="567"/>
                </a:cubicBezTo>
                <a:lnTo>
                  <a:pt x="94" y="56"/>
                </a:lnTo>
                <a:moveTo>
                  <a:pt x="423" y="168"/>
                </a:moveTo>
                <a:lnTo>
                  <a:pt x="423" y="159"/>
                </a:lnTo>
                <a:cubicBezTo>
                  <a:pt x="423" y="148"/>
                  <a:pt x="423" y="139"/>
                  <a:pt x="422" y="131"/>
                </a:cubicBezTo>
                <a:cubicBezTo>
                  <a:pt x="422" y="124"/>
                  <a:pt x="419" y="115"/>
                  <a:pt x="414" y="103"/>
                </a:cubicBezTo>
                <a:cubicBezTo>
                  <a:pt x="409" y="92"/>
                  <a:pt x="404" y="82"/>
                  <a:pt x="397" y="75"/>
                </a:cubicBezTo>
                <a:cubicBezTo>
                  <a:pt x="390" y="68"/>
                  <a:pt x="379" y="61"/>
                  <a:pt x="362" y="55"/>
                </a:cubicBezTo>
                <a:cubicBezTo>
                  <a:pt x="346" y="49"/>
                  <a:pt x="327" y="45"/>
                  <a:pt x="305" y="43"/>
                </a:cubicBezTo>
                <a:cubicBezTo>
                  <a:pt x="304" y="43"/>
                  <a:pt x="297" y="43"/>
                  <a:pt x="285" y="43"/>
                </a:cubicBezTo>
                <a:cubicBezTo>
                  <a:pt x="273" y="43"/>
                  <a:pt x="262" y="43"/>
                  <a:pt x="252" y="42"/>
                </a:cubicBezTo>
                <a:lnTo>
                  <a:pt x="233" y="42"/>
                </a:lnTo>
                <a:cubicBezTo>
                  <a:pt x="206" y="42"/>
                  <a:pt x="191" y="45"/>
                  <a:pt x="189" y="50"/>
                </a:cubicBezTo>
                <a:cubicBezTo>
                  <a:pt x="187" y="53"/>
                  <a:pt x="186" y="94"/>
                  <a:pt x="186" y="174"/>
                </a:cubicBezTo>
                <a:lnTo>
                  <a:pt x="186" y="295"/>
                </a:lnTo>
                <a:lnTo>
                  <a:pt x="239" y="295"/>
                </a:lnTo>
                <a:cubicBezTo>
                  <a:pt x="300" y="295"/>
                  <a:pt x="345" y="290"/>
                  <a:pt x="372" y="279"/>
                </a:cubicBezTo>
                <a:cubicBezTo>
                  <a:pt x="398" y="268"/>
                  <a:pt x="415" y="244"/>
                  <a:pt x="422" y="207"/>
                </a:cubicBezTo>
                <a:cubicBezTo>
                  <a:pt x="423" y="200"/>
                  <a:pt x="423" y="187"/>
                  <a:pt x="423" y="16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31" name=""/>
          <p:cNvSpPr/>
          <p:nvPr/>
        </p:nvSpPr>
        <p:spPr>
          <a:xfrm>
            <a:off x="5786280" y="3691440"/>
            <a:ext cx="116640" cy="147960"/>
          </a:xfrm>
          <a:custGeom>
            <a:avLst/>
            <a:gdLst/>
            <a:ahLst/>
            <a:rect l="0" t="0" r="r" b="b"/>
            <a:pathLst>
              <a:path w="324" h="411">
                <a:moveTo>
                  <a:pt x="11" y="381"/>
                </a:moveTo>
                <a:lnTo>
                  <a:pt x="20" y="381"/>
                </a:lnTo>
                <a:cubicBezTo>
                  <a:pt x="36" y="381"/>
                  <a:pt x="46" y="378"/>
                  <a:pt x="50" y="372"/>
                </a:cubicBezTo>
                <a:lnTo>
                  <a:pt x="50" y="367"/>
                </a:lnTo>
                <a:cubicBezTo>
                  <a:pt x="50" y="364"/>
                  <a:pt x="50" y="360"/>
                  <a:pt x="50" y="355"/>
                </a:cubicBezTo>
                <a:cubicBezTo>
                  <a:pt x="50" y="349"/>
                  <a:pt x="50" y="343"/>
                  <a:pt x="50" y="335"/>
                </a:cubicBezTo>
                <a:cubicBezTo>
                  <a:pt x="50" y="328"/>
                  <a:pt x="50" y="319"/>
                  <a:pt x="50" y="310"/>
                </a:cubicBezTo>
                <a:cubicBezTo>
                  <a:pt x="51" y="301"/>
                  <a:pt x="51" y="292"/>
                  <a:pt x="50" y="282"/>
                </a:cubicBezTo>
                <a:cubicBezTo>
                  <a:pt x="50" y="272"/>
                  <a:pt x="50" y="261"/>
                  <a:pt x="50" y="250"/>
                </a:cubicBezTo>
                <a:cubicBezTo>
                  <a:pt x="51" y="239"/>
                  <a:pt x="51" y="228"/>
                  <a:pt x="50" y="217"/>
                </a:cubicBezTo>
                <a:cubicBezTo>
                  <a:pt x="50" y="203"/>
                  <a:pt x="50" y="188"/>
                  <a:pt x="50" y="171"/>
                </a:cubicBezTo>
                <a:cubicBezTo>
                  <a:pt x="50" y="155"/>
                  <a:pt x="50" y="141"/>
                  <a:pt x="50" y="128"/>
                </a:cubicBezTo>
                <a:cubicBezTo>
                  <a:pt x="50" y="116"/>
                  <a:pt x="50" y="105"/>
                  <a:pt x="50" y="94"/>
                </a:cubicBezTo>
                <a:cubicBezTo>
                  <a:pt x="50" y="84"/>
                  <a:pt x="50" y="76"/>
                  <a:pt x="50" y="69"/>
                </a:cubicBezTo>
                <a:cubicBezTo>
                  <a:pt x="49" y="63"/>
                  <a:pt x="49" y="59"/>
                  <a:pt x="50" y="59"/>
                </a:cubicBezTo>
                <a:cubicBezTo>
                  <a:pt x="49" y="51"/>
                  <a:pt x="46" y="45"/>
                  <a:pt x="41" y="43"/>
                </a:cubicBezTo>
                <a:cubicBezTo>
                  <a:pt x="36" y="40"/>
                  <a:pt x="26" y="38"/>
                  <a:pt x="12" y="37"/>
                </a:cubicBezTo>
                <a:lnTo>
                  <a:pt x="0" y="37"/>
                </a:lnTo>
                <a:lnTo>
                  <a:pt x="0" y="22"/>
                </a:lnTo>
                <a:cubicBezTo>
                  <a:pt x="0" y="12"/>
                  <a:pt x="1" y="7"/>
                  <a:pt x="2" y="7"/>
                </a:cubicBezTo>
                <a:lnTo>
                  <a:pt x="8" y="7"/>
                </a:lnTo>
                <a:cubicBezTo>
                  <a:pt x="12" y="6"/>
                  <a:pt x="18" y="6"/>
                  <a:pt x="27" y="5"/>
                </a:cubicBezTo>
                <a:cubicBezTo>
                  <a:pt x="35" y="5"/>
                  <a:pt x="43" y="5"/>
                  <a:pt x="50" y="4"/>
                </a:cubicBezTo>
                <a:cubicBezTo>
                  <a:pt x="58" y="4"/>
                  <a:pt x="66" y="3"/>
                  <a:pt x="74" y="3"/>
                </a:cubicBezTo>
                <a:cubicBezTo>
                  <a:pt x="83" y="2"/>
                  <a:pt x="89" y="2"/>
                  <a:pt x="94" y="1"/>
                </a:cubicBezTo>
                <a:cubicBezTo>
                  <a:pt x="98" y="0"/>
                  <a:pt x="100" y="0"/>
                  <a:pt x="101" y="0"/>
                </a:cubicBezTo>
                <a:lnTo>
                  <a:pt x="103" y="0"/>
                </a:lnTo>
                <a:lnTo>
                  <a:pt x="103" y="17"/>
                </a:lnTo>
                <a:lnTo>
                  <a:pt x="103" y="34"/>
                </a:lnTo>
                <a:lnTo>
                  <a:pt x="108" y="29"/>
                </a:lnTo>
                <a:cubicBezTo>
                  <a:pt x="134" y="10"/>
                  <a:pt x="163" y="1"/>
                  <a:pt x="198" y="1"/>
                </a:cubicBezTo>
                <a:cubicBezTo>
                  <a:pt x="233" y="1"/>
                  <a:pt x="262" y="15"/>
                  <a:pt x="287" y="42"/>
                </a:cubicBezTo>
                <a:cubicBezTo>
                  <a:pt x="311" y="70"/>
                  <a:pt x="324" y="104"/>
                  <a:pt x="324" y="146"/>
                </a:cubicBezTo>
                <a:cubicBezTo>
                  <a:pt x="324" y="190"/>
                  <a:pt x="310" y="225"/>
                  <a:pt x="282" y="252"/>
                </a:cubicBezTo>
                <a:cubicBezTo>
                  <a:pt x="255" y="279"/>
                  <a:pt x="223" y="293"/>
                  <a:pt x="187" y="293"/>
                </a:cubicBezTo>
                <a:cubicBezTo>
                  <a:pt x="158" y="293"/>
                  <a:pt x="132" y="283"/>
                  <a:pt x="110" y="264"/>
                </a:cubicBezTo>
                <a:lnTo>
                  <a:pt x="105" y="260"/>
                </a:lnTo>
                <a:lnTo>
                  <a:pt x="105" y="315"/>
                </a:lnTo>
                <a:lnTo>
                  <a:pt x="105" y="351"/>
                </a:lnTo>
                <a:cubicBezTo>
                  <a:pt x="105" y="362"/>
                  <a:pt x="105" y="369"/>
                  <a:pt x="106" y="372"/>
                </a:cubicBezTo>
                <a:cubicBezTo>
                  <a:pt x="107" y="374"/>
                  <a:pt x="109" y="377"/>
                  <a:pt x="113" y="379"/>
                </a:cubicBezTo>
                <a:cubicBezTo>
                  <a:pt x="122" y="380"/>
                  <a:pt x="132" y="381"/>
                  <a:pt x="144" y="381"/>
                </a:cubicBezTo>
                <a:lnTo>
                  <a:pt x="155" y="381"/>
                </a:lnTo>
                <a:lnTo>
                  <a:pt x="155" y="411"/>
                </a:lnTo>
                <a:lnTo>
                  <a:pt x="150" y="411"/>
                </a:lnTo>
                <a:lnTo>
                  <a:pt x="134" y="410"/>
                </a:lnTo>
                <a:cubicBezTo>
                  <a:pt x="124" y="409"/>
                  <a:pt x="114" y="409"/>
                  <a:pt x="102" y="409"/>
                </a:cubicBezTo>
                <a:cubicBezTo>
                  <a:pt x="90" y="409"/>
                  <a:pt x="82" y="409"/>
                  <a:pt x="77" y="409"/>
                </a:cubicBezTo>
                <a:cubicBezTo>
                  <a:pt x="33" y="409"/>
                  <a:pt x="9" y="409"/>
                  <a:pt x="5" y="411"/>
                </a:cubicBezTo>
                <a:lnTo>
                  <a:pt x="0" y="411"/>
                </a:lnTo>
                <a:lnTo>
                  <a:pt x="0" y="381"/>
                </a:lnTo>
                <a:lnTo>
                  <a:pt x="11" y="381"/>
                </a:lnTo>
                <a:moveTo>
                  <a:pt x="261" y="144"/>
                </a:moveTo>
                <a:cubicBezTo>
                  <a:pt x="261" y="113"/>
                  <a:pt x="254" y="85"/>
                  <a:pt x="239" y="61"/>
                </a:cubicBezTo>
                <a:cubicBezTo>
                  <a:pt x="225" y="38"/>
                  <a:pt x="207" y="26"/>
                  <a:pt x="184" y="26"/>
                </a:cubicBezTo>
                <a:cubicBezTo>
                  <a:pt x="153" y="26"/>
                  <a:pt x="127" y="40"/>
                  <a:pt x="105" y="68"/>
                </a:cubicBezTo>
                <a:lnTo>
                  <a:pt x="105" y="223"/>
                </a:lnTo>
                <a:cubicBezTo>
                  <a:pt x="122" y="254"/>
                  <a:pt x="146" y="269"/>
                  <a:pt x="177" y="269"/>
                </a:cubicBezTo>
                <a:cubicBezTo>
                  <a:pt x="199" y="269"/>
                  <a:pt x="219" y="257"/>
                  <a:pt x="235" y="234"/>
                </a:cubicBezTo>
                <a:cubicBezTo>
                  <a:pt x="252" y="211"/>
                  <a:pt x="261" y="181"/>
                  <a:pt x="261" y="14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32" name=""/>
          <p:cNvSpPr/>
          <p:nvPr/>
        </p:nvSpPr>
        <p:spPr>
          <a:xfrm>
            <a:off x="5916960" y="3690000"/>
            <a:ext cx="102960" cy="106560"/>
          </a:xfrm>
          <a:custGeom>
            <a:avLst/>
            <a:gdLst/>
            <a:ahLst/>
            <a:rect l="0" t="0" r="r" b="b"/>
            <a:pathLst>
              <a:path w="286" h="296">
                <a:moveTo>
                  <a:pt x="0" y="151"/>
                </a:moveTo>
                <a:cubicBezTo>
                  <a:pt x="0" y="110"/>
                  <a:pt x="14" y="75"/>
                  <a:pt x="42" y="45"/>
                </a:cubicBezTo>
                <a:cubicBezTo>
                  <a:pt x="70" y="16"/>
                  <a:pt x="104" y="1"/>
                  <a:pt x="143" y="0"/>
                </a:cubicBezTo>
                <a:cubicBezTo>
                  <a:pt x="182" y="0"/>
                  <a:pt x="215" y="15"/>
                  <a:pt x="244" y="44"/>
                </a:cubicBezTo>
                <a:cubicBezTo>
                  <a:pt x="272" y="73"/>
                  <a:pt x="286" y="109"/>
                  <a:pt x="286" y="150"/>
                </a:cubicBezTo>
                <a:cubicBezTo>
                  <a:pt x="286" y="192"/>
                  <a:pt x="272" y="226"/>
                  <a:pt x="245" y="254"/>
                </a:cubicBezTo>
                <a:cubicBezTo>
                  <a:pt x="217" y="282"/>
                  <a:pt x="183" y="296"/>
                  <a:pt x="143" y="296"/>
                </a:cubicBezTo>
                <a:cubicBezTo>
                  <a:pt x="101" y="296"/>
                  <a:pt x="67" y="282"/>
                  <a:pt x="41" y="253"/>
                </a:cubicBezTo>
                <a:cubicBezTo>
                  <a:pt x="14" y="224"/>
                  <a:pt x="1" y="191"/>
                  <a:pt x="0" y="151"/>
                </a:cubicBezTo>
                <a:moveTo>
                  <a:pt x="143" y="270"/>
                </a:moveTo>
                <a:cubicBezTo>
                  <a:pt x="195" y="270"/>
                  <a:pt x="221" y="235"/>
                  <a:pt x="221" y="164"/>
                </a:cubicBezTo>
                <a:lnTo>
                  <a:pt x="221" y="144"/>
                </a:lnTo>
                <a:lnTo>
                  <a:pt x="221" y="128"/>
                </a:lnTo>
                <a:cubicBezTo>
                  <a:pt x="221" y="118"/>
                  <a:pt x="221" y="110"/>
                  <a:pt x="221" y="103"/>
                </a:cubicBezTo>
                <a:cubicBezTo>
                  <a:pt x="220" y="97"/>
                  <a:pt x="219" y="88"/>
                  <a:pt x="216" y="79"/>
                </a:cubicBezTo>
                <a:cubicBezTo>
                  <a:pt x="214" y="69"/>
                  <a:pt x="210" y="62"/>
                  <a:pt x="206" y="56"/>
                </a:cubicBezTo>
                <a:cubicBezTo>
                  <a:pt x="202" y="50"/>
                  <a:pt x="195" y="44"/>
                  <a:pt x="186" y="38"/>
                </a:cubicBezTo>
                <a:cubicBezTo>
                  <a:pt x="177" y="32"/>
                  <a:pt x="167" y="27"/>
                  <a:pt x="155" y="25"/>
                </a:cubicBezTo>
                <a:cubicBezTo>
                  <a:pt x="152" y="24"/>
                  <a:pt x="149" y="24"/>
                  <a:pt x="144" y="24"/>
                </a:cubicBezTo>
                <a:cubicBezTo>
                  <a:pt x="131" y="24"/>
                  <a:pt x="119" y="27"/>
                  <a:pt x="108" y="32"/>
                </a:cubicBezTo>
                <a:cubicBezTo>
                  <a:pt x="89" y="41"/>
                  <a:pt x="77" y="54"/>
                  <a:pt x="72" y="71"/>
                </a:cubicBezTo>
                <a:cubicBezTo>
                  <a:pt x="66" y="88"/>
                  <a:pt x="63" y="108"/>
                  <a:pt x="63" y="130"/>
                </a:cubicBezTo>
                <a:lnTo>
                  <a:pt x="63" y="143"/>
                </a:lnTo>
                <a:cubicBezTo>
                  <a:pt x="63" y="184"/>
                  <a:pt x="67" y="214"/>
                  <a:pt x="75" y="231"/>
                </a:cubicBezTo>
                <a:cubicBezTo>
                  <a:pt x="89" y="257"/>
                  <a:pt x="112" y="270"/>
                  <a:pt x="143" y="27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33" name=""/>
          <p:cNvSpPr/>
          <p:nvPr/>
        </p:nvSpPr>
        <p:spPr>
          <a:xfrm>
            <a:off x="6032880" y="3690000"/>
            <a:ext cx="102960" cy="106560"/>
          </a:xfrm>
          <a:custGeom>
            <a:avLst/>
            <a:gdLst/>
            <a:ahLst/>
            <a:rect l="0" t="0" r="r" b="b"/>
            <a:pathLst>
              <a:path w="286" h="296">
                <a:moveTo>
                  <a:pt x="0" y="151"/>
                </a:moveTo>
                <a:cubicBezTo>
                  <a:pt x="0" y="110"/>
                  <a:pt x="14" y="75"/>
                  <a:pt x="42" y="45"/>
                </a:cubicBezTo>
                <a:cubicBezTo>
                  <a:pt x="70" y="16"/>
                  <a:pt x="103" y="1"/>
                  <a:pt x="143" y="0"/>
                </a:cubicBezTo>
                <a:cubicBezTo>
                  <a:pt x="181" y="0"/>
                  <a:pt x="216" y="15"/>
                  <a:pt x="243" y="44"/>
                </a:cubicBezTo>
                <a:cubicBezTo>
                  <a:pt x="271" y="73"/>
                  <a:pt x="285" y="109"/>
                  <a:pt x="286" y="150"/>
                </a:cubicBezTo>
                <a:cubicBezTo>
                  <a:pt x="286" y="192"/>
                  <a:pt x="272" y="226"/>
                  <a:pt x="245" y="254"/>
                </a:cubicBezTo>
                <a:cubicBezTo>
                  <a:pt x="217" y="282"/>
                  <a:pt x="183" y="296"/>
                  <a:pt x="143" y="296"/>
                </a:cubicBezTo>
                <a:cubicBezTo>
                  <a:pt x="101" y="296"/>
                  <a:pt x="67" y="282"/>
                  <a:pt x="40" y="253"/>
                </a:cubicBezTo>
                <a:cubicBezTo>
                  <a:pt x="14" y="224"/>
                  <a:pt x="0" y="191"/>
                  <a:pt x="0" y="151"/>
                </a:cubicBezTo>
                <a:moveTo>
                  <a:pt x="143" y="270"/>
                </a:moveTo>
                <a:cubicBezTo>
                  <a:pt x="195" y="270"/>
                  <a:pt x="222" y="235"/>
                  <a:pt x="222" y="164"/>
                </a:cubicBezTo>
                <a:lnTo>
                  <a:pt x="222" y="144"/>
                </a:lnTo>
                <a:lnTo>
                  <a:pt x="222" y="128"/>
                </a:lnTo>
                <a:cubicBezTo>
                  <a:pt x="222" y="118"/>
                  <a:pt x="222" y="110"/>
                  <a:pt x="222" y="103"/>
                </a:cubicBezTo>
                <a:cubicBezTo>
                  <a:pt x="221" y="97"/>
                  <a:pt x="220" y="88"/>
                  <a:pt x="217" y="79"/>
                </a:cubicBezTo>
                <a:cubicBezTo>
                  <a:pt x="214" y="69"/>
                  <a:pt x="211" y="62"/>
                  <a:pt x="207" y="56"/>
                </a:cubicBezTo>
                <a:cubicBezTo>
                  <a:pt x="202" y="50"/>
                  <a:pt x="195" y="44"/>
                  <a:pt x="186" y="38"/>
                </a:cubicBezTo>
                <a:cubicBezTo>
                  <a:pt x="177" y="32"/>
                  <a:pt x="166" y="27"/>
                  <a:pt x="154" y="25"/>
                </a:cubicBezTo>
                <a:cubicBezTo>
                  <a:pt x="152" y="24"/>
                  <a:pt x="149" y="24"/>
                  <a:pt x="144" y="24"/>
                </a:cubicBezTo>
                <a:cubicBezTo>
                  <a:pt x="131" y="24"/>
                  <a:pt x="119" y="27"/>
                  <a:pt x="107" y="32"/>
                </a:cubicBezTo>
                <a:cubicBezTo>
                  <a:pt x="89" y="41"/>
                  <a:pt x="77" y="54"/>
                  <a:pt x="71" y="71"/>
                </a:cubicBezTo>
                <a:cubicBezTo>
                  <a:pt x="66" y="88"/>
                  <a:pt x="63" y="108"/>
                  <a:pt x="63" y="130"/>
                </a:cubicBezTo>
                <a:lnTo>
                  <a:pt x="63" y="143"/>
                </a:lnTo>
                <a:cubicBezTo>
                  <a:pt x="63" y="184"/>
                  <a:pt x="67" y="214"/>
                  <a:pt x="75" y="231"/>
                </a:cubicBezTo>
                <a:cubicBezTo>
                  <a:pt x="89" y="257"/>
                  <a:pt x="111" y="270"/>
                  <a:pt x="143" y="27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34" name=""/>
          <p:cNvSpPr/>
          <p:nvPr/>
        </p:nvSpPr>
        <p:spPr>
          <a:xfrm>
            <a:off x="6148080" y="3633120"/>
            <a:ext cx="55440" cy="161280"/>
          </a:xfrm>
          <a:custGeom>
            <a:avLst/>
            <a:gdLst/>
            <a:ahLst/>
            <a:rect l="0" t="0" r="r" b="b"/>
            <a:pathLst>
              <a:path w="154" h="448">
                <a:moveTo>
                  <a:pt x="11" y="418"/>
                </a:moveTo>
                <a:lnTo>
                  <a:pt x="20" y="418"/>
                </a:lnTo>
                <a:cubicBezTo>
                  <a:pt x="37" y="418"/>
                  <a:pt x="47" y="415"/>
                  <a:pt x="51" y="409"/>
                </a:cubicBezTo>
                <a:lnTo>
                  <a:pt x="51" y="404"/>
                </a:lnTo>
                <a:cubicBezTo>
                  <a:pt x="51" y="400"/>
                  <a:pt x="51" y="395"/>
                  <a:pt x="51" y="388"/>
                </a:cubicBezTo>
                <a:cubicBezTo>
                  <a:pt x="51" y="382"/>
                  <a:pt x="51" y="375"/>
                  <a:pt x="51" y="367"/>
                </a:cubicBezTo>
                <a:cubicBezTo>
                  <a:pt x="51" y="359"/>
                  <a:pt x="51" y="350"/>
                  <a:pt x="51" y="339"/>
                </a:cubicBezTo>
                <a:cubicBezTo>
                  <a:pt x="52" y="329"/>
                  <a:pt x="52" y="318"/>
                  <a:pt x="51" y="307"/>
                </a:cubicBezTo>
                <a:cubicBezTo>
                  <a:pt x="51" y="296"/>
                  <a:pt x="51" y="284"/>
                  <a:pt x="51" y="272"/>
                </a:cubicBezTo>
                <a:cubicBezTo>
                  <a:pt x="52" y="259"/>
                  <a:pt x="52" y="247"/>
                  <a:pt x="51" y="235"/>
                </a:cubicBezTo>
                <a:cubicBezTo>
                  <a:pt x="51" y="219"/>
                  <a:pt x="51" y="202"/>
                  <a:pt x="51" y="185"/>
                </a:cubicBezTo>
                <a:cubicBezTo>
                  <a:pt x="51" y="167"/>
                  <a:pt x="51" y="151"/>
                  <a:pt x="51" y="137"/>
                </a:cubicBezTo>
                <a:cubicBezTo>
                  <a:pt x="51" y="122"/>
                  <a:pt x="51" y="109"/>
                  <a:pt x="51" y="98"/>
                </a:cubicBezTo>
                <a:cubicBezTo>
                  <a:pt x="51" y="87"/>
                  <a:pt x="51" y="77"/>
                  <a:pt x="51" y="70"/>
                </a:cubicBezTo>
                <a:cubicBezTo>
                  <a:pt x="50" y="62"/>
                  <a:pt x="50" y="58"/>
                  <a:pt x="51" y="59"/>
                </a:cubicBezTo>
                <a:cubicBezTo>
                  <a:pt x="50" y="51"/>
                  <a:pt x="47" y="45"/>
                  <a:pt x="42" y="43"/>
                </a:cubicBezTo>
                <a:cubicBezTo>
                  <a:pt x="37" y="40"/>
                  <a:pt x="27" y="38"/>
                  <a:pt x="12" y="37"/>
                </a:cubicBezTo>
                <a:lnTo>
                  <a:pt x="0" y="37"/>
                </a:lnTo>
                <a:lnTo>
                  <a:pt x="0" y="22"/>
                </a:lnTo>
                <a:cubicBezTo>
                  <a:pt x="0" y="12"/>
                  <a:pt x="1" y="7"/>
                  <a:pt x="2" y="7"/>
                </a:cubicBezTo>
                <a:lnTo>
                  <a:pt x="8" y="7"/>
                </a:lnTo>
                <a:cubicBezTo>
                  <a:pt x="12" y="6"/>
                  <a:pt x="19" y="6"/>
                  <a:pt x="28" y="5"/>
                </a:cubicBezTo>
                <a:cubicBezTo>
                  <a:pt x="36" y="5"/>
                  <a:pt x="44" y="4"/>
                  <a:pt x="51" y="4"/>
                </a:cubicBezTo>
                <a:cubicBezTo>
                  <a:pt x="59" y="4"/>
                  <a:pt x="67" y="3"/>
                  <a:pt x="75" y="3"/>
                </a:cubicBezTo>
                <a:cubicBezTo>
                  <a:pt x="84" y="2"/>
                  <a:pt x="90" y="2"/>
                  <a:pt x="95" y="1"/>
                </a:cubicBezTo>
                <a:cubicBezTo>
                  <a:pt x="99" y="0"/>
                  <a:pt x="101" y="0"/>
                  <a:pt x="102" y="0"/>
                </a:cubicBezTo>
                <a:lnTo>
                  <a:pt x="104" y="0"/>
                </a:lnTo>
                <a:lnTo>
                  <a:pt x="104" y="203"/>
                </a:lnTo>
                <a:cubicBezTo>
                  <a:pt x="104" y="339"/>
                  <a:pt x="104" y="408"/>
                  <a:pt x="104" y="409"/>
                </a:cubicBezTo>
                <a:cubicBezTo>
                  <a:pt x="106" y="413"/>
                  <a:pt x="109" y="415"/>
                  <a:pt x="112" y="416"/>
                </a:cubicBezTo>
                <a:cubicBezTo>
                  <a:pt x="121" y="417"/>
                  <a:pt x="131" y="418"/>
                  <a:pt x="143" y="418"/>
                </a:cubicBezTo>
                <a:lnTo>
                  <a:pt x="154" y="418"/>
                </a:lnTo>
                <a:lnTo>
                  <a:pt x="154" y="448"/>
                </a:lnTo>
                <a:lnTo>
                  <a:pt x="149" y="448"/>
                </a:lnTo>
                <a:lnTo>
                  <a:pt x="134" y="447"/>
                </a:lnTo>
                <a:cubicBezTo>
                  <a:pt x="124" y="447"/>
                  <a:pt x="113" y="446"/>
                  <a:pt x="102" y="446"/>
                </a:cubicBezTo>
                <a:cubicBezTo>
                  <a:pt x="91" y="446"/>
                  <a:pt x="83" y="446"/>
                  <a:pt x="78" y="446"/>
                </a:cubicBezTo>
                <a:cubicBezTo>
                  <a:pt x="73" y="445"/>
                  <a:pt x="65" y="445"/>
                  <a:pt x="53" y="446"/>
                </a:cubicBezTo>
                <a:cubicBezTo>
                  <a:pt x="42" y="446"/>
                  <a:pt x="32" y="447"/>
                  <a:pt x="20" y="447"/>
                </a:cubicBezTo>
                <a:lnTo>
                  <a:pt x="5" y="448"/>
                </a:lnTo>
                <a:lnTo>
                  <a:pt x="0" y="448"/>
                </a:lnTo>
                <a:lnTo>
                  <a:pt x="0" y="418"/>
                </a:lnTo>
                <a:lnTo>
                  <a:pt x="11" y="41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35" name=""/>
          <p:cNvSpPr/>
          <p:nvPr/>
        </p:nvSpPr>
        <p:spPr>
          <a:xfrm>
            <a:off x="6212880" y="3690000"/>
            <a:ext cx="90000" cy="106920"/>
          </a:xfrm>
          <a:custGeom>
            <a:avLst/>
            <a:gdLst/>
            <a:ahLst/>
            <a:rect l="0" t="0" r="r" b="b"/>
            <a:pathLst>
              <a:path w="250" h="297">
                <a:moveTo>
                  <a:pt x="0" y="148"/>
                </a:moveTo>
                <a:cubicBezTo>
                  <a:pt x="0" y="125"/>
                  <a:pt x="5" y="103"/>
                  <a:pt x="13" y="84"/>
                </a:cubicBezTo>
                <a:cubicBezTo>
                  <a:pt x="22" y="65"/>
                  <a:pt x="33" y="49"/>
                  <a:pt x="45" y="37"/>
                </a:cubicBezTo>
                <a:cubicBezTo>
                  <a:pt x="59" y="25"/>
                  <a:pt x="73" y="16"/>
                  <a:pt x="88" y="10"/>
                </a:cubicBezTo>
                <a:cubicBezTo>
                  <a:pt x="103" y="4"/>
                  <a:pt x="117" y="1"/>
                  <a:pt x="131" y="0"/>
                </a:cubicBezTo>
                <a:cubicBezTo>
                  <a:pt x="153" y="0"/>
                  <a:pt x="173" y="4"/>
                  <a:pt x="189" y="12"/>
                </a:cubicBezTo>
                <a:cubicBezTo>
                  <a:pt x="206" y="20"/>
                  <a:pt x="218" y="30"/>
                  <a:pt x="227" y="44"/>
                </a:cubicBezTo>
                <a:cubicBezTo>
                  <a:pt x="235" y="58"/>
                  <a:pt x="241" y="72"/>
                  <a:pt x="245" y="85"/>
                </a:cubicBezTo>
                <a:cubicBezTo>
                  <a:pt x="248" y="99"/>
                  <a:pt x="250" y="114"/>
                  <a:pt x="250" y="131"/>
                </a:cubicBezTo>
                <a:cubicBezTo>
                  <a:pt x="250" y="134"/>
                  <a:pt x="249" y="137"/>
                  <a:pt x="246" y="140"/>
                </a:cubicBezTo>
                <a:lnTo>
                  <a:pt x="64" y="140"/>
                </a:lnTo>
                <a:lnTo>
                  <a:pt x="64" y="150"/>
                </a:lnTo>
                <a:cubicBezTo>
                  <a:pt x="64" y="213"/>
                  <a:pt x="86" y="253"/>
                  <a:pt x="129" y="267"/>
                </a:cubicBezTo>
                <a:cubicBezTo>
                  <a:pt x="137" y="269"/>
                  <a:pt x="147" y="270"/>
                  <a:pt x="157" y="270"/>
                </a:cubicBezTo>
                <a:cubicBezTo>
                  <a:pt x="175" y="270"/>
                  <a:pt x="191" y="264"/>
                  <a:pt x="203" y="250"/>
                </a:cubicBezTo>
                <a:cubicBezTo>
                  <a:pt x="211" y="242"/>
                  <a:pt x="217" y="233"/>
                  <a:pt x="221" y="222"/>
                </a:cubicBezTo>
                <a:lnTo>
                  <a:pt x="227" y="206"/>
                </a:lnTo>
                <a:cubicBezTo>
                  <a:pt x="229" y="205"/>
                  <a:pt x="232" y="204"/>
                  <a:pt x="238" y="204"/>
                </a:cubicBezTo>
                <a:lnTo>
                  <a:pt x="240" y="204"/>
                </a:lnTo>
                <a:cubicBezTo>
                  <a:pt x="247" y="204"/>
                  <a:pt x="250" y="207"/>
                  <a:pt x="250" y="211"/>
                </a:cubicBezTo>
                <a:cubicBezTo>
                  <a:pt x="250" y="213"/>
                  <a:pt x="250" y="215"/>
                  <a:pt x="249" y="219"/>
                </a:cubicBezTo>
                <a:cubicBezTo>
                  <a:pt x="240" y="244"/>
                  <a:pt x="227" y="262"/>
                  <a:pt x="208" y="276"/>
                </a:cubicBezTo>
                <a:cubicBezTo>
                  <a:pt x="189" y="290"/>
                  <a:pt x="168" y="297"/>
                  <a:pt x="144" y="297"/>
                </a:cubicBezTo>
                <a:cubicBezTo>
                  <a:pt x="104" y="297"/>
                  <a:pt x="70" y="282"/>
                  <a:pt x="42" y="252"/>
                </a:cubicBezTo>
                <a:cubicBezTo>
                  <a:pt x="15" y="222"/>
                  <a:pt x="1" y="187"/>
                  <a:pt x="0" y="148"/>
                </a:cubicBezTo>
                <a:moveTo>
                  <a:pt x="198" y="112"/>
                </a:moveTo>
                <a:cubicBezTo>
                  <a:pt x="193" y="57"/>
                  <a:pt x="173" y="28"/>
                  <a:pt x="137" y="24"/>
                </a:cubicBezTo>
                <a:lnTo>
                  <a:pt x="135" y="24"/>
                </a:lnTo>
                <a:cubicBezTo>
                  <a:pt x="132" y="24"/>
                  <a:pt x="128" y="24"/>
                  <a:pt x="125" y="25"/>
                </a:cubicBezTo>
                <a:cubicBezTo>
                  <a:pt x="122" y="25"/>
                  <a:pt x="116" y="27"/>
                  <a:pt x="109" y="30"/>
                </a:cubicBezTo>
                <a:cubicBezTo>
                  <a:pt x="102" y="33"/>
                  <a:pt x="95" y="38"/>
                  <a:pt x="90" y="44"/>
                </a:cubicBezTo>
                <a:cubicBezTo>
                  <a:pt x="85" y="50"/>
                  <a:pt x="80" y="58"/>
                  <a:pt x="75" y="70"/>
                </a:cubicBezTo>
                <a:cubicBezTo>
                  <a:pt x="71" y="81"/>
                  <a:pt x="67" y="96"/>
                  <a:pt x="65" y="112"/>
                </a:cubicBezTo>
                <a:lnTo>
                  <a:pt x="65" y="117"/>
                </a:lnTo>
                <a:lnTo>
                  <a:pt x="198" y="117"/>
                </a:lnTo>
                <a:lnTo>
                  <a:pt x="198" y="11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36" name=""/>
          <p:cNvSpPr/>
          <p:nvPr/>
        </p:nvSpPr>
        <p:spPr>
          <a:xfrm>
            <a:off x="6317280" y="3633120"/>
            <a:ext cx="116280" cy="163800"/>
          </a:xfrm>
          <a:custGeom>
            <a:avLst/>
            <a:gdLst/>
            <a:ahLst/>
            <a:rect l="0" t="0" r="r" b="b"/>
            <a:pathLst>
              <a:path w="323" h="455">
                <a:moveTo>
                  <a:pt x="221" y="129"/>
                </a:moveTo>
                <a:cubicBezTo>
                  <a:pt x="221" y="122"/>
                  <a:pt x="221" y="114"/>
                  <a:pt x="221" y="103"/>
                </a:cubicBezTo>
                <a:cubicBezTo>
                  <a:pt x="221" y="92"/>
                  <a:pt x="221" y="85"/>
                  <a:pt x="222" y="81"/>
                </a:cubicBezTo>
                <a:cubicBezTo>
                  <a:pt x="222" y="62"/>
                  <a:pt x="220" y="50"/>
                  <a:pt x="215" y="45"/>
                </a:cubicBezTo>
                <a:cubicBezTo>
                  <a:pt x="211" y="40"/>
                  <a:pt x="200" y="38"/>
                  <a:pt x="182" y="37"/>
                </a:cubicBezTo>
                <a:lnTo>
                  <a:pt x="171" y="37"/>
                </a:lnTo>
                <a:lnTo>
                  <a:pt x="171" y="22"/>
                </a:lnTo>
                <a:cubicBezTo>
                  <a:pt x="171" y="12"/>
                  <a:pt x="171" y="7"/>
                  <a:pt x="172" y="7"/>
                </a:cubicBezTo>
                <a:lnTo>
                  <a:pt x="179" y="7"/>
                </a:lnTo>
                <a:cubicBezTo>
                  <a:pt x="183" y="6"/>
                  <a:pt x="189" y="6"/>
                  <a:pt x="197" y="5"/>
                </a:cubicBezTo>
                <a:cubicBezTo>
                  <a:pt x="205" y="5"/>
                  <a:pt x="213" y="4"/>
                  <a:pt x="221" y="4"/>
                </a:cubicBezTo>
                <a:cubicBezTo>
                  <a:pt x="228" y="4"/>
                  <a:pt x="236" y="3"/>
                  <a:pt x="245" y="3"/>
                </a:cubicBezTo>
                <a:cubicBezTo>
                  <a:pt x="253" y="2"/>
                  <a:pt x="260" y="2"/>
                  <a:pt x="264" y="1"/>
                </a:cubicBezTo>
                <a:cubicBezTo>
                  <a:pt x="268" y="0"/>
                  <a:pt x="271" y="0"/>
                  <a:pt x="271" y="0"/>
                </a:cubicBezTo>
                <a:lnTo>
                  <a:pt x="273" y="0"/>
                </a:lnTo>
                <a:lnTo>
                  <a:pt x="273" y="197"/>
                </a:lnTo>
                <a:cubicBezTo>
                  <a:pt x="273" y="328"/>
                  <a:pt x="273" y="394"/>
                  <a:pt x="274" y="396"/>
                </a:cubicBezTo>
                <a:cubicBezTo>
                  <a:pt x="275" y="404"/>
                  <a:pt x="278" y="410"/>
                  <a:pt x="283" y="412"/>
                </a:cubicBezTo>
                <a:cubicBezTo>
                  <a:pt x="288" y="415"/>
                  <a:pt x="297" y="417"/>
                  <a:pt x="312" y="418"/>
                </a:cubicBezTo>
                <a:lnTo>
                  <a:pt x="323" y="418"/>
                </a:lnTo>
                <a:lnTo>
                  <a:pt x="323" y="448"/>
                </a:lnTo>
                <a:cubicBezTo>
                  <a:pt x="322" y="448"/>
                  <a:pt x="306" y="449"/>
                  <a:pt x="274" y="451"/>
                </a:cubicBezTo>
                <a:cubicBezTo>
                  <a:pt x="243" y="453"/>
                  <a:pt x="226" y="454"/>
                  <a:pt x="224" y="455"/>
                </a:cubicBezTo>
                <a:lnTo>
                  <a:pt x="219" y="455"/>
                </a:lnTo>
                <a:lnTo>
                  <a:pt x="219" y="419"/>
                </a:lnTo>
                <a:lnTo>
                  <a:pt x="214" y="424"/>
                </a:lnTo>
                <a:cubicBezTo>
                  <a:pt x="189" y="444"/>
                  <a:pt x="161" y="455"/>
                  <a:pt x="130" y="455"/>
                </a:cubicBezTo>
                <a:cubicBezTo>
                  <a:pt x="97" y="455"/>
                  <a:pt x="67" y="442"/>
                  <a:pt x="41" y="416"/>
                </a:cubicBezTo>
                <a:cubicBezTo>
                  <a:pt x="14" y="389"/>
                  <a:pt x="0" y="354"/>
                  <a:pt x="0" y="309"/>
                </a:cubicBezTo>
                <a:cubicBezTo>
                  <a:pt x="0" y="266"/>
                  <a:pt x="14" y="231"/>
                  <a:pt x="42" y="204"/>
                </a:cubicBezTo>
                <a:cubicBezTo>
                  <a:pt x="69" y="177"/>
                  <a:pt x="100" y="164"/>
                  <a:pt x="136" y="163"/>
                </a:cubicBezTo>
                <a:cubicBezTo>
                  <a:pt x="168" y="163"/>
                  <a:pt x="197" y="174"/>
                  <a:pt x="221" y="195"/>
                </a:cubicBezTo>
                <a:lnTo>
                  <a:pt x="221" y="129"/>
                </a:lnTo>
                <a:moveTo>
                  <a:pt x="219" y="228"/>
                </a:moveTo>
                <a:cubicBezTo>
                  <a:pt x="200" y="201"/>
                  <a:pt x="176" y="187"/>
                  <a:pt x="146" y="187"/>
                </a:cubicBezTo>
                <a:cubicBezTo>
                  <a:pt x="125" y="187"/>
                  <a:pt x="107" y="195"/>
                  <a:pt x="90" y="210"/>
                </a:cubicBezTo>
                <a:cubicBezTo>
                  <a:pt x="79" y="222"/>
                  <a:pt x="72" y="236"/>
                  <a:pt x="69" y="251"/>
                </a:cubicBezTo>
                <a:cubicBezTo>
                  <a:pt x="66" y="267"/>
                  <a:pt x="64" y="287"/>
                  <a:pt x="63" y="312"/>
                </a:cubicBezTo>
                <a:cubicBezTo>
                  <a:pt x="63" y="336"/>
                  <a:pt x="65" y="355"/>
                  <a:pt x="68" y="370"/>
                </a:cubicBezTo>
                <a:cubicBezTo>
                  <a:pt x="71" y="385"/>
                  <a:pt x="78" y="399"/>
                  <a:pt x="90" y="410"/>
                </a:cubicBezTo>
                <a:cubicBezTo>
                  <a:pt x="103" y="424"/>
                  <a:pt x="120" y="431"/>
                  <a:pt x="141" y="431"/>
                </a:cubicBezTo>
                <a:cubicBezTo>
                  <a:pt x="171" y="431"/>
                  <a:pt x="197" y="414"/>
                  <a:pt x="219" y="381"/>
                </a:cubicBezTo>
                <a:lnTo>
                  <a:pt x="219" y="2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37" name=""/>
          <p:cNvSpPr/>
          <p:nvPr/>
        </p:nvSpPr>
        <p:spPr>
          <a:xfrm>
            <a:off x="6553080" y="3617640"/>
            <a:ext cx="39960" cy="39600"/>
          </a:xfrm>
          <a:custGeom>
            <a:avLst/>
            <a:gdLst/>
            <a:ahLst/>
            <a:rect l="0" t="0" r="r" b="b"/>
            <a:pathLst>
              <a:path w="111" h="110">
                <a:moveTo>
                  <a:pt x="0" y="55"/>
                </a:moveTo>
                <a:cubicBezTo>
                  <a:pt x="0" y="41"/>
                  <a:pt x="6" y="27"/>
                  <a:pt x="16" y="16"/>
                </a:cubicBezTo>
                <a:cubicBezTo>
                  <a:pt x="27" y="5"/>
                  <a:pt x="40" y="0"/>
                  <a:pt x="55" y="0"/>
                </a:cubicBezTo>
                <a:cubicBezTo>
                  <a:pt x="70" y="0"/>
                  <a:pt x="83" y="5"/>
                  <a:pt x="94" y="14"/>
                </a:cubicBezTo>
                <a:cubicBezTo>
                  <a:pt x="105" y="24"/>
                  <a:pt x="110" y="38"/>
                  <a:pt x="111" y="54"/>
                </a:cubicBezTo>
                <a:cubicBezTo>
                  <a:pt x="111" y="70"/>
                  <a:pt x="106" y="83"/>
                  <a:pt x="96" y="94"/>
                </a:cubicBezTo>
                <a:cubicBezTo>
                  <a:pt x="85" y="104"/>
                  <a:pt x="72" y="110"/>
                  <a:pt x="56" y="110"/>
                </a:cubicBezTo>
                <a:cubicBezTo>
                  <a:pt x="41" y="110"/>
                  <a:pt x="28" y="105"/>
                  <a:pt x="17" y="94"/>
                </a:cubicBezTo>
                <a:cubicBezTo>
                  <a:pt x="7" y="84"/>
                  <a:pt x="0" y="71"/>
                  <a:pt x="0" y="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38" name=""/>
          <p:cNvSpPr/>
          <p:nvPr/>
        </p:nvSpPr>
        <p:spPr>
          <a:xfrm>
            <a:off x="6699600" y="3574080"/>
            <a:ext cx="169560" cy="145440"/>
          </a:xfrm>
          <a:custGeom>
            <a:avLst/>
            <a:gdLst/>
            <a:ahLst/>
            <a:rect l="0" t="0" r="r" b="b"/>
            <a:pathLst>
              <a:path w="471" h="404">
                <a:moveTo>
                  <a:pt x="14" y="362"/>
                </a:moveTo>
                <a:lnTo>
                  <a:pt x="27" y="362"/>
                </a:lnTo>
                <a:cubicBezTo>
                  <a:pt x="51" y="362"/>
                  <a:pt x="65" y="358"/>
                  <a:pt x="70" y="349"/>
                </a:cubicBezTo>
                <a:lnTo>
                  <a:pt x="70" y="342"/>
                </a:lnTo>
                <a:cubicBezTo>
                  <a:pt x="70" y="336"/>
                  <a:pt x="70" y="329"/>
                  <a:pt x="70" y="320"/>
                </a:cubicBezTo>
                <a:cubicBezTo>
                  <a:pt x="70" y="312"/>
                  <a:pt x="70" y="302"/>
                  <a:pt x="70" y="292"/>
                </a:cubicBezTo>
                <a:cubicBezTo>
                  <a:pt x="70" y="281"/>
                  <a:pt x="70" y="270"/>
                  <a:pt x="71" y="256"/>
                </a:cubicBezTo>
                <a:cubicBezTo>
                  <a:pt x="71" y="243"/>
                  <a:pt x="71" y="230"/>
                  <a:pt x="71" y="218"/>
                </a:cubicBezTo>
                <a:cubicBezTo>
                  <a:pt x="71" y="199"/>
                  <a:pt x="71" y="179"/>
                  <a:pt x="71" y="158"/>
                </a:cubicBezTo>
                <a:cubicBezTo>
                  <a:pt x="71" y="137"/>
                  <a:pt x="71" y="119"/>
                  <a:pt x="70" y="104"/>
                </a:cubicBezTo>
                <a:lnTo>
                  <a:pt x="70" y="83"/>
                </a:lnTo>
                <a:cubicBezTo>
                  <a:pt x="68" y="72"/>
                  <a:pt x="64" y="64"/>
                  <a:pt x="57" y="61"/>
                </a:cubicBezTo>
                <a:cubicBezTo>
                  <a:pt x="51" y="57"/>
                  <a:pt x="37" y="54"/>
                  <a:pt x="16" y="52"/>
                </a:cubicBezTo>
                <a:lnTo>
                  <a:pt x="0" y="52"/>
                </a:lnTo>
                <a:lnTo>
                  <a:pt x="0" y="32"/>
                </a:lnTo>
                <a:cubicBezTo>
                  <a:pt x="0" y="18"/>
                  <a:pt x="0" y="11"/>
                  <a:pt x="2" y="11"/>
                </a:cubicBezTo>
                <a:lnTo>
                  <a:pt x="11" y="10"/>
                </a:lnTo>
                <a:cubicBezTo>
                  <a:pt x="17" y="9"/>
                  <a:pt x="25" y="8"/>
                  <a:pt x="36" y="8"/>
                </a:cubicBezTo>
                <a:cubicBezTo>
                  <a:pt x="47" y="7"/>
                  <a:pt x="58" y="7"/>
                  <a:pt x="70" y="6"/>
                </a:cubicBezTo>
                <a:cubicBezTo>
                  <a:pt x="80" y="5"/>
                  <a:pt x="91" y="5"/>
                  <a:pt x="103" y="4"/>
                </a:cubicBezTo>
                <a:cubicBezTo>
                  <a:pt x="114" y="4"/>
                  <a:pt x="123" y="3"/>
                  <a:pt x="129" y="1"/>
                </a:cubicBezTo>
                <a:cubicBezTo>
                  <a:pt x="135" y="0"/>
                  <a:pt x="138" y="0"/>
                  <a:pt x="139" y="1"/>
                </a:cubicBezTo>
                <a:lnTo>
                  <a:pt x="142" y="1"/>
                </a:lnTo>
                <a:lnTo>
                  <a:pt x="142" y="37"/>
                </a:lnTo>
                <a:cubicBezTo>
                  <a:pt x="142" y="60"/>
                  <a:pt x="142" y="72"/>
                  <a:pt x="143" y="72"/>
                </a:cubicBezTo>
                <a:cubicBezTo>
                  <a:pt x="143" y="72"/>
                  <a:pt x="145" y="70"/>
                  <a:pt x="147" y="67"/>
                </a:cubicBezTo>
                <a:cubicBezTo>
                  <a:pt x="150" y="64"/>
                  <a:pt x="153" y="59"/>
                  <a:pt x="158" y="53"/>
                </a:cubicBezTo>
                <a:cubicBezTo>
                  <a:pt x="163" y="47"/>
                  <a:pt x="169" y="42"/>
                  <a:pt x="175" y="37"/>
                </a:cubicBezTo>
                <a:cubicBezTo>
                  <a:pt x="182" y="32"/>
                  <a:pt x="191" y="26"/>
                  <a:pt x="202" y="20"/>
                </a:cubicBezTo>
                <a:cubicBezTo>
                  <a:pt x="213" y="13"/>
                  <a:pt x="224" y="8"/>
                  <a:pt x="236" y="5"/>
                </a:cubicBezTo>
                <a:cubicBezTo>
                  <a:pt x="249" y="2"/>
                  <a:pt x="264" y="1"/>
                  <a:pt x="283" y="1"/>
                </a:cubicBezTo>
                <a:cubicBezTo>
                  <a:pt x="352" y="3"/>
                  <a:pt x="391" y="37"/>
                  <a:pt x="398" y="103"/>
                </a:cubicBezTo>
                <a:cubicBezTo>
                  <a:pt x="399" y="108"/>
                  <a:pt x="399" y="150"/>
                  <a:pt x="399" y="230"/>
                </a:cubicBezTo>
                <a:lnTo>
                  <a:pt x="399" y="308"/>
                </a:lnTo>
                <a:cubicBezTo>
                  <a:pt x="399" y="332"/>
                  <a:pt x="400" y="346"/>
                  <a:pt x="401" y="350"/>
                </a:cubicBezTo>
                <a:cubicBezTo>
                  <a:pt x="402" y="354"/>
                  <a:pt x="406" y="357"/>
                  <a:pt x="411" y="359"/>
                </a:cubicBezTo>
                <a:cubicBezTo>
                  <a:pt x="424" y="361"/>
                  <a:pt x="440" y="362"/>
                  <a:pt x="457" y="362"/>
                </a:cubicBezTo>
                <a:lnTo>
                  <a:pt x="471" y="362"/>
                </a:lnTo>
                <a:lnTo>
                  <a:pt x="471" y="404"/>
                </a:lnTo>
                <a:lnTo>
                  <a:pt x="464" y="404"/>
                </a:lnTo>
                <a:lnTo>
                  <a:pt x="442" y="403"/>
                </a:lnTo>
                <a:cubicBezTo>
                  <a:pt x="428" y="402"/>
                  <a:pt x="412" y="402"/>
                  <a:pt x="396" y="402"/>
                </a:cubicBezTo>
                <a:cubicBezTo>
                  <a:pt x="379" y="402"/>
                  <a:pt x="368" y="402"/>
                  <a:pt x="361" y="401"/>
                </a:cubicBezTo>
                <a:cubicBezTo>
                  <a:pt x="299" y="401"/>
                  <a:pt x="265" y="402"/>
                  <a:pt x="259" y="404"/>
                </a:cubicBezTo>
                <a:lnTo>
                  <a:pt x="252" y="404"/>
                </a:lnTo>
                <a:lnTo>
                  <a:pt x="252" y="362"/>
                </a:lnTo>
                <a:lnTo>
                  <a:pt x="267" y="362"/>
                </a:lnTo>
                <a:cubicBezTo>
                  <a:pt x="304" y="362"/>
                  <a:pt x="322" y="357"/>
                  <a:pt x="322" y="347"/>
                </a:cubicBezTo>
                <a:cubicBezTo>
                  <a:pt x="323" y="346"/>
                  <a:pt x="323" y="303"/>
                  <a:pt x="323" y="221"/>
                </a:cubicBezTo>
                <a:cubicBezTo>
                  <a:pt x="322" y="139"/>
                  <a:pt x="322" y="96"/>
                  <a:pt x="321" y="91"/>
                </a:cubicBezTo>
                <a:cubicBezTo>
                  <a:pt x="317" y="74"/>
                  <a:pt x="311" y="61"/>
                  <a:pt x="303" y="52"/>
                </a:cubicBezTo>
                <a:cubicBezTo>
                  <a:pt x="294" y="44"/>
                  <a:pt x="287" y="39"/>
                  <a:pt x="281" y="37"/>
                </a:cubicBezTo>
                <a:cubicBezTo>
                  <a:pt x="275" y="35"/>
                  <a:pt x="267" y="35"/>
                  <a:pt x="257" y="35"/>
                </a:cubicBezTo>
                <a:cubicBezTo>
                  <a:pt x="230" y="35"/>
                  <a:pt x="206" y="45"/>
                  <a:pt x="186" y="66"/>
                </a:cubicBezTo>
                <a:cubicBezTo>
                  <a:pt x="169" y="82"/>
                  <a:pt x="159" y="99"/>
                  <a:pt x="155" y="116"/>
                </a:cubicBezTo>
                <a:cubicBezTo>
                  <a:pt x="150" y="133"/>
                  <a:pt x="148" y="158"/>
                  <a:pt x="147" y="192"/>
                </a:cubicBezTo>
                <a:lnTo>
                  <a:pt x="147" y="250"/>
                </a:lnTo>
                <a:lnTo>
                  <a:pt x="147" y="305"/>
                </a:lnTo>
                <a:cubicBezTo>
                  <a:pt x="147" y="324"/>
                  <a:pt x="148" y="336"/>
                  <a:pt x="148" y="342"/>
                </a:cubicBezTo>
                <a:cubicBezTo>
                  <a:pt x="149" y="348"/>
                  <a:pt x="150" y="352"/>
                  <a:pt x="151" y="354"/>
                </a:cubicBezTo>
                <a:cubicBezTo>
                  <a:pt x="152" y="356"/>
                  <a:pt x="155" y="357"/>
                  <a:pt x="159" y="359"/>
                </a:cubicBezTo>
                <a:cubicBezTo>
                  <a:pt x="172" y="361"/>
                  <a:pt x="187" y="362"/>
                  <a:pt x="204" y="362"/>
                </a:cubicBezTo>
                <a:lnTo>
                  <a:pt x="218" y="362"/>
                </a:lnTo>
                <a:lnTo>
                  <a:pt x="218" y="404"/>
                </a:lnTo>
                <a:lnTo>
                  <a:pt x="211" y="404"/>
                </a:lnTo>
                <a:lnTo>
                  <a:pt x="190" y="403"/>
                </a:lnTo>
                <a:cubicBezTo>
                  <a:pt x="175" y="402"/>
                  <a:pt x="160" y="402"/>
                  <a:pt x="144" y="402"/>
                </a:cubicBezTo>
                <a:cubicBezTo>
                  <a:pt x="127" y="402"/>
                  <a:pt x="116" y="402"/>
                  <a:pt x="109" y="401"/>
                </a:cubicBezTo>
                <a:cubicBezTo>
                  <a:pt x="47" y="401"/>
                  <a:pt x="13" y="402"/>
                  <a:pt x="7" y="404"/>
                </a:cubicBezTo>
                <a:lnTo>
                  <a:pt x="0" y="404"/>
                </a:lnTo>
                <a:lnTo>
                  <a:pt x="0" y="362"/>
                </a:lnTo>
                <a:lnTo>
                  <a:pt x="14" y="36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39" name=""/>
          <p:cNvSpPr/>
          <p:nvPr/>
        </p:nvSpPr>
        <p:spPr>
          <a:xfrm>
            <a:off x="6883920" y="3484440"/>
            <a:ext cx="225000" cy="235080"/>
          </a:xfrm>
          <a:custGeom>
            <a:avLst/>
            <a:gdLst/>
            <a:ahLst/>
            <a:rect l="0" t="0" r="r" b="b"/>
            <a:pathLst>
              <a:path w="625" h="653">
                <a:moveTo>
                  <a:pt x="203" y="653"/>
                </a:moveTo>
                <a:cubicBezTo>
                  <a:pt x="194" y="651"/>
                  <a:pt x="159" y="650"/>
                  <a:pt x="99" y="650"/>
                </a:cubicBezTo>
                <a:cubicBezTo>
                  <a:pt x="43" y="650"/>
                  <a:pt x="12" y="651"/>
                  <a:pt x="7" y="653"/>
                </a:cubicBezTo>
                <a:lnTo>
                  <a:pt x="0" y="653"/>
                </a:lnTo>
                <a:lnTo>
                  <a:pt x="0" y="611"/>
                </a:lnTo>
                <a:lnTo>
                  <a:pt x="14" y="611"/>
                </a:lnTo>
                <a:cubicBezTo>
                  <a:pt x="58" y="609"/>
                  <a:pt x="85" y="596"/>
                  <a:pt x="98" y="573"/>
                </a:cubicBezTo>
                <a:cubicBezTo>
                  <a:pt x="98" y="571"/>
                  <a:pt x="114" y="523"/>
                  <a:pt x="146" y="430"/>
                </a:cubicBezTo>
                <a:cubicBezTo>
                  <a:pt x="177" y="335"/>
                  <a:pt x="209" y="242"/>
                  <a:pt x="240" y="149"/>
                </a:cubicBezTo>
                <a:cubicBezTo>
                  <a:pt x="271" y="55"/>
                  <a:pt x="287" y="8"/>
                  <a:pt x="288" y="7"/>
                </a:cubicBezTo>
                <a:cubicBezTo>
                  <a:pt x="290" y="3"/>
                  <a:pt x="295" y="0"/>
                  <a:pt x="304" y="0"/>
                </a:cubicBezTo>
                <a:lnTo>
                  <a:pt x="313" y="0"/>
                </a:lnTo>
                <a:cubicBezTo>
                  <a:pt x="325" y="1"/>
                  <a:pt x="333" y="3"/>
                  <a:pt x="335" y="7"/>
                </a:cubicBezTo>
                <a:cubicBezTo>
                  <a:pt x="336" y="8"/>
                  <a:pt x="369" y="105"/>
                  <a:pt x="433" y="297"/>
                </a:cubicBezTo>
                <a:lnTo>
                  <a:pt x="534" y="592"/>
                </a:lnTo>
                <a:cubicBezTo>
                  <a:pt x="538" y="600"/>
                  <a:pt x="544" y="605"/>
                  <a:pt x="551" y="606"/>
                </a:cubicBezTo>
                <a:cubicBezTo>
                  <a:pt x="558" y="608"/>
                  <a:pt x="574" y="610"/>
                  <a:pt x="597" y="611"/>
                </a:cubicBezTo>
                <a:lnTo>
                  <a:pt x="625" y="611"/>
                </a:lnTo>
                <a:lnTo>
                  <a:pt x="625" y="653"/>
                </a:lnTo>
                <a:lnTo>
                  <a:pt x="616" y="653"/>
                </a:lnTo>
                <a:cubicBezTo>
                  <a:pt x="611" y="651"/>
                  <a:pt x="572" y="650"/>
                  <a:pt x="500" y="650"/>
                </a:cubicBezTo>
                <a:cubicBezTo>
                  <a:pt x="425" y="650"/>
                  <a:pt x="382" y="651"/>
                  <a:pt x="369" y="653"/>
                </a:cubicBezTo>
                <a:lnTo>
                  <a:pt x="360" y="653"/>
                </a:lnTo>
                <a:lnTo>
                  <a:pt x="360" y="611"/>
                </a:lnTo>
                <a:lnTo>
                  <a:pt x="372" y="611"/>
                </a:lnTo>
                <a:cubicBezTo>
                  <a:pt x="414" y="611"/>
                  <a:pt x="435" y="605"/>
                  <a:pt x="435" y="595"/>
                </a:cubicBezTo>
                <a:cubicBezTo>
                  <a:pt x="435" y="593"/>
                  <a:pt x="428" y="571"/>
                  <a:pt x="413" y="527"/>
                </a:cubicBezTo>
                <a:lnTo>
                  <a:pt x="392" y="463"/>
                </a:lnTo>
                <a:lnTo>
                  <a:pt x="180" y="463"/>
                </a:lnTo>
                <a:lnTo>
                  <a:pt x="161" y="516"/>
                </a:lnTo>
                <a:cubicBezTo>
                  <a:pt x="149" y="552"/>
                  <a:pt x="143" y="572"/>
                  <a:pt x="143" y="575"/>
                </a:cubicBezTo>
                <a:cubicBezTo>
                  <a:pt x="143" y="583"/>
                  <a:pt x="149" y="591"/>
                  <a:pt x="161" y="599"/>
                </a:cubicBezTo>
                <a:cubicBezTo>
                  <a:pt x="173" y="607"/>
                  <a:pt x="189" y="611"/>
                  <a:pt x="207" y="611"/>
                </a:cubicBezTo>
                <a:lnTo>
                  <a:pt x="211" y="611"/>
                </a:lnTo>
                <a:lnTo>
                  <a:pt x="211" y="653"/>
                </a:lnTo>
                <a:lnTo>
                  <a:pt x="203" y="653"/>
                </a:lnTo>
                <a:moveTo>
                  <a:pt x="378" y="421"/>
                </a:moveTo>
                <a:lnTo>
                  <a:pt x="285" y="145"/>
                </a:lnTo>
                <a:lnTo>
                  <a:pt x="193" y="420"/>
                </a:lnTo>
                <a:cubicBezTo>
                  <a:pt x="193" y="420"/>
                  <a:pt x="224" y="421"/>
                  <a:pt x="285" y="421"/>
                </a:cubicBezTo>
                <a:lnTo>
                  <a:pt x="378" y="4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40" name=""/>
          <p:cNvSpPr/>
          <p:nvPr/>
        </p:nvSpPr>
        <p:spPr>
          <a:xfrm>
            <a:off x="7128360" y="3495240"/>
            <a:ext cx="204480" cy="224280"/>
          </a:xfrm>
          <a:custGeom>
            <a:avLst/>
            <a:gdLst/>
            <a:ahLst/>
            <a:rect l="0" t="0" r="r" b="b"/>
            <a:pathLst>
              <a:path w="568" h="623">
                <a:moveTo>
                  <a:pt x="94" y="56"/>
                </a:moveTo>
                <a:cubicBezTo>
                  <a:pt x="90" y="52"/>
                  <a:pt x="86" y="49"/>
                  <a:pt x="84" y="48"/>
                </a:cubicBezTo>
                <a:cubicBezTo>
                  <a:pt x="81" y="46"/>
                  <a:pt x="77" y="45"/>
                  <a:pt x="69" y="45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183" y="0"/>
                </a:lnTo>
                <a:lnTo>
                  <a:pt x="218" y="0"/>
                </a:lnTo>
                <a:lnTo>
                  <a:pt x="290" y="0"/>
                </a:lnTo>
                <a:cubicBezTo>
                  <a:pt x="337" y="0"/>
                  <a:pt x="372" y="2"/>
                  <a:pt x="393" y="5"/>
                </a:cubicBezTo>
                <a:cubicBezTo>
                  <a:pt x="415" y="8"/>
                  <a:pt x="437" y="16"/>
                  <a:pt x="459" y="29"/>
                </a:cubicBezTo>
                <a:cubicBezTo>
                  <a:pt x="485" y="44"/>
                  <a:pt x="506" y="62"/>
                  <a:pt x="521" y="85"/>
                </a:cubicBezTo>
                <a:cubicBezTo>
                  <a:pt x="536" y="107"/>
                  <a:pt x="544" y="131"/>
                  <a:pt x="544" y="156"/>
                </a:cubicBezTo>
                <a:cubicBezTo>
                  <a:pt x="544" y="187"/>
                  <a:pt x="531" y="215"/>
                  <a:pt x="506" y="241"/>
                </a:cubicBezTo>
                <a:cubicBezTo>
                  <a:pt x="481" y="266"/>
                  <a:pt x="449" y="284"/>
                  <a:pt x="409" y="294"/>
                </a:cubicBezTo>
                <a:lnTo>
                  <a:pt x="400" y="297"/>
                </a:lnTo>
                <a:cubicBezTo>
                  <a:pt x="444" y="302"/>
                  <a:pt x="483" y="319"/>
                  <a:pt x="517" y="347"/>
                </a:cubicBezTo>
                <a:cubicBezTo>
                  <a:pt x="551" y="375"/>
                  <a:pt x="568" y="410"/>
                  <a:pt x="568" y="452"/>
                </a:cubicBezTo>
                <a:cubicBezTo>
                  <a:pt x="568" y="493"/>
                  <a:pt x="553" y="529"/>
                  <a:pt x="522" y="562"/>
                </a:cubicBezTo>
                <a:cubicBezTo>
                  <a:pt x="491" y="593"/>
                  <a:pt x="451" y="613"/>
                  <a:pt x="402" y="620"/>
                </a:cubicBezTo>
                <a:cubicBezTo>
                  <a:pt x="395" y="621"/>
                  <a:pt x="326" y="622"/>
                  <a:pt x="195" y="623"/>
                </a:cubicBezTo>
                <a:lnTo>
                  <a:pt x="0" y="623"/>
                </a:lnTo>
                <a:lnTo>
                  <a:pt x="0" y="581"/>
                </a:lnTo>
                <a:lnTo>
                  <a:pt x="30" y="581"/>
                </a:lnTo>
                <a:cubicBezTo>
                  <a:pt x="56" y="580"/>
                  <a:pt x="71" y="579"/>
                  <a:pt x="77" y="578"/>
                </a:cubicBezTo>
                <a:cubicBezTo>
                  <a:pt x="82" y="577"/>
                  <a:pt x="88" y="573"/>
                  <a:pt x="94" y="567"/>
                </a:cubicBezTo>
                <a:lnTo>
                  <a:pt x="94" y="56"/>
                </a:lnTo>
                <a:moveTo>
                  <a:pt x="441" y="155"/>
                </a:moveTo>
                <a:cubicBezTo>
                  <a:pt x="441" y="126"/>
                  <a:pt x="433" y="102"/>
                  <a:pt x="417" y="81"/>
                </a:cubicBezTo>
                <a:cubicBezTo>
                  <a:pt x="401" y="61"/>
                  <a:pt x="380" y="48"/>
                  <a:pt x="354" y="43"/>
                </a:cubicBezTo>
                <a:cubicBezTo>
                  <a:pt x="354" y="43"/>
                  <a:pt x="350" y="43"/>
                  <a:pt x="342" y="43"/>
                </a:cubicBezTo>
                <a:cubicBezTo>
                  <a:pt x="335" y="43"/>
                  <a:pt x="325" y="43"/>
                  <a:pt x="313" y="43"/>
                </a:cubicBezTo>
                <a:cubicBezTo>
                  <a:pt x="301" y="43"/>
                  <a:pt x="289" y="43"/>
                  <a:pt x="278" y="42"/>
                </a:cubicBezTo>
                <a:cubicBezTo>
                  <a:pt x="237" y="42"/>
                  <a:pt x="212" y="42"/>
                  <a:pt x="203" y="43"/>
                </a:cubicBezTo>
                <a:cubicBezTo>
                  <a:pt x="194" y="44"/>
                  <a:pt x="188" y="46"/>
                  <a:pt x="186" y="50"/>
                </a:cubicBezTo>
                <a:cubicBezTo>
                  <a:pt x="184" y="53"/>
                  <a:pt x="183" y="92"/>
                  <a:pt x="183" y="168"/>
                </a:cubicBezTo>
                <a:lnTo>
                  <a:pt x="183" y="281"/>
                </a:lnTo>
                <a:lnTo>
                  <a:pt x="259" y="281"/>
                </a:lnTo>
                <a:lnTo>
                  <a:pt x="336" y="281"/>
                </a:lnTo>
                <a:lnTo>
                  <a:pt x="345" y="279"/>
                </a:lnTo>
                <a:cubicBezTo>
                  <a:pt x="348" y="278"/>
                  <a:pt x="351" y="277"/>
                  <a:pt x="355" y="276"/>
                </a:cubicBezTo>
                <a:cubicBezTo>
                  <a:pt x="359" y="275"/>
                  <a:pt x="367" y="271"/>
                  <a:pt x="378" y="264"/>
                </a:cubicBezTo>
                <a:cubicBezTo>
                  <a:pt x="389" y="257"/>
                  <a:pt x="399" y="250"/>
                  <a:pt x="407" y="242"/>
                </a:cubicBezTo>
                <a:cubicBezTo>
                  <a:pt x="416" y="234"/>
                  <a:pt x="423" y="223"/>
                  <a:pt x="430" y="207"/>
                </a:cubicBezTo>
                <a:cubicBezTo>
                  <a:pt x="436" y="191"/>
                  <a:pt x="440" y="174"/>
                  <a:pt x="441" y="155"/>
                </a:cubicBezTo>
                <a:moveTo>
                  <a:pt x="464" y="451"/>
                </a:moveTo>
                <a:cubicBezTo>
                  <a:pt x="464" y="420"/>
                  <a:pt x="456" y="391"/>
                  <a:pt x="439" y="365"/>
                </a:cubicBezTo>
                <a:cubicBezTo>
                  <a:pt x="422" y="339"/>
                  <a:pt x="398" y="323"/>
                  <a:pt x="367" y="316"/>
                </a:cubicBezTo>
                <a:lnTo>
                  <a:pt x="274" y="315"/>
                </a:lnTo>
                <a:lnTo>
                  <a:pt x="183" y="315"/>
                </a:lnTo>
                <a:lnTo>
                  <a:pt x="183" y="440"/>
                </a:lnTo>
                <a:lnTo>
                  <a:pt x="183" y="516"/>
                </a:lnTo>
                <a:cubicBezTo>
                  <a:pt x="183" y="553"/>
                  <a:pt x="185" y="572"/>
                  <a:pt x="188" y="575"/>
                </a:cubicBezTo>
                <a:cubicBezTo>
                  <a:pt x="191" y="579"/>
                  <a:pt x="222" y="580"/>
                  <a:pt x="279" y="580"/>
                </a:cubicBezTo>
                <a:lnTo>
                  <a:pt x="324" y="580"/>
                </a:lnTo>
                <a:cubicBezTo>
                  <a:pt x="350" y="580"/>
                  <a:pt x="368" y="578"/>
                  <a:pt x="379" y="575"/>
                </a:cubicBezTo>
                <a:cubicBezTo>
                  <a:pt x="405" y="566"/>
                  <a:pt x="426" y="551"/>
                  <a:pt x="441" y="527"/>
                </a:cubicBezTo>
                <a:cubicBezTo>
                  <a:pt x="456" y="505"/>
                  <a:pt x="464" y="479"/>
                  <a:pt x="464" y="45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41" name=""/>
          <p:cNvSpPr/>
          <p:nvPr/>
        </p:nvSpPr>
        <p:spPr>
          <a:xfrm>
            <a:off x="7369560" y="3488040"/>
            <a:ext cx="200160" cy="238320"/>
          </a:xfrm>
          <a:custGeom>
            <a:avLst/>
            <a:gdLst/>
            <a:ahLst/>
            <a:rect l="0" t="0" r="r" b="b"/>
            <a:pathLst>
              <a:path w="556" h="662">
                <a:moveTo>
                  <a:pt x="0" y="331"/>
                </a:moveTo>
                <a:cubicBezTo>
                  <a:pt x="0" y="278"/>
                  <a:pt x="10" y="230"/>
                  <a:pt x="30" y="187"/>
                </a:cubicBezTo>
                <a:cubicBezTo>
                  <a:pt x="50" y="143"/>
                  <a:pt x="76" y="108"/>
                  <a:pt x="107" y="82"/>
                </a:cubicBezTo>
                <a:cubicBezTo>
                  <a:pt x="139" y="56"/>
                  <a:pt x="172" y="36"/>
                  <a:pt x="207" y="22"/>
                </a:cubicBezTo>
                <a:cubicBezTo>
                  <a:pt x="241" y="8"/>
                  <a:pt x="274" y="1"/>
                  <a:pt x="305" y="0"/>
                </a:cubicBezTo>
                <a:cubicBezTo>
                  <a:pt x="307" y="0"/>
                  <a:pt x="309" y="0"/>
                  <a:pt x="313" y="0"/>
                </a:cubicBezTo>
                <a:cubicBezTo>
                  <a:pt x="317" y="0"/>
                  <a:pt x="319" y="1"/>
                  <a:pt x="320" y="1"/>
                </a:cubicBezTo>
                <a:cubicBezTo>
                  <a:pt x="376" y="1"/>
                  <a:pt x="425" y="22"/>
                  <a:pt x="468" y="63"/>
                </a:cubicBezTo>
                <a:lnTo>
                  <a:pt x="480" y="74"/>
                </a:lnTo>
                <a:lnTo>
                  <a:pt x="507" y="38"/>
                </a:lnTo>
                <a:cubicBezTo>
                  <a:pt x="523" y="16"/>
                  <a:pt x="533" y="4"/>
                  <a:pt x="535" y="1"/>
                </a:cubicBezTo>
                <a:cubicBezTo>
                  <a:pt x="536" y="1"/>
                  <a:pt x="537" y="1"/>
                  <a:pt x="539" y="1"/>
                </a:cubicBezTo>
                <a:cubicBezTo>
                  <a:pt x="541" y="1"/>
                  <a:pt x="542" y="1"/>
                  <a:pt x="544" y="0"/>
                </a:cubicBezTo>
                <a:lnTo>
                  <a:pt x="548" y="0"/>
                </a:lnTo>
                <a:cubicBezTo>
                  <a:pt x="550" y="0"/>
                  <a:pt x="552" y="2"/>
                  <a:pt x="556" y="6"/>
                </a:cubicBezTo>
                <a:lnTo>
                  <a:pt x="556" y="261"/>
                </a:lnTo>
                <a:lnTo>
                  <a:pt x="551" y="266"/>
                </a:lnTo>
                <a:lnTo>
                  <a:pt x="520" y="266"/>
                </a:lnTo>
                <a:cubicBezTo>
                  <a:pt x="516" y="262"/>
                  <a:pt x="514" y="257"/>
                  <a:pt x="513" y="250"/>
                </a:cubicBezTo>
                <a:cubicBezTo>
                  <a:pt x="508" y="201"/>
                  <a:pt x="493" y="158"/>
                  <a:pt x="470" y="121"/>
                </a:cubicBezTo>
                <a:cubicBezTo>
                  <a:pt x="446" y="85"/>
                  <a:pt x="417" y="61"/>
                  <a:pt x="383" y="49"/>
                </a:cubicBezTo>
                <a:cubicBezTo>
                  <a:pt x="372" y="45"/>
                  <a:pt x="356" y="43"/>
                  <a:pt x="337" y="43"/>
                </a:cubicBezTo>
                <a:cubicBezTo>
                  <a:pt x="274" y="43"/>
                  <a:pt x="221" y="64"/>
                  <a:pt x="178" y="107"/>
                </a:cubicBezTo>
                <a:cubicBezTo>
                  <a:pt x="130" y="155"/>
                  <a:pt x="106" y="229"/>
                  <a:pt x="106" y="331"/>
                </a:cubicBezTo>
                <a:cubicBezTo>
                  <a:pt x="106" y="404"/>
                  <a:pt x="118" y="462"/>
                  <a:pt x="141" y="504"/>
                </a:cubicBezTo>
                <a:cubicBezTo>
                  <a:pt x="154" y="529"/>
                  <a:pt x="170" y="550"/>
                  <a:pt x="188" y="566"/>
                </a:cubicBezTo>
                <a:cubicBezTo>
                  <a:pt x="207" y="583"/>
                  <a:pt x="227" y="595"/>
                  <a:pt x="247" y="602"/>
                </a:cubicBezTo>
                <a:cubicBezTo>
                  <a:pt x="268" y="609"/>
                  <a:pt x="285" y="614"/>
                  <a:pt x="298" y="616"/>
                </a:cubicBezTo>
                <a:cubicBezTo>
                  <a:pt x="312" y="619"/>
                  <a:pt x="325" y="620"/>
                  <a:pt x="338" y="621"/>
                </a:cubicBezTo>
                <a:cubicBezTo>
                  <a:pt x="393" y="621"/>
                  <a:pt x="437" y="600"/>
                  <a:pt x="470" y="558"/>
                </a:cubicBezTo>
                <a:cubicBezTo>
                  <a:pt x="502" y="515"/>
                  <a:pt x="519" y="470"/>
                  <a:pt x="520" y="420"/>
                </a:cubicBezTo>
                <a:cubicBezTo>
                  <a:pt x="520" y="416"/>
                  <a:pt x="521" y="412"/>
                  <a:pt x="525" y="408"/>
                </a:cubicBezTo>
                <a:lnTo>
                  <a:pt x="551" y="408"/>
                </a:lnTo>
                <a:lnTo>
                  <a:pt x="556" y="413"/>
                </a:lnTo>
                <a:lnTo>
                  <a:pt x="556" y="427"/>
                </a:lnTo>
                <a:cubicBezTo>
                  <a:pt x="553" y="490"/>
                  <a:pt x="530" y="545"/>
                  <a:pt x="487" y="592"/>
                </a:cubicBezTo>
                <a:cubicBezTo>
                  <a:pt x="444" y="639"/>
                  <a:pt x="387" y="662"/>
                  <a:pt x="316" y="662"/>
                </a:cubicBezTo>
                <a:cubicBezTo>
                  <a:pt x="230" y="662"/>
                  <a:pt x="156" y="630"/>
                  <a:pt x="94" y="567"/>
                </a:cubicBezTo>
                <a:cubicBezTo>
                  <a:pt x="31" y="503"/>
                  <a:pt x="0" y="425"/>
                  <a:pt x="0" y="3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42" name=""/>
          <p:cNvSpPr/>
          <p:nvPr/>
        </p:nvSpPr>
        <p:spPr>
          <a:xfrm>
            <a:off x="7596720" y="3495240"/>
            <a:ext cx="223200" cy="224280"/>
          </a:xfrm>
          <a:custGeom>
            <a:avLst/>
            <a:gdLst/>
            <a:ahLst/>
            <a:rect l="0" t="0" r="r" b="b"/>
            <a:pathLst>
              <a:path w="620" h="623">
                <a:moveTo>
                  <a:pt x="93" y="56"/>
                </a:moveTo>
                <a:cubicBezTo>
                  <a:pt x="89" y="52"/>
                  <a:pt x="86" y="49"/>
                  <a:pt x="83" y="48"/>
                </a:cubicBezTo>
                <a:cubicBezTo>
                  <a:pt x="81" y="46"/>
                  <a:pt x="76" y="45"/>
                  <a:pt x="69" y="45"/>
                </a:cubicBezTo>
                <a:cubicBezTo>
                  <a:pt x="61" y="44"/>
                  <a:pt x="48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183" y="0"/>
                </a:lnTo>
                <a:cubicBezTo>
                  <a:pt x="287" y="1"/>
                  <a:pt x="345" y="1"/>
                  <a:pt x="357" y="1"/>
                </a:cubicBezTo>
                <a:cubicBezTo>
                  <a:pt x="369" y="1"/>
                  <a:pt x="382" y="3"/>
                  <a:pt x="396" y="7"/>
                </a:cubicBezTo>
                <a:cubicBezTo>
                  <a:pt x="422" y="12"/>
                  <a:pt x="447" y="23"/>
                  <a:pt x="473" y="38"/>
                </a:cubicBezTo>
                <a:cubicBezTo>
                  <a:pt x="498" y="54"/>
                  <a:pt x="523" y="75"/>
                  <a:pt x="546" y="100"/>
                </a:cubicBezTo>
                <a:cubicBezTo>
                  <a:pt x="569" y="126"/>
                  <a:pt x="587" y="157"/>
                  <a:pt x="599" y="194"/>
                </a:cubicBezTo>
                <a:cubicBezTo>
                  <a:pt x="612" y="231"/>
                  <a:pt x="619" y="272"/>
                  <a:pt x="620" y="316"/>
                </a:cubicBezTo>
                <a:cubicBezTo>
                  <a:pt x="620" y="392"/>
                  <a:pt x="598" y="459"/>
                  <a:pt x="553" y="516"/>
                </a:cubicBezTo>
                <a:cubicBezTo>
                  <a:pt x="508" y="574"/>
                  <a:pt x="450" y="609"/>
                  <a:pt x="378" y="620"/>
                </a:cubicBezTo>
                <a:cubicBezTo>
                  <a:pt x="370" y="621"/>
                  <a:pt x="305" y="622"/>
                  <a:pt x="183" y="623"/>
                </a:cubicBezTo>
                <a:lnTo>
                  <a:pt x="0" y="623"/>
                </a:lnTo>
                <a:lnTo>
                  <a:pt x="0" y="581"/>
                </a:lnTo>
                <a:lnTo>
                  <a:pt x="30" y="581"/>
                </a:lnTo>
                <a:cubicBezTo>
                  <a:pt x="55" y="580"/>
                  <a:pt x="71" y="579"/>
                  <a:pt x="76" y="578"/>
                </a:cubicBezTo>
                <a:cubicBezTo>
                  <a:pt x="82" y="577"/>
                  <a:pt x="87" y="573"/>
                  <a:pt x="93" y="567"/>
                </a:cubicBezTo>
                <a:lnTo>
                  <a:pt x="93" y="56"/>
                </a:lnTo>
                <a:moveTo>
                  <a:pt x="516" y="314"/>
                </a:moveTo>
                <a:cubicBezTo>
                  <a:pt x="516" y="253"/>
                  <a:pt x="509" y="203"/>
                  <a:pt x="496" y="166"/>
                </a:cubicBezTo>
                <a:cubicBezTo>
                  <a:pt x="482" y="128"/>
                  <a:pt x="459" y="98"/>
                  <a:pt x="425" y="74"/>
                </a:cubicBezTo>
                <a:cubicBezTo>
                  <a:pt x="392" y="53"/>
                  <a:pt x="350" y="42"/>
                  <a:pt x="299" y="42"/>
                </a:cubicBezTo>
                <a:lnTo>
                  <a:pt x="269" y="42"/>
                </a:lnTo>
                <a:lnTo>
                  <a:pt x="243" y="42"/>
                </a:lnTo>
                <a:cubicBezTo>
                  <a:pt x="209" y="42"/>
                  <a:pt x="190" y="45"/>
                  <a:pt x="188" y="50"/>
                </a:cubicBezTo>
                <a:cubicBezTo>
                  <a:pt x="186" y="53"/>
                  <a:pt x="185" y="139"/>
                  <a:pt x="185" y="309"/>
                </a:cubicBezTo>
                <a:cubicBezTo>
                  <a:pt x="185" y="480"/>
                  <a:pt x="186" y="567"/>
                  <a:pt x="186" y="569"/>
                </a:cubicBezTo>
                <a:cubicBezTo>
                  <a:pt x="187" y="575"/>
                  <a:pt x="192" y="579"/>
                  <a:pt x="201" y="579"/>
                </a:cubicBezTo>
                <a:cubicBezTo>
                  <a:pt x="210" y="580"/>
                  <a:pt x="237" y="580"/>
                  <a:pt x="285" y="581"/>
                </a:cubicBezTo>
                <a:lnTo>
                  <a:pt x="295" y="581"/>
                </a:lnTo>
                <a:cubicBezTo>
                  <a:pt x="359" y="581"/>
                  <a:pt x="409" y="566"/>
                  <a:pt x="445" y="535"/>
                </a:cubicBezTo>
                <a:cubicBezTo>
                  <a:pt x="473" y="512"/>
                  <a:pt x="491" y="483"/>
                  <a:pt x="501" y="448"/>
                </a:cubicBezTo>
                <a:cubicBezTo>
                  <a:pt x="511" y="413"/>
                  <a:pt x="516" y="368"/>
                  <a:pt x="516" y="31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43" name=""/>
          <p:cNvSpPr/>
          <p:nvPr/>
        </p:nvSpPr>
        <p:spPr>
          <a:xfrm>
            <a:off x="5123880" y="3402720"/>
            <a:ext cx="2747160" cy="19800"/>
          </a:xfrm>
          <a:custGeom>
            <a:avLst/>
            <a:gdLst/>
            <a:ahLst/>
            <a:rect l="0" t="0" r="r" b="b"/>
            <a:pathLst>
              <a:path w="7631" h="55">
                <a:moveTo>
                  <a:pt x="0" y="0"/>
                </a:moveTo>
                <a:lnTo>
                  <a:pt x="7631" y="0"/>
                </a:lnTo>
                <a:lnTo>
                  <a:pt x="7631" y="55"/>
                </a:lnTo>
                <a:lnTo>
                  <a:pt x="0" y="5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44" name=""/>
          <p:cNvSpPr/>
          <p:nvPr/>
        </p:nvSpPr>
        <p:spPr>
          <a:xfrm>
            <a:off x="933120" y="41335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2"/>
                  <a:pt x="155" y="292"/>
                  <a:pt x="146" y="292"/>
                </a:cubicBezTo>
                <a:cubicBezTo>
                  <a:pt x="136" y="292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7"/>
                  <a:pt x="57" y="31"/>
                  <a:pt x="65" y="26"/>
                </a:cubicBezTo>
                <a:cubicBezTo>
                  <a:pt x="73" y="21"/>
                  <a:pt x="81" y="16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6"/>
                  <a:pt x="220" y="21"/>
                  <a:pt x="228" y="26"/>
                </a:cubicBezTo>
                <a:cubicBezTo>
                  <a:pt x="236" y="31"/>
                  <a:pt x="243" y="37"/>
                  <a:pt x="250" y="44"/>
                </a:cubicBezTo>
                <a:cubicBezTo>
                  <a:pt x="257" y="51"/>
                  <a:pt x="263" y="58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9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45" name=""/>
          <p:cNvSpPr/>
          <p:nvPr/>
        </p:nvSpPr>
        <p:spPr>
          <a:xfrm>
            <a:off x="1215000" y="4047840"/>
            <a:ext cx="243000" cy="235080"/>
          </a:xfrm>
          <a:custGeom>
            <a:avLst/>
            <a:gdLst/>
            <a:ahLst/>
            <a:rect l="0" t="0" r="r" b="b"/>
            <a:pathLst>
              <a:path w="675" h="653">
                <a:moveTo>
                  <a:pt x="5" y="653"/>
                </a:moveTo>
                <a:cubicBezTo>
                  <a:pt x="2" y="650"/>
                  <a:pt x="0" y="648"/>
                  <a:pt x="0" y="646"/>
                </a:cubicBezTo>
                <a:cubicBezTo>
                  <a:pt x="0" y="645"/>
                  <a:pt x="52" y="539"/>
                  <a:pt x="154" y="328"/>
                </a:cubicBezTo>
                <a:cubicBezTo>
                  <a:pt x="257" y="116"/>
                  <a:pt x="309" y="9"/>
                  <a:pt x="312" y="7"/>
                </a:cubicBezTo>
                <a:cubicBezTo>
                  <a:pt x="313" y="2"/>
                  <a:pt x="322" y="0"/>
                  <a:pt x="338" y="0"/>
                </a:cubicBezTo>
                <a:cubicBezTo>
                  <a:pt x="352" y="0"/>
                  <a:pt x="361" y="2"/>
                  <a:pt x="364" y="7"/>
                </a:cubicBezTo>
                <a:cubicBezTo>
                  <a:pt x="365" y="9"/>
                  <a:pt x="418" y="116"/>
                  <a:pt x="520" y="328"/>
                </a:cubicBezTo>
                <a:cubicBezTo>
                  <a:pt x="623" y="539"/>
                  <a:pt x="674" y="645"/>
                  <a:pt x="675" y="646"/>
                </a:cubicBezTo>
                <a:cubicBezTo>
                  <a:pt x="675" y="648"/>
                  <a:pt x="673" y="650"/>
                  <a:pt x="670" y="653"/>
                </a:cubicBezTo>
                <a:lnTo>
                  <a:pt x="5" y="653"/>
                </a:lnTo>
                <a:moveTo>
                  <a:pt x="421" y="340"/>
                </a:moveTo>
                <a:lnTo>
                  <a:pt x="308" y="109"/>
                </a:lnTo>
                <a:lnTo>
                  <a:pt x="83" y="569"/>
                </a:lnTo>
                <a:lnTo>
                  <a:pt x="307" y="570"/>
                </a:lnTo>
                <a:lnTo>
                  <a:pt x="533" y="570"/>
                </a:lnTo>
                <a:cubicBezTo>
                  <a:pt x="533" y="569"/>
                  <a:pt x="495" y="492"/>
                  <a:pt x="421" y="34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46" name=""/>
          <p:cNvSpPr/>
          <p:nvPr/>
        </p:nvSpPr>
        <p:spPr>
          <a:xfrm>
            <a:off x="1491480" y="4227840"/>
            <a:ext cx="88560" cy="106560"/>
          </a:xfrm>
          <a:custGeom>
            <a:avLst/>
            <a:gdLst/>
            <a:ahLst/>
            <a:rect l="0" t="0" r="r" b="b"/>
            <a:pathLst>
              <a:path w="246" h="296">
                <a:moveTo>
                  <a:pt x="217" y="92"/>
                </a:moveTo>
                <a:cubicBezTo>
                  <a:pt x="217" y="92"/>
                  <a:pt x="213" y="92"/>
                  <a:pt x="204" y="92"/>
                </a:cubicBezTo>
                <a:cubicBezTo>
                  <a:pt x="195" y="92"/>
                  <a:pt x="187" y="89"/>
                  <a:pt x="181" y="82"/>
                </a:cubicBezTo>
                <a:cubicBezTo>
                  <a:pt x="174" y="76"/>
                  <a:pt x="171" y="68"/>
                  <a:pt x="171" y="58"/>
                </a:cubicBezTo>
                <a:cubicBezTo>
                  <a:pt x="171" y="48"/>
                  <a:pt x="174" y="40"/>
                  <a:pt x="180" y="33"/>
                </a:cubicBezTo>
                <a:cubicBezTo>
                  <a:pt x="182" y="31"/>
                  <a:pt x="183" y="30"/>
                  <a:pt x="183" y="30"/>
                </a:cubicBezTo>
                <a:cubicBezTo>
                  <a:pt x="183" y="29"/>
                  <a:pt x="181" y="29"/>
                  <a:pt x="177" y="28"/>
                </a:cubicBezTo>
                <a:cubicBezTo>
                  <a:pt x="166" y="27"/>
                  <a:pt x="155" y="26"/>
                  <a:pt x="144" y="26"/>
                </a:cubicBezTo>
                <a:cubicBezTo>
                  <a:pt x="123" y="26"/>
                  <a:pt x="106" y="33"/>
                  <a:pt x="93" y="46"/>
                </a:cubicBezTo>
                <a:cubicBezTo>
                  <a:pt x="73" y="66"/>
                  <a:pt x="63" y="100"/>
                  <a:pt x="63" y="147"/>
                </a:cubicBezTo>
                <a:cubicBezTo>
                  <a:pt x="63" y="182"/>
                  <a:pt x="69" y="211"/>
                  <a:pt x="83" y="231"/>
                </a:cubicBezTo>
                <a:cubicBezTo>
                  <a:pt x="100" y="257"/>
                  <a:pt x="124" y="271"/>
                  <a:pt x="154" y="271"/>
                </a:cubicBezTo>
                <a:cubicBezTo>
                  <a:pt x="172" y="271"/>
                  <a:pt x="186" y="265"/>
                  <a:pt x="197" y="254"/>
                </a:cubicBezTo>
                <a:cubicBezTo>
                  <a:pt x="208" y="243"/>
                  <a:pt x="215" y="229"/>
                  <a:pt x="220" y="214"/>
                </a:cubicBezTo>
                <a:cubicBezTo>
                  <a:pt x="221" y="210"/>
                  <a:pt x="222" y="208"/>
                  <a:pt x="223" y="207"/>
                </a:cubicBezTo>
                <a:cubicBezTo>
                  <a:pt x="225" y="207"/>
                  <a:pt x="228" y="206"/>
                  <a:pt x="234" y="206"/>
                </a:cubicBezTo>
                <a:lnTo>
                  <a:pt x="243" y="206"/>
                </a:lnTo>
                <a:cubicBezTo>
                  <a:pt x="245" y="209"/>
                  <a:pt x="246" y="211"/>
                  <a:pt x="246" y="212"/>
                </a:cubicBezTo>
                <a:cubicBezTo>
                  <a:pt x="246" y="214"/>
                  <a:pt x="246" y="217"/>
                  <a:pt x="244" y="222"/>
                </a:cubicBezTo>
                <a:cubicBezTo>
                  <a:pt x="242" y="227"/>
                  <a:pt x="239" y="235"/>
                  <a:pt x="234" y="244"/>
                </a:cubicBezTo>
                <a:cubicBezTo>
                  <a:pt x="228" y="253"/>
                  <a:pt x="222" y="261"/>
                  <a:pt x="215" y="268"/>
                </a:cubicBezTo>
                <a:cubicBezTo>
                  <a:pt x="208" y="275"/>
                  <a:pt x="197" y="282"/>
                  <a:pt x="184" y="288"/>
                </a:cubicBezTo>
                <a:cubicBezTo>
                  <a:pt x="171" y="294"/>
                  <a:pt x="156" y="297"/>
                  <a:pt x="139" y="296"/>
                </a:cubicBezTo>
                <a:cubicBezTo>
                  <a:pt x="102" y="296"/>
                  <a:pt x="70" y="283"/>
                  <a:pt x="42" y="255"/>
                </a:cubicBezTo>
                <a:cubicBezTo>
                  <a:pt x="15" y="228"/>
                  <a:pt x="1" y="192"/>
                  <a:pt x="0" y="151"/>
                </a:cubicBezTo>
                <a:cubicBezTo>
                  <a:pt x="0" y="106"/>
                  <a:pt x="14" y="70"/>
                  <a:pt x="42" y="42"/>
                </a:cubicBezTo>
                <a:cubicBezTo>
                  <a:pt x="70" y="14"/>
                  <a:pt x="102" y="0"/>
                  <a:pt x="139" y="0"/>
                </a:cubicBezTo>
                <a:cubicBezTo>
                  <a:pt x="177" y="0"/>
                  <a:pt x="203" y="6"/>
                  <a:pt x="217" y="17"/>
                </a:cubicBezTo>
                <a:cubicBezTo>
                  <a:pt x="232" y="29"/>
                  <a:pt x="239" y="43"/>
                  <a:pt x="239" y="59"/>
                </a:cubicBezTo>
                <a:cubicBezTo>
                  <a:pt x="239" y="68"/>
                  <a:pt x="236" y="76"/>
                  <a:pt x="228" y="82"/>
                </a:cubicBezTo>
                <a:lnTo>
                  <a:pt x="217" y="9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47" name=""/>
          <p:cNvSpPr/>
          <p:nvPr/>
        </p:nvSpPr>
        <p:spPr>
          <a:xfrm>
            <a:off x="1592640" y="4170960"/>
            <a:ext cx="55080" cy="160920"/>
          </a:xfrm>
          <a:custGeom>
            <a:avLst/>
            <a:gdLst/>
            <a:ahLst/>
            <a:rect l="0" t="0" r="r" b="b"/>
            <a:pathLst>
              <a:path w="153" h="447">
                <a:moveTo>
                  <a:pt x="10" y="418"/>
                </a:moveTo>
                <a:lnTo>
                  <a:pt x="19" y="418"/>
                </a:lnTo>
                <a:cubicBezTo>
                  <a:pt x="36" y="418"/>
                  <a:pt x="46" y="415"/>
                  <a:pt x="49" y="409"/>
                </a:cubicBezTo>
                <a:lnTo>
                  <a:pt x="49" y="403"/>
                </a:lnTo>
                <a:cubicBezTo>
                  <a:pt x="49" y="400"/>
                  <a:pt x="49" y="395"/>
                  <a:pt x="49" y="389"/>
                </a:cubicBezTo>
                <a:cubicBezTo>
                  <a:pt x="49" y="383"/>
                  <a:pt x="49" y="376"/>
                  <a:pt x="49" y="367"/>
                </a:cubicBezTo>
                <a:cubicBezTo>
                  <a:pt x="49" y="359"/>
                  <a:pt x="50" y="350"/>
                  <a:pt x="50" y="340"/>
                </a:cubicBezTo>
                <a:cubicBezTo>
                  <a:pt x="50" y="329"/>
                  <a:pt x="50" y="319"/>
                  <a:pt x="50" y="308"/>
                </a:cubicBezTo>
                <a:cubicBezTo>
                  <a:pt x="50" y="296"/>
                  <a:pt x="50" y="285"/>
                  <a:pt x="50" y="272"/>
                </a:cubicBezTo>
                <a:cubicBezTo>
                  <a:pt x="50" y="260"/>
                  <a:pt x="50" y="248"/>
                  <a:pt x="50" y="236"/>
                </a:cubicBezTo>
                <a:cubicBezTo>
                  <a:pt x="50" y="219"/>
                  <a:pt x="50" y="202"/>
                  <a:pt x="50" y="184"/>
                </a:cubicBezTo>
                <a:cubicBezTo>
                  <a:pt x="50" y="167"/>
                  <a:pt x="50" y="151"/>
                  <a:pt x="50" y="136"/>
                </a:cubicBezTo>
                <a:cubicBezTo>
                  <a:pt x="50" y="122"/>
                  <a:pt x="50" y="109"/>
                  <a:pt x="50" y="98"/>
                </a:cubicBezTo>
                <a:cubicBezTo>
                  <a:pt x="50" y="86"/>
                  <a:pt x="50" y="77"/>
                  <a:pt x="49" y="69"/>
                </a:cubicBezTo>
                <a:cubicBezTo>
                  <a:pt x="49" y="62"/>
                  <a:pt x="49" y="58"/>
                  <a:pt x="49" y="58"/>
                </a:cubicBezTo>
                <a:cubicBezTo>
                  <a:pt x="48" y="50"/>
                  <a:pt x="45" y="45"/>
                  <a:pt x="40" y="42"/>
                </a:cubicBezTo>
                <a:cubicBezTo>
                  <a:pt x="36" y="40"/>
                  <a:pt x="26" y="38"/>
                  <a:pt x="11" y="36"/>
                </a:cubicBezTo>
                <a:lnTo>
                  <a:pt x="0" y="36"/>
                </a:lnTo>
                <a:lnTo>
                  <a:pt x="0" y="22"/>
                </a:lnTo>
                <a:cubicBezTo>
                  <a:pt x="0" y="12"/>
                  <a:pt x="0" y="7"/>
                  <a:pt x="1" y="7"/>
                </a:cubicBezTo>
                <a:lnTo>
                  <a:pt x="8" y="6"/>
                </a:lnTo>
                <a:cubicBezTo>
                  <a:pt x="12" y="6"/>
                  <a:pt x="18" y="5"/>
                  <a:pt x="26" y="5"/>
                </a:cubicBezTo>
                <a:cubicBezTo>
                  <a:pt x="34" y="4"/>
                  <a:pt x="42" y="4"/>
                  <a:pt x="50" y="4"/>
                </a:cubicBezTo>
                <a:cubicBezTo>
                  <a:pt x="57" y="3"/>
                  <a:pt x="66" y="3"/>
                  <a:pt x="75" y="2"/>
                </a:cubicBezTo>
                <a:cubicBezTo>
                  <a:pt x="83" y="2"/>
                  <a:pt x="90" y="1"/>
                  <a:pt x="94" y="0"/>
                </a:cubicBezTo>
                <a:cubicBezTo>
                  <a:pt x="98" y="0"/>
                  <a:pt x="101" y="-1"/>
                  <a:pt x="101" y="0"/>
                </a:cubicBezTo>
                <a:lnTo>
                  <a:pt x="103" y="0"/>
                </a:lnTo>
                <a:lnTo>
                  <a:pt x="103" y="202"/>
                </a:lnTo>
                <a:cubicBezTo>
                  <a:pt x="103" y="339"/>
                  <a:pt x="103" y="408"/>
                  <a:pt x="104" y="409"/>
                </a:cubicBezTo>
                <a:cubicBezTo>
                  <a:pt x="105" y="412"/>
                  <a:pt x="108" y="414"/>
                  <a:pt x="111" y="416"/>
                </a:cubicBezTo>
                <a:cubicBezTo>
                  <a:pt x="120" y="417"/>
                  <a:pt x="131" y="418"/>
                  <a:pt x="143" y="418"/>
                </a:cubicBezTo>
                <a:lnTo>
                  <a:pt x="153" y="418"/>
                </a:lnTo>
                <a:lnTo>
                  <a:pt x="153" y="447"/>
                </a:lnTo>
                <a:lnTo>
                  <a:pt x="148" y="447"/>
                </a:lnTo>
                <a:lnTo>
                  <a:pt x="133" y="447"/>
                </a:lnTo>
                <a:cubicBezTo>
                  <a:pt x="123" y="446"/>
                  <a:pt x="113" y="446"/>
                  <a:pt x="102" y="446"/>
                </a:cubicBezTo>
                <a:cubicBezTo>
                  <a:pt x="91" y="446"/>
                  <a:pt x="82" y="446"/>
                  <a:pt x="77" y="445"/>
                </a:cubicBezTo>
                <a:cubicBezTo>
                  <a:pt x="72" y="445"/>
                  <a:pt x="64" y="445"/>
                  <a:pt x="52" y="445"/>
                </a:cubicBezTo>
                <a:cubicBezTo>
                  <a:pt x="41" y="446"/>
                  <a:pt x="30" y="446"/>
                  <a:pt x="20" y="447"/>
                </a:cubicBezTo>
                <a:lnTo>
                  <a:pt x="5" y="447"/>
                </a:lnTo>
                <a:lnTo>
                  <a:pt x="0" y="447"/>
                </a:lnTo>
                <a:lnTo>
                  <a:pt x="0" y="418"/>
                </a:lnTo>
                <a:lnTo>
                  <a:pt x="10" y="41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48" name=""/>
          <p:cNvSpPr/>
          <p:nvPr/>
        </p:nvSpPr>
        <p:spPr>
          <a:xfrm>
            <a:off x="1657080" y="4176720"/>
            <a:ext cx="53280" cy="155160"/>
          </a:xfrm>
          <a:custGeom>
            <a:avLst/>
            <a:gdLst/>
            <a:ahLst/>
            <a:rect l="0" t="0" r="r" b="b"/>
            <a:pathLst>
              <a:path w="148" h="431">
                <a:moveTo>
                  <a:pt x="27" y="38"/>
                </a:moveTo>
                <a:cubicBezTo>
                  <a:pt x="27" y="26"/>
                  <a:pt x="32" y="17"/>
                  <a:pt x="40" y="10"/>
                </a:cubicBezTo>
                <a:cubicBezTo>
                  <a:pt x="48" y="3"/>
                  <a:pt x="57" y="0"/>
                  <a:pt x="68" y="0"/>
                </a:cubicBezTo>
                <a:cubicBezTo>
                  <a:pt x="78" y="1"/>
                  <a:pt x="87" y="4"/>
                  <a:pt x="94" y="11"/>
                </a:cubicBezTo>
                <a:cubicBezTo>
                  <a:pt x="101" y="17"/>
                  <a:pt x="105" y="26"/>
                  <a:pt x="105" y="38"/>
                </a:cubicBezTo>
                <a:cubicBezTo>
                  <a:pt x="105" y="51"/>
                  <a:pt x="101" y="61"/>
                  <a:pt x="94" y="67"/>
                </a:cubicBezTo>
                <a:cubicBezTo>
                  <a:pt x="87" y="74"/>
                  <a:pt x="78" y="77"/>
                  <a:pt x="67" y="77"/>
                </a:cubicBezTo>
                <a:cubicBezTo>
                  <a:pt x="56" y="77"/>
                  <a:pt x="47" y="74"/>
                  <a:pt x="40" y="67"/>
                </a:cubicBezTo>
                <a:cubicBezTo>
                  <a:pt x="33" y="61"/>
                  <a:pt x="29" y="51"/>
                  <a:pt x="27" y="38"/>
                </a:cubicBezTo>
                <a:moveTo>
                  <a:pt x="143" y="431"/>
                </a:moveTo>
                <a:cubicBezTo>
                  <a:pt x="136" y="430"/>
                  <a:pt x="114" y="429"/>
                  <a:pt x="76" y="429"/>
                </a:cubicBezTo>
                <a:cubicBezTo>
                  <a:pt x="71" y="429"/>
                  <a:pt x="63" y="429"/>
                  <a:pt x="52" y="429"/>
                </a:cubicBezTo>
                <a:cubicBezTo>
                  <a:pt x="41" y="429"/>
                  <a:pt x="30" y="430"/>
                  <a:pt x="19" y="431"/>
                </a:cubicBezTo>
                <a:lnTo>
                  <a:pt x="5" y="431"/>
                </a:lnTo>
                <a:lnTo>
                  <a:pt x="0" y="431"/>
                </a:lnTo>
                <a:lnTo>
                  <a:pt x="0" y="402"/>
                </a:lnTo>
                <a:lnTo>
                  <a:pt x="10" y="402"/>
                </a:lnTo>
                <a:cubicBezTo>
                  <a:pt x="22" y="402"/>
                  <a:pt x="33" y="401"/>
                  <a:pt x="42" y="400"/>
                </a:cubicBezTo>
                <a:cubicBezTo>
                  <a:pt x="46" y="398"/>
                  <a:pt x="49" y="396"/>
                  <a:pt x="50" y="393"/>
                </a:cubicBezTo>
                <a:cubicBezTo>
                  <a:pt x="50" y="390"/>
                  <a:pt x="51" y="381"/>
                  <a:pt x="51" y="366"/>
                </a:cubicBezTo>
                <a:lnTo>
                  <a:pt x="51" y="299"/>
                </a:lnTo>
                <a:lnTo>
                  <a:pt x="51" y="243"/>
                </a:lnTo>
                <a:cubicBezTo>
                  <a:pt x="51" y="219"/>
                  <a:pt x="50" y="205"/>
                  <a:pt x="50" y="199"/>
                </a:cubicBezTo>
                <a:cubicBezTo>
                  <a:pt x="49" y="193"/>
                  <a:pt x="46" y="189"/>
                  <a:pt x="41" y="187"/>
                </a:cubicBezTo>
                <a:cubicBezTo>
                  <a:pt x="35" y="184"/>
                  <a:pt x="23" y="183"/>
                  <a:pt x="9" y="183"/>
                </a:cubicBezTo>
                <a:lnTo>
                  <a:pt x="2" y="183"/>
                </a:lnTo>
                <a:lnTo>
                  <a:pt x="2" y="168"/>
                </a:lnTo>
                <a:cubicBezTo>
                  <a:pt x="2" y="158"/>
                  <a:pt x="3" y="153"/>
                  <a:pt x="3" y="153"/>
                </a:cubicBezTo>
                <a:lnTo>
                  <a:pt x="10" y="152"/>
                </a:lnTo>
                <a:cubicBezTo>
                  <a:pt x="14" y="152"/>
                  <a:pt x="20" y="151"/>
                  <a:pt x="29" y="151"/>
                </a:cubicBezTo>
                <a:cubicBezTo>
                  <a:pt x="37" y="151"/>
                  <a:pt x="44" y="150"/>
                  <a:pt x="52" y="150"/>
                </a:cubicBezTo>
                <a:cubicBezTo>
                  <a:pt x="59" y="149"/>
                  <a:pt x="67" y="149"/>
                  <a:pt x="75" y="148"/>
                </a:cubicBezTo>
                <a:cubicBezTo>
                  <a:pt x="83" y="148"/>
                  <a:pt x="90" y="147"/>
                  <a:pt x="94" y="147"/>
                </a:cubicBezTo>
                <a:cubicBezTo>
                  <a:pt x="98" y="146"/>
                  <a:pt x="101" y="145"/>
                  <a:pt x="101" y="146"/>
                </a:cubicBezTo>
                <a:lnTo>
                  <a:pt x="103" y="146"/>
                </a:lnTo>
                <a:lnTo>
                  <a:pt x="103" y="391"/>
                </a:lnTo>
                <a:cubicBezTo>
                  <a:pt x="105" y="396"/>
                  <a:pt x="108" y="398"/>
                  <a:pt x="111" y="399"/>
                </a:cubicBezTo>
                <a:cubicBezTo>
                  <a:pt x="114" y="400"/>
                  <a:pt x="121" y="401"/>
                  <a:pt x="133" y="402"/>
                </a:cubicBezTo>
                <a:lnTo>
                  <a:pt x="148" y="402"/>
                </a:lnTo>
                <a:lnTo>
                  <a:pt x="148" y="431"/>
                </a:lnTo>
                <a:lnTo>
                  <a:pt x="143" y="43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49" name=""/>
          <p:cNvSpPr/>
          <p:nvPr/>
        </p:nvSpPr>
        <p:spPr>
          <a:xfrm>
            <a:off x="1721160" y="4229280"/>
            <a:ext cx="119880" cy="102600"/>
          </a:xfrm>
          <a:custGeom>
            <a:avLst/>
            <a:gdLst/>
            <a:ahLst/>
            <a:rect l="0" t="0" r="r" b="b"/>
            <a:pathLst>
              <a:path w="333" h="285">
                <a:moveTo>
                  <a:pt x="10" y="256"/>
                </a:moveTo>
                <a:lnTo>
                  <a:pt x="19" y="256"/>
                </a:lnTo>
                <a:cubicBezTo>
                  <a:pt x="37" y="256"/>
                  <a:pt x="47" y="253"/>
                  <a:pt x="50" y="247"/>
                </a:cubicBezTo>
                <a:lnTo>
                  <a:pt x="50" y="241"/>
                </a:lnTo>
                <a:cubicBezTo>
                  <a:pt x="50" y="238"/>
                  <a:pt x="50" y="233"/>
                  <a:pt x="50" y="227"/>
                </a:cubicBezTo>
                <a:cubicBezTo>
                  <a:pt x="50" y="221"/>
                  <a:pt x="50" y="214"/>
                  <a:pt x="50" y="207"/>
                </a:cubicBezTo>
                <a:cubicBezTo>
                  <a:pt x="50" y="199"/>
                  <a:pt x="51" y="191"/>
                  <a:pt x="51" y="182"/>
                </a:cubicBezTo>
                <a:cubicBezTo>
                  <a:pt x="51" y="172"/>
                  <a:pt x="51" y="163"/>
                  <a:pt x="51" y="155"/>
                </a:cubicBezTo>
                <a:cubicBezTo>
                  <a:pt x="51" y="141"/>
                  <a:pt x="51" y="127"/>
                  <a:pt x="51" y="112"/>
                </a:cubicBezTo>
                <a:cubicBezTo>
                  <a:pt x="51" y="97"/>
                  <a:pt x="51" y="84"/>
                  <a:pt x="50" y="74"/>
                </a:cubicBezTo>
                <a:lnTo>
                  <a:pt x="50" y="59"/>
                </a:lnTo>
                <a:cubicBezTo>
                  <a:pt x="49" y="51"/>
                  <a:pt x="46" y="46"/>
                  <a:pt x="41" y="43"/>
                </a:cubicBezTo>
                <a:cubicBezTo>
                  <a:pt x="37" y="41"/>
                  <a:pt x="26" y="39"/>
                  <a:pt x="11" y="37"/>
                </a:cubicBezTo>
                <a:lnTo>
                  <a:pt x="0" y="37"/>
                </a:lnTo>
                <a:lnTo>
                  <a:pt x="0" y="22"/>
                </a:lnTo>
                <a:cubicBezTo>
                  <a:pt x="0" y="12"/>
                  <a:pt x="0" y="7"/>
                  <a:pt x="1" y="7"/>
                </a:cubicBezTo>
                <a:lnTo>
                  <a:pt x="8" y="6"/>
                </a:lnTo>
                <a:cubicBezTo>
                  <a:pt x="12" y="6"/>
                  <a:pt x="18" y="5"/>
                  <a:pt x="26" y="5"/>
                </a:cubicBezTo>
                <a:cubicBezTo>
                  <a:pt x="34" y="5"/>
                  <a:pt x="42" y="4"/>
                  <a:pt x="50" y="4"/>
                </a:cubicBezTo>
                <a:cubicBezTo>
                  <a:pt x="58" y="3"/>
                  <a:pt x="65" y="3"/>
                  <a:pt x="73" y="2"/>
                </a:cubicBezTo>
                <a:cubicBezTo>
                  <a:pt x="82" y="2"/>
                  <a:pt x="88" y="1"/>
                  <a:pt x="92" y="1"/>
                </a:cubicBezTo>
                <a:cubicBezTo>
                  <a:pt x="96" y="0"/>
                  <a:pt x="99" y="-1"/>
                  <a:pt x="99" y="0"/>
                </a:cubicBezTo>
                <a:lnTo>
                  <a:pt x="101" y="0"/>
                </a:lnTo>
                <a:lnTo>
                  <a:pt x="101" y="26"/>
                </a:lnTo>
                <a:cubicBezTo>
                  <a:pt x="101" y="43"/>
                  <a:pt x="101" y="51"/>
                  <a:pt x="102" y="51"/>
                </a:cubicBezTo>
                <a:cubicBezTo>
                  <a:pt x="102" y="51"/>
                  <a:pt x="103" y="50"/>
                  <a:pt x="105" y="48"/>
                </a:cubicBezTo>
                <a:cubicBezTo>
                  <a:pt x="107" y="46"/>
                  <a:pt x="109" y="42"/>
                  <a:pt x="113" y="37"/>
                </a:cubicBezTo>
                <a:cubicBezTo>
                  <a:pt x="116" y="33"/>
                  <a:pt x="120" y="29"/>
                  <a:pt x="125" y="26"/>
                </a:cubicBezTo>
                <a:cubicBezTo>
                  <a:pt x="130" y="22"/>
                  <a:pt x="136" y="18"/>
                  <a:pt x="144" y="13"/>
                </a:cubicBezTo>
                <a:cubicBezTo>
                  <a:pt x="151" y="9"/>
                  <a:pt x="159" y="5"/>
                  <a:pt x="168" y="3"/>
                </a:cubicBezTo>
                <a:cubicBezTo>
                  <a:pt x="177" y="1"/>
                  <a:pt x="188" y="0"/>
                  <a:pt x="201" y="0"/>
                </a:cubicBezTo>
                <a:cubicBezTo>
                  <a:pt x="250" y="2"/>
                  <a:pt x="277" y="26"/>
                  <a:pt x="283" y="74"/>
                </a:cubicBezTo>
                <a:cubicBezTo>
                  <a:pt x="283" y="77"/>
                  <a:pt x="283" y="106"/>
                  <a:pt x="283" y="163"/>
                </a:cubicBezTo>
                <a:lnTo>
                  <a:pt x="283" y="218"/>
                </a:lnTo>
                <a:cubicBezTo>
                  <a:pt x="283" y="235"/>
                  <a:pt x="284" y="244"/>
                  <a:pt x="284" y="247"/>
                </a:cubicBezTo>
                <a:cubicBezTo>
                  <a:pt x="285" y="250"/>
                  <a:pt x="288" y="252"/>
                  <a:pt x="292" y="254"/>
                </a:cubicBezTo>
                <a:cubicBezTo>
                  <a:pt x="301" y="255"/>
                  <a:pt x="311" y="256"/>
                  <a:pt x="323" y="256"/>
                </a:cubicBezTo>
                <a:lnTo>
                  <a:pt x="333" y="256"/>
                </a:lnTo>
                <a:lnTo>
                  <a:pt x="333" y="285"/>
                </a:lnTo>
                <a:lnTo>
                  <a:pt x="328" y="285"/>
                </a:lnTo>
                <a:lnTo>
                  <a:pt x="313" y="285"/>
                </a:lnTo>
                <a:cubicBezTo>
                  <a:pt x="303" y="284"/>
                  <a:pt x="292" y="284"/>
                  <a:pt x="281" y="284"/>
                </a:cubicBezTo>
                <a:cubicBezTo>
                  <a:pt x="269" y="284"/>
                  <a:pt x="261" y="284"/>
                  <a:pt x="256" y="283"/>
                </a:cubicBezTo>
                <a:cubicBezTo>
                  <a:pt x="212" y="283"/>
                  <a:pt x="188" y="284"/>
                  <a:pt x="184" y="285"/>
                </a:cubicBezTo>
                <a:lnTo>
                  <a:pt x="179" y="285"/>
                </a:lnTo>
                <a:lnTo>
                  <a:pt x="179" y="256"/>
                </a:lnTo>
                <a:lnTo>
                  <a:pt x="189" y="256"/>
                </a:lnTo>
                <a:cubicBezTo>
                  <a:pt x="215" y="256"/>
                  <a:pt x="229" y="252"/>
                  <a:pt x="229" y="245"/>
                </a:cubicBezTo>
                <a:cubicBezTo>
                  <a:pt x="229" y="244"/>
                  <a:pt x="229" y="215"/>
                  <a:pt x="229" y="157"/>
                </a:cubicBezTo>
                <a:cubicBezTo>
                  <a:pt x="229" y="99"/>
                  <a:pt x="228" y="68"/>
                  <a:pt x="228" y="65"/>
                </a:cubicBezTo>
                <a:cubicBezTo>
                  <a:pt x="225" y="53"/>
                  <a:pt x="221" y="44"/>
                  <a:pt x="215" y="37"/>
                </a:cubicBezTo>
                <a:cubicBezTo>
                  <a:pt x="209" y="31"/>
                  <a:pt x="204" y="27"/>
                  <a:pt x="200" y="26"/>
                </a:cubicBezTo>
                <a:cubicBezTo>
                  <a:pt x="195" y="24"/>
                  <a:pt x="190" y="24"/>
                  <a:pt x="183" y="24"/>
                </a:cubicBezTo>
                <a:cubicBezTo>
                  <a:pt x="164" y="24"/>
                  <a:pt x="147" y="32"/>
                  <a:pt x="132" y="47"/>
                </a:cubicBezTo>
                <a:cubicBezTo>
                  <a:pt x="120" y="59"/>
                  <a:pt x="113" y="71"/>
                  <a:pt x="110" y="83"/>
                </a:cubicBezTo>
                <a:cubicBezTo>
                  <a:pt x="107" y="95"/>
                  <a:pt x="105" y="112"/>
                  <a:pt x="105" y="136"/>
                </a:cubicBezTo>
                <a:lnTo>
                  <a:pt x="105" y="177"/>
                </a:lnTo>
                <a:lnTo>
                  <a:pt x="105" y="216"/>
                </a:lnTo>
                <a:cubicBezTo>
                  <a:pt x="105" y="229"/>
                  <a:pt x="105" y="237"/>
                  <a:pt x="106" y="241"/>
                </a:cubicBezTo>
                <a:cubicBezTo>
                  <a:pt x="106" y="246"/>
                  <a:pt x="107" y="249"/>
                  <a:pt x="108" y="250"/>
                </a:cubicBezTo>
                <a:cubicBezTo>
                  <a:pt x="108" y="251"/>
                  <a:pt x="110" y="252"/>
                  <a:pt x="113" y="254"/>
                </a:cubicBezTo>
                <a:cubicBezTo>
                  <a:pt x="122" y="255"/>
                  <a:pt x="133" y="256"/>
                  <a:pt x="145" y="256"/>
                </a:cubicBezTo>
                <a:lnTo>
                  <a:pt x="155" y="256"/>
                </a:lnTo>
                <a:lnTo>
                  <a:pt x="155" y="285"/>
                </a:lnTo>
                <a:lnTo>
                  <a:pt x="150" y="285"/>
                </a:lnTo>
                <a:lnTo>
                  <a:pt x="135" y="285"/>
                </a:lnTo>
                <a:cubicBezTo>
                  <a:pt x="125" y="284"/>
                  <a:pt x="114" y="284"/>
                  <a:pt x="102" y="284"/>
                </a:cubicBezTo>
                <a:cubicBezTo>
                  <a:pt x="91" y="284"/>
                  <a:pt x="83" y="284"/>
                  <a:pt x="78" y="283"/>
                </a:cubicBezTo>
                <a:cubicBezTo>
                  <a:pt x="34" y="283"/>
                  <a:pt x="9" y="284"/>
                  <a:pt x="5" y="285"/>
                </a:cubicBezTo>
                <a:lnTo>
                  <a:pt x="0" y="285"/>
                </a:lnTo>
                <a:lnTo>
                  <a:pt x="0" y="256"/>
                </a:lnTo>
                <a:lnTo>
                  <a:pt x="10" y="2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571320" y="2705040"/>
            <a:ext cx="31291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経路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2: L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が未知 —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L*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逆算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51" name=""/>
          <p:cNvSpPr/>
          <p:nvPr/>
        </p:nvSpPr>
        <p:spPr>
          <a:xfrm>
            <a:off x="933120" y="4571640"/>
            <a:ext cx="105120" cy="105480"/>
          </a:xfrm>
          <a:custGeom>
            <a:avLst/>
            <a:gdLst/>
            <a:ahLst/>
            <a:rect l="0" t="0" r="r" b="b"/>
            <a:pathLst>
              <a:path w="292" h="293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2"/>
                  <a:pt x="155" y="293"/>
                  <a:pt x="146" y="293"/>
                </a:cubicBezTo>
                <a:cubicBezTo>
                  <a:pt x="136" y="293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2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2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2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52" name=""/>
          <p:cNvSpPr/>
          <p:nvPr/>
        </p:nvSpPr>
        <p:spPr>
          <a:xfrm>
            <a:off x="1210320" y="4498560"/>
            <a:ext cx="201960" cy="224280"/>
          </a:xfrm>
          <a:custGeom>
            <a:avLst/>
            <a:gdLst/>
            <a:ahLst/>
            <a:rect l="0" t="0" r="r" b="b"/>
            <a:pathLst>
              <a:path w="561" h="623">
                <a:moveTo>
                  <a:pt x="179" y="42"/>
                </a:moveTo>
                <a:cubicBezTo>
                  <a:pt x="158" y="42"/>
                  <a:pt x="147" y="40"/>
                  <a:pt x="146" y="38"/>
                </a:cubicBezTo>
                <a:cubicBezTo>
                  <a:pt x="145" y="37"/>
                  <a:pt x="145" y="34"/>
                  <a:pt x="145" y="31"/>
                </a:cubicBezTo>
                <a:cubicBezTo>
                  <a:pt x="145" y="16"/>
                  <a:pt x="148" y="6"/>
                  <a:pt x="155" y="1"/>
                </a:cubicBezTo>
                <a:cubicBezTo>
                  <a:pt x="156" y="0"/>
                  <a:pt x="161" y="0"/>
                  <a:pt x="169" y="0"/>
                </a:cubicBezTo>
                <a:cubicBezTo>
                  <a:pt x="201" y="2"/>
                  <a:pt x="240" y="3"/>
                  <a:pt x="285" y="3"/>
                </a:cubicBezTo>
                <a:cubicBezTo>
                  <a:pt x="371" y="3"/>
                  <a:pt x="420" y="2"/>
                  <a:pt x="433" y="0"/>
                </a:cubicBezTo>
                <a:lnTo>
                  <a:pt x="443" y="0"/>
                </a:lnTo>
                <a:cubicBezTo>
                  <a:pt x="447" y="3"/>
                  <a:pt x="449" y="6"/>
                  <a:pt x="449" y="8"/>
                </a:cubicBezTo>
                <a:cubicBezTo>
                  <a:pt x="449" y="10"/>
                  <a:pt x="448" y="15"/>
                  <a:pt x="447" y="24"/>
                </a:cubicBezTo>
                <a:cubicBezTo>
                  <a:pt x="444" y="33"/>
                  <a:pt x="441" y="39"/>
                  <a:pt x="439" y="42"/>
                </a:cubicBezTo>
                <a:lnTo>
                  <a:pt x="404" y="42"/>
                </a:lnTo>
                <a:cubicBezTo>
                  <a:pt x="362" y="42"/>
                  <a:pt x="338" y="45"/>
                  <a:pt x="331" y="50"/>
                </a:cubicBezTo>
                <a:cubicBezTo>
                  <a:pt x="326" y="52"/>
                  <a:pt x="322" y="61"/>
                  <a:pt x="318" y="75"/>
                </a:cubicBezTo>
                <a:cubicBezTo>
                  <a:pt x="314" y="90"/>
                  <a:pt x="293" y="170"/>
                  <a:pt x="256" y="316"/>
                </a:cubicBezTo>
                <a:cubicBezTo>
                  <a:pt x="246" y="356"/>
                  <a:pt x="236" y="398"/>
                  <a:pt x="225" y="442"/>
                </a:cubicBezTo>
                <a:cubicBezTo>
                  <a:pt x="214" y="486"/>
                  <a:pt x="206" y="520"/>
                  <a:pt x="200" y="542"/>
                </a:cubicBezTo>
                <a:lnTo>
                  <a:pt x="192" y="575"/>
                </a:lnTo>
                <a:cubicBezTo>
                  <a:pt x="192" y="577"/>
                  <a:pt x="195" y="578"/>
                  <a:pt x="200" y="578"/>
                </a:cubicBezTo>
                <a:cubicBezTo>
                  <a:pt x="206" y="578"/>
                  <a:pt x="224" y="579"/>
                  <a:pt x="254" y="580"/>
                </a:cubicBezTo>
                <a:lnTo>
                  <a:pt x="270" y="580"/>
                </a:lnTo>
                <a:cubicBezTo>
                  <a:pt x="290" y="580"/>
                  <a:pt x="305" y="580"/>
                  <a:pt x="317" y="579"/>
                </a:cubicBezTo>
                <a:cubicBezTo>
                  <a:pt x="329" y="579"/>
                  <a:pt x="343" y="577"/>
                  <a:pt x="362" y="573"/>
                </a:cubicBezTo>
                <a:cubicBezTo>
                  <a:pt x="380" y="569"/>
                  <a:pt x="395" y="564"/>
                  <a:pt x="407" y="557"/>
                </a:cubicBezTo>
                <a:cubicBezTo>
                  <a:pt x="419" y="549"/>
                  <a:pt x="433" y="539"/>
                  <a:pt x="447" y="526"/>
                </a:cubicBezTo>
                <a:cubicBezTo>
                  <a:pt x="462" y="512"/>
                  <a:pt x="474" y="496"/>
                  <a:pt x="485" y="476"/>
                </a:cubicBezTo>
                <a:cubicBezTo>
                  <a:pt x="495" y="457"/>
                  <a:pt x="504" y="437"/>
                  <a:pt x="513" y="415"/>
                </a:cubicBezTo>
                <a:cubicBezTo>
                  <a:pt x="521" y="392"/>
                  <a:pt x="526" y="380"/>
                  <a:pt x="528" y="376"/>
                </a:cubicBezTo>
                <a:cubicBezTo>
                  <a:pt x="531" y="375"/>
                  <a:pt x="536" y="374"/>
                  <a:pt x="543" y="374"/>
                </a:cubicBezTo>
                <a:lnTo>
                  <a:pt x="555" y="374"/>
                </a:lnTo>
                <a:cubicBezTo>
                  <a:pt x="559" y="379"/>
                  <a:pt x="561" y="383"/>
                  <a:pt x="561" y="384"/>
                </a:cubicBezTo>
                <a:cubicBezTo>
                  <a:pt x="561" y="385"/>
                  <a:pt x="555" y="403"/>
                  <a:pt x="543" y="437"/>
                </a:cubicBezTo>
                <a:cubicBezTo>
                  <a:pt x="530" y="472"/>
                  <a:pt x="517" y="508"/>
                  <a:pt x="503" y="547"/>
                </a:cubicBezTo>
                <a:cubicBezTo>
                  <a:pt x="488" y="585"/>
                  <a:pt x="480" y="607"/>
                  <a:pt x="479" y="614"/>
                </a:cubicBezTo>
                <a:cubicBezTo>
                  <a:pt x="478" y="617"/>
                  <a:pt x="476" y="619"/>
                  <a:pt x="475" y="619"/>
                </a:cubicBezTo>
                <a:cubicBezTo>
                  <a:pt x="474" y="620"/>
                  <a:pt x="469" y="621"/>
                  <a:pt x="461" y="622"/>
                </a:cubicBezTo>
                <a:cubicBezTo>
                  <a:pt x="452" y="623"/>
                  <a:pt x="439" y="624"/>
                  <a:pt x="422" y="623"/>
                </a:cubicBezTo>
                <a:cubicBezTo>
                  <a:pt x="415" y="623"/>
                  <a:pt x="392" y="623"/>
                  <a:pt x="352" y="623"/>
                </a:cubicBezTo>
                <a:cubicBezTo>
                  <a:pt x="313" y="623"/>
                  <a:pt x="275" y="623"/>
                  <a:pt x="239" y="622"/>
                </a:cubicBezTo>
                <a:lnTo>
                  <a:pt x="77" y="622"/>
                </a:lnTo>
                <a:cubicBezTo>
                  <a:pt x="26" y="622"/>
                  <a:pt x="0" y="619"/>
                  <a:pt x="0" y="613"/>
                </a:cubicBezTo>
                <a:cubicBezTo>
                  <a:pt x="0" y="609"/>
                  <a:pt x="1" y="604"/>
                  <a:pt x="2" y="600"/>
                </a:cubicBezTo>
                <a:cubicBezTo>
                  <a:pt x="5" y="589"/>
                  <a:pt x="8" y="582"/>
                  <a:pt x="11" y="581"/>
                </a:cubicBezTo>
                <a:cubicBezTo>
                  <a:pt x="14" y="581"/>
                  <a:pt x="18" y="580"/>
                  <a:pt x="25" y="580"/>
                </a:cubicBezTo>
                <a:lnTo>
                  <a:pt x="30" y="580"/>
                </a:lnTo>
                <a:cubicBezTo>
                  <a:pt x="47" y="580"/>
                  <a:pt x="65" y="579"/>
                  <a:pt x="85" y="577"/>
                </a:cubicBezTo>
                <a:cubicBezTo>
                  <a:pt x="93" y="576"/>
                  <a:pt x="99" y="572"/>
                  <a:pt x="102" y="567"/>
                </a:cubicBezTo>
                <a:cubicBezTo>
                  <a:pt x="104" y="564"/>
                  <a:pt x="126" y="480"/>
                  <a:pt x="168" y="314"/>
                </a:cubicBezTo>
                <a:cubicBezTo>
                  <a:pt x="210" y="147"/>
                  <a:pt x="231" y="59"/>
                  <a:pt x="231" y="50"/>
                </a:cubicBezTo>
                <a:cubicBezTo>
                  <a:pt x="231" y="46"/>
                  <a:pt x="213" y="43"/>
                  <a:pt x="179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53" name=""/>
          <p:cNvSpPr/>
          <p:nvPr/>
        </p:nvSpPr>
        <p:spPr>
          <a:xfrm>
            <a:off x="1448640" y="4495680"/>
            <a:ext cx="86040" cy="99720"/>
          </a:xfrm>
          <a:custGeom>
            <a:avLst/>
            <a:gdLst/>
            <a:ahLst/>
            <a:rect l="0" t="0" r="r" b="b"/>
            <a:pathLst>
              <a:path w="239" h="277">
                <a:moveTo>
                  <a:pt x="106" y="116"/>
                </a:moveTo>
                <a:cubicBezTo>
                  <a:pt x="100" y="58"/>
                  <a:pt x="98" y="25"/>
                  <a:pt x="98" y="19"/>
                </a:cubicBezTo>
                <a:cubicBezTo>
                  <a:pt x="98" y="11"/>
                  <a:pt x="103" y="5"/>
                  <a:pt x="113" y="1"/>
                </a:cubicBezTo>
                <a:cubicBezTo>
                  <a:pt x="113" y="1"/>
                  <a:pt x="115" y="1"/>
                  <a:pt x="116" y="1"/>
                </a:cubicBezTo>
                <a:cubicBezTo>
                  <a:pt x="118" y="1"/>
                  <a:pt x="119" y="0"/>
                  <a:pt x="120" y="0"/>
                </a:cubicBezTo>
                <a:cubicBezTo>
                  <a:pt x="125" y="0"/>
                  <a:pt x="130" y="2"/>
                  <a:pt x="134" y="6"/>
                </a:cubicBezTo>
                <a:cubicBezTo>
                  <a:pt x="139" y="9"/>
                  <a:pt x="142" y="13"/>
                  <a:pt x="142" y="19"/>
                </a:cubicBezTo>
                <a:cubicBezTo>
                  <a:pt x="142" y="26"/>
                  <a:pt x="139" y="43"/>
                  <a:pt x="137" y="71"/>
                </a:cubicBezTo>
                <a:cubicBezTo>
                  <a:pt x="134" y="98"/>
                  <a:pt x="133" y="113"/>
                  <a:pt x="132" y="116"/>
                </a:cubicBezTo>
                <a:lnTo>
                  <a:pt x="171" y="89"/>
                </a:lnTo>
                <a:cubicBezTo>
                  <a:pt x="195" y="71"/>
                  <a:pt x="208" y="61"/>
                  <a:pt x="210" y="60"/>
                </a:cubicBezTo>
                <a:cubicBezTo>
                  <a:pt x="212" y="58"/>
                  <a:pt x="214" y="58"/>
                  <a:pt x="216" y="58"/>
                </a:cubicBezTo>
                <a:cubicBezTo>
                  <a:pt x="222" y="58"/>
                  <a:pt x="227" y="60"/>
                  <a:pt x="232" y="64"/>
                </a:cubicBezTo>
                <a:cubicBezTo>
                  <a:pt x="236" y="68"/>
                  <a:pt x="239" y="75"/>
                  <a:pt x="239" y="83"/>
                </a:cubicBezTo>
                <a:cubicBezTo>
                  <a:pt x="239" y="88"/>
                  <a:pt x="237" y="93"/>
                  <a:pt x="233" y="97"/>
                </a:cubicBezTo>
                <a:cubicBezTo>
                  <a:pt x="231" y="99"/>
                  <a:pt x="216" y="106"/>
                  <a:pt x="189" y="119"/>
                </a:cubicBezTo>
                <a:cubicBezTo>
                  <a:pt x="162" y="131"/>
                  <a:pt x="148" y="138"/>
                  <a:pt x="146" y="139"/>
                </a:cubicBezTo>
                <a:lnTo>
                  <a:pt x="188" y="159"/>
                </a:lnTo>
                <a:lnTo>
                  <a:pt x="233" y="182"/>
                </a:lnTo>
                <a:cubicBezTo>
                  <a:pt x="237" y="185"/>
                  <a:pt x="239" y="190"/>
                  <a:pt x="239" y="196"/>
                </a:cubicBezTo>
                <a:cubicBezTo>
                  <a:pt x="239" y="203"/>
                  <a:pt x="237" y="208"/>
                  <a:pt x="233" y="212"/>
                </a:cubicBezTo>
                <a:cubicBezTo>
                  <a:pt x="229" y="217"/>
                  <a:pt x="224" y="219"/>
                  <a:pt x="218" y="220"/>
                </a:cubicBezTo>
                <a:cubicBezTo>
                  <a:pt x="214" y="220"/>
                  <a:pt x="210" y="218"/>
                  <a:pt x="206" y="216"/>
                </a:cubicBezTo>
                <a:cubicBezTo>
                  <a:pt x="202" y="213"/>
                  <a:pt x="190" y="205"/>
                  <a:pt x="171" y="190"/>
                </a:cubicBezTo>
                <a:lnTo>
                  <a:pt x="132" y="163"/>
                </a:lnTo>
                <a:cubicBezTo>
                  <a:pt x="138" y="220"/>
                  <a:pt x="142" y="253"/>
                  <a:pt x="142" y="259"/>
                </a:cubicBezTo>
                <a:cubicBezTo>
                  <a:pt x="142" y="264"/>
                  <a:pt x="139" y="268"/>
                  <a:pt x="136" y="272"/>
                </a:cubicBezTo>
                <a:cubicBezTo>
                  <a:pt x="133" y="275"/>
                  <a:pt x="128" y="277"/>
                  <a:pt x="119" y="277"/>
                </a:cubicBezTo>
                <a:cubicBezTo>
                  <a:pt x="111" y="277"/>
                  <a:pt x="106" y="275"/>
                  <a:pt x="103" y="272"/>
                </a:cubicBezTo>
                <a:cubicBezTo>
                  <a:pt x="100" y="268"/>
                  <a:pt x="98" y="264"/>
                  <a:pt x="98" y="259"/>
                </a:cubicBezTo>
                <a:cubicBezTo>
                  <a:pt x="98" y="252"/>
                  <a:pt x="99" y="235"/>
                  <a:pt x="101" y="208"/>
                </a:cubicBezTo>
                <a:cubicBezTo>
                  <a:pt x="104" y="181"/>
                  <a:pt x="106" y="166"/>
                  <a:pt x="106" y="163"/>
                </a:cubicBezTo>
                <a:lnTo>
                  <a:pt x="69" y="190"/>
                </a:lnTo>
                <a:cubicBezTo>
                  <a:pt x="45" y="208"/>
                  <a:pt x="32" y="217"/>
                  <a:pt x="29" y="218"/>
                </a:cubicBezTo>
                <a:cubicBezTo>
                  <a:pt x="28" y="220"/>
                  <a:pt x="26" y="220"/>
                  <a:pt x="23" y="220"/>
                </a:cubicBezTo>
                <a:cubicBezTo>
                  <a:pt x="17" y="220"/>
                  <a:pt x="12" y="218"/>
                  <a:pt x="8" y="214"/>
                </a:cubicBezTo>
                <a:cubicBezTo>
                  <a:pt x="3" y="209"/>
                  <a:pt x="0" y="204"/>
                  <a:pt x="0" y="196"/>
                </a:cubicBezTo>
                <a:cubicBezTo>
                  <a:pt x="0" y="194"/>
                  <a:pt x="0" y="192"/>
                  <a:pt x="0" y="191"/>
                </a:cubicBezTo>
                <a:cubicBezTo>
                  <a:pt x="0" y="190"/>
                  <a:pt x="0" y="189"/>
                  <a:pt x="2" y="187"/>
                </a:cubicBezTo>
                <a:cubicBezTo>
                  <a:pt x="3" y="186"/>
                  <a:pt x="4" y="185"/>
                  <a:pt x="5" y="183"/>
                </a:cubicBezTo>
                <a:cubicBezTo>
                  <a:pt x="6" y="182"/>
                  <a:pt x="8" y="181"/>
                  <a:pt x="11" y="179"/>
                </a:cubicBezTo>
                <a:cubicBezTo>
                  <a:pt x="14" y="177"/>
                  <a:pt x="17" y="176"/>
                  <a:pt x="19" y="174"/>
                </a:cubicBezTo>
                <a:cubicBezTo>
                  <a:pt x="22" y="173"/>
                  <a:pt x="26" y="171"/>
                  <a:pt x="31" y="169"/>
                </a:cubicBezTo>
                <a:cubicBezTo>
                  <a:pt x="37" y="166"/>
                  <a:pt x="42" y="164"/>
                  <a:pt x="47" y="162"/>
                </a:cubicBezTo>
                <a:cubicBezTo>
                  <a:pt x="53" y="159"/>
                  <a:pt x="59" y="156"/>
                  <a:pt x="68" y="152"/>
                </a:cubicBezTo>
                <a:cubicBezTo>
                  <a:pt x="77" y="148"/>
                  <a:pt x="85" y="143"/>
                  <a:pt x="94" y="139"/>
                </a:cubicBezTo>
                <a:lnTo>
                  <a:pt x="6" y="97"/>
                </a:lnTo>
                <a:cubicBezTo>
                  <a:pt x="2" y="93"/>
                  <a:pt x="0" y="89"/>
                  <a:pt x="0" y="83"/>
                </a:cubicBezTo>
                <a:cubicBezTo>
                  <a:pt x="0" y="76"/>
                  <a:pt x="2" y="71"/>
                  <a:pt x="6" y="65"/>
                </a:cubicBezTo>
                <a:cubicBezTo>
                  <a:pt x="10" y="61"/>
                  <a:pt x="15" y="59"/>
                  <a:pt x="22" y="58"/>
                </a:cubicBezTo>
                <a:cubicBezTo>
                  <a:pt x="25" y="58"/>
                  <a:pt x="29" y="60"/>
                  <a:pt x="33" y="62"/>
                </a:cubicBezTo>
                <a:cubicBezTo>
                  <a:pt x="38" y="65"/>
                  <a:pt x="49" y="74"/>
                  <a:pt x="69" y="89"/>
                </a:cubicBezTo>
                <a:lnTo>
                  <a:pt x="106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1860840" y="4019400"/>
            <a:ext cx="47757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臨床的に重要な差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例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非劣性マージン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55" name=""/>
          <p:cNvSpPr/>
          <p:nvPr/>
        </p:nvSpPr>
        <p:spPr>
          <a:xfrm>
            <a:off x="933120" y="5010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3"/>
                </a:cubicBezTo>
                <a:cubicBezTo>
                  <a:pt x="288" y="183"/>
                  <a:pt x="285" y="192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2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2"/>
                  <a:pt x="5" y="183"/>
                  <a:pt x="3" y="173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2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4"/>
                  <a:pt x="220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1566000" y="4457520"/>
            <a:ext cx="68616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が妥当範囲を超える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分布差は臨床的に問題となりにくい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1200240" y="4853160"/>
            <a:ext cx="40496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計画段階の主要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calibration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ツール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58" name=""/>
          <p:cNvSpPr/>
          <p:nvPr/>
        </p:nvSpPr>
        <p:spPr>
          <a:xfrm>
            <a:off x="5572800" y="4933800"/>
            <a:ext cx="201960" cy="224280"/>
          </a:xfrm>
          <a:custGeom>
            <a:avLst/>
            <a:gdLst/>
            <a:ahLst/>
            <a:rect l="0" t="0" r="r" b="b"/>
            <a:pathLst>
              <a:path w="561" h="623">
                <a:moveTo>
                  <a:pt x="179" y="42"/>
                </a:moveTo>
                <a:cubicBezTo>
                  <a:pt x="158" y="42"/>
                  <a:pt x="147" y="41"/>
                  <a:pt x="146" y="38"/>
                </a:cubicBezTo>
                <a:cubicBezTo>
                  <a:pt x="145" y="37"/>
                  <a:pt x="145" y="34"/>
                  <a:pt x="145" y="31"/>
                </a:cubicBezTo>
                <a:cubicBezTo>
                  <a:pt x="145" y="16"/>
                  <a:pt x="148" y="6"/>
                  <a:pt x="155" y="1"/>
                </a:cubicBezTo>
                <a:cubicBezTo>
                  <a:pt x="156" y="0"/>
                  <a:pt x="161" y="0"/>
                  <a:pt x="169" y="0"/>
                </a:cubicBezTo>
                <a:cubicBezTo>
                  <a:pt x="201" y="2"/>
                  <a:pt x="240" y="3"/>
                  <a:pt x="284" y="3"/>
                </a:cubicBezTo>
                <a:cubicBezTo>
                  <a:pt x="370" y="3"/>
                  <a:pt x="419" y="2"/>
                  <a:pt x="432" y="0"/>
                </a:cubicBezTo>
                <a:lnTo>
                  <a:pt x="442" y="0"/>
                </a:lnTo>
                <a:cubicBezTo>
                  <a:pt x="446" y="4"/>
                  <a:pt x="448" y="6"/>
                  <a:pt x="448" y="8"/>
                </a:cubicBezTo>
                <a:cubicBezTo>
                  <a:pt x="448" y="10"/>
                  <a:pt x="447" y="15"/>
                  <a:pt x="446" y="24"/>
                </a:cubicBezTo>
                <a:cubicBezTo>
                  <a:pt x="443" y="34"/>
                  <a:pt x="440" y="39"/>
                  <a:pt x="438" y="42"/>
                </a:cubicBezTo>
                <a:lnTo>
                  <a:pt x="403" y="42"/>
                </a:lnTo>
                <a:cubicBezTo>
                  <a:pt x="362" y="42"/>
                  <a:pt x="337" y="45"/>
                  <a:pt x="330" y="50"/>
                </a:cubicBezTo>
                <a:cubicBezTo>
                  <a:pt x="325" y="52"/>
                  <a:pt x="321" y="61"/>
                  <a:pt x="317" y="75"/>
                </a:cubicBezTo>
                <a:cubicBezTo>
                  <a:pt x="313" y="90"/>
                  <a:pt x="292" y="170"/>
                  <a:pt x="256" y="317"/>
                </a:cubicBezTo>
                <a:cubicBezTo>
                  <a:pt x="246" y="356"/>
                  <a:pt x="236" y="398"/>
                  <a:pt x="225" y="442"/>
                </a:cubicBezTo>
                <a:cubicBezTo>
                  <a:pt x="214" y="486"/>
                  <a:pt x="206" y="520"/>
                  <a:pt x="201" y="542"/>
                </a:cubicBezTo>
                <a:lnTo>
                  <a:pt x="192" y="575"/>
                </a:lnTo>
                <a:cubicBezTo>
                  <a:pt x="192" y="577"/>
                  <a:pt x="195" y="579"/>
                  <a:pt x="201" y="579"/>
                </a:cubicBezTo>
                <a:cubicBezTo>
                  <a:pt x="206" y="579"/>
                  <a:pt x="224" y="579"/>
                  <a:pt x="254" y="580"/>
                </a:cubicBezTo>
                <a:lnTo>
                  <a:pt x="270" y="580"/>
                </a:lnTo>
                <a:cubicBezTo>
                  <a:pt x="289" y="580"/>
                  <a:pt x="305" y="580"/>
                  <a:pt x="316" y="580"/>
                </a:cubicBezTo>
                <a:cubicBezTo>
                  <a:pt x="328" y="579"/>
                  <a:pt x="342" y="577"/>
                  <a:pt x="361" y="573"/>
                </a:cubicBezTo>
                <a:cubicBezTo>
                  <a:pt x="379" y="570"/>
                  <a:pt x="394" y="564"/>
                  <a:pt x="406" y="557"/>
                </a:cubicBezTo>
                <a:cubicBezTo>
                  <a:pt x="418" y="549"/>
                  <a:pt x="432" y="539"/>
                  <a:pt x="446" y="526"/>
                </a:cubicBezTo>
                <a:cubicBezTo>
                  <a:pt x="462" y="512"/>
                  <a:pt x="474" y="496"/>
                  <a:pt x="485" y="476"/>
                </a:cubicBezTo>
                <a:cubicBezTo>
                  <a:pt x="495" y="458"/>
                  <a:pt x="504" y="437"/>
                  <a:pt x="513" y="415"/>
                </a:cubicBezTo>
                <a:cubicBezTo>
                  <a:pt x="521" y="392"/>
                  <a:pt x="526" y="380"/>
                  <a:pt x="528" y="377"/>
                </a:cubicBezTo>
                <a:cubicBezTo>
                  <a:pt x="531" y="375"/>
                  <a:pt x="536" y="374"/>
                  <a:pt x="544" y="374"/>
                </a:cubicBezTo>
                <a:lnTo>
                  <a:pt x="555" y="374"/>
                </a:lnTo>
                <a:cubicBezTo>
                  <a:pt x="559" y="379"/>
                  <a:pt x="561" y="383"/>
                  <a:pt x="561" y="384"/>
                </a:cubicBezTo>
                <a:cubicBezTo>
                  <a:pt x="561" y="385"/>
                  <a:pt x="555" y="403"/>
                  <a:pt x="543" y="438"/>
                </a:cubicBezTo>
                <a:cubicBezTo>
                  <a:pt x="531" y="472"/>
                  <a:pt x="517" y="509"/>
                  <a:pt x="503" y="547"/>
                </a:cubicBezTo>
                <a:cubicBezTo>
                  <a:pt x="488" y="585"/>
                  <a:pt x="480" y="607"/>
                  <a:pt x="479" y="614"/>
                </a:cubicBezTo>
                <a:cubicBezTo>
                  <a:pt x="478" y="617"/>
                  <a:pt x="477" y="619"/>
                  <a:pt x="475" y="620"/>
                </a:cubicBezTo>
                <a:cubicBezTo>
                  <a:pt x="474" y="620"/>
                  <a:pt x="469" y="621"/>
                  <a:pt x="461" y="622"/>
                </a:cubicBezTo>
                <a:cubicBezTo>
                  <a:pt x="451" y="623"/>
                  <a:pt x="438" y="624"/>
                  <a:pt x="421" y="623"/>
                </a:cubicBezTo>
                <a:cubicBezTo>
                  <a:pt x="414" y="623"/>
                  <a:pt x="391" y="623"/>
                  <a:pt x="352" y="623"/>
                </a:cubicBezTo>
                <a:cubicBezTo>
                  <a:pt x="312" y="623"/>
                  <a:pt x="274" y="623"/>
                  <a:pt x="239" y="622"/>
                </a:cubicBezTo>
                <a:lnTo>
                  <a:pt x="77" y="622"/>
                </a:lnTo>
                <a:cubicBezTo>
                  <a:pt x="26" y="622"/>
                  <a:pt x="0" y="619"/>
                  <a:pt x="0" y="613"/>
                </a:cubicBezTo>
                <a:cubicBezTo>
                  <a:pt x="0" y="609"/>
                  <a:pt x="1" y="605"/>
                  <a:pt x="2" y="600"/>
                </a:cubicBezTo>
                <a:cubicBezTo>
                  <a:pt x="5" y="589"/>
                  <a:pt x="8" y="583"/>
                  <a:pt x="11" y="581"/>
                </a:cubicBezTo>
                <a:cubicBezTo>
                  <a:pt x="14" y="581"/>
                  <a:pt x="18" y="580"/>
                  <a:pt x="25" y="580"/>
                </a:cubicBezTo>
                <a:lnTo>
                  <a:pt x="30" y="580"/>
                </a:lnTo>
                <a:cubicBezTo>
                  <a:pt x="47" y="580"/>
                  <a:pt x="65" y="580"/>
                  <a:pt x="85" y="578"/>
                </a:cubicBezTo>
                <a:cubicBezTo>
                  <a:pt x="93" y="576"/>
                  <a:pt x="99" y="572"/>
                  <a:pt x="102" y="567"/>
                </a:cubicBezTo>
                <a:cubicBezTo>
                  <a:pt x="104" y="564"/>
                  <a:pt x="126" y="480"/>
                  <a:pt x="168" y="314"/>
                </a:cubicBezTo>
                <a:cubicBezTo>
                  <a:pt x="210" y="147"/>
                  <a:pt x="231" y="59"/>
                  <a:pt x="231" y="50"/>
                </a:cubicBezTo>
                <a:cubicBezTo>
                  <a:pt x="231" y="46"/>
                  <a:pt x="213" y="43"/>
                  <a:pt x="179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5407920" y="4896000"/>
            <a:ext cx="2664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5780880" y="4896000"/>
            <a:ext cx="14839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が通常未知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61" name=""/>
          <p:cNvSpPr/>
          <p:nvPr/>
        </p:nvSpPr>
        <p:spPr>
          <a:xfrm>
            <a:off x="933120" y="60958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99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5"/>
                  <a:pt x="220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9"/>
                  <a:pt x="288" y="109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571320" y="5434200"/>
            <a:ext cx="24012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推定中心の設計思想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63" name=""/>
          <p:cNvSpPr/>
          <p:nvPr/>
        </p:nvSpPr>
        <p:spPr>
          <a:xfrm>
            <a:off x="933120" y="65340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0"/>
                  <a:pt x="43" y="44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7"/>
                  <a:pt x="203" y="11"/>
                </a:cubicBezTo>
                <a:cubicBezTo>
                  <a:pt x="211" y="15"/>
                  <a:pt x="220" y="19"/>
                  <a:pt x="228" y="24"/>
                </a:cubicBezTo>
                <a:cubicBezTo>
                  <a:pt x="236" y="30"/>
                  <a:pt x="243" y="36"/>
                  <a:pt x="250" y="44"/>
                </a:cubicBezTo>
                <a:cubicBezTo>
                  <a:pt x="257" y="50"/>
                  <a:pt x="263" y="58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1200240" y="5981760"/>
            <a:ext cx="35809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nABCD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に固定カットオフなし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65" name=""/>
          <p:cNvSpPr/>
          <p:nvPr/>
        </p:nvSpPr>
        <p:spPr>
          <a:xfrm>
            <a:off x="6601680" y="6470280"/>
            <a:ext cx="201600" cy="224280"/>
          </a:xfrm>
          <a:custGeom>
            <a:avLst/>
            <a:gdLst/>
            <a:ahLst/>
            <a:rect l="0" t="0" r="r" b="b"/>
            <a:pathLst>
              <a:path w="560" h="623">
                <a:moveTo>
                  <a:pt x="178" y="42"/>
                </a:moveTo>
                <a:cubicBezTo>
                  <a:pt x="157" y="42"/>
                  <a:pt x="147" y="40"/>
                  <a:pt x="145" y="38"/>
                </a:cubicBezTo>
                <a:cubicBezTo>
                  <a:pt x="145" y="37"/>
                  <a:pt x="144" y="34"/>
                  <a:pt x="144" y="31"/>
                </a:cubicBezTo>
                <a:cubicBezTo>
                  <a:pt x="144" y="16"/>
                  <a:pt x="148" y="6"/>
                  <a:pt x="154" y="1"/>
                </a:cubicBezTo>
                <a:cubicBezTo>
                  <a:pt x="156" y="0"/>
                  <a:pt x="160" y="0"/>
                  <a:pt x="168" y="0"/>
                </a:cubicBezTo>
                <a:cubicBezTo>
                  <a:pt x="201" y="2"/>
                  <a:pt x="239" y="2"/>
                  <a:pt x="284" y="2"/>
                </a:cubicBezTo>
                <a:cubicBezTo>
                  <a:pt x="369" y="2"/>
                  <a:pt x="419" y="2"/>
                  <a:pt x="432" y="0"/>
                </a:cubicBezTo>
                <a:lnTo>
                  <a:pt x="443" y="0"/>
                </a:lnTo>
                <a:cubicBezTo>
                  <a:pt x="446" y="3"/>
                  <a:pt x="448" y="6"/>
                  <a:pt x="448" y="8"/>
                </a:cubicBezTo>
                <a:cubicBezTo>
                  <a:pt x="448" y="10"/>
                  <a:pt x="448" y="15"/>
                  <a:pt x="446" y="24"/>
                </a:cubicBezTo>
                <a:cubicBezTo>
                  <a:pt x="443" y="33"/>
                  <a:pt x="441" y="39"/>
                  <a:pt x="438" y="42"/>
                </a:cubicBezTo>
                <a:lnTo>
                  <a:pt x="404" y="42"/>
                </a:lnTo>
                <a:cubicBezTo>
                  <a:pt x="361" y="42"/>
                  <a:pt x="336" y="45"/>
                  <a:pt x="329" y="50"/>
                </a:cubicBezTo>
                <a:cubicBezTo>
                  <a:pt x="325" y="52"/>
                  <a:pt x="321" y="61"/>
                  <a:pt x="316" y="75"/>
                </a:cubicBezTo>
                <a:cubicBezTo>
                  <a:pt x="312" y="90"/>
                  <a:pt x="292" y="170"/>
                  <a:pt x="255" y="315"/>
                </a:cubicBezTo>
                <a:cubicBezTo>
                  <a:pt x="246" y="355"/>
                  <a:pt x="235" y="398"/>
                  <a:pt x="224" y="442"/>
                </a:cubicBezTo>
                <a:cubicBezTo>
                  <a:pt x="214" y="486"/>
                  <a:pt x="205" y="519"/>
                  <a:pt x="200" y="542"/>
                </a:cubicBezTo>
                <a:lnTo>
                  <a:pt x="192" y="575"/>
                </a:lnTo>
                <a:cubicBezTo>
                  <a:pt x="192" y="577"/>
                  <a:pt x="194" y="578"/>
                  <a:pt x="200" y="578"/>
                </a:cubicBezTo>
                <a:cubicBezTo>
                  <a:pt x="205" y="578"/>
                  <a:pt x="223" y="579"/>
                  <a:pt x="254" y="580"/>
                </a:cubicBezTo>
                <a:lnTo>
                  <a:pt x="269" y="580"/>
                </a:lnTo>
                <a:cubicBezTo>
                  <a:pt x="288" y="580"/>
                  <a:pt x="304" y="580"/>
                  <a:pt x="315" y="579"/>
                </a:cubicBezTo>
                <a:cubicBezTo>
                  <a:pt x="327" y="579"/>
                  <a:pt x="342" y="576"/>
                  <a:pt x="360" y="573"/>
                </a:cubicBezTo>
                <a:cubicBezTo>
                  <a:pt x="378" y="569"/>
                  <a:pt x="394" y="564"/>
                  <a:pt x="406" y="556"/>
                </a:cubicBezTo>
                <a:cubicBezTo>
                  <a:pt x="419" y="549"/>
                  <a:pt x="432" y="539"/>
                  <a:pt x="446" y="526"/>
                </a:cubicBezTo>
                <a:cubicBezTo>
                  <a:pt x="461" y="512"/>
                  <a:pt x="474" y="495"/>
                  <a:pt x="485" y="475"/>
                </a:cubicBezTo>
                <a:cubicBezTo>
                  <a:pt x="494" y="457"/>
                  <a:pt x="503" y="437"/>
                  <a:pt x="512" y="415"/>
                </a:cubicBezTo>
                <a:cubicBezTo>
                  <a:pt x="520" y="392"/>
                  <a:pt x="526" y="379"/>
                  <a:pt x="527" y="375"/>
                </a:cubicBezTo>
                <a:cubicBezTo>
                  <a:pt x="530" y="374"/>
                  <a:pt x="536" y="373"/>
                  <a:pt x="543" y="373"/>
                </a:cubicBezTo>
                <a:lnTo>
                  <a:pt x="555" y="373"/>
                </a:lnTo>
                <a:cubicBezTo>
                  <a:pt x="558" y="379"/>
                  <a:pt x="560" y="382"/>
                  <a:pt x="560" y="384"/>
                </a:cubicBezTo>
                <a:cubicBezTo>
                  <a:pt x="560" y="385"/>
                  <a:pt x="554" y="403"/>
                  <a:pt x="542" y="437"/>
                </a:cubicBezTo>
                <a:cubicBezTo>
                  <a:pt x="530" y="472"/>
                  <a:pt x="517" y="508"/>
                  <a:pt x="502" y="546"/>
                </a:cubicBezTo>
                <a:cubicBezTo>
                  <a:pt x="487" y="585"/>
                  <a:pt x="480" y="607"/>
                  <a:pt x="478" y="614"/>
                </a:cubicBezTo>
                <a:cubicBezTo>
                  <a:pt x="477" y="617"/>
                  <a:pt x="476" y="619"/>
                  <a:pt x="475" y="619"/>
                </a:cubicBezTo>
                <a:cubicBezTo>
                  <a:pt x="473" y="620"/>
                  <a:pt x="469" y="621"/>
                  <a:pt x="460" y="622"/>
                </a:cubicBezTo>
                <a:cubicBezTo>
                  <a:pt x="452" y="623"/>
                  <a:pt x="439" y="623"/>
                  <a:pt x="421" y="623"/>
                </a:cubicBezTo>
                <a:cubicBezTo>
                  <a:pt x="414" y="623"/>
                  <a:pt x="391" y="623"/>
                  <a:pt x="351" y="623"/>
                </a:cubicBezTo>
                <a:cubicBezTo>
                  <a:pt x="311" y="623"/>
                  <a:pt x="274" y="623"/>
                  <a:pt x="238" y="622"/>
                </a:cubicBezTo>
                <a:lnTo>
                  <a:pt x="76" y="622"/>
                </a:lnTo>
                <a:cubicBezTo>
                  <a:pt x="25" y="622"/>
                  <a:pt x="0" y="619"/>
                  <a:pt x="0" y="613"/>
                </a:cubicBezTo>
                <a:cubicBezTo>
                  <a:pt x="0" y="609"/>
                  <a:pt x="0" y="604"/>
                  <a:pt x="2" y="600"/>
                </a:cubicBezTo>
                <a:cubicBezTo>
                  <a:pt x="5" y="589"/>
                  <a:pt x="8" y="582"/>
                  <a:pt x="11" y="581"/>
                </a:cubicBezTo>
                <a:cubicBezTo>
                  <a:pt x="13" y="580"/>
                  <a:pt x="18" y="580"/>
                  <a:pt x="24" y="580"/>
                </a:cubicBezTo>
                <a:lnTo>
                  <a:pt x="30" y="580"/>
                </a:lnTo>
                <a:cubicBezTo>
                  <a:pt x="46" y="580"/>
                  <a:pt x="64" y="579"/>
                  <a:pt x="84" y="577"/>
                </a:cubicBezTo>
                <a:cubicBezTo>
                  <a:pt x="93" y="576"/>
                  <a:pt x="99" y="572"/>
                  <a:pt x="102" y="566"/>
                </a:cubicBezTo>
                <a:cubicBezTo>
                  <a:pt x="104" y="564"/>
                  <a:pt x="125" y="480"/>
                  <a:pt x="167" y="313"/>
                </a:cubicBezTo>
                <a:cubicBezTo>
                  <a:pt x="209" y="146"/>
                  <a:pt x="230" y="59"/>
                  <a:pt x="230" y="50"/>
                </a:cubicBezTo>
                <a:cubicBezTo>
                  <a:pt x="230" y="45"/>
                  <a:pt x="213" y="43"/>
                  <a:pt x="178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66" name=""/>
          <p:cNvSpPr/>
          <p:nvPr/>
        </p:nvSpPr>
        <p:spPr>
          <a:xfrm>
            <a:off x="6839640" y="6467400"/>
            <a:ext cx="86400" cy="99720"/>
          </a:xfrm>
          <a:custGeom>
            <a:avLst/>
            <a:gdLst/>
            <a:ahLst/>
            <a:rect l="0" t="0" r="r" b="b"/>
            <a:pathLst>
              <a:path w="240" h="277">
                <a:moveTo>
                  <a:pt x="106" y="116"/>
                </a:moveTo>
                <a:cubicBezTo>
                  <a:pt x="101" y="57"/>
                  <a:pt x="98" y="25"/>
                  <a:pt x="98" y="18"/>
                </a:cubicBezTo>
                <a:cubicBezTo>
                  <a:pt x="98" y="11"/>
                  <a:pt x="103" y="5"/>
                  <a:pt x="113" y="0"/>
                </a:cubicBezTo>
                <a:cubicBezTo>
                  <a:pt x="114" y="0"/>
                  <a:pt x="115" y="0"/>
                  <a:pt x="117" y="0"/>
                </a:cubicBezTo>
                <a:cubicBezTo>
                  <a:pt x="118" y="0"/>
                  <a:pt x="120" y="0"/>
                  <a:pt x="121" y="0"/>
                </a:cubicBezTo>
                <a:cubicBezTo>
                  <a:pt x="126" y="0"/>
                  <a:pt x="130" y="2"/>
                  <a:pt x="135" y="6"/>
                </a:cubicBezTo>
                <a:cubicBezTo>
                  <a:pt x="139" y="9"/>
                  <a:pt x="141" y="13"/>
                  <a:pt x="141" y="18"/>
                </a:cubicBezTo>
                <a:cubicBezTo>
                  <a:pt x="141" y="26"/>
                  <a:pt x="140" y="43"/>
                  <a:pt x="137" y="70"/>
                </a:cubicBezTo>
                <a:cubicBezTo>
                  <a:pt x="135" y="97"/>
                  <a:pt x="133" y="112"/>
                  <a:pt x="133" y="116"/>
                </a:cubicBezTo>
                <a:lnTo>
                  <a:pt x="171" y="88"/>
                </a:lnTo>
                <a:cubicBezTo>
                  <a:pt x="195" y="70"/>
                  <a:pt x="208" y="61"/>
                  <a:pt x="210" y="60"/>
                </a:cubicBezTo>
                <a:cubicBezTo>
                  <a:pt x="212" y="58"/>
                  <a:pt x="215" y="58"/>
                  <a:pt x="217" y="58"/>
                </a:cubicBezTo>
                <a:cubicBezTo>
                  <a:pt x="222" y="58"/>
                  <a:pt x="227" y="60"/>
                  <a:pt x="232" y="64"/>
                </a:cubicBezTo>
                <a:cubicBezTo>
                  <a:pt x="237" y="68"/>
                  <a:pt x="239" y="74"/>
                  <a:pt x="240" y="81"/>
                </a:cubicBezTo>
                <a:cubicBezTo>
                  <a:pt x="240" y="87"/>
                  <a:pt x="238" y="92"/>
                  <a:pt x="233" y="96"/>
                </a:cubicBezTo>
                <a:cubicBezTo>
                  <a:pt x="231" y="97"/>
                  <a:pt x="217" y="105"/>
                  <a:pt x="190" y="118"/>
                </a:cubicBezTo>
                <a:cubicBezTo>
                  <a:pt x="163" y="131"/>
                  <a:pt x="147" y="138"/>
                  <a:pt x="145" y="139"/>
                </a:cubicBezTo>
                <a:lnTo>
                  <a:pt x="188" y="159"/>
                </a:lnTo>
                <a:lnTo>
                  <a:pt x="233" y="181"/>
                </a:lnTo>
                <a:cubicBezTo>
                  <a:pt x="237" y="185"/>
                  <a:pt x="239" y="190"/>
                  <a:pt x="239" y="196"/>
                </a:cubicBezTo>
                <a:cubicBezTo>
                  <a:pt x="239" y="203"/>
                  <a:pt x="237" y="208"/>
                  <a:pt x="233" y="212"/>
                </a:cubicBezTo>
                <a:cubicBezTo>
                  <a:pt x="230" y="217"/>
                  <a:pt x="224" y="219"/>
                  <a:pt x="218" y="219"/>
                </a:cubicBezTo>
                <a:cubicBezTo>
                  <a:pt x="215" y="219"/>
                  <a:pt x="211" y="218"/>
                  <a:pt x="206" y="216"/>
                </a:cubicBezTo>
                <a:cubicBezTo>
                  <a:pt x="202" y="213"/>
                  <a:pt x="190" y="204"/>
                  <a:pt x="171" y="190"/>
                </a:cubicBezTo>
                <a:lnTo>
                  <a:pt x="133" y="163"/>
                </a:lnTo>
                <a:cubicBezTo>
                  <a:pt x="138" y="220"/>
                  <a:pt x="141" y="252"/>
                  <a:pt x="141" y="259"/>
                </a:cubicBezTo>
                <a:cubicBezTo>
                  <a:pt x="141" y="264"/>
                  <a:pt x="140" y="268"/>
                  <a:pt x="137" y="271"/>
                </a:cubicBezTo>
                <a:cubicBezTo>
                  <a:pt x="134" y="275"/>
                  <a:pt x="128" y="277"/>
                  <a:pt x="120" y="277"/>
                </a:cubicBezTo>
                <a:cubicBezTo>
                  <a:pt x="112" y="277"/>
                  <a:pt x="106" y="275"/>
                  <a:pt x="103" y="271"/>
                </a:cubicBezTo>
                <a:cubicBezTo>
                  <a:pt x="100" y="268"/>
                  <a:pt x="98" y="264"/>
                  <a:pt x="98" y="259"/>
                </a:cubicBezTo>
                <a:cubicBezTo>
                  <a:pt x="98" y="252"/>
                  <a:pt x="99" y="235"/>
                  <a:pt x="102" y="208"/>
                </a:cubicBezTo>
                <a:cubicBezTo>
                  <a:pt x="104" y="181"/>
                  <a:pt x="106" y="166"/>
                  <a:pt x="106" y="163"/>
                </a:cubicBezTo>
                <a:lnTo>
                  <a:pt x="69" y="190"/>
                </a:lnTo>
                <a:cubicBezTo>
                  <a:pt x="45" y="207"/>
                  <a:pt x="32" y="217"/>
                  <a:pt x="30" y="218"/>
                </a:cubicBezTo>
                <a:cubicBezTo>
                  <a:pt x="28" y="219"/>
                  <a:pt x="26" y="220"/>
                  <a:pt x="23" y="220"/>
                </a:cubicBezTo>
                <a:cubicBezTo>
                  <a:pt x="18" y="220"/>
                  <a:pt x="13" y="218"/>
                  <a:pt x="8" y="214"/>
                </a:cubicBezTo>
                <a:cubicBezTo>
                  <a:pt x="3" y="209"/>
                  <a:pt x="1" y="204"/>
                  <a:pt x="0" y="196"/>
                </a:cubicBezTo>
                <a:cubicBezTo>
                  <a:pt x="0" y="194"/>
                  <a:pt x="0" y="192"/>
                  <a:pt x="0" y="191"/>
                </a:cubicBezTo>
                <a:cubicBezTo>
                  <a:pt x="0" y="190"/>
                  <a:pt x="1" y="189"/>
                  <a:pt x="2" y="187"/>
                </a:cubicBezTo>
                <a:cubicBezTo>
                  <a:pt x="3" y="186"/>
                  <a:pt x="5" y="185"/>
                  <a:pt x="5" y="183"/>
                </a:cubicBezTo>
                <a:cubicBezTo>
                  <a:pt x="6" y="182"/>
                  <a:pt x="8" y="181"/>
                  <a:pt x="11" y="179"/>
                </a:cubicBezTo>
                <a:cubicBezTo>
                  <a:pt x="14" y="177"/>
                  <a:pt x="17" y="176"/>
                  <a:pt x="20" y="174"/>
                </a:cubicBezTo>
                <a:cubicBezTo>
                  <a:pt x="22" y="173"/>
                  <a:pt x="26" y="171"/>
                  <a:pt x="32" y="169"/>
                </a:cubicBezTo>
                <a:cubicBezTo>
                  <a:pt x="37" y="166"/>
                  <a:pt x="43" y="164"/>
                  <a:pt x="48" y="162"/>
                </a:cubicBezTo>
                <a:cubicBezTo>
                  <a:pt x="53" y="159"/>
                  <a:pt x="60" y="156"/>
                  <a:pt x="68" y="152"/>
                </a:cubicBezTo>
                <a:cubicBezTo>
                  <a:pt x="77" y="148"/>
                  <a:pt x="86" y="143"/>
                  <a:pt x="94" y="139"/>
                </a:cubicBezTo>
                <a:lnTo>
                  <a:pt x="7" y="96"/>
                </a:lnTo>
                <a:cubicBezTo>
                  <a:pt x="3" y="92"/>
                  <a:pt x="1" y="87"/>
                  <a:pt x="1" y="81"/>
                </a:cubicBezTo>
                <a:cubicBezTo>
                  <a:pt x="1" y="75"/>
                  <a:pt x="3" y="70"/>
                  <a:pt x="7" y="65"/>
                </a:cubicBezTo>
                <a:cubicBezTo>
                  <a:pt x="11" y="61"/>
                  <a:pt x="16" y="59"/>
                  <a:pt x="22" y="58"/>
                </a:cubicBezTo>
                <a:cubicBezTo>
                  <a:pt x="26" y="58"/>
                  <a:pt x="29" y="60"/>
                  <a:pt x="34" y="62"/>
                </a:cubicBezTo>
                <a:cubicBezTo>
                  <a:pt x="38" y="65"/>
                  <a:pt x="50" y="73"/>
                  <a:pt x="69" y="88"/>
                </a:cubicBezTo>
                <a:lnTo>
                  <a:pt x="106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1200240" y="6419880"/>
            <a:ext cx="54270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定量的インプット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点推定値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+ bootstrap CI +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6960240" y="6419880"/>
            <a:ext cx="28746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sponsor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判断を支援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69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571320" y="155520"/>
            <a:ext cx="411552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臨床的較正の二経路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11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77" name=""/>
          <p:cNvSpPr/>
          <p:nvPr/>
        </p:nvSpPr>
        <p:spPr>
          <a:xfrm>
            <a:off x="571320" y="3962160"/>
            <a:ext cx="3705480" cy="38520"/>
          </a:xfrm>
          <a:custGeom>
            <a:avLst/>
            <a:gdLst/>
            <a:ahLst/>
            <a:rect l="0" t="0" r="r" b="b"/>
            <a:pathLst>
              <a:path w="10293" h="107">
                <a:moveTo>
                  <a:pt x="0" y="0"/>
                </a:moveTo>
                <a:lnTo>
                  <a:pt x="10293" y="0"/>
                </a:lnTo>
                <a:lnTo>
                  <a:pt x="1029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571320" y="2833560"/>
            <a:ext cx="3303000" cy="1015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Simulation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82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83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84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85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86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87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88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89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90" name=""/>
          <p:cNvSpPr/>
          <p:nvPr/>
        </p:nvSpPr>
        <p:spPr>
          <a:xfrm>
            <a:off x="580680" y="1581120"/>
            <a:ext cx="591120" cy="514440"/>
          </a:xfrm>
          <a:custGeom>
            <a:avLst/>
            <a:gdLst/>
            <a:ahLst/>
            <a:rect l="0" t="0" r="r" b="b"/>
            <a:pathLst>
              <a:path w="1642" h="1429">
                <a:moveTo>
                  <a:pt x="0" y="0"/>
                </a:moveTo>
                <a:lnTo>
                  <a:pt x="1642" y="0"/>
                </a:lnTo>
                <a:lnTo>
                  <a:pt x="1642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91" name=""/>
          <p:cNvSpPr/>
          <p:nvPr/>
        </p:nvSpPr>
        <p:spPr>
          <a:xfrm>
            <a:off x="1171440" y="1581120"/>
            <a:ext cx="3610440" cy="514440"/>
          </a:xfrm>
          <a:custGeom>
            <a:avLst/>
            <a:gdLst/>
            <a:ahLst/>
            <a:rect l="0" t="0" r="r" b="b"/>
            <a:pathLst>
              <a:path w="10029" h="1429">
                <a:moveTo>
                  <a:pt x="0" y="0"/>
                </a:moveTo>
                <a:lnTo>
                  <a:pt x="10029" y="0"/>
                </a:lnTo>
                <a:lnTo>
                  <a:pt x="10029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92" name=""/>
          <p:cNvSpPr/>
          <p:nvPr/>
        </p:nvSpPr>
        <p:spPr>
          <a:xfrm>
            <a:off x="4781520" y="1581120"/>
            <a:ext cx="1981440" cy="514440"/>
          </a:xfrm>
          <a:custGeom>
            <a:avLst/>
            <a:gdLst/>
            <a:ahLst/>
            <a:rect l="0" t="0" r="r" b="b"/>
            <a:pathLst>
              <a:path w="5504" h="1429">
                <a:moveTo>
                  <a:pt x="0" y="0"/>
                </a:moveTo>
                <a:lnTo>
                  <a:pt x="5504" y="0"/>
                </a:lnTo>
                <a:lnTo>
                  <a:pt x="5504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93" name=""/>
          <p:cNvSpPr/>
          <p:nvPr/>
        </p:nvSpPr>
        <p:spPr>
          <a:xfrm>
            <a:off x="6762600" y="1581120"/>
            <a:ext cx="1981440" cy="514440"/>
          </a:xfrm>
          <a:custGeom>
            <a:avLst/>
            <a:gdLst/>
            <a:ahLst/>
            <a:rect l="0" t="0" r="r" b="b"/>
            <a:pathLst>
              <a:path w="5504" h="1429">
                <a:moveTo>
                  <a:pt x="0" y="0"/>
                </a:moveTo>
                <a:lnTo>
                  <a:pt x="5504" y="0"/>
                </a:lnTo>
                <a:lnTo>
                  <a:pt x="5504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94" name=""/>
          <p:cNvSpPr/>
          <p:nvPr/>
        </p:nvSpPr>
        <p:spPr>
          <a:xfrm>
            <a:off x="8743680" y="1581120"/>
            <a:ext cx="1753200" cy="514440"/>
          </a:xfrm>
          <a:custGeom>
            <a:avLst/>
            <a:gdLst/>
            <a:ahLst/>
            <a:rect l="0" t="0" r="r" b="b"/>
            <a:pathLst>
              <a:path w="4870" h="1429">
                <a:moveTo>
                  <a:pt x="0" y="0"/>
                </a:moveTo>
                <a:lnTo>
                  <a:pt x="4870" y="0"/>
                </a:lnTo>
                <a:lnTo>
                  <a:pt x="4870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95" name=""/>
          <p:cNvSpPr/>
          <p:nvPr/>
        </p:nvSpPr>
        <p:spPr>
          <a:xfrm>
            <a:off x="580680" y="1581120"/>
            <a:ext cx="591120" cy="514440"/>
          </a:xfrm>
          <a:custGeom>
            <a:avLst/>
            <a:gdLst/>
            <a:ahLst/>
            <a:rect l="0" t="0" r="r" b="b"/>
            <a:pathLst>
              <a:path w="1642" h="1429">
                <a:moveTo>
                  <a:pt x="0" y="0"/>
                </a:moveTo>
                <a:lnTo>
                  <a:pt x="1642" y="0"/>
                </a:lnTo>
                <a:lnTo>
                  <a:pt x="1642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96" name=""/>
          <p:cNvSpPr/>
          <p:nvPr/>
        </p:nvSpPr>
        <p:spPr>
          <a:xfrm>
            <a:off x="1171440" y="1581120"/>
            <a:ext cx="3610440" cy="514440"/>
          </a:xfrm>
          <a:custGeom>
            <a:avLst/>
            <a:gdLst/>
            <a:ahLst/>
            <a:rect l="0" t="0" r="r" b="b"/>
            <a:pathLst>
              <a:path w="10029" h="1429">
                <a:moveTo>
                  <a:pt x="0" y="0"/>
                </a:moveTo>
                <a:lnTo>
                  <a:pt x="10029" y="0"/>
                </a:lnTo>
                <a:lnTo>
                  <a:pt x="10029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97" name=""/>
          <p:cNvSpPr/>
          <p:nvPr/>
        </p:nvSpPr>
        <p:spPr>
          <a:xfrm>
            <a:off x="4781520" y="1581120"/>
            <a:ext cx="1981440" cy="514440"/>
          </a:xfrm>
          <a:custGeom>
            <a:avLst/>
            <a:gdLst/>
            <a:ahLst/>
            <a:rect l="0" t="0" r="r" b="b"/>
            <a:pathLst>
              <a:path w="5504" h="1429">
                <a:moveTo>
                  <a:pt x="0" y="0"/>
                </a:moveTo>
                <a:lnTo>
                  <a:pt x="5504" y="0"/>
                </a:lnTo>
                <a:lnTo>
                  <a:pt x="5504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98" name=""/>
          <p:cNvSpPr/>
          <p:nvPr/>
        </p:nvSpPr>
        <p:spPr>
          <a:xfrm>
            <a:off x="6762600" y="1581120"/>
            <a:ext cx="1981440" cy="514440"/>
          </a:xfrm>
          <a:custGeom>
            <a:avLst/>
            <a:gdLst/>
            <a:ahLst/>
            <a:rect l="0" t="0" r="r" b="b"/>
            <a:pathLst>
              <a:path w="5504" h="1429">
                <a:moveTo>
                  <a:pt x="0" y="0"/>
                </a:moveTo>
                <a:lnTo>
                  <a:pt x="5504" y="0"/>
                </a:lnTo>
                <a:lnTo>
                  <a:pt x="5504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699" name=""/>
          <p:cNvSpPr/>
          <p:nvPr/>
        </p:nvSpPr>
        <p:spPr>
          <a:xfrm>
            <a:off x="8743680" y="1581120"/>
            <a:ext cx="1753200" cy="514440"/>
          </a:xfrm>
          <a:custGeom>
            <a:avLst/>
            <a:gdLst/>
            <a:ahLst/>
            <a:rect l="0" t="0" r="r" b="b"/>
            <a:pathLst>
              <a:path w="4870" h="1429">
                <a:moveTo>
                  <a:pt x="0" y="0"/>
                </a:moveTo>
                <a:lnTo>
                  <a:pt x="4870" y="0"/>
                </a:lnTo>
                <a:lnTo>
                  <a:pt x="4870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700" name=""/>
          <p:cNvSpPr/>
          <p:nvPr/>
        </p:nvSpPr>
        <p:spPr>
          <a:xfrm>
            <a:off x="580680" y="2095200"/>
            <a:ext cx="591120" cy="505440"/>
          </a:xfrm>
          <a:custGeom>
            <a:avLst/>
            <a:gdLst/>
            <a:ahLst/>
            <a:rect l="0" t="0" r="r" b="b"/>
            <a:pathLst>
              <a:path w="1642" h="1404">
                <a:moveTo>
                  <a:pt x="0" y="0"/>
                </a:moveTo>
                <a:lnTo>
                  <a:pt x="1642" y="0"/>
                </a:lnTo>
                <a:lnTo>
                  <a:pt x="1642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01" name=""/>
          <p:cNvSpPr/>
          <p:nvPr/>
        </p:nvSpPr>
        <p:spPr>
          <a:xfrm>
            <a:off x="1171440" y="2095200"/>
            <a:ext cx="3610440" cy="505440"/>
          </a:xfrm>
          <a:custGeom>
            <a:avLst/>
            <a:gdLst/>
            <a:ahLst/>
            <a:rect l="0" t="0" r="r" b="b"/>
            <a:pathLst>
              <a:path w="10029" h="1404">
                <a:moveTo>
                  <a:pt x="0" y="0"/>
                </a:moveTo>
                <a:lnTo>
                  <a:pt x="10029" y="0"/>
                </a:lnTo>
                <a:lnTo>
                  <a:pt x="10029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02" name=""/>
          <p:cNvSpPr/>
          <p:nvPr/>
        </p:nvSpPr>
        <p:spPr>
          <a:xfrm>
            <a:off x="4781520" y="2095200"/>
            <a:ext cx="1981440" cy="505440"/>
          </a:xfrm>
          <a:custGeom>
            <a:avLst/>
            <a:gdLst/>
            <a:ahLst/>
            <a:rect l="0" t="0" r="r" b="b"/>
            <a:pathLst>
              <a:path w="5504" h="1404">
                <a:moveTo>
                  <a:pt x="0" y="0"/>
                </a:moveTo>
                <a:lnTo>
                  <a:pt x="5504" y="0"/>
                </a:lnTo>
                <a:lnTo>
                  <a:pt x="5504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03" name=""/>
          <p:cNvSpPr/>
          <p:nvPr/>
        </p:nvSpPr>
        <p:spPr>
          <a:xfrm>
            <a:off x="6762600" y="2095200"/>
            <a:ext cx="1981440" cy="505440"/>
          </a:xfrm>
          <a:custGeom>
            <a:avLst/>
            <a:gdLst/>
            <a:ahLst/>
            <a:rect l="0" t="0" r="r" b="b"/>
            <a:pathLst>
              <a:path w="5504" h="1404">
                <a:moveTo>
                  <a:pt x="0" y="0"/>
                </a:moveTo>
                <a:lnTo>
                  <a:pt x="5504" y="0"/>
                </a:lnTo>
                <a:lnTo>
                  <a:pt x="5504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04" name=""/>
          <p:cNvSpPr/>
          <p:nvPr/>
        </p:nvSpPr>
        <p:spPr>
          <a:xfrm>
            <a:off x="8743680" y="2095200"/>
            <a:ext cx="1753200" cy="505440"/>
          </a:xfrm>
          <a:custGeom>
            <a:avLst/>
            <a:gdLst/>
            <a:ahLst/>
            <a:rect l="0" t="0" r="r" b="b"/>
            <a:pathLst>
              <a:path w="4870" h="1404">
                <a:moveTo>
                  <a:pt x="0" y="0"/>
                </a:moveTo>
                <a:lnTo>
                  <a:pt x="4870" y="0"/>
                </a:lnTo>
                <a:lnTo>
                  <a:pt x="4870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05" name=""/>
          <p:cNvSpPr/>
          <p:nvPr/>
        </p:nvSpPr>
        <p:spPr>
          <a:xfrm>
            <a:off x="580680" y="2600280"/>
            <a:ext cx="591120" cy="505080"/>
          </a:xfrm>
          <a:custGeom>
            <a:avLst/>
            <a:gdLst/>
            <a:ahLst/>
            <a:rect l="0" t="0" r="r" b="b"/>
            <a:pathLst>
              <a:path w="1642" h="1403">
                <a:moveTo>
                  <a:pt x="0" y="0"/>
                </a:moveTo>
                <a:lnTo>
                  <a:pt x="1642" y="0"/>
                </a:lnTo>
                <a:lnTo>
                  <a:pt x="1642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06" name=""/>
          <p:cNvSpPr/>
          <p:nvPr/>
        </p:nvSpPr>
        <p:spPr>
          <a:xfrm>
            <a:off x="1171440" y="2600280"/>
            <a:ext cx="3610440" cy="505080"/>
          </a:xfrm>
          <a:custGeom>
            <a:avLst/>
            <a:gdLst/>
            <a:ahLst/>
            <a:rect l="0" t="0" r="r" b="b"/>
            <a:pathLst>
              <a:path w="10029" h="1403">
                <a:moveTo>
                  <a:pt x="0" y="0"/>
                </a:moveTo>
                <a:lnTo>
                  <a:pt x="10029" y="0"/>
                </a:lnTo>
                <a:lnTo>
                  <a:pt x="10029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07" name=""/>
          <p:cNvSpPr/>
          <p:nvPr/>
        </p:nvSpPr>
        <p:spPr>
          <a:xfrm>
            <a:off x="4781520" y="260028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08" name=""/>
          <p:cNvSpPr/>
          <p:nvPr/>
        </p:nvSpPr>
        <p:spPr>
          <a:xfrm>
            <a:off x="6762600" y="260028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09" name=""/>
          <p:cNvSpPr/>
          <p:nvPr/>
        </p:nvSpPr>
        <p:spPr>
          <a:xfrm>
            <a:off x="8743680" y="2600280"/>
            <a:ext cx="1753200" cy="505080"/>
          </a:xfrm>
          <a:custGeom>
            <a:avLst/>
            <a:gdLst/>
            <a:ahLst/>
            <a:rect l="0" t="0" r="r" b="b"/>
            <a:pathLst>
              <a:path w="4870" h="1403">
                <a:moveTo>
                  <a:pt x="0" y="0"/>
                </a:moveTo>
                <a:lnTo>
                  <a:pt x="4870" y="0"/>
                </a:lnTo>
                <a:lnTo>
                  <a:pt x="4870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10" name=""/>
          <p:cNvSpPr/>
          <p:nvPr/>
        </p:nvSpPr>
        <p:spPr>
          <a:xfrm>
            <a:off x="580680" y="2600280"/>
            <a:ext cx="591120" cy="505080"/>
          </a:xfrm>
          <a:custGeom>
            <a:avLst/>
            <a:gdLst/>
            <a:ahLst/>
            <a:rect l="0" t="0" r="r" b="b"/>
            <a:pathLst>
              <a:path w="1642" h="1403">
                <a:moveTo>
                  <a:pt x="0" y="0"/>
                </a:moveTo>
                <a:lnTo>
                  <a:pt x="1642" y="0"/>
                </a:lnTo>
                <a:lnTo>
                  <a:pt x="1642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11" name=""/>
          <p:cNvSpPr/>
          <p:nvPr/>
        </p:nvSpPr>
        <p:spPr>
          <a:xfrm>
            <a:off x="1171440" y="2600280"/>
            <a:ext cx="3610440" cy="505080"/>
          </a:xfrm>
          <a:custGeom>
            <a:avLst/>
            <a:gdLst/>
            <a:ahLst/>
            <a:rect l="0" t="0" r="r" b="b"/>
            <a:pathLst>
              <a:path w="10029" h="1403">
                <a:moveTo>
                  <a:pt x="0" y="0"/>
                </a:moveTo>
                <a:lnTo>
                  <a:pt x="10029" y="0"/>
                </a:lnTo>
                <a:lnTo>
                  <a:pt x="10029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12" name=""/>
          <p:cNvSpPr/>
          <p:nvPr/>
        </p:nvSpPr>
        <p:spPr>
          <a:xfrm>
            <a:off x="4781520" y="260028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13" name=""/>
          <p:cNvSpPr/>
          <p:nvPr/>
        </p:nvSpPr>
        <p:spPr>
          <a:xfrm>
            <a:off x="6762600" y="260028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14" name=""/>
          <p:cNvSpPr/>
          <p:nvPr/>
        </p:nvSpPr>
        <p:spPr>
          <a:xfrm>
            <a:off x="8743680" y="2600280"/>
            <a:ext cx="1753200" cy="505080"/>
          </a:xfrm>
          <a:custGeom>
            <a:avLst/>
            <a:gdLst/>
            <a:ahLst/>
            <a:rect l="0" t="0" r="r" b="b"/>
            <a:pathLst>
              <a:path w="4870" h="1403">
                <a:moveTo>
                  <a:pt x="0" y="0"/>
                </a:moveTo>
                <a:lnTo>
                  <a:pt x="4870" y="0"/>
                </a:lnTo>
                <a:lnTo>
                  <a:pt x="4870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15" name=""/>
          <p:cNvSpPr/>
          <p:nvPr/>
        </p:nvSpPr>
        <p:spPr>
          <a:xfrm>
            <a:off x="580680" y="3105000"/>
            <a:ext cx="591120" cy="505080"/>
          </a:xfrm>
          <a:custGeom>
            <a:avLst/>
            <a:gdLst/>
            <a:ahLst/>
            <a:rect l="0" t="0" r="r" b="b"/>
            <a:pathLst>
              <a:path w="1642" h="1403">
                <a:moveTo>
                  <a:pt x="0" y="0"/>
                </a:moveTo>
                <a:lnTo>
                  <a:pt x="1642" y="0"/>
                </a:lnTo>
                <a:lnTo>
                  <a:pt x="1642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16" name=""/>
          <p:cNvSpPr/>
          <p:nvPr/>
        </p:nvSpPr>
        <p:spPr>
          <a:xfrm>
            <a:off x="1171440" y="3105000"/>
            <a:ext cx="3610440" cy="505080"/>
          </a:xfrm>
          <a:custGeom>
            <a:avLst/>
            <a:gdLst/>
            <a:ahLst/>
            <a:rect l="0" t="0" r="r" b="b"/>
            <a:pathLst>
              <a:path w="10029" h="1403">
                <a:moveTo>
                  <a:pt x="0" y="0"/>
                </a:moveTo>
                <a:lnTo>
                  <a:pt x="10029" y="0"/>
                </a:lnTo>
                <a:lnTo>
                  <a:pt x="10029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17" name=""/>
          <p:cNvSpPr/>
          <p:nvPr/>
        </p:nvSpPr>
        <p:spPr>
          <a:xfrm>
            <a:off x="4781520" y="310500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18" name=""/>
          <p:cNvSpPr/>
          <p:nvPr/>
        </p:nvSpPr>
        <p:spPr>
          <a:xfrm>
            <a:off x="6762600" y="310500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19" name=""/>
          <p:cNvSpPr/>
          <p:nvPr/>
        </p:nvSpPr>
        <p:spPr>
          <a:xfrm>
            <a:off x="8743680" y="3105000"/>
            <a:ext cx="1753200" cy="505080"/>
          </a:xfrm>
          <a:custGeom>
            <a:avLst/>
            <a:gdLst/>
            <a:ahLst/>
            <a:rect l="0" t="0" r="r" b="b"/>
            <a:pathLst>
              <a:path w="4870" h="1403">
                <a:moveTo>
                  <a:pt x="0" y="0"/>
                </a:moveTo>
                <a:lnTo>
                  <a:pt x="4870" y="0"/>
                </a:lnTo>
                <a:lnTo>
                  <a:pt x="4870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20" name=""/>
          <p:cNvSpPr/>
          <p:nvPr/>
        </p:nvSpPr>
        <p:spPr>
          <a:xfrm>
            <a:off x="580680" y="3609720"/>
            <a:ext cx="591120" cy="505080"/>
          </a:xfrm>
          <a:custGeom>
            <a:avLst/>
            <a:gdLst/>
            <a:ahLst/>
            <a:rect l="0" t="0" r="r" b="b"/>
            <a:pathLst>
              <a:path w="1642" h="1403">
                <a:moveTo>
                  <a:pt x="0" y="0"/>
                </a:moveTo>
                <a:lnTo>
                  <a:pt x="1642" y="0"/>
                </a:lnTo>
                <a:lnTo>
                  <a:pt x="1642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21" name=""/>
          <p:cNvSpPr/>
          <p:nvPr/>
        </p:nvSpPr>
        <p:spPr>
          <a:xfrm>
            <a:off x="1171440" y="3609720"/>
            <a:ext cx="3610440" cy="505080"/>
          </a:xfrm>
          <a:custGeom>
            <a:avLst/>
            <a:gdLst/>
            <a:ahLst/>
            <a:rect l="0" t="0" r="r" b="b"/>
            <a:pathLst>
              <a:path w="10029" h="1403">
                <a:moveTo>
                  <a:pt x="0" y="0"/>
                </a:moveTo>
                <a:lnTo>
                  <a:pt x="10029" y="0"/>
                </a:lnTo>
                <a:lnTo>
                  <a:pt x="10029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22" name=""/>
          <p:cNvSpPr/>
          <p:nvPr/>
        </p:nvSpPr>
        <p:spPr>
          <a:xfrm>
            <a:off x="4781520" y="360972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23" name=""/>
          <p:cNvSpPr/>
          <p:nvPr/>
        </p:nvSpPr>
        <p:spPr>
          <a:xfrm>
            <a:off x="6762600" y="360972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24" name=""/>
          <p:cNvSpPr/>
          <p:nvPr/>
        </p:nvSpPr>
        <p:spPr>
          <a:xfrm>
            <a:off x="8743680" y="3609720"/>
            <a:ext cx="1753200" cy="505080"/>
          </a:xfrm>
          <a:custGeom>
            <a:avLst/>
            <a:gdLst/>
            <a:ahLst/>
            <a:rect l="0" t="0" r="r" b="b"/>
            <a:pathLst>
              <a:path w="4870" h="1403">
                <a:moveTo>
                  <a:pt x="0" y="0"/>
                </a:moveTo>
                <a:lnTo>
                  <a:pt x="4870" y="0"/>
                </a:lnTo>
                <a:lnTo>
                  <a:pt x="4870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25" name=""/>
          <p:cNvSpPr/>
          <p:nvPr/>
        </p:nvSpPr>
        <p:spPr>
          <a:xfrm>
            <a:off x="580680" y="3609720"/>
            <a:ext cx="591120" cy="505080"/>
          </a:xfrm>
          <a:custGeom>
            <a:avLst/>
            <a:gdLst/>
            <a:ahLst/>
            <a:rect l="0" t="0" r="r" b="b"/>
            <a:pathLst>
              <a:path w="1642" h="1403">
                <a:moveTo>
                  <a:pt x="0" y="0"/>
                </a:moveTo>
                <a:lnTo>
                  <a:pt x="1642" y="0"/>
                </a:lnTo>
                <a:lnTo>
                  <a:pt x="1642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26" name=""/>
          <p:cNvSpPr/>
          <p:nvPr/>
        </p:nvSpPr>
        <p:spPr>
          <a:xfrm>
            <a:off x="1171440" y="3609720"/>
            <a:ext cx="3610440" cy="505080"/>
          </a:xfrm>
          <a:custGeom>
            <a:avLst/>
            <a:gdLst/>
            <a:ahLst/>
            <a:rect l="0" t="0" r="r" b="b"/>
            <a:pathLst>
              <a:path w="10029" h="1403">
                <a:moveTo>
                  <a:pt x="0" y="0"/>
                </a:moveTo>
                <a:lnTo>
                  <a:pt x="10029" y="0"/>
                </a:lnTo>
                <a:lnTo>
                  <a:pt x="10029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27" name=""/>
          <p:cNvSpPr/>
          <p:nvPr/>
        </p:nvSpPr>
        <p:spPr>
          <a:xfrm>
            <a:off x="4781520" y="360972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28" name=""/>
          <p:cNvSpPr/>
          <p:nvPr/>
        </p:nvSpPr>
        <p:spPr>
          <a:xfrm>
            <a:off x="6762600" y="360972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29" name=""/>
          <p:cNvSpPr/>
          <p:nvPr/>
        </p:nvSpPr>
        <p:spPr>
          <a:xfrm>
            <a:off x="8743680" y="3609720"/>
            <a:ext cx="1753200" cy="505080"/>
          </a:xfrm>
          <a:custGeom>
            <a:avLst/>
            <a:gdLst/>
            <a:ahLst/>
            <a:rect l="0" t="0" r="r" b="b"/>
            <a:pathLst>
              <a:path w="4870" h="1403">
                <a:moveTo>
                  <a:pt x="0" y="0"/>
                </a:moveTo>
                <a:lnTo>
                  <a:pt x="4870" y="0"/>
                </a:lnTo>
                <a:lnTo>
                  <a:pt x="4870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0" name=""/>
          <p:cNvSpPr/>
          <p:nvPr/>
        </p:nvSpPr>
        <p:spPr>
          <a:xfrm>
            <a:off x="580680" y="4114440"/>
            <a:ext cx="591120" cy="505440"/>
          </a:xfrm>
          <a:custGeom>
            <a:avLst/>
            <a:gdLst/>
            <a:ahLst/>
            <a:rect l="0" t="0" r="r" b="b"/>
            <a:pathLst>
              <a:path w="1642" h="1404">
                <a:moveTo>
                  <a:pt x="0" y="0"/>
                </a:moveTo>
                <a:lnTo>
                  <a:pt x="1642" y="0"/>
                </a:lnTo>
                <a:lnTo>
                  <a:pt x="1642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1" name=""/>
          <p:cNvSpPr/>
          <p:nvPr/>
        </p:nvSpPr>
        <p:spPr>
          <a:xfrm>
            <a:off x="1171440" y="4114440"/>
            <a:ext cx="3610440" cy="505440"/>
          </a:xfrm>
          <a:custGeom>
            <a:avLst/>
            <a:gdLst/>
            <a:ahLst/>
            <a:rect l="0" t="0" r="r" b="b"/>
            <a:pathLst>
              <a:path w="10029" h="1404">
                <a:moveTo>
                  <a:pt x="0" y="0"/>
                </a:moveTo>
                <a:lnTo>
                  <a:pt x="10029" y="0"/>
                </a:lnTo>
                <a:lnTo>
                  <a:pt x="10029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2" name=""/>
          <p:cNvSpPr/>
          <p:nvPr/>
        </p:nvSpPr>
        <p:spPr>
          <a:xfrm>
            <a:off x="4781520" y="4114440"/>
            <a:ext cx="1981440" cy="505440"/>
          </a:xfrm>
          <a:custGeom>
            <a:avLst/>
            <a:gdLst/>
            <a:ahLst/>
            <a:rect l="0" t="0" r="r" b="b"/>
            <a:pathLst>
              <a:path w="5504" h="1404">
                <a:moveTo>
                  <a:pt x="0" y="0"/>
                </a:moveTo>
                <a:lnTo>
                  <a:pt x="5504" y="0"/>
                </a:lnTo>
                <a:lnTo>
                  <a:pt x="5504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3" name=""/>
          <p:cNvSpPr/>
          <p:nvPr/>
        </p:nvSpPr>
        <p:spPr>
          <a:xfrm>
            <a:off x="6762600" y="4114440"/>
            <a:ext cx="1981440" cy="505440"/>
          </a:xfrm>
          <a:custGeom>
            <a:avLst/>
            <a:gdLst/>
            <a:ahLst/>
            <a:rect l="0" t="0" r="r" b="b"/>
            <a:pathLst>
              <a:path w="5504" h="1404">
                <a:moveTo>
                  <a:pt x="0" y="0"/>
                </a:moveTo>
                <a:lnTo>
                  <a:pt x="5504" y="0"/>
                </a:lnTo>
                <a:lnTo>
                  <a:pt x="5504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4" name=""/>
          <p:cNvSpPr/>
          <p:nvPr/>
        </p:nvSpPr>
        <p:spPr>
          <a:xfrm>
            <a:off x="8743680" y="4114440"/>
            <a:ext cx="1753200" cy="505440"/>
          </a:xfrm>
          <a:custGeom>
            <a:avLst/>
            <a:gdLst/>
            <a:ahLst/>
            <a:rect l="0" t="0" r="r" b="b"/>
            <a:pathLst>
              <a:path w="4870" h="1404">
                <a:moveTo>
                  <a:pt x="0" y="0"/>
                </a:moveTo>
                <a:lnTo>
                  <a:pt x="4870" y="0"/>
                </a:lnTo>
                <a:lnTo>
                  <a:pt x="4870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5" name=""/>
          <p:cNvSpPr/>
          <p:nvPr/>
        </p:nvSpPr>
        <p:spPr>
          <a:xfrm>
            <a:off x="580680" y="4619520"/>
            <a:ext cx="591120" cy="505080"/>
          </a:xfrm>
          <a:custGeom>
            <a:avLst/>
            <a:gdLst/>
            <a:ahLst/>
            <a:rect l="0" t="0" r="r" b="b"/>
            <a:pathLst>
              <a:path w="1642" h="1403">
                <a:moveTo>
                  <a:pt x="0" y="0"/>
                </a:moveTo>
                <a:lnTo>
                  <a:pt x="1642" y="0"/>
                </a:lnTo>
                <a:lnTo>
                  <a:pt x="1642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6" name=""/>
          <p:cNvSpPr/>
          <p:nvPr/>
        </p:nvSpPr>
        <p:spPr>
          <a:xfrm>
            <a:off x="1171440" y="4619520"/>
            <a:ext cx="3610440" cy="505080"/>
          </a:xfrm>
          <a:custGeom>
            <a:avLst/>
            <a:gdLst/>
            <a:ahLst/>
            <a:rect l="0" t="0" r="r" b="b"/>
            <a:pathLst>
              <a:path w="10029" h="1403">
                <a:moveTo>
                  <a:pt x="0" y="0"/>
                </a:moveTo>
                <a:lnTo>
                  <a:pt x="10029" y="0"/>
                </a:lnTo>
                <a:lnTo>
                  <a:pt x="10029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7" name=""/>
          <p:cNvSpPr/>
          <p:nvPr/>
        </p:nvSpPr>
        <p:spPr>
          <a:xfrm>
            <a:off x="4781520" y="461952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8" name=""/>
          <p:cNvSpPr/>
          <p:nvPr/>
        </p:nvSpPr>
        <p:spPr>
          <a:xfrm>
            <a:off x="6762600" y="461952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39" name=""/>
          <p:cNvSpPr/>
          <p:nvPr/>
        </p:nvSpPr>
        <p:spPr>
          <a:xfrm>
            <a:off x="8743680" y="4619520"/>
            <a:ext cx="1753200" cy="505080"/>
          </a:xfrm>
          <a:custGeom>
            <a:avLst/>
            <a:gdLst/>
            <a:ahLst/>
            <a:rect l="0" t="0" r="r" b="b"/>
            <a:pathLst>
              <a:path w="4870" h="1403">
                <a:moveTo>
                  <a:pt x="0" y="0"/>
                </a:moveTo>
                <a:lnTo>
                  <a:pt x="4870" y="0"/>
                </a:lnTo>
                <a:lnTo>
                  <a:pt x="4870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40" name=""/>
          <p:cNvSpPr/>
          <p:nvPr/>
        </p:nvSpPr>
        <p:spPr>
          <a:xfrm>
            <a:off x="580680" y="4619520"/>
            <a:ext cx="591120" cy="505080"/>
          </a:xfrm>
          <a:custGeom>
            <a:avLst/>
            <a:gdLst/>
            <a:ahLst/>
            <a:rect l="0" t="0" r="r" b="b"/>
            <a:pathLst>
              <a:path w="1642" h="1403">
                <a:moveTo>
                  <a:pt x="0" y="0"/>
                </a:moveTo>
                <a:lnTo>
                  <a:pt x="1642" y="0"/>
                </a:lnTo>
                <a:lnTo>
                  <a:pt x="1642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41" name=""/>
          <p:cNvSpPr/>
          <p:nvPr/>
        </p:nvSpPr>
        <p:spPr>
          <a:xfrm>
            <a:off x="1171440" y="4619520"/>
            <a:ext cx="3610440" cy="505080"/>
          </a:xfrm>
          <a:custGeom>
            <a:avLst/>
            <a:gdLst/>
            <a:ahLst/>
            <a:rect l="0" t="0" r="r" b="b"/>
            <a:pathLst>
              <a:path w="10029" h="1403">
                <a:moveTo>
                  <a:pt x="0" y="0"/>
                </a:moveTo>
                <a:lnTo>
                  <a:pt x="10029" y="0"/>
                </a:lnTo>
                <a:lnTo>
                  <a:pt x="10029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42" name=""/>
          <p:cNvSpPr/>
          <p:nvPr/>
        </p:nvSpPr>
        <p:spPr>
          <a:xfrm>
            <a:off x="4781520" y="461952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43" name=""/>
          <p:cNvSpPr/>
          <p:nvPr/>
        </p:nvSpPr>
        <p:spPr>
          <a:xfrm>
            <a:off x="6762600" y="461952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44" name=""/>
          <p:cNvSpPr/>
          <p:nvPr/>
        </p:nvSpPr>
        <p:spPr>
          <a:xfrm>
            <a:off x="8743680" y="4619520"/>
            <a:ext cx="1753200" cy="505080"/>
          </a:xfrm>
          <a:custGeom>
            <a:avLst/>
            <a:gdLst/>
            <a:ahLst/>
            <a:rect l="0" t="0" r="r" b="b"/>
            <a:pathLst>
              <a:path w="4870" h="1403">
                <a:moveTo>
                  <a:pt x="0" y="0"/>
                </a:moveTo>
                <a:lnTo>
                  <a:pt x="4870" y="0"/>
                </a:lnTo>
                <a:lnTo>
                  <a:pt x="4870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45" name=""/>
          <p:cNvSpPr/>
          <p:nvPr/>
        </p:nvSpPr>
        <p:spPr>
          <a:xfrm>
            <a:off x="580680" y="5124240"/>
            <a:ext cx="591120" cy="505080"/>
          </a:xfrm>
          <a:custGeom>
            <a:avLst/>
            <a:gdLst/>
            <a:ahLst/>
            <a:rect l="0" t="0" r="r" b="b"/>
            <a:pathLst>
              <a:path w="1642" h="1403">
                <a:moveTo>
                  <a:pt x="0" y="0"/>
                </a:moveTo>
                <a:lnTo>
                  <a:pt x="1642" y="0"/>
                </a:lnTo>
                <a:lnTo>
                  <a:pt x="1642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46" name=""/>
          <p:cNvSpPr/>
          <p:nvPr/>
        </p:nvSpPr>
        <p:spPr>
          <a:xfrm>
            <a:off x="1171440" y="5124240"/>
            <a:ext cx="3610440" cy="505080"/>
          </a:xfrm>
          <a:custGeom>
            <a:avLst/>
            <a:gdLst/>
            <a:ahLst/>
            <a:rect l="0" t="0" r="r" b="b"/>
            <a:pathLst>
              <a:path w="10029" h="1403">
                <a:moveTo>
                  <a:pt x="0" y="0"/>
                </a:moveTo>
                <a:lnTo>
                  <a:pt x="10029" y="0"/>
                </a:lnTo>
                <a:lnTo>
                  <a:pt x="10029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47" name=""/>
          <p:cNvSpPr/>
          <p:nvPr/>
        </p:nvSpPr>
        <p:spPr>
          <a:xfrm>
            <a:off x="4781520" y="512424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48" name=""/>
          <p:cNvSpPr/>
          <p:nvPr/>
        </p:nvSpPr>
        <p:spPr>
          <a:xfrm>
            <a:off x="6762600" y="5124240"/>
            <a:ext cx="1981440" cy="505080"/>
          </a:xfrm>
          <a:custGeom>
            <a:avLst/>
            <a:gdLst/>
            <a:ahLst/>
            <a:rect l="0" t="0" r="r" b="b"/>
            <a:pathLst>
              <a:path w="5504" h="1403">
                <a:moveTo>
                  <a:pt x="0" y="0"/>
                </a:moveTo>
                <a:lnTo>
                  <a:pt x="5504" y="0"/>
                </a:lnTo>
                <a:lnTo>
                  <a:pt x="55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49" name=""/>
          <p:cNvSpPr/>
          <p:nvPr/>
        </p:nvSpPr>
        <p:spPr>
          <a:xfrm>
            <a:off x="8743680" y="5124240"/>
            <a:ext cx="1753200" cy="505080"/>
          </a:xfrm>
          <a:custGeom>
            <a:avLst/>
            <a:gdLst/>
            <a:ahLst/>
            <a:rect l="0" t="0" r="r" b="b"/>
            <a:pathLst>
              <a:path w="4870" h="1403">
                <a:moveTo>
                  <a:pt x="0" y="0"/>
                </a:moveTo>
                <a:lnTo>
                  <a:pt x="4870" y="0"/>
                </a:lnTo>
                <a:lnTo>
                  <a:pt x="4870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0" name=""/>
          <p:cNvSpPr/>
          <p:nvPr/>
        </p:nvSpPr>
        <p:spPr>
          <a:xfrm>
            <a:off x="571320" y="157140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1" name=""/>
          <p:cNvSpPr/>
          <p:nvPr/>
        </p:nvSpPr>
        <p:spPr>
          <a:xfrm>
            <a:off x="571320" y="1571400"/>
            <a:ext cx="609840" cy="10080"/>
          </a:xfrm>
          <a:custGeom>
            <a:avLst/>
            <a:gdLst/>
            <a:ahLst/>
            <a:rect l="0" t="0" r="r" b="b"/>
            <a:pathLst>
              <a:path w="1694" h="28">
                <a:moveTo>
                  <a:pt x="0" y="0"/>
                </a:moveTo>
                <a:lnTo>
                  <a:pt x="1694" y="0"/>
                </a:lnTo>
                <a:lnTo>
                  <a:pt x="16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2" name=""/>
          <p:cNvSpPr/>
          <p:nvPr/>
        </p:nvSpPr>
        <p:spPr>
          <a:xfrm>
            <a:off x="1171440" y="157140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3" name=""/>
          <p:cNvSpPr/>
          <p:nvPr/>
        </p:nvSpPr>
        <p:spPr>
          <a:xfrm>
            <a:off x="1180800" y="1571400"/>
            <a:ext cx="3601080" cy="10080"/>
          </a:xfrm>
          <a:custGeom>
            <a:avLst/>
            <a:gdLst/>
            <a:ahLst/>
            <a:rect l="0" t="0" r="r" b="b"/>
            <a:pathLst>
              <a:path w="10003" h="28">
                <a:moveTo>
                  <a:pt x="0" y="0"/>
                </a:moveTo>
                <a:lnTo>
                  <a:pt x="10003" y="0"/>
                </a:lnTo>
                <a:lnTo>
                  <a:pt x="100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4" name=""/>
          <p:cNvSpPr/>
          <p:nvPr/>
        </p:nvSpPr>
        <p:spPr>
          <a:xfrm>
            <a:off x="4771800" y="15714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5" name=""/>
          <p:cNvSpPr/>
          <p:nvPr/>
        </p:nvSpPr>
        <p:spPr>
          <a:xfrm>
            <a:off x="4781520" y="157140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6" name=""/>
          <p:cNvSpPr/>
          <p:nvPr/>
        </p:nvSpPr>
        <p:spPr>
          <a:xfrm>
            <a:off x="6752880" y="1571400"/>
            <a:ext cx="10440" cy="533880"/>
          </a:xfrm>
          <a:custGeom>
            <a:avLst/>
            <a:gdLst/>
            <a:ahLst/>
            <a:rect l="0" t="0" r="r" b="b"/>
            <a:pathLst>
              <a:path w="29" h="1483">
                <a:moveTo>
                  <a:pt x="0" y="0"/>
                </a:moveTo>
                <a:lnTo>
                  <a:pt x="29" y="0"/>
                </a:lnTo>
                <a:lnTo>
                  <a:pt x="2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7" name=""/>
          <p:cNvSpPr/>
          <p:nvPr/>
        </p:nvSpPr>
        <p:spPr>
          <a:xfrm>
            <a:off x="6762600" y="1571400"/>
            <a:ext cx="1991160" cy="10080"/>
          </a:xfrm>
          <a:custGeom>
            <a:avLst/>
            <a:gdLst/>
            <a:ahLst/>
            <a:rect l="0" t="0" r="r" b="b"/>
            <a:pathLst>
              <a:path w="5531" h="28">
                <a:moveTo>
                  <a:pt x="0" y="0"/>
                </a:moveTo>
                <a:lnTo>
                  <a:pt x="5531" y="0"/>
                </a:lnTo>
                <a:lnTo>
                  <a:pt x="55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8" name=""/>
          <p:cNvSpPr/>
          <p:nvPr/>
        </p:nvSpPr>
        <p:spPr>
          <a:xfrm>
            <a:off x="8743680" y="15714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59" name=""/>
          <p:cNvSpPr/>
          <p:nvPr/>
        </p:nvSpPr>
        <p:spPr>
          <a:xfrm>
            <a:off x="8753400" y="1571400"/>
            <a:ext cx="1743480" cy="10080"/>
          </a:xfrm>
          <a:custGeom>
            <a:avLst/>
            <a:gdLst/>
            <a:ahLst/>
            <a:rect l="0" t="0" r="r" b="b"/>
            <a:pathLst>
              <a:path w="4843" h="28">
                <a:moveTo>
                  <a:pt x="0" y="0"/>
                </a:moveTo>
                <a:lnTo>
                  <a:pt x="4843" y="0"/>
                </a:lnTo>
                <a:lnTo>
                  <a:pt x="48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0" name=""/>
          <p:cNvSpPr/>
          <p:nvPr/>
        </p:nvSpPr>
        <p:spPr>
          <a:xfrm>
            <a:off x="10486800" y="15714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1" name=""/>
          <p:cNvSpPr/>
          <p:nvPr/>
        </p:nvSpPr>
        <p:spPr>
          <a:xfrm>
            <a:off x="571320" y="2095200"/>
            <a:ext cx="609840" cy="10080"/>
          </a:xfrm>
          <a:custGeom>
            <a:avLst/>
            <a:gdLst/>
            <a:ahLst/>
            <a:rect l="0" t="0" r="r" b="b"/>
            <a:pathLst>
              <a:path w="1694" h="28">
                <a:moveTo>
                  <a:pt x="0" y="0"/>
                </a:moveTo>
                <a:lnTo>
                  <a:pt x="1694" y="0"/>
                </a:lnTo>
                <a:lnTo>
                  <a:pt x="16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2" name=""/>
          <p:cNvSpPr/>
          <p:nvPr/>
        </p:nvSpPr>
        <p:spPr>
          <a:xfrm>
            <a:off x="1180800" y="2095200"/>
            <a:ext cx="3601080" cy="10080"/>
          </a:xfrm>
          <a:custGeom>
            <a:avLst/>
            <a:gdLst/>
            <a:ahLst/>
            <a:rect l="0" t="0" r="r" b="b"/>
            <a:pathLst>
              <a:path w="10003" h="28">
                <a:moveTo>
                  <a:pt x="0" y="0"/>
                </a:moveTo>
                <a:lnTo>
                  <a:pt x="10003" y="0"/>
                </a:lnTo>
                <a:lnTo>
                  <a:pt x="100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3" name=""/>
          <p:cNvSpPr/>
          <p:nvPr/>
        </p:nvSpPr>
        <p:spPr>
          <a:xfrm>
            <a:off x="4781520" y="209520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4" name=""/>
          <p:cNvSpPr/>
          <p:nvPr/>
        </p:nvSpPr>
        <p:spPr>
          <a:xfrm>
            <a:off x="6762600" y="2095200"/>
            <a:ext cx="1991160" cy="10080"/>
          </a:xfrm>
          <a:custGeom>
            <a:avLst/>
            <a:gdLst/>
            <a:ahLst/>
            <a:rect l="0" t="0" r="r" b="b"/>
            <a:pathLst>
              <a:path w="5531" h="28">
                <a:moveTo>
                  <a:pt x="0" y="0"/>
                </a:moveTo>
                <a:lnTo>
                  <a:pt x="5531" y="0"/>
                </a:lnTo>
                <a:lnTo>
                  <a:pt x="55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5" name=""/>
          <p:cNvSpPr/>
          <p:nvPr/>
        </p:nvSpPr>
        <p:spPr>
          <a:xfrm>
            <a:off x="8753400" y="2095200"/>
            <a:ext cx="1743480" cy="10080"/>
          </a:xfrm>
          <a:custGeom>
            <a:avLst/>
            <a:gdLst/>
            <a:ahLst/>
            <a:rect l="0" t="0" r="r" b="b"/>
            <a:pathLst>
              <a:path w="4843" h="28">
                <a:moveTo>
                  <a:pt x="0" y="0"/>
                </a:moveTo>
                <a:lnTo>
                  <a:pt x="4843" y="0"/>
                </a:lnTo>
                <a:lnTo>
                  <a:pt x="48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6" name=""/>
          <p:cNvSpPr/>
          <p:nvPr/>
        </p:nvSpPr>
        <p:spPr>
          <a:xfrm>
            <a:off x="571320" y="210492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7" name=""/>
          <p:cNvSpPr/>
          <p:nvPr/>
        </p:nvSpPr>
        <p:spPr>
          <a:xfrm>
            <a:off x="1171440" y="210492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8" name=""/>
          <p:cNvSpPr/>
          <p:nvPr/>
        </p:nvSpPr>
        <p:spPr>
          <a:xfrm>
            <a:off x="4771800" y="210492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69" name=""/>
          <p:cNvSpPr/>
          <p:nvPr/>
        </p:nvSpPr>
        <p:spPr>
          <a:xfrm>
            <a:off x="6752880" y="2104920"/>
            <a:ext cx="10440" cy="505080"/>
          </a:xfrm>
          <a:custGeom>
            <a:avLst/>
            <a:gdLst/>
            <a:ahLst/>
            <a:rect l="0" t="0" r="r" b="b"/>
            <a:pathLst>
              <a:path w="29" h="1403">
                <a:moveTo>
                  <a:pt x="0" y="0"/>
                </a:moveTo>
                <a:lnTo>
                  <a:pt x="29" y="0"/>
                </a:lnTo>
                <a:lnTo>
                  <a:pt x="29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0" name=""/>
          <p:cNvSpPr/>
          <p:nvPr/>
        </p:nvSpPr>
        <p:spPr>
          <a:xfrm>
            <a:off x="8743680" y="210492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1" name=""/>
          <p:cNvSpPr/>
          <p:nvPr/>
        </p:nvSpPr>
        <p:spPr>
          <a:xfrm>
            <a:off x="10486800" y="210492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2" name=""/>
          <p:cNvSpPr/>
          <p:nvPr/>
        </p:nvSpPr>
        <p:spPr>
          <a:xfrm>
            <a:off x="571320" y="260964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3" name=""/>
          <p:cNvSpPr/>
          <p:nvPr/>
        </p:nvSpPr>
        <p:spPr>
          <a:xfrm>
            <a:off x="571320" y="260028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4" name=""/>
          <p:cNvSpPr/>
          <p:nvPr/>
        </p:nvSpPr>
        <p:spPr>
          <a:xfrm>
            <a:off x="1171440" y="260964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5" name=""/>
          <p:cNvSpPr/>
          <p:nvPr/>
        </p:nvSpPr>
        <p:spPr>
          <a:xfrm>
            <a:off x="1180800" y="2600280"/>
            <a:ext cx="3601080" cy="9720"/>
          </a:xfrm>
          <a:custGeom>
            <a:avLst/>
            <a:gdLst/>
            <a:ahLst/>
            <a:rect l="0" t="0" r="r" b="b"/>
            <a:pathLst>
              <a:path w="10003" h="27">
                <a:moveTo>
                  <a:pt x="0" y="0"/>
                </a:moveTo>
                <a:lnTo>
                  <a:pt x="10003" y="0"/>
                </a:lnTo>
                <a:lnTo>
                  <a:pt x="100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6" name=""/>
          <p:cNvSpPr/>
          <p:nvPr/>
        </p:nvSpPr>
        <p:spPr>
          <a:xfrm>
            <a:off x="4771800" y="260964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7" name=""/>
          <p:cNvSpPr/>
          <p:nvPr/>
        </p:nvSpPr>
        <p:spPr>
          <a:xfrm>
            <a:off x="4781520" y="260028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8" name=""/>
          <p:cNvSpPr/>
          <p:nvPr/>
        </p:nvSpPr>
        <p:spPr>
          <a:xfrm>
            <a:off x="6752880" y="2609640"/>
            <a:ext cx="10440" cy="505080"/>
          </a:xfrm>
          <a:custGeom>
            <a:avLst/>
            <a:gdLst/>
            <a:ahLst/>
            <a:rect l="0" t="0" r="r" b="b"/>
            <a:pathLst>
              <a:path w="29" h="1403">
                <a:moveTo>
                  <a:pt x="0" y="0"/>
                </a:moveTo>
                <a:lnTo>
                  <a:pt x="29" y="0"/>
                </a:lnTo>
                <a:lnTo>
                  <a:pt x="29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79" name=""/>
          <p:cNvSpPr/>
          <p:nvPr/>
        </p:nvSpPr>
        <p:spPr>
          <a:xfrm>
            <a:off x="6762600" y="2600280"/>
            <a:ext cx="1991160" cy="9720"/>
          </a:xfrm>
          <a:custGeom>
            <a:avLst/>
            <a:gdLst/>
            <a:ahLst/>
            <a:rect l="0" t="0" r="r" b="b"/>
            <a:pathLst>
              <a:path w="5531" h="27">
                <a:moveTo>
                  <a:pt x="0" y="0"/>
                </a:moveTo>
                <a:lnTo>
                  <a:pt x="5531" y="0"/>
                </a:lnTo>
                <a:lnTo>
                  <a:pt x="55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80" name=""/>
          <p:cNvSpPr/>
          <p:nvPr/>
        </p:nvSpPr>
        <p:spPr>
          <a:xfrm>
            <a:off x="8743680" y="260964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81" name=""/>
          <p:cNvSpPr/>
          <p:nvPr/>
        </p:nvSpPr>
        <p:spPr>
          <a:xfrm>
            <a:off x="8753400" y="2600280"/>
            <a:ext cx="1743480" cy="9720"/>
          </a:xfrm>
          <a:custGeom>
            <a:avLst/>
            <a:gdLst/>
            <a:ahLst/>
            <a:rect l="0" t="0" r="r" b="b"/>
            <a:pathLst>
              <a:path w="4843" h="27">
                <a:moveTo>
                  <a:pt x="0" y="0"/>
                </a:moveTo>
                <a:lnTo>
                  <a:pt x="4843" y="0"/>
                </a:lnTo>
                <a:lnTo>
                  <a:pt x="48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82" name=""/>
          <p:cNvSpPr/>
          <p:nvPr/>
        </p:nvSpPr>
        <p:spPr>
          <a:xfrm>
            <a:off x="10486800" y="260964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83" name=""/>
          <p:cNvSpPr/>
          <p:nvPr/>
        </p:nvSpPr>
        <p:spPr>
          <a:xfrm>
            <a:off x="571320" y="311436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84" name=""/>
          <p:cNvSpPr/>
          <p:nvPr/>
        </p:nvSpPr>
        <p:spPr>
          <a:xfrm>
            <a:off x="571320" y="310500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85" name=""/>
          <p:cNvSpPr/>
          <p:nvPr/>
        </p:nvSpPr>
        <p:spPr>
          <a:xfrm>
            <a:off x="1171440" y="311436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86" name=""/>
          <p:cNvSpPr/>
          <p:nvPr/>
        </p:nvSpPr>
        <p:spPr>
          <a:xfrm>
            <a:off x="1180800" y="3105000"/>
            <a:ext cx="3601080" cy="9720"/>
          </a:xfrm>
          <a:custGeom>
            <a:avLst/>
            <a:gdLst/>
            <a:ahLst/>
            <a:rect l="0" t="0" r="r" b="b"/>
            <a:pathLst>
              <a:path w="10003" h="27">
                <a:moveTo>
                  <a:pt x="0" y="0"/>
                </a:moveTo>
                <a:lnTo>
                  <a:pt x="10003" y="0"/>
                </a:lnTo>
                <a:lnTo>
                  <a:pt x="100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87" name=""/>
          <p:cNvSpPr/>
          <p:nvPr/>
        </p:nvSpPr>
        <p:spPr>
          <a:xfrm>
            <a:off x="4771800" y="3114360"/>
            <a:ext cx="10080" cy="505440"/>
          </a:xfrm>
          <a:custGeom>
            <a:avLst/>
            <a:gdLst/>
            <a:ahLst/>
            <a:rect l="0" t="0" r="r" b="b"/>
            <a:pathLst>
              <a:path w="28" h="1404">
                <a:moveTo>
                  <a:pt x="0" y="0"/>
                </a:moveTo>
                <a:lnTo>
                  <a:pt x="28" y="0"/>
                </a:lnTo>
                <a:lnTo>
                  <a:pt x="28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88" name=""/>
          <p:cNvSpPr/>
          <p:nvPr/>
        </p:nvSpPr>
        <p:spPr>
          <a:xfrm>
            <a:off x="4781520" y="310500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89" name=""/>
          <p:cNvSpPr/>
          <p:nvPr/>
        </p:nvSpPr>
        <p:spPr>
          <a:xfrm>
            <a:off x="6752880" y="3114360"/>
            <a:ext cx="10440" cy="505440"/>
          </a:xfrm>
          <a:custGeom>
            <a:avLst/>
            <a:gdLst/>
            <a:ahLst/>
            <a:rect l="0" t="0" r="r" b="b"/>
            <a:pathLst>
              <a:path w="29" h="1404">
                <a:moveTo>
                  <a:pt x="0" y="0"/>
                </a:moveTo>
                <a:lnTo>
                  <a:pt x="29" y="0"/>
                </a:lnTo>
                <a:lnTo>
                  <a:pt x="29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90" name=""/>
          <p:cNvSpPr/>
          <p:nvPr/>
        </p:nvSpPr>
        <p:spPr>
          <a:xfrm>
            <a:off x="6762600" y="3105000"/>
            <a:ext cx="1991160" cy="9720"/>
          </a:xfrm>
          <a:custGeom>
            <a:avLst/>
            <a:gdLst/>
            <a:ahLst/>
            <a:rect l="0" t="0" r="r" b="b"/>
            <a:pathLst>
              <a:path w="5531" h="27">
                <a:moveTo>
                  <a:pt x="0" y="0"/>
                </a:moveTo>
                <a:lnTo>
                  <a:pt x="5531" y="0"/>
                </a:lnTo>
                <a:lnTo>
                  <a:pt x="55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91" name=""/>
          <p:cNvSpPr/>
          <p:nvPr/>
        </p:nvSpPr>
        <p:spPr>
          <a:xfrm>
            <a:off x="8743680" y="3114360"/>
            <a:ext cx="10080" cy="505440"/>
          </a:xfrm>
          <a:custGeom>
            <a:avLst/>
            <a:gdLst/>
            <a:ahLst/>
            <a:rect l="0" t="0" r="r" b="b"/>
            <a:pathLst>
              <a:path w="28" h="1404">
                <a:moveTo>
                  <a:pt x="0" y="0"/>
                </a:moveTo>
                <a:lnTo>
                  <a:pt x="28" y="0"/>
                </a:lnTo>
                <a:lnTo>
                  <a:pt x="28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92" name=""/>
          <p:cNvSpPr/>
          <p:nvPr/>
        </p:nvSpPr>
        <p:spPr>
          <a:xfrm>
            <a:off x="8753400" y="3105000"/>
            <a:ext cx="1743480" cy="9720"/>
          </a:xfrm>
          <a:custGeom>
            <a:avLst/>
            <a:gdLst/>
            <a:ahLst/>
            <a:rect l="0" t="0" r="r" b="b"/>
            <a:pathLst>
              <a:path w="4843" h="27">
                <a:moveTo>
                  <a:pt x="0" y="0"/>
                </a:moveTo>
                <a:lnTo>
                  <a:pt x="4843" y="0"/>
                </a:lnTo>
                <a:lnTo>
                  <a:pt x="48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93" name=""/>
          <p:cNvSpPr/>
          <p:nvPr/>
        </p:nvSpPr>
        <p:spPr>
          <a:xfrm>
            <a:off x="10486800" y="3114360"/>
            <a:ext cx="10080" cy="505440"/>
          </a:xfrm>
          <a:custGeom>
            <a:avLst/>
            <a:gdLst/>
            <a:ahLst/>
            <a:rect l="0" t="0" r="r" b="b"/>
            <a:pathLst>
              <a:path w="28" h="1404">
                <a:moveTo>
                  <a:pt x="0" y="0"/>
                </a:moveTo>
                <a:lnTo>
                  <a:pt x="28" y="0"/>
                </a:lnTo>
                <a:lnTo>
                  <a:pt x="28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94" name=""/>
          <p:cNvSpPr/>
          <p:nvPr/>
        </p:nvSpPr>
        <p:spPr>
          <a:xfrm>
            <a:off x="571320" y="361944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95" name=""/>
          <p:cNvSpPr/>
          <p:nvPr/>
        </p:nvSpPr>
        <p:spPr>
          <a:xfrm>
            <a:off x="571320" y="3609720"/>
            <a:ext cx="609840" cy="10080"/>
          </a:xfrm>
          <a:custGeom>
            <a:avLst/>
            <a:gdLst/>
            <a:ahLst/>
            <a:rect l="0" t="0" r="r" b="b"/>
            <a:pathLst>
              <a:path w="1694" h="28">
                <a:moveTo>
                  <a:pt x="0" y="0"/>
                </a:moveTo>
                <a:lnTo>
                  <a:pt x="1694" y="0"/>
                </a:lnTo>
                <a:lnTo>
                  <a:pt x="16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96" name=""/>
          <p:cNvSpPr/>
          <p:nvPr/>
        </p:nvSpPr>
        <p:spPr>
          <a:xfrm>
            <a:off x="1171440" y="361944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97" name=""/>
          <p:cNvSpPr/>
          <p:nvPr/>
        </p:nvSpPr>
        <p:spPr>
          <a:xfrm>
            <a:off x="1180800" y="3609720"/>
            <a:ext cx="3601080" cy="10080"/>
          </a:xfrm>
          <a:custGeom>
            <a:avLst/>
            <a:gdLst/>
            <a:ahLst/>
            <a:rect l="0" t="0" r="r" b="b"/>
            <a:pathLst>
              <a:path w="10003" h="28">
                <a:moveTo>
                  <a:pt x="0" y="0"/>
                </a:moveTo>
                <a:lnTo>
                  <a:pt x="10003" y="0"/>
                </a:lnTo>
                <a:lnTo>
                  <a:pt x="100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98" name=""/>
          <p:cNvSpPr/>
          <p:nvPr/>
        </p:nvSpPr>
        <p:spPr>
          <a:xfrm>
            <a:off x="4771800" y="361944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99" name=""/>
          <p:cNvSpPr/>
          <p:nvPr/>
        </p:nvSpPr>
        <p:spPr>
          <a:xfrm>
            <a:off x="4781520" y="360972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0" name=""/>
          <p:cNvSpPr/>
          <p:nvPr/>
        </p:nvSpPr>
        <p:spPr>
          <a:xfrm>
            <a:off x="6752880" y="3619440"/>
            <a:ext cx="10440" cy="505080"/>
          </a:xfrm>
          <a:custGeom>
            <a:avLst/>
            <a:gdLst/>
            <a:ahLst/>
            <a:rect l="0" t="0" r="r" b="b"/>
            <a:pathLst>
              <a:path w="29" h="1403">
                <a:moveTo>
                  <a:pt x="0" y="0"/>
                </a:moveTo>
                <a:lnTo>
                  <a:pt x="29" y="0"/>
                </a:lnTo>
                <a:lnTo>
                  <a:pt x="29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1" name=""/>
          <p:cNvSpPr/>
          <p:nvPr/>
        </p:nvSpPr>
        <p:spPr>
          <a:xfrm>
            <a:off x="6762600" y="3609720"/>
            <a:ext cx="1991160" cy="10080"/>
          </a:xfrm>
          <a:custGeom>
            <a:avLst/>
            <a:gdLst/>
            <a:ahLst/>
            <a:rect l="0" t="0" r="r" b="b"/>
            <a:pathLst>
              <a:path w="5531" h="28">
                <a:moveTo>
                  <a:pt x="0" y="0"/>
                </a:moveTo>
                <a:lnTo>
                  <a:pt x="5531" y="0"/>
                </a:lnTo>
                <a:lnTo>
                  <a:pt x="55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2" name=""/>
          <p:cNvSpPr/>
          <p:nvPr/>
        </p:nvSpPr>
        <p:spPr>
          <a:xfrm>
            <a:off x="8743680" y="361944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3" name=""/>
          <p:cNvSpPr/>
          <p:nvPr/>
        </p:nvSpPr>
        <p:spPr>
          <a:xfrm>
            <a:off x="8753400" y="3609720"/>
            <a:ext cx="1743480" cy="10080"/>
          </a:xfrm>
          <a:custGeom>
            <a:avLst/>
            <a:gdLst/>
            <a:ahLst/>
            <a:rect l="0" t="0" r="r" b="b"/>
            <a:pathLst>
              <a:path w="4843" h="28">
                <a:moveTo>
                  <a:pt x="0" y="0"/>
                </a:moveTo>
                <a:lnTo>
                  <a:pt x="4843" y="0"/>
                </a:lnTo>
                <a:lnTo>
                  <a:pt x="48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4" name=""/>
          <p:cNvSpPr/>
          <p:nvPr/>
        </p:nvSpPr>
        <p:spPr>
          <a:xfrm>
            <a:off x="10486800" y="361944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5" name=""/>
          <p:cNvSpPr/>
          <p:nvPr/>
        </p:nvSpPr>
        <p:spPr>
          <a:xfrm>
            <a:off x="571320" y="412416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6" name=""/>
          <p:cNvSpPr/>
          <p:nvPr/>
        </p:nvSpPr>
        <p:spPr>
          <a:xfrm>
            <a:off x="571320" y="4114440"/>
            <a:ext cx="609840" cy="10080"/>
          </a:xfrm>
          <a:custGeom>
            <a:avLst/>
            <a:gdLst/>
            <a:ahLst/>
            <a:rect l="0" t="0" r="r" b="b"/>
            <a:pathLst>
              <a:path w="1694" h="28">
                <a:moveTo>
                  <a:pt x="0" y="0"/>
                </a:moveTo>
                <a:lnTo>
                  <a:pt x="1694" y="0"/>
                </a:lnTo>
                <a:lnTo>
                  <a:pt x="16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7" name=""/>
          <p:cNvSpPr/>
          <p:nvPr/>
        </p:nvSpPr>
        <p:spPr>
          <a:xfrm>
            <a:off x="1171440" y="412416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8" name=""/>
          <p:cNvSpPr/>
          <p:nvPr/>
        </p:nvSpPr>
        <p:spPr>
          <a:xfrm>
            <a:off x="1180800" y="4114440"/>
            <a:ext cx="3601080" cy="10080"/>
          </a:xfrm>
          <a:custGeom>
            <a:avLst/>
            <a:gdLst/>
            <a:ahLst/>
            <a:rect l="0" t="0" r="r" b="b"/>
            <a:pathLst>
              <a:path w="10003" h="28">
                <a:moveTo>
                  <a:pt x="0" y="0"/>
                </a:moveTo>
                <a:lnTo>
                  <a:pt x="10003" y="0"/>
                </a:lnTo>
                <a:lnTo>
                  <a:pt x="100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09" name=""/>
          <p:cNvSpPr/>
          <p:nvPr/>
        </p:nvSpPr>
        <p:spPr>
          <a:xfrm>
            <a:off x="4771800" y="412416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0" name=""/>
          <p:cNvSpPr/>
          <p:nvPr/>
        </p:nvSpPr>
        <p:spPr>
          <a:xfrm>
            <a:off x="4781520" y="411444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1" name=""/>
          <p:cNvSpPr/>
          <p:nvPr/>
        </p:nvSpPr>
        <p:spPr>
          <a:xfrm>
            <a:off x="6752880" y="4124160"/>
            <a:ext cx="10440" cy="505080"/>
          </a:xfrm>
          <a:custGeom>
            <a:avLst/>
            <a:gdLst/>
            <a:ahLst/>
            <a:rect l="0" t="0" r="r" b="b"/>
            <a:pathLst>
              <a:path w="29" h="1403">
                <a:moveTo>
                  <a:pt x="0" y="0"/>
                </a:moveTo>
                <a:lnTo>
                  <a:pt x="29" y="0"/>
                </a:lnTo>
                <a:lnTo>
                  <a:pt x="29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2" name=""/>
          <p:cNvSpPr/>
          <p:nvPr/>
        </p:nvSpPr>
        <p:spPr>
          <a:xfrm>
            <a:off x="6762600" y="4114440"/>
            <a:ext cx="1991160" cy="10080"/>
          </a:xfrm>
          <a:custGeom>
            <a:avLst/>
            <a:gdLst/>
            <a:ahLst/>
            <a:rect l="0" t="0" r="r" b="b"/>
            <a:pathLst>
              <a:path w="5531" h="28">
                <a:moveTo>
                  <a:pt x="0" y="0"/>
                </a:moveTo>
                <a:lnTo>
                  <a:pt x="5531" y="0"/>
                </a:lnTo>
                <a:lnTo>
                  <a:pt x="55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3" name=""/>
          <p:cNvSpPr/>
          <p:nvPr/>
        </p:nvSpPr>
        <p:spPr>
          <a:xfrm>
            <a:off x="8743680" y="412416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4" name=""/>
          <p:cNvSpPr/>
          <p:nvPr/>
        </p:nvSpPr>
        <p:spPr>
          <a:xfrm>
            <a:off x="8753400" y="4114440"/>
            <a:ext cx="1743480" cy="10080"/>
          </a:xfrm>
          <a:custGeom>
            <a:avLst/>
            <a:gdLst/>
            <a:ahLst/>
            <a:rect l="0" t="0" r="r" b="b"/>
            <a:pathLst>
              <a:path w="4843" h="28">
                <a:moveTo>
                  <a:pt x="0" y="0"/>
                </a:moveTo>
                <a:lnTo>
                  <a:pt x="4843" y="0"/>
                </a:lnTo>
                <a:lnTo>
                  <a:pt x="48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5" name=""/>
          <p:cNvSpPr/>
          <p:nvPr/>
        </p:nvSpPr>
        <p:spPr>
          <a:xfrm>
            <a:off x="10486800" y="412416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6" name=""/>
          <p:cNvSpPr/>
          <p:nvPr/>
        </p:nvSpPr>
        <p:spPr>
          <a:xfrm>
            <a:off x="571320" y="462888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7" name=""/>
          <p:cNvSpPr/>
          <p:nvPr/>
        </p:nvSpPr>
        <p:spPr>
          <a:xfrm>
            <a:off x="571320" y="461952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8" name=""/>
          <p:cNvSpPr/>
          <p:nvPr/>
        </p:nvSpPr>
        <p:spPr>
          <a:xfrm>
            <a:off x="1171440" y="462888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19" name=""/>
          <p:cNvSpPr/>
          <p:nvPr/>
        </p:nvSpPr>
        <p:spPr>
          <a:xfrm>
            <a:off x="1180800" y="4619520"/>
            <a:ext cx="3601080" cy="9720"/>
          </a:xfrm>
          <a:custGeom>
            <a:avLst/>
            <a:gdLst/>
            <a:ahLst/>
            <a:rect l="0" t="0" r="r" b="b"/>
            <a:pathLst>
              <a:path w="10003" h="27">
                <a:moveTo>
                  <a:pt x="0" y="0"/>
                </a:moveTo>
                <a:lnTo>
                  <a:pt x="10003" y="0"/>
                </a:lnTo>
                <a:lnTo>
                  <a:pt x="100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0" name=""/>
          <p:cNvSpPr/>
          <p:nvPr/>
        </p:nvSpPr>
        <p:spPr>
          <a:xfrm>
            <a:off x="4771800" y="4628880"/>
            <a:ext cx="10080" cy="505440"/>
          </a:xfrm>
          <a:custGeom>
            <a:avLst/>
            <a:gdLst/>
            <a:ahLst/>
            <a:rect l="0" t="0" r="r" b="b"/>
            <a:pathLst>
              <a:path w="28" h="1404">
                <a:moveTo>
                  <a:pt x="0" y="0"/>
                </a:moveTo>
                <a:lnTo>
                  <a:pt x="28" y="0"/>
                </a:lnTo>
                <a:lnTo>
                  <a:pt x="28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1" name=""/>
          <p:cNvSpPr/>
          <p:nvPr/>
        </p:nvSpPr>
        <p:spPr>
          <a:xfrm>
            <a:off x="4781520" y="461952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2" name=""/>
          <p:cNvSpPr/>
          <p:nvPr/>
        </p:nvSpPr>
        <p:spPr>
          <a:xfrm>
            <a:off x="6752880" y="4628880"/>
            <a:ext cx="10440" cy="505440"/>
          </a:xfrm>
          <a:custGeom>
            <a:avLst/>
            <a:gdLst/>
            <a:ahLst/>
            <a:rect l="0" t="0" r="r" b="b"/>
            <a:pathLst>
              <a:path w="29" h="1404">
                <a:moveTo>
                  <a:pt x="0" y="0"/>
                </a:moveTo>
                <a:lnTo>
                  <a:pt x="29" y="0"/>
                </a:lnTo>
                <a:lnTo>
                  <a:pt x="29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3" name=""/>
          <p:cNvSpPr/>
          <p:nvPr/>
        </p:nvSpPr>
        <p:spPr>
          <a:xfrm>
            <a:off x="6762600" y="4619520"/>
            <a:ext cx="1991160" cy="9720"/>
          </a:xfrm>
          <a:custGeom>
            <a:avLst/>
            <a:gdLst/>
            <a:ahLst/>
            <a:rect l="0" t="0" r="r" b="b"/>
            <a:pathLst>
              <a:path w="5531" h="27">
                <a:moveTo>
                  <a:pt x="0" y="0"/>
                </a:moveTo>
                <a:lnTo>
                  <a:pt x="5531" y="0"/>
                </a:lnTo>
                <a:lnTo>
                  <a:pt x="55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4" name=""/>
          <p:cNvSpPr/>
          <p:nvPr/>
        </p:nvSpPr>
        <p:spPr>
          <a:xfrm>
            <a:off x="8743680" y="4628880"/>
            <a:ext cx="10080" cy="505440"/>
          </a:xfrm>
          <a:custGeom>
            <a:avLst/>
            <a:gdLst/>
            <a:ahLst/>
            <a:rect l="0" t="0" r="r" b="b"/>
            <a:pathLst>
              <a:path w="28" h="1404">
                <a:moveTo>
                  <a:pt x="0" y="0"/>
                </a:moveTo>
                <a:lnTo>
                  <a:pt x="28" y="0"/>
                </a:lnTo>
                <a:lnTo>
                  <a:pt x="28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5" name=""/>
          <p:cNvSpPr/>
          <p:nvPr/>
        </p:nvSpPr>
        <p:spPr>
          <a:xfrm>
            <a:off x="8753400" y="4619520"/>
            <a:ext cx="1743480" cy="9720"/>
          </a:xfrm>
          <a:custGeom>
            <a:avLst/>
            <a:gdLst/>
            <a:ahLst/>
            <a:rect l="0" t="0" r="r" b="b"/>
            <a:pathLst>
              <a:path w="4843" h="27">
                <a:moveTo>
                  <a:pt x="0" y="0"/>
                </a:moveTo>
                <a:lnTo>
                  <a:pt x="4843" y="0"/>
                </a:lnTo>
                <a:lnTo>
                  <a:pt x="48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6" name=""/>
          <p:cNvSpPr/>
          <p:nvPr/>
        </p:nvSpPr>
        <p:spPr>
          <a:xfrm>
            <a:off x="10486800" y="4628880"/>
            <a:ext cx="10080" cy="505440"/>
          </a:xfrm>
          <a:custGeom>
            <a:avLst/>
            <a:gdLst/>
            <a:ahLst/>
            <a:rect l="0" t="0" r="r" b="b"/>
            <a:pathLst>
              <a:path w="28" h="1404">
                <a:moveTo>
                  <a:pt x="0" y="0"/>
                </a:moveTo>
                <a:lnTo>
                  <a:pt x="28" y="0"/>
                </a:lnTo>
                <a:lnTo>
                  <a:pt x="28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7" name=""/>
          <p:cNvSpPr/>
          <p:nvPr/>
        </p:nvSpPr>
        <p:spPr>
          <a:xfrm>
            <a:off x="571320" y="513396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8" name=""/>
          <p:cNvSpPr/>
          <p:nvPr/>
        </p:nvSpPr>
        <p:spPr>
          <a:xfrm>
            <a:off x="571320" y="5124240"/>
            <a:ext cx="609840" cy="10440"/>
          </a:xfrm>
          <a:custGeom>
            <a:avLst/>
            <a:gdLst/>
            <a:ahLst/>
            <a:rect l="0" t="0" r="r" b="b"/>
            <a:pathLst>
              <a:path w="1694" h="29">
                <a:moveTo>
                  <a:pt x="0" y="0"/>
                </a:moveTo>
                <a:lnTo>
                  <a:pt x="1694" y="0"/>
                </a:lnTo>
                <a:lnTo>
                  <a:pt x="1694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29" name=""/>
          <p:cNvSpPr/>
          <p:nvPr/>
        </p:nvSpPr>
        <p:spPr>
          <a:xfrm>
            <a:off x="1171440" y="513396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30" name=""/>
          <p:cNvSpPr/>
          <p:nvPr/>
        </p:nvSpPr>
        <p:spPr>
          <a:xfrm>
            <a:off x="1180800" y="5124240"/>
            <a:ext cx="3601080" cy="10440"/>
          </a:xfrm>
          <a:custGeom>
            <a:avLst/>
            <a:gdLst/>
            <a:ahLst/>
            <a:rect l="0" t="0" r="r" b="b"/>
            <a:pathLst>
              <a:path w="10003" h="29">
                <a:moveTo>
                  <a:pt x="0" y="0"/>
                </a:moveTo>
                <a:lnTo>
                  <a:pt x="10003" y="0"/>
                </a:lnTo>
                <a:lnTo>
                  <a:pt x="1000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31" name=""/>
          <p:cNvSpPr/>
          <p:nvPr/>
        </p:nvSpPr>
        <p:spPr>
          <a:xfrm>
            <a:off x="4771800" y="513396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32" name=""/>
          <p:cNvSpPr/>
          <p:nvPr/>
        </p:nvSpPr>
        <p:spPr>
          <a:xfrm>
            <a:off x="4781520" y="5124240"/>
            <a:ext cx="1981440" cy="10440"/>
          </a:xfrm>
          <a:custGeom>
            <a:avLst/>
            <a:gdLst/>
            <a:ahLst/>
            <a:rect l="0" t="0" r="r" b="b"/>
            <a:pathLst>
              <a:path w="5504" h="29">
                <a:moveTo>
                  <a:pt x="0" y="0"/>
                </a:moveTo>
                <a:lnTo>
                  <a:pt x="5504" y="0"/>
                </a:lnTo>
                <a:lnTo>
                  <a:pt x="5504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33" name=""/>
          <p:cNvSpPr/>
          <p:nvPr/>
        </p:nvSpPr>
        <p:spPr>
          <a:xfrm>
            <a:off x="6752880" y="5133960"/>
            <a:ext cx="10440" cy="505080"/>
          </a:xfrm>
          <a:custGeom>
            <a:avLst/>
            <a:gdLst/>
            <a:ahLst/>
            <a:rect l="0" t="0" r="r" b="b"/>
            <a:pathLst>
              <a:path w="29" h="1403">
                <a:moveTo>
                  <a:pt x="0" y="0"/>
                </a:moveTo>
                <a:lnTo>
                  <a:pt x="29" y="0"/>
                </a:lnTo>
                <a:lnTo>
                  <a:pt x="29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34" name=""/>
          <p:cNvSpPr/>
          <p:nvPr/>
        </p:nvSpPr>
        <p:spPr>
          <a:xfrm>
            <a:off x="6762600" y="5124240"/>
            <a:ext cx="1991160" cy="10440"/>
          </a:xfrm>
          <a:custGeom>
            <a:avLst/>
            <a:gdLst/>
            <a:ahLst/>
            <a:rect l="0" t="0" r="r" b="b"/>
            <a:pathLst>
              <a:path w="5531" h="29">
                <a:moveTo>
                  <a:pt x="0" y="0"/>
                </a:moveTo>
                <a:lnTo>
                  <a:pt x="5531" y="0"/>
                </a:lnTo>
                <a:lnTo>
                  <a:pt x="5531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35" name=""/>
          <p:cNvSpPr/>
          <p:nvPr/>
        </p:nvSpPr>
        <p:spPr>
          <a:xfrm>
            <a:off x="8743680" y="513396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36" name=""/>
          <p:cNvSpPr/>
          <p:nvPr/>
        </p:nvSpPr>
        <p:spPr>
          <a:xfrm>
            <a:off x="8753400" y="5124240"/>
            <a:ext cx="1743480" cy="10440"/>
          </a:xfrm>
          <a:custGeom>
            <a:avLst/>
            <a:gdLst/>
            <a:ahLst/>
            <a:rect l="0" t="0" r="r" b="b"/>
            <a:pathLst>
              <a:path w="4843" h="29">
                <a:moveTo>
                  <a:pt x="0" y="0"/>
                </a:moveTo>
                <a:lnTo>
                  <a:pt x="4843" y="0"/>
                </a:lnTo>
                <a:lnTo>
                  <a:pt x="484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37" name=""/>
          <p:cNvSpPr/>
          <p:nvPr/>
        </p:nvSpPr>
        <p:spPr>
          <a:xfrm>
            <a:off x="10486800" y="513396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38" name=""/>
          <p:cNvSpPr/>
          <p:nvPr/>
        </p:nvSpPr>
        <p:spPr>
          <a:xfrm>
            <a:off x="571320" y="5628960"/>
            <a:ext cx="609840" cy="10080"/>
          </a:xfrm>
          <a:custGeom>
            <a:avLst/>
            <a:gdLst/>
            <a:ahLst/>
            <a:rect l="0" t="0" r="r" b="b"/>
            <a:pathLst>
              <a:path w="1694" h="28">
                <a:moveTo>
                  <a:pt x="0" y="0"/>
                </a:moveTo>
                <a:lnTo>
                  <a:pt x="1694" y="0"/>
                </a:lnTo>
                <a:lnTo>
                  <a:pt x="16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39" name=""/>
          <p:cNvSpPr/>
          <p:nvPr/>
        </p:nvSpPr>
        <p:spPr>
          <a:xfrm>
            <a:off x="1180800" y="5628960"/>
            <a:ext cx="3601080" cy="10080"/>
          </a:xfrm>
          <a:custGeom>
            <a:avLst/>
            <a:gdLst/>
            <a:ahLst/>
            <a:rect l="0" t="0" r="r" b="b"/>
            <a:pathLst>
              <a:path w="10003" h="28">
                <a:moveTo>
                  <a:pt x="0" y="0"/>
                </a:moveTo>
                <a:lnTo>
                  <a:pt x="10003" y="0"/>
                </a:lnTo>
                <a:lnTo>
                  <a:pt x="100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0" name=""/>
          <p:cNvSpPr/>
          <p:nvPr/>
        </p:nvSpPr>
        <p:spPr>
          <a:xfrm>
            <a:off x="4781520" y="562896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1" name=""/>
          <p:cNvSpPr/>
          <p:nvPr/>
        </p:nvSpPr>
        <p:spPr>
          <a:xfrm>
            <a:off x="6762600" y="5628960"/>
            <a:ext cx="1991160" cy="10080"/>
          </a:xfrm>
          <a:custGeom>
            <a:avLst/>
            <a:gdLst/>
            <a:ahLst/>
            <a:rect l="0" t="0" r="r" b="b"/>
            <a:pathLst>
              <a:path w="5531" h="28">
                <a:moveTo>
                  <a:pt x="0" y="0"/>
                </a:moveTo>
                <a:lnTo>
                  <a:pt x="5531" y="0"/>
                </a:lnTo>
                <a:lnTo>
                  <a:pt x="55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2" name=""/>
          <p:cNvSpPr/>
          <p:nvPr/>
        </p:nvSpPr>
        <p:spPr>
          <a:xfrm>
            <a:off x="8753400" y="5628960"/>
            <a:ext cx="1743480" cy="10080"/>
          </a:xfrm>
          <a:custGeom>
            <a:avLst/>
            <a:gdLst/>
            <a:ahLst/>
            <a:rect l="0" t="0" r="r" b="b"/>
            <a:pathLst>
              <a:path w="4843" h="28">
                <a:moveTo>
                  <a:pt x="0" y="0"/>
                </a:moveTo>
                <a:lnTo>
                  <a:pt x="4843" y="0"/>
                </a:lnTo>
                <a:lnTo>
                  <a:pt x="48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571320" y="1052640"/>
            <a:ext cx="17398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7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つのシナリオ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733320" y="1656000"/>
            <a:ext cx="24732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ID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1333080" y="1656000"/>
            <a:ext cx="49752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説明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4936320" y="1656000"/>
            <a:ext cx="147168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Distribution 1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6918840" y="1656000"/>
            <a:ext cx="147168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Distribution 2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8901720" y="1656000"/>
            <a:ext cx="131796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True nABCD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733320" y="2209680"/>
            <a:ext cx="286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S1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50" name=""/>
          <p:cNvSpPr/>
          <p:nvPr/>
        </p:nvSpPr>
        <p:spPr>
          <a:xfrm>
            <a:off x="4943520" y="223596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2" y="39"/>
                </a:moveTo>
                <a:cubicBezTo>
                  <a:pt x="170" y="39"/>
                  <a:pt x="168" y="39"/>
                  <a:pt x="165" y="39"/>
                </a:cubicBezTo>
                <a:cubicBezTo>
                  <a:pt x="151" y="39"/>
                  <a:pt x="142" y="39"/>
                  <a:pt x="139" y="38"/>
                </a:cubicBezTo>
                <a:cubicBezTo>
                  <a:pt x="137" y="38"/>
                  <a:pt x="135" y="35"/>
                  <a:pt x="135" y="29"/>
                </a:cubicBezTo>
                <a:cubicBezTo>
                  <a:pt x="135" y="14"/>
                  <a:pt x="138" y="5"/>
                  <a:pt x="144" y="1"/>
                </a:cubicBezTo>
                <a:cubicBezTo>
                  <a:pt x="146" y="1"/>
                  <a:pt x="173" y="0"/>
                  <a:pt x="226" y="0"/>
                </a:cubicBezTo>
                <a:cubicBezTo>
                  <a:pt x="270" y="0"/>
                  <a:pt x="295" y="0"/>
                  <a:pt x="301" y="0"/>
                </a:cubicBezTo>
                <a:cubicBezTo>
                  <a:pt x="307" y="0"/>
                  <a:pt x="311" y="2"/>
                  <a:pt x="313" y="5"/>
                </a:cubicBezTo>
                <a:cubicBezTo>
                  <a:pt x="432" y="285"/>
                  <a:pt x="493" y="429"/>
                  <a:pt x="495" y="436"/>
                </a:cubicBezTo>
                <a:lnTo>
                  <a:pt x="541" y="255"/>
                </a:lnTo>
                <a:cubicBezTo>
                  <a:pt x="571" y="137"/>
                  <a:pt x="586" y="73"/>
                  <a:pt x="586" y="65"/>
                </a:cubicBezTo>
                <a:cubicBezTo>
                  <a:pt x="586" y="50"/>
                  <a:pt x="568" y="41"/>
                  <a:pt x="531" y="39"/>
                </a:cubicBezTo>
                <a:cubicBezTo>
                  <a:pt x="518" y="39"/>
                  <a:pt x="511" y="36"/>
                  <a:pt x="511" y="30"/>
                </a:cubicBezTo>
                <a:cubicBezTo>
                  <a:pt x="511" y="29"/>
                  <a:pt x="512" y="25"/>
                  <a:pt x="513" y="20"/>
                </a:cubicBezTo>
                <a:cubicBezTo>
                  <a:pt x="515" y="11"/>
                  <a:pt x="517" y="5"/>
                  <a:pt x="518" y="4"/>
                </a:cubicBezTo>
                <a:cubicBezTo>
                  <a:pt x="519" y="2"/>
                  <a:pt x="522" y="1"/>
                  <a:pt x="526" y="0"/>
                </a:cubicBezTo>
                <a:cubicBezTo>
                  <a:pt x="528" y="0"/>
                  <a:pt x="537" y="1"/>
                  <a:pt x="553" y="1"/>
                </a:cubicBezTo>
                <a:cubicBezTo>
                  <a:pt x="568" y="2"/>
                  <a:pt x="592" y="2"/>
                  <a:pt x="623" y="3"/>
                </a:cubicBezTo>
                <a:cubicBezTo>
                  <a:pt x="651" y="3"/>
                  <a:pt x="672" y="3"/>
                  <a:pt x="687" y="2"/>
                </a:cubicBezTo>
                <a:cubicBezTo>
                  <a:pt x="702" y="1"/>
                  <a:pt x="710" y="1"/>
                  <a:pt x="712" y="1"/>
                </a:cubicBezTo>
                <a:cubicBezTo>
                  <a:pt x="721" y="1"/>
                  <a:pt x="725" y="4"/>
                  <a:pt x="725" y="10"/>
                </a:cubicBezTo>
                <a:cubicBezTo>
                  <a:pt x="725" y="22"/>
                  <a:pt x="723" y="30"/>
                  <a:pt x="718" y="35"/>
                </a:cubicBezTo>
                <a:cubicBezTo>
                  <a:pt x="717" y="38"/>
                  <a:pt x="711" y="39"/>
                  <a:pt x="700" y="39"/>
                </a:cubicBezTo>
                <a:cubicBezTo>
                  <a:pt x="660" y="41"/>
                  <a:pt x="635" y="53"/>
                  <a:pt x="624" y="73"/>
                </a:cubicBezTo>
                <a:lnTo>
                  <a:pt x="499" y="572"/>
                </a:lnTo>
                <a:cubicBezTo>
                  <a:pt x="497" y="576"/>
                  <a:pt x="492" y="578"/>
                  <a:pt x="481" y="578"/>
                </a:cubicBezTo>
                <a:cubicBezTo>
                  <a:pt x="473" y="578"/>
                  <a:pt x="468" y="578"/>
                  <a:pt x="466" y="577"/>
                </a:cubicBezTo>
                <a:cubicBezTo>
                  <a:pt x="465" y="575"/>
                  <a:pt x="428" y="490"/>
                  <a:pt x="357" y="320"/>
                </a:cubicBezTo>
                <a:lnTo>
                  <a:pt x="249" y="67"/>
                </a:lnTo>
                <a:lnTo>
                  <a:pt x="194" y="287"/>
                </a:lnTo>
                <a:cubicBezTo>
                  <a:pt x="158" y="432"/>
                  <a:pt x="139" y="506"/>
                  <a:pt x="139" y="511"/>
                </a:cubicBezTo>
                <a:cubicBezTo>
                  <a:pt x="142" y="530"/>
                  <a:pt x="163" y="539"/>
                  <a:pt x="200" y="539"/>
                </a:cubicBezTo>
                <a:lnTo>
                  <a:pt x="209" y="539"/>
                </a:lnTo>
                <a:cubicBezTo>
                  <a:pt x="212" y="542"/>
                  <a:pt x="214" y="544"/>
                  <a:pt x="214" y="546"/>
                </a:cubicBezTo>
                <a:cubicBezTo>
                  <a:pt x="214" y="548"/>
                  <a:pt x="213" y="553"/>
                  <a:pt x="212" y="562"/>
                </a:cubicBezTo>
                <a:cubicBezTo>
                  <a:pt x="210" y="569"/>
                  <a:pt x="207" y="575"/>
                  <a:pt x="204" y="578"/>
                </a:cubicBezTo>
                <a:lnTo>
                  <a:pt x="193" y="578"/>
                </a:lnTo>
                <a:cubicBezTo>
                  <a:pt x="175" y="577"/>
                  <a:pt x="145" y="577"/>
                  <a:pt x="101" y="577"/>
                </a:cubicBezTo>
                <a:cubicBezTo>
                  <a:pt x="86" y="577"/>
                  <a:pt x="71" y="577"/>
                  <a:pt x="58" y="577"/>
                </a:cubicBezTo>
                <a:cubicBezTo>
                  <a:pt x="45" y="577"/>
                  <a:pt x="35" y="577"/>
                  <a:pt x="27" y="577"/>
                </a:cubicBezTo>
                <a:cubicBezTo>
                  <a:pt x="19" y="577"/>
                  <a:pt x="14" y="577"/>
                  <a:pt x="13" y="577"/>
                </a:cubicBezTo>
                <a:cubicBezTo>
                  <a:pt x="4" y="577"/>
                  <a:pt x="0" y="575"/>
                  <a:pt x="0" y="570"/>
                </a:cubicBezTo>
                <a:cubicBezTo>
                  <a:pt x="0" y="568"/>
                  <a:pt x="1" y="563"/>
                  <a:pt x="3" y="556"/>
                </a:cubicBezTo>
                <a:cubicBezTo>
                  <a:pt x="4" y="550"/>
                  <a:pt x="6" y="546"/>
                  <a:pt x="7" y="544"/>
                </a:cubicBezTo>
                <a:cubicBezTo>
                  <a:pt x="8" y="541"/>
                  <a:pt x="14" y="539"/>
                  <a:pt x="26" y="539"/>
                </a:cubicBezTo>
                <a:cubicBezTo>
                  <a:pt x="65" y="538"/>
                  <a:pt x="89" y="527"/>
                  <a:pt x="101" y="506"/>
                </a:cubicBezTo>
                <a:cubicBezTo>
                  <a:pt x="103" y="503"/>
                  <a:pt x="123" y="425"/>
                  <a:pt x="161" y="271"/>
                </a:cubicBezTo>
                <a:lnTo>
                  <a:pt x="218" y="42"/>
                </a:lnTo>
                <a:cubicBezTo>
                  <a:pt x="217" y="41"/>
                  <a:pt x="201" y="40"/>
                  <a:pt x="172" y="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51" name=""/>
          <p:cNvSpPr/>
          <p:nvPr/>
        </p:nvSpPr>
        <p:spPr>
          <a:xfrm>
            <a:off x="5232600" y="2215800"/>
            <a:ext cx="73080" cy="304200"/>
          </a:xfrm>
          <a:custGeom>
            <a:avLst/>
            <a:gdLst/>
            <a:ahLst/>
            <a:rect l="0" t="0" r="r" b="b"/>
            <a:pathLst>
              <a:path w="203" h="845">
                <a:moveTo>
                  <a:pt x="0" y="423"/>
                </a:moveTo>
                <a:cubicBezTo>
                  <a:pt x="0" y="384"/>
                  <a:pt x="3" y="347"/>
                  <a:pt x="9" y="312"/>
                </a:cubicBezTo>
                <a:cubicBezTo>
                  <a:pt x="14" y="278"/>
                  <a:pt x="21" y="247"/>
                  <a:pt x="28" y="222"/>
                </a:cubicBezTo>
                <a:cubicBezTo>
                  <a:pt x="36" y="197"/>
                  <a:pt x="47" y="171"/>
                  <a:pt x="60" y="147"/>
                </a:cubicBezTo>
                <a:cubicBezTo>
                  <a:pt x="74" y="123"/>
                  <a:pt x="85" y="104"/>
                  <a:pt x="93" y="90"/>
                </a:cubicBezTo>
                <a:cubicBezTo>
                  <a:pt x="100" y="77"/>
                  <a:pt x="112" y="62"/>
                  <a:pt x="128" y="46"/>
                </a:cubicBezTo>
                <a:cubicBezTo>
                  <a:pt x="144" y="30"/>
                  <a:pt x="153" y="21"/>
                  <a:pt x="156" y="17"/>
                </a:cubicBezTo>
                <a:cubicBezTo>
                  <a:pt x="159" y="14"/>
                  <a:pt x="166" y="8"/>
                  <a:pt x="177" y="0"/>
                </a:cubicBezTo>
                <a:lnTo>
                  <a:pt x="188" y="0"/>
                </a:lnTo>
                <a:lnTo>
                  <a:pt x="191" y="0"/>
                </a:lnTo>
                <a:cubicBezTo>
                  <a:pt x="199" y="0"/>
                  <a:pt x="203" y="2"/>
                  <a:pt x="203" y="7"/>
                </a:cubicBezTo>
                <a:cubicBezTo>
                  <a:pt x="203" y="9"/>
                  <a:pt x="198" y="15"/>
                  <a:pt x="189" y="25"/>
                </a:cubicBezTo>
                <a:cubicBezTo>
                  <a:pt x="179" y="35"/>
                  <a:pt x="168" y="50"/>
                  <a:pt x="154" y="70"/>
                </a:cubicBezTo>
                <a:cubicBezTo>
                  <a:pt x="141" y="90"/>
                  <a:pt x="127" y="114"/>
                  <a:pt x="113" y="142"/>
                </a:cubicBezTo>
                <a:cubicBezTo>
                  <a:pt x="99" y="171"/>
                  <a:pt x="87" y="211"/>
                  <a:pt x="77" y="260"/>
                </a:cubicBezTo>
                <a:cubicBezTo>
                  <a:pt x="68" y="309"/>
                  <a:pt x="63" y="363"/>
                  <a:pt x="63" y="423"/>
                </a:cubicBezTo>
                <a:cubicBezTo>
                  <a:pt x="63" y="483"/>
                  <a:pt x="68" y="537"/>
                  <a:pt x="77" y="585"/>
                </a:cubicBezTo>
                <a:cubicBezTo>
                  <a:pt x="87" y="634"/>
                  <a:pt x="98" y="673"/>
                  <a:pt x="112" y="703"/>
                </a:cubicBezTo>
                <a:cubicBezTo>
                  <a:pt x="125" y="732"/>
                  <a:pt x="139" y="757"/>
                  <a:pt x="153" y="775"/>
                </a:cubicBezTo>
                <a:cubicBezTo>
                  <a:pt x="167" y="794"/>
                  <a:pt x="179" y="809"/>
                  <a:pt x="189" y="820"/>
                </a:cubicBezTo>
                <a:cubicBezTo>
                  <a:pt x="198" y="831"/>
                  <a:pt x="203" y="837"/>
                  <a:pt x="203" y="838"/>
                </a:cubicBezTo>
                <a:cubicBezTo>
                  <a:pt x="203" y="843"/>
                  <a:pt x="199" y="845"/>
                  <a:pt x="191" y="845"/>
                </a:cubicBezTo>
                <a:lnTo>
                  <a:pt x="188" y="845"/>
                </a:lnTo>
                <a:lnTo>
                  <a:pt x="177" y="845"/>
                </a:lnTo>
                <a:lnTo>
                  <a:pt x="153" y="825"/>
                </a:lnTo>
                <a:cubicBezTo>
                  <a:pt x="100" y="777"/>
                  <a:pt x="62" y="718"/>
                  <a:pt x="37" y="646"/>
                </a:cubicBezTo>
                <a:cubicBezTo>
                  <a:pt x="12" y="575"/>
                  <a:pt x="0" y="500"/>
                  <a:pt x="0" y="42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52" name=""/>
          <p:cNvSpPr/>
          <p:nvPr/>
        </p:nvSpPr>
        <p:spPr>
          <a:xfrm>
            <a:off x="5337720" y="224136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6" y="430"/>
                </a:moveTo>
                <a:cubicBezTo>
                  <a:pt x="96" y="443"/>
                  <a:pt x="91" y="454"/>
                  <a:pt x="82" y="464"/>
                </a:cubicBezTo>
                <a:cubicBezTo>
                  <a:pt x="73" y="473"/>
                  <a:pt x="62" y="478"/>
                  <a:pt x="50" y="478"/>
                </a:cubicBezTo>
                <a:lnTo>
                  <a:pt x="44" y="478"/>
                </a:lnTo>
                <a:cubicBezTo>
                  <a:pt x="70" y="522"/>
                  <a:pt x="104" y="545"/>
                  <a:pt x="147" y="545"/>
                </a:cubicBezTo>
                <a:cubicBezTo>
                  <a:pt x="187" y="545"/>
                  <a:pt x="216" y="528"/>
                  <a:pt x="234" y="494"/>
                </a:cubicBezTo>
                <a:cubicBezTo>
                  <a:pt x="245" y="475"/>
                  <a:pt x="250" y="438"/>
                  <a:pt x="250" y="385"/>
                </a:cubicBezTo>
                <a:cubicBezTo>
                  <a:pt x="250" y="327"/>
                  <a:pt x="242" y="288"/>
                  <a:pt x="227" y="267"/>
                </a:cubicBezTo>
                <a:cubicBezTo>
                  <a:pt x="212" y="249"/>
                  <a:pt x="196" y="240"/>
                  <a:pt x="178" y="240"/>
                </a:cubicBezTo>
                <a:lnTo>
                  <a:pt x="173" y="240"/>
                </a:lnTo>
                <a:cubicBezTo>
                  <a:pt x="128" y="240"/>
                  <a:pt x="95" y="259"/>
                  <a:pt x="72" y="297"/>
                </a:cubicBezTo>
                <a:cubicBezTo>
                  <a:pt x="70" y="301"/>
                  <a:pt x="68" y="303"/>
                  <a:pt x="66" y="304"/>
                </a:cubicBezTo>
                <a:cubicBezTo>
                  <a:pt x="65" y="304"/>
                  <a:pt x="61" y="305"/>
                  <a:pt x="54" y="305"/>
                </a:cubicBezTo>
                <a:cubicBezTo>
                  <a:pt x="44" y="305"/>
                  <a:pt x="39" y="304"/>
                  <a:pt x="38" y="300"/>
                </a:cubicBezTo>
                <a:cubicBezTo>
                  <a:pt x="37" y="298"/>
                  <a:pt x="36" y="249"/>
                  <a:pt x="36" y="153"/>
                </a:cubicBezTo>
                <a:lnTo>
                  <a:pt x="36" y="44"/>
                </a:lnTo>
                <a:cubicBezTo>
                  <a:pt x="36" y="15"/>
                  <a:pt x="37" y="1"/>
                  <a:pt x="40" y="1"/>
                </a:cubicBezTo>
                <a:cubicBezTo>
                  <a:pt x="41" y="0"/>
                  <a:pt x="43" y="0"/>
                  <a:pt x="44" y="0"/>
                </a:cubicBezTo>
                <a:cubicBezTo>
                  <a:pt x="44" y="0"/>
                  <a:pt x="50" y="2"/>
                  <a:pt x="61" y="6"/>
                </a:cubicBezTo>
                <a:cubicBezTo>
                  <a:pt x="73" y="11"/>
                  <a:pt x="88" y="15"/>
                  <a:pt x="108" y="20"/>
                </a:cubicBezTo>
                <a:cubicBezTo>
                  <a:pt x="128" y="24"/>
                  <a:pt x="149" y="27"/>
                  <a:pt x="172" y="27"/>
                </a:cubicBezTo>
                <a:cubicBezTo>
                  <a:pt x="212" y="27"/>
                  <a:pt x="250" y="19"/>
                  <a:pt x="287" y="3"/>
                </a:cubicBezTo>
                <a:cubicBezTo>
                  <a:pt x="292" y="1"/>
                  <a:pt x="295" y="0"/>
                  <a:pt x="298" y="0"/>
                </a:cubicBezTo>
                <a:cubicBezTo>
                  <a:pt x="303" y="0"/>
                  <a:pt x="305" y="5"/>
                  <a:pt x="305" y="15"/>
                </a:cubicBezTo>
                <a:lnTo>
                  <a:pt x="305" y="26"/>
                </a:lnTo>
                <a:cubicBezTo>
                  <a:pt x="259" y="80"/>
                  <a:pt x="201" y="108"/>
                  <a:pt x="131" y="108"/>
                </a:cubicBezTo>
                <a:cubicBezTo>
                  <a:pt x="113" y="108"/>
                  <a:pt x="97" y="106"/>
                  <a:pt x="83" y="103"/>
                </a:cubicBezTo>
                <a:lnTo>
                  <a:pt x="75" y="101"/>
                </a:lnTo>
                <a:lnTo>
                  <a:pt x="75" y="246"/>
                </a:lnTo>
                <a:cubicBezTo>
                  <a:pt x="86" y="238"/>
                  <a:pt x="94" y="232"/>
                  <a:pt x="100" y="228"/>
                </a:cubicBezTo>
                <a:cubicBezTo>
                  <a:pt x="106" y="223"/>
                  <a:pt x="117" y="219"/>
                  <a:pt x="131" y="214"/>
                </a:cubicBezTo>
                <a:cubicBezTo>
                  <a:pt x="145" y="210"/>
                  <a:pt x="159" y="207"/>
                  <a:pt x="175" y="207"/>
                </a:cubicBezTo>
                <a:cubicBezTo>
                  <a:pt x="220" y="207"/>
                  <a:pt x="259" y="226"/>
                  <a:pt x="290" y="262"/>
                </a:cubicBezTo>
                <a:cubicBezTo>
                  <a:pt x="322" y="299"/>
                  <a:pt x="338" y="342"/>
                  <a:pt x="338" y="392"/>
                </a:cubicBezTo>
                <a:cubicBezTo>
                  <a:pt x="338" y="444"/>
                  <a:pt x="320" y="489"/>
                  <a:pt x="284" y="526"/>
                </a:cubicBezTo>
                <a:cubicBezTo>
                  <a:pt x="248" y="563"/>
                  <a:pt x="204" y="581"/>
                  <a:pt x="151" y="582"/>
                </a:cubicBezTo>
                <a:cubicBezTo>
                  <a:pt x="105" y="582"/>
                  <a:pt x="69" y="567"/>
                  <a:pt x="41" y="536"/>
                </a:cubicBezTo>
                <a:cubicBezTo>
                  <a:pt x="14" y="506"/>
                  <a:pt x="0" y="471"/>
                  <a:pt x="0" y="432"/>
                </a:cubicBezTo>
                <a:cubicBezTo>
                  <a:pt x="0" y="419"/>
                  <a:pt x="3" y="408"/>
                  <a:pt x="9" y="400"/>
                </a:cubicBezTo>
                <a:cubicBezTo>
                  <a:pt x="15" y="392"/>
                  <a:pt x="22" y="387"/>
                  <a:pt x="28" y="385"/>
                </a:cubicBezTo>
                <a:cubicBezTo>
                  <a:pt x="35" y="383"/>
                  <a:pt x="42" y="381"/>
                  <a:pt x="48" y="381"/>
                </a:cubicBezTo>
                <a:cubicBezTo>
                  <a:pt x="62" y="381"/>
                  <a:pt x="73" y="386"/>
                  <a:pt x="82" y="396"/>
                </a:cubicBezTo>
                <a:cubicBezTo>
                  <a:pt x="91" y="405"/>
                  <a:pt x="96" y="417"/>
                  <a:pt x="96" y="4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53" name=""/>
          <p:cNvSpPr/>
          <p:nvPr/>
        </p:nvSpPr>
        <p:spPr>
          <a:xfrm>
            <a:off x="5486400" y="224136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8"/>
                </a:moveTo>
                <a:cubicBezTo>
                  <a:pt x="79" y="23"/>
                  <a:pt x="122" y="0"/>
                  <a:pt x="177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6"/>
                  <a:pt x="308" y="62"/>
                  <a:pt x="325" y="99"/>
                </a:cubicBezTo>
                <a:cubicBezTo>
                  <a:pt x="346" y="146"/>
                  <a:pt x="356" y="210"/>
                  <a:pt x="356" y="292"/>
                </a:cubicBezTo>
                <a:cubicBezTo>
                  <a:pt x="356" y="379"/>
                  <a:pt x="344" y="446"/>
                  <a:pt x="320" y="493"/>
                </a:cubicBezTo>
                <a:cubicBezTo>
                  <a:pt x="309" y="517"/>
                  <a:pt x="293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7" y="579"/>
                  <a:pt x="192" y="581"/>
                  <a:pt x="178" y="582"/>
                </a:cubicBezTo>
                <a:cubicBezTo>
                  <a:pt x="163" y="582"/>
                  <a:pt x="149" y="580"/>
                  <a:pt x="134" y="577"/>
                </a:cubicBezTo>
                <a:cubicBezTo>
                  <a:pt x="119" y="573"/>
                  <a:pt x="102" y="564"/>
                  <a:pt x="83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6"/>
                  <a:pt x="0" y="379"/>
                  <a:pt x="0" y="292"/>
                </a:cubicBezTo>
                <a:cubicBezTo>
                  <a:pt x="0" y="194"/>
                  <a:pt x="16" y="119"/>
                  <a:pt x="48" y="68"/>
                </a:cubicBezTo>
                <a:moveTo>
                  <a:pt x="239" y="58"/>
                </a:moveTo>
                <a:cubicBezTo>
                  <a:pt x="222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5"/>
                  <a:pt x="83" y="199"/>
                  <a:pt x="83" y="281"/>
                </a:cubicBezTo>
                <a:cubicBezTo>
                  <a:pt x="83" y="370"/>
                  <a:pt x="85" y="428"/>
                  <a:pt x="89" y="458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5" y="541"/>
                  <a:pt x="155" y="550"/>
                  <a:pt x="178" y="550"/>
                </a:cubicBezTo>
                <a:cubicBezTo>
                  <a:pt x="200" y="550"/>
                  <a:pt x="221" y="541"/>
                  <a:pt x="236" y="524"/>
                </a:cubicBezTo>
                <a:cubicBezTo>
                  <a:pt x="253" y="507"/>
                  <a:pt x="263" y="484"/>
                  <a:pt x="267" y="452"/>
                </a:cubicBezTo>
                <a:cubicBezTo>
                  <a:pt x="271" y="422"/>
                  <a:pt x="273" y="365"/>
                  <a:pt x="274" y="281"/>
                </a:cubicBezTo>
                <a:cubicBezTo>
                  <a:pt x="274" y="199"/>
                  <a:pt x="271" y="146"/>
                  <a:pt x="267" y="120"/>
                </a:cubicBezTo>
                <a:cubicBezTo>
                  <a:pt x="262" y="94"/>
                  <a:pt x="253" y="73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54" name=""/>
          <p:cNvSpPr/>
          <p:nvPr/>
        </p:nvSpPr>
        <p:spPr>
          <a:xfrm>
            <a:off x="5650200" y="2406960"/>
            <a:ext cx="40320" cy="96120"/>
          </a:xfrm>
          <a:custGeom>
            <a:avLst/>
            <a:gdLst/>
            <a:ahLst/>
            <a:rect l="0" t="0" r="r" b="b"/>
            <a:pathLst>
              <a:path w="112" h="267">
                <a:moveTo>
                  <a:pt x="0" y="73"/>
                </a:moveTo>
                <a:cubicBezTo>
                  <a:pt x="0" y="73"/>
                  <a:pt x="0" y="66"/>
                  <a:pt x="0" y="52"/>
                </a:cubicBezTo>
                <a:cubicBezTo>
                  <a:pt x="0" y="37"/>
                  <a:pt x="5" y="25"/>
                  <a:pt x="15" y="15"/>
                </a:cubicBezTo>
                <a:cubicBezTo>
                  <a:pt x="24" y="5"/>
                  <a:pt x="36" y="0"/>
                  <a:pt x="51" y="0"/>
                </a:cubicBezTo>
                <a:cubicBezTo>
                  <a:pt x="67" y="0"/>
                  <a:pt x="81" y="7"/>
                  <a:pt x="93" y="21"/>
                </a:cubicBezTo>
                <a:cubicBezTo>
                  <a:pt x="105" y="35"/>
                  <a:pt x="112" y="60"/>
                  <a:pt x="112" y="95"/>
                </a:cubicBezTo>
                <a:cubicBezTo>
                  <a:pt x="112" y="116"/>
                  <a:pt x="110" y="135"/>
                  <a:pt x="105" y="154"/>
                </a:cubicBezTo>
                <a:cubicBezTo>
                  <a:pt x="100" y="172"/>
                  <a:pt x="94" y="189"/>
                  <a:pt x="87" y="202"/>
                </a:cubicBezTo>
                <a:cubicBezTo>
                  <a:pt x="80" y="216"/>
                  <a:pt x="73" y="227"/>
                  <a:pt x="65" y="237"/>
                </a:cubicBezTo>
                <a:cubicBezTo>
                  <a:pt x="57" y="246"/>
                  <a:pt x="51" y="254"/>
                  <a:pt x="45" y="259"/>
                </a:cubicBezTo>
                <a:cubicBezTo>
                  <a:pt x="39" y="265"/>
                  <a:pt x="36" y="268"/>
                  <a:pt x="34" y="267"/>
                </a:cubicBezTo>
                <a:cubicBezTo>
                  <a:pt x="32" y="267"/>
                  <a:pt x="28" y="265"/>
                  <a:pt x="23" y="259"/>
                </a:cubicBezTo>
                <a:cubicBezTo>
                  <a:pt x="18" y="254"/>
                  <a:pt x="15" y="251"/>
                  <a:pt x="15" y="249"/>
                </a:cubicBezTo>
                <a:cubicBezTo>
                  <a:pt x="15" y="246"/>
                  <a:pt x="18" y="242"/>
                  <a:pt x="25" y="235"/>
                </a:cubicBezTo>
                <a:cubicBezTo>
                  <a:pt x="31" y="228"/>
                  <a:pt x="38" y="220"/>
                  <a:pt x="46" y="210"/>
                </a:cubicBezTo>
                <a:cubicBezTo>
                  <a:pt x="54" y="200"/>
                  <a:pt x="61" y="185"/>
                  <a:pt x="68" y="167"/>
                </a:cubicBezTo>
                <a:cubicBezTo>
                  <a:pt x="74" y="149"/>
                  <a:pt x="79" y="129"/>
                  <a:pt x="81" y="106"/>
                </a:cubicBezTo>
                <a:lnTo>
                  <a:pt x="81" y="95"/>
                </a:lnTo>
                <a:lnTo>
                  <a:pt x="80" y="95"/>
                </a:lnTo>
                <a:cubicBezTo>
                  <a:pt x="79" y="96"/>
                  <a:pt x="78" y="97"/>
                  <a:pt x="76" y="97"/>
                </a:cubicBezTo>
                <a:cubicBezTo>
                  <a:pt x="74" y="99"/>
                  <a:pt x="73" y="100"/>
                  <a:pt x="71" y="101"/>
                </a:cubicBezTo>
                <a:cubicBezTo>
                  <a:pt x="69" y="102"/>
                  <a:pt x="67" y="102"/>
                  <a:pt x="64" y="102"/>
                </a:cubicBezTo>
                <a:cubicBezTo>
                  <a:pt x="60" y="102"/>
                  <a:pt x="57" y="103"/>
                  <a:pt x="53" y="103"/>
                </a:cubicBezTo>
                <a:cubicBezTo>
                  <a:pt x="38" y="103"/>
                  <a:pt x="26" y="98"/>
                  <a:pt x="16" y="88"/>
                </a:cubicBezTo>
                <a:lnTo>
                  <a:pt x="0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55" name=""/>
          <p:cNvSpPr/>
          <p:nvPr/>
        </p:nvSpPr>
        <p:spPr>
          <a:xfrm>
            <a:off x="5787000" y="2241360"/>
            <a:ext cx="104760" cy="202680"/>
          </a:xfrm>
          <a:custGeom>
            <a:avLst/>
            <a:gdLst/>
            <a:ahLst/>
            <a:rect l="0" t="0" r="r" b="b"/>
            <a:pathLst>
              <a:path w="291" h="563">
                <a:moveTo>
                  <a:pt x="111" y="74"/>
                </a:moveTo>
                <a:lnTo>
                  <a:pt x="100" y="78"/>
                </a:lnTo>
                <a:cubicBezTo>
                  <a:pt x="92" y="81"/>
                  <a:pt x="81" y="84"/>
                  <a:pt x="66" y="87"/>
                </a:cubicBezTo>
                <a:cubicBezTo>
                  <a:pt x="51" y="90"/>
                  <a:pt x="35" y="91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3" y="53"/>
                  <a:pt x="68" y="48"/>
                  <a:pt x="90" y="41"/>
                </a:cubicBezTo>
                <a:cubicBezTo>
                  <a:pt x="113" y="34"/>
                  <a:pt x="129" y="27"/>
                  <a:pt x="138" y="21"/>
                </a:cubicBezTo>
                <a:cubicBezTo>
                  <a:pt x="147" y="15"/>
                  <a:pt x="155" y="8"/>
                  <a:pt x="161" y="2"/>
                </a:cubicBezTo>
                <a:cubicBezTo>
                  <a:pt x="162" y="1"/>
                  <a:pt x="166" y="0"/>
                  <a:pt x="171" y="0"/>
                </a:cubicBezTo>
                <a:cubicBezTo>
                  <a:pt x="177" y="0"/>
                  <a:pt x="181" y="1"/>
                  <a:pt x="186" y="5"/>
                </a:cubicBezTo>
                <a:lnTo>
                  <a:pt x="186" y="258"/>
                </a:lnTo>
                <a:lnTo>
                  <a:pt x="187" y="512"/>
                </a:lnTo>
                <a:cubicBezTo>
                  <a:pt x="191" y="516"/>
                  <a:pt x="194" y="518"/>
                  <a:pt x="197" y="519"/>
                </a:cubicBezTo>
                <a:cubicBezTo>
                  <a:pt x="200" y="520"/>
                  <a:pt x="206" y="522"/>
                  <a:pt x="217" y="523"/>
                </a:cubicBezTo>
                <a:cubicBezTo>
                  <a:pt x="228" y="524"/>
                  <a:pt x="245" y="524"/>
                  <a:pt x="269" y="524"/>
                </a:cubicBezTo>
                <a:lnTo>
                  <a:pt x="291" y="524"/>
                </a:lnTo>
                <a:lnTo>
                  <a:pt x="291" y="563"/>
                </a:lnTo>
                <a:lnTo>
                  <a:pt x="282" y="563"/>
                </a:lnTo>
                <a:cubicBezTo>
                  <a:pt x="270" y="562"/>
                  <a:pt x="226" y="561"/>
                  <a:pt x="148" y="561"/>
                </a:cubicBezTo>
                <a:cubicBezTo>
                  <a:pt x="71" y="561"/>
                  <a:pt x="27" y="562"/>
                  <a:pt x="14" y="563"/>
                </a:cubicBezTo>
                <a:lnTo>
                  <a:pt x="4" y="563"/>
                </a:lnTo>
                <a:lnTo>
                  <a:pt x="4" y="524"/>
                </a:lnTo>
                <a:lnTo>
                  <a:pt x="27" y="524"/>
                </a:lnTo>
                <a:cubicBezTo>
                  <a:pt x="39" y="524"/>
                  <a:pt x="50" y="524"/>
                  <a:pt x="59" y="524"/>
                </a:cubicBezTo>
                <a:cubicBezTo>
                  <a:pt x="68" y="524"/>
                  <a:pt x="75" y="524"/>
                  <a:pt x="80" y="524"/>
                </a:cubicBezTo>
                <a:cubicBezTo>
                  <a:pt x="85" y="523"/>
                  <a:pt x="90" y="522"/>
                  <a:pt x="94" y="521"/>
                </a:cubicBezTo>
                <a:cubicBezTo>
                  <a:pt x="98" y="520"/>
                  <a:pt x="100" y="519"/>
                  <a:pt x="100" y="519"/>
                </a:cubicBezTo>
                <a:cubicBezTo>
                  <a:pt x="101" y="519"/>
                  <a:pt x="103" y="518"/>
                  <a:pt x="106" y="515"/>
                </a:cubicBezTo>
                <a:cubicBezTo>
                  <a:pt x="108" y="512"/>
                  <a:pt x="110" y="511"/>
                  <a:pt x="111" y="512"/>
                </a:cubicBezTo>
                <a:lnTo>
                  <a:pt x="111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56" name=""/>
          <p:cNvSpPr/>
          <p:nvPr/>
        </p:nvSpPr>
        <p:spPr>
          <a:xfrm>
            <a:off x="5925600" y="224136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9" y="68"/>
                </a:moveTo>
                <a:cubicBezTo>
                  <a:pt x="81" y="23"/>
                  <a:pt x="124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6"/>
                  <a:pt x="308" y="62"/>
                  <a:pt x="325" y="99"/>
                </a:cubicBezTo>
                <a:cubicBezTo>
                  <a:pt x="346" y="146"/>
                  <a:pt x="357" y="210"/>
                  <a:pt x="357" y="292"/>
                </a:cubicBezTo>
                <a:cubicBezTo>
                  <a:pt x="357" y="379"/>
                  <a:pt x="344" y="446"/>
                  <a:pt x="320" y="493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8" y="579"/>
                  <a:pt x="193" y="581"/>
                  <a:pt x="179" y="582"/>
                </a:cubicBezTo>
                <a:cubicBezTo>
                  <a:pt x="165" y="582"/>
                  <a:pt x="150" y="580"/>
                  <a:pt x="135" y="577"/>
                </a:cubicBezTo>
                <a:cubicBezTo>
                  <a:pt x="121" y="573"/>
                  <a:pt x="103" y="564"/>
                  <a:pt x="84" y="550"/>
                </a:cubicBezTo>
                <a:cubicBezTo>
                  <a:pt x="64" y="535"/>
                  <a:pt x="49" y="516"/>
                  <a:pt x="36" y="493"/>
                </a:cubicBezTo>
                <a:cubicBezTo>
                  <a:pt x="12" y="446"/>
                  <a:pt x="0" y="379"/>
                  <a:pt x="0" y="292"/>
                </a:cubicBezTo>
                <a:cubicBezTo>
                  <a:pt x="0" y="194"/>
                  <a:pt x="16" y="119"/>
                  <a:pt x="49" y="68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6" y="31"/>
                  <a:pt x="135" y="40"/>
                  <a:pt x="118" y="58"/>
                </a:cubicBezTo>
                <a:cubicBezTo>
                  <a:pt x="104" y="73"/>
                  <a:pt x="95" y="93"/>
                  <a:pt x="91" y="119"/>
                </a:cubicBezTo>
                <a:cubicBezTo>
                  <a:pt x="86" y="145"/>
                  <a:pt x="84" y="199"/>
                  <a:pt x="84" y="281"/>
                </a:cubicBezTo>
                <a:cubicBezTo>
                  <a:pt x="84" y="370"/>
                  <a:pt x="86" y="428"/>
                  <a:pt x="91" y="458"/>
                </a:cubicBezTo>
                <a:cubicBezTo>
                  <a:pt x="95" y="486"/>
                  <a:pt x="105" y="508"/>
                  <a:pt x="121" y="524"/>
                </a:cubicBezTo>
                <a:cubicBezTo>
                  <a:pt x="137" y="541"/>
                  <a:pt x="156" y="550"/>
                  <a:pt x="179" y="550"/>
                </a:cubicBezTo>
                <a:cubicBezTo>
                  <a:pt x="202" y="550"/>
                  <a:pt x="221" y="541"/>
                  <a:pt x="237" y="524"/>
                </a:cubicBezTo>
                <a:cubicBezTo>
                  <a:pt x="253" y="507"/>
                  <a:pt x="263" y="484"/>
                  <a:pt x="267" y="452"/>
                </a:cubicBezTo>
                <a:cubicBezTo>
                  <a:pt x="271" y="422"/>
                  <a:pt x="273" y="365"/>
                  <a:pt x="274" y="281"/>
                </a:cubicBezTo>
                <a:cubicBezTo>
                  <a:pt x="274" y="199"/>
                  <a:pt x="272" y="146"/>
                  <a:pt x="267" y="120"/>
                </a:cubicBezTo>
                <a:cubicBezTo>
                  <a:pt x="263" y="94"/>
                  <a:pt x="253" y="73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57" name=""/>
          <p:cNvSpPr/>
          <p:nvPr/>
        </p:nvSpPr>
        <p:spPr>
          <a:xfrm>
            <a:off x="6086520" y="2180880"/>
            <a:ext cx="86040" cy="143640"/>
          </a:xfrm>
          <a:custGeom>
            <a:avLst/>
            <a:gdLst/>
            <a:ahLst/>
            <a:rect l="0" t="0" r="r" b="b"/>
            <a:pathLst>
              <a:path w="239" h="399">
                <a:moveTo>
                  <a:pt x="35" y="143"/>
                </a:moveTo>
                <a:cubicBezTo>
                  <a:pt x="25" y="143"/>
                  <a:pt x="16" y="139"/>
                  <a:pt x="10" y="132"/>
                </a:cubicBezTo>
                <a:cubicBezTo>
                  <a:pt x="3" y="125"/>
                  <a:pt x="0" y="116"/>
                  <a:pt x="0" y="106"/>
                </a:cubicBezTo>
                <a:cubicBezTo>
                  <a:pt x="0" y="77"/>
                  <a:pt x="11" y="52"/>
                  <a:pt x="32" y="32"/>
                </a:cubicBezTo>
                <a:cubicBezTo>
                  <a:pt x="53" y="11"/>
                  <a:pt x="79" y="0"/>
                  <a:pt x="112" y="0"/>
                </a:cubicBezTo>
                <a:cubicBezTo>
                  <a:pt x="148" y="0"/>
                  <a:pt x="178" y="12"/>
                  <a:pt x="202" y="34"/>
                </a:cubicBezTo>
                <a:cubicBezTo>
                  <a:pt x="227" y="56"/>
                  <a:pt x="239" y="85"/>
                  <a:pt x="239" y="122"/>
                </a:cubicBezTo>
                <a:cubicBezTo>
                  <a:pt x="239" y="139"/>
                  <a:pt x="235" y="155"/>
                  <a:pt x="227" y="170"/>
                </a:cubicBezTo>
                <a:cubicBezTo>
                  <a:pt x="219" y="186"/>
                  <a:pt x="210" y="200"/>
                  <a:pt x="199" y="211"/>
                </a:cubicBezTo>
                <a:cubicBezTo>
                  <a:pt x="188" y="223"/>
                  <a:pt x="172" y="237"/>
                  <a:pt x="151" y="255"/>
                </a:cubicBezTo>
                <a:cubicBezTo>
                  <a:pt x="137" y="268"/>
                  <a:pt x="117" y="286"/>
                  <a:pt x="90" y="310"/>
                </a:cubicBezTo>
                <a:lnTo>
                  <a:pt x="55" y="344"/>
                </a:lnTo>
                <a:lnTo>
                  <a:pt x="100" y="344"/>
                </a:lnTo>
                <a:cubicBezTo>
                  <a:pt x="164" y="344"/>
                  <a:pt x="197" y="343"/>
                  <a:pt x="201" y="341"/>
                </a:cubicBezTo>
                <a:cubicBezTo>
                  <a:pt x="204" y="340"/>
                  <a:pt x="209" y="323"/>
                  <a:pt x="215" y="288"/>
                </a:cubicBezTo>
                <a:lnTo>
                  <a:pt x="215" y="286"/>
                </a:lnTo>
                <a:lnTo>
                  <a:pt x="239" y="286"/>
                </a:lnTo>
                <a:lnTo>
                  <a:pt x="239" y="288"/>
                </a:lnTo>
                <a:cubicBezTo>
                  <a:pt x="239" y="289"/>
                  <a:pt x="236" y="307"/>
                  <a:pt x="232" y="342"/>
                </a:cubicBezTo>
                <a:cubicBezTo>
                  <a:pt x="227" y="378"/>
                  <a:pt x="224" y="396"/>
                  <a:pt x="223" y="397"/>
                </a:cubicBezTo>
                <a:lnTo>
                  <a:pt x="223" y="399"/>
                </a:lnTo>
                <a:lnTo>
                  <a:pt x="0" y="399"/>
                </a:lnTo>
                <a:lnTo>
                  <a:pt x="0" y="388"/>
                </a:lnTo>
                <a:lnTo>
                  <a:pt x="0" y="381"/>
                </a:lnTo>
                <a:cubicBezTo>
                  <a:pt x="0" y="378"/>
                  <a:pt x="1" y="375"/>
                  <a:pt x="4" y="372"/>
                </a:cubicBezTo>
                <a:cubicBezTo>
                  <a:pt x="6" y="369"/>
                  <a:pt x="12" y="362"/>
                  <a:pt x="22" y="351"/>
                </a:cubicBezTo>
                <a:cubicBezTo>
                  <a:pt x="33" y="338"/>
                  <a:pt x="43" y="327"/>
                  <a:pt x="51" y="317"/>
                </a:cubicBezTo>
                <a:cubicBezTo>
                  <a:pt x="55" y="313"/>
                  <a:pt x="62" y="306"/>
                  <a:pt x="72" y="295"/>
                </a:cubicBezTo>
                <a:cubicBezTo>
                  <a:pt x="82" y="285"/>
                  <a:pt x="88" y="277"/>
                  <a:pt x="92" y="273"/>
                </a:cubicBezTo>
                <a:cubicBezTo>
                  <a:pt x="96" y="269"/>
                  <a:pt x="101" y="263"/>
                  <a:pt x="109" y="253"/>
                </a:cubicBezTo>
                <a:cubicBezTo>
                  <a:pt x="118" y="244"/>
                  <a:pt x="124" y="238"/>
                  <a:pt x="127" y="233"/>
                </a:cubicBezTo>
                <a:cubicBezTo>
                  <a:pt x="130" y="229"/>
                  <a:pt x="135" y="223"/>
                  <a:pt x="141" y="215"/>
                </a:cubicBezTo>
                <a:cubicBezTo>
                  <a:pt x="147" y="208"/>
                  <a:pt x="151" y="201"/>
                  <a:pt x="153" y="196"/>
                </a:cubicBezTo>
                <a:cubicBezTo>
                  <a:pt x="156" y="191"/>
                  <a:pt x="159" y="185"/>
                  <a:pt x="162" y="179"/>
                </a:cubicBezTo>
                <a:cubicBezTo>
                  <a:pt x="166" y="172"/>
                  <a:pt x="168" y="166"/>
                  <a:pt x="170" y="160"/>
                </a:cubicBezTo>
                <a:cubicBezTo>
                  <a:pt x="172" y="153"/>
                  <a:pt x="173" y="147"/>
                  <a:pt x="174" y="142"/>
                </a:cubicBezTo>
                <a:cubicBezTo>
                  <a:pt x="175" y="136"/>
                  <a:pt x="176" y="130"/>
                  <a:pt x="176" y="122"/>
                </a:cubicBezTo>
                <a:cubicBezTo>
                  <a:pt x="176" y="97"/>
                  <a:pt x="169" y="74"/>
                  <a:pt x="156" y="56"/>
                </a:cubicBezTo>
                <a:cubicBezTo>
                  <a:pt x="142" y="38"/>
                  <a:pt x="123" y="29"/>
                  <a:pt x="97" y="29"/>
                </a:cubicBezTo>
                <a:cubicBezTo>
                  <a:pt x="84" y="29"/>
                  <a:pt x="72" y="32"/>
                  <a:pt x="62" y="39"/>
                </a:cubicBezTo>
                <a:cubicBezTo>
                  <a:pt x="52" y="45"/>
                  <a:pt x="45" y="52"/>
                  <a:pt x="41" y="58"/>
                </a:cubicBezTo>
                <a:cubicBezTo>
                  <a:pt x="37" y="65"/>
                  <a:pt x="35" y="69"/>
                  <a:pt x="35" y="70"/>
                </a:cubicBezTo>
                <a:cubicBezTo>
                  <a:pt x="35" y="70"/>
                  <a:pt x="36" y="70"/>
                  <a:pt x="38" y="70"/>
                </a:cubicBezTo>
                <a:cubicBezTo>
                  <a:pt x="45" y="70"/>
                  <a:pt x="53" y="73"/>
                  <a:pt x="60" y="79"/>
                </a:cubicBezTo>
                <a:cubicBezTo>
                  <a:pt x="68" y="84"/>
                  <a:pt x="72" y="93"/>
                  <a:pt x="72" y="107"/>
                </a:cubicBezTo>
                <a:cubicBezTo>
                  <a:pt x="72" y="117"/>
                  <a:pt x="69" y="125"/>
                  <a:pt x="62" y="132"/>
                </a:cubicBezTo>
                <a:cubicBezTo>
                  <a:pt x="56" y="139"/>
                  <a:pt x="47" y="143"/>
                  <a:pt x="35" y="14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58" name=""/>
          <p:cNvSpPr/>
          <p:nvPr/>
        </p:nvSpPr>
        <p:spPr>
          <a:xfrm>
            <a:off x="6215400" y="2215800"/>
            <a:ext cx="72720" cy="304200"/>
          </a:xfrm>
          <a:custGeom>
            <a:avLst/>
            <a:gdLst/>
            <a:ahLst/>
            <a:rect l="0" t="0" r="r" b="b"/>
            <a:pathLst>
              <a:path w="202" h="845">
                <a:moveTo>
                  <a:pt x="4" y="1"/>
                </a:moveTo>
                <a:lnTo>
                  <a:pt x="7" y="0"/>
                </a:lnTo>
                <a:cubicBezTo>
                  <a:pt x="10" y="0"/>
                  <a:pt x="13" y="0"/>
                  <a:pt x="16" y="0"/>
                </a:cubicBezTo>
                <a:lnTo>
                  <a:pt x="26" y="0"/>
                </a:lnTo>
                <a:lnTo>
                  <a:pt x="49" y="20"/>
                </a:lnTo>
                <a:cubicBezTo>
                  <a:pt x="102" y="68"/>
                  <a:pt x="142" y="128"/>
                  <a:pt x="166" y="200"/>
                </a:cubicBezTo>
                <a:cubicBezTo>
                  <a:pt x="190" y="272"/>
                  <a:pt x="202" y="346"/>
                  <a:pt x="202" y="423"/>
                </a:cubicBezTo>
                <a:cubicBezTo>
                  <a:pt x="202" y="461"/>
                  <a:pt x="200" y="498"/>
                  <a:pt x="194" y="534"/>
                </a:cubicBezTo>
                <a:cubicBezTo>
                  <a:pt x="188" y="569"/>
                  <a:pt x="182" y="599"/>
                  <a:pt x="174" y="624"/>
                </a:cubicBezTo>
                <a:cubicBezTo>
                  <a:pt x="167" y="649"/>
                  <a:pt x="157" y="674"/>
                  <a:pt x="143" y="698"/>
                </a:cubicBezTo>
                <a:cubicBezTo>
                  <a:pt x="130" y="723"/>
                  <a:pt x="118" y="742"/>
                  <a:pt x="110" y="755"/>
                </a:cubicBezTo>
                <a:cubicBezTo>
                  <a:pt x="102" y="768"/>
                  <a:pt x="91" y="782"/>
                  <a:pt x="76" y="798"/>
                </a:cubicBezTo>
                <a:cubicBezTo>
                  <a:pt x="60" y="814"/>
                  <a:pt x="51" y="823"/>
                  <a:pt x="48" y="826"/>
                </a:cubicBezTo>
                <a:cubicBezTo>
                  <a:pt x="46" y="829"/>
                  <a:pt x="39" y="834"/>
                  <a:pt x="29" y="842"/>
                </a:cubicBezTo>
                <a:cubicBezTo>
                  <a:pt x="27" y="844"/>
                  <a:pt x="26" y="845"/>
                  <a:pt x="26" y="845"/>
                </a:cubicBezTo>
                <a:lnTo>
                  <a:pt x="16" y="845"/>
                </a:lnTo>
                <a:cubicBezTo>
                  <a:pt x="11" y="845"/>
                  <a:pt x="8" y="845"/>
                  <a:pt x="6" y="845"/>
                </a:cubicBezTo>
                <a:cubicBezTo>
                  <a:pt x="5" y="845"/>
                  <a:pt x="3" y="845"/>
                  <a:pt x="2" y="843"/>
                </a:cubicBezTo>
                <a:cubicBezTo>
                  <a:pt x="1" y="841"/>
                  <a:pt x="0" y="839"/>
                  <a:pt x="0" y="835"/>
                </a:cubicBezTo>
                <a:cubicBezTo>
                  <a:pt x="0" y="835"/>
                  <a:pt x="3" y="831"/>
                  <a:pt x="9" y="824"/>
                </a:cubicBezTo>
                <a:cubicBezTo>
                  <a:pt x="96" y="734"/>
                  <a:pt x="141" y="600"/>
                  <a:pt x="141" y="423"/>
                </a:cubicBezTo>
                <a:cubicBezTo>
                  <a:pt x="141" y="246"/>
                  <a:pt x="96" y="112"/>
                  <a:pt x="9" y="21"/>
                </a:cubicBezTo>
                <a:cubicBezTo>
                  <a:pt x="3" y="14"/>
                  <a:pt x="0" y="10"/>
                  <a:pt x="0" y="10"/>
                </a:cubicBezTo>
                <a:cubicBezTo>
                  <a:pt x="0" y="5"/>
                  <a:pt x="1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59" name=""/>
          <p:cNvSpPr/>
          <p:nvPr/>
        </p:nvSpPr>
        <p:spPr>
          <a:xfrm>
            <a:off x="6924600" y="223596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2" y="39"/>
                </a:moveTo>
                <a:cubicBezTo>
                  <a:pt x="170" y="39"/>
                  <a:pt x="168" y="39"/>
                  <a:pt x="165" y="39"/>
                </a:cubicBezTo>
                <a:cubicBezTo>
                  <a:pt x="151" y="39"/>
                  <a:pt x="143" y="39"/>
                  <a:pt x="140" y="38"/>
                </a:cubicBezTo>
                <a:cubicBezTo>
                  <a:pt x="137" y="38"/>
                  <a:pt x="136" y="35"/>
                  <a:pt x="136" y="29"/>
                </a:cubicBezTo>
                <a:cubicBezTo>
                  <a:pt x="136" y="14"/>
                  <a:pt x="139" y="5"/>
                  <a:pt x="145" y="1"/>
                </a:cubicBezTo>
                <a:cubicBezTo>
                  <a:pt x="146" y="1"/>
                  <a:pt x="173" y="0"/>
                  <a:pt x="227" y="0"/>
                </a:cubicBezTo>
                <a:cubicBezTo>
                  <a:pt x="270" y="0"/>
                  <a:pt x="295" y="0"/>
                  <a:pt x="301" y="0"/>
                </a:cubicBezTo>
                <a:cubicBezTo>
                  <a:pt x="307" y="0"/>
                  <a:pt x="311" y="2"/>
                  <a:pt x="313" y="5"/>
                </a:cubicBezTo>
                <a:cubicBezTo>
                  <a:pt x="432" y="285"/>
                  <a:pt x="492" y="429"/>
                  <a:pt x="495" y="436"/>
                </a:cubicBezTo>
                <a:lnTo>
                  <a:pt x="540" y="255"/>
                </a:lnTo>
                <a:cubicBezTo>
                  <a:pt x="570" y="137"/>
                  <a:pt x="585" y="73"/>
                  <a:pt x="585" y="65"/>
                </a:cubicBezTo>
                <a:cubicBezTo>
                  <a:pt x="585" y="50"/>
                  <a:pt x="567" y="41"/>
                  <a:pt x="531" y="39"/>
                </a:cubicBezTo>
                <a:cubicBezTo>
                  <a:pt x="517" y="39"/>
                  <a:pt x="511" y="36"/>
                  <a:pt x="511" y="30"/>
                </a:cubicBezTo>
                <a:cubicBezTo>
                  <a:pt x="511" y="29"/>
                  <a:pt x="511" y="25"/>
                  <a:pt x="512" y="20"/>
                </a:cubicBezTo>
                <a:cubicBezTo>
                  <a:pt x="514" y="11"/>
                  <a:pt x="516" y="5"/>
                  <a:pt x="517" y="4"/>
                </a:cubicBezTo>
                <a:cubicBezTo>
                  <a:pt x="518" y="2"/>
                  <a:pt x="521" y="1"/>
                  <a:pt x="526" y="0"/>
                </a:cubicBezTo>
                <a:cubicBezTo>
                  <a:pt x="527" y="0"/>
                  <a:pt x="536" y="1"/>
                  <a:pt x="552" y="1"/>
                </a:cubicBezTo>
                <a:cubicBezTo>
                  <a:pt x="568" y="2"/>
                  <a:pt x="591" y="2"/>
                  <a:pt x="622" y="3"/>
                </a:cubicBezTo>
                <a:cubicBezTo>
                  <a:pt x="651" y="3"/>
                  <a:pt x="673" y="3"/>
                  <a:pt x="687" y="2"/>
                </a:cubicBezTo>
                <a:cubicBezTo>
                  <a:pt x="702" y="1"/>
                  <a:pt x="710" y="1"/>
                  <a:pt x="713" y="1"/>
                </a:cubicBezTo>
                <a:cubicBezTo>
                  <a:pt x="721" y="1"/>
                  <a:pt x="725" y="4"/>
                  <a:pt x="725" y="10"/>
                </a:cubicBezTo>
                <a:cubicBezTo>
                  <a:pt x="725" y="22"/>
                  <a:pt x="723" y="30"/>
                  <a:pt x="718" y="35"/>
                </a:cubicBezTo>
                <a:cubicBezTo>
                  <a:pt x="717" y="38"/>
                  <a:pt x="711" y="39"/>
                  <a:pt x="700" y="39"/>
                </a:cubicBezTo>
                <a:cubicBezTo>
                  <a:pt x="660" y="41"/>
                  <a:pt x="634" y="53"/>
                  <a:pt x="624" y="73"/>
                </a:cubicBezTo>
                <a:lnTo>
                  <a:pt x="498" y="572"/>
                </a:lnTo>
                <a:cubicBezTo>
                  <a:pt x="497" y="576"/>
                  <a:pt x="491" y="578"/>
                  <a:pt x="480" y="578"/>
                </a:cubicBezTo>
                <a:cubicBezTo>
                  <a:pt x="472" y="578"/>
                  <a:pt x="467" y="578"/>
                  <a:pt x="466" y="577"/>
                </a:cubicBezTo>
                <a:cubicBezTo>
                  <a:pt x="464" y="575"/>
                  <a:pt x="428" y="490"/>
                  <a:pt x="357" y="320"/>
                </a:cubicBezTo>
                <a:lnTo>
                  <a:pt x="250" y="67"/>
                </a:lnTo>
                <a:lnTo>
                  <a:pt x="195" y="287"/>
                </a:lnTo>
                <a:cubicBezTo>
                  <a:pt x="158" y="432"/>
                  <a:pt x="140" y="506"/>
                  <a:pt x="140" y="511"/>
                </a:cubicBezTo>
                <a:cubicBezTo>
                  <a:pt x="143" y="530"/>
                  <a:pt x="163" y="539"/>
                  <a:pt x="201" y="539"/>
                </a:cubicBezTo>
                <a:lnTo>
                  <a:pt x="209" y="539"/>
                </a:lnTo>
                <a:cubicBezTo>
                  <a:pt x="212" y="542"/>
                  <a:pt x="214" y="544"/>
                  <a:pt x="214" y="546"/>
                </a:cubicBezTo>
                <a:cubicBezTo>
                  <a:pt x="214" y="548"/>
                  <a:pt x="214" y="553"/>
                  <a:pt x="212" y="562"/>
                </a:cubicBezTo>
                <a:cubicBezTo>
                  <a:pt x="210" y="569"/>
                  <a:pt x="207" y="575"/>
                  <a:pt x="204" y="578"/>
                </a:cubicBezTo>
                <a:lnTo>
                  <a:pt x="193" y="578"/>
                </a:lnTo>
                <a:cubicBezTo>
                  <a:pt x="176" y="577"/>
                  <a:pt x="145" y="577"/>
                  <a:pt x="102" y="577"/>
                </a:cubicBezTo>
                <a:cubicBezTo>
                  <a:pt x="86" y="577"/>
                  <a:pt x="72" y="577"/>
                  <a:pt x="59" y="577"/>
                </a:cubicBezTo>
                <a:cubicBezTo>
                  <a:pt x="46" y="577"/>
                  <a:pt x="35" y="577"/>
                  <a:pt x="27" y="577"/>
                </a:cubicBezTo>
                <a:cubicBezTo>
                  <a:pt x="20" y="577"/>
                  <a:pt x="15" y="577"/>
                  <a:pt x="13" y="577"/>
                </a:cubicBezTo>
                <a:cubicBezTo>
                  <a:pt x="5" y="577"/>
                  <a:pt x="0" y="575"/>
                  <a:pt x="0" y="570"/>
                </a:cubicBezTo>
                <a:cubicBezTo>
                  <a:pt x="0" y="568"/>
                  <a:pt x="1" y="563"/>
                  <a:pt x="3" y="556"/>
                </a:cubicBezTo>
                <a:cubicBezTo>
                  <a:pt x="5" y="550"/>
                  <a:pt x="6" y="546"/>
                  <a:pt x="7" y="544"/>
                </a:cubicBezTo>
                <a:cubicBezTo>
                  <a:pt x="8" y="541"/>
                  <a:pt x="15" y="539"/>
                  <a:pt x="27" y="539"/>
                </a:cubicBezTo>
                <a:cubicBezTo>
                  <a:pt x="65" y="538"/>
                  <a:pt x="90" y="527"/>
                  <a:pt x="101" y="506"/>
                </a:cubicBezTo>
                <a:cubicBezTo>
                  <a:pt x="103" y="503"/>
                  <a:pt x="123" y="425"/>
                  <a:pt x="161" y="271"/>
                </a:cubicBezTo>
                <a:lnTo>
                  <a:pt x="218" y="42"/>
                </a:lnTo>
                <a:cubicBezTo>
                  <a:pt x="217" y="41"/>
                  <a:pt x="202" y="40"/>
                  <a:pt x="172" y="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60" name=""/>
          <p:cNvSpPr/>
          <p:nvPr/>
        </p:nvSpPr>
        <p:spPr>
          <a:xfrm>
            <a:off x="7214040" y="2215800"/>
            <a:ext cx="73080" cy="304200"/>
          </a:xfrm>
          <a:custGeom>
            <a:avLst/>
            <a:gdLst/>
            <a:ahLst/>
            <a:rect l="0" t="0" r="r" b="b"/>
            <a:pathLst>
              <a:path w="203" h="845">
                <a:moveTo>
                  <a:pt x="0" y="423"/>
                </a:moveTo>
                <a:cubicBezTo>
                  <a:pt x="0" y="384"/>
                  <a:pt x="2" y="347"/>
                  <a:pt x="8" y="312"/>
                </a:cubicBezTo>
                <a:cubicBezTo>
                  <a:pt x="14" y="278"/>
                  <a:pt x="20" y="247"/>
                  <a:pt x="28" y="222"/>
                </a:cubicBezTo>
                <a:cubicBezTo>
                  <a:pt x="35" y="197"/>
                  <a:pt x="45" y="171"/>
                  <a:pt x="59" y="147"/>
                </a:cubicBezTo>
                <a:cubicBezTo>
                  <a:pt x="72" y="123"/>
                  <a:pt x="83" y="104"/>
                  <a:pt x="91" y="90"/>
                </a:cubicBezTo>
                <a:cubicBezTo>
                  <a:pt x="99" y="77"/>
                  <a:pt x="111" y="62"/>
                  <a:pt x="126" y="46"/>
                </a:cubicBezTo>
                <a:cubicBezTo>
                  <a:pt x="142" y="30"/>
                  <a:pt x="151" y="21"/>
                  <a:pt x="154" y="17"/>
                </a:cubicBezTo>
                <a:cubicBezTo>
                  <a:pt x="157" y="14"/>
                  <a:pt x="165" y="8"/>
                  <a:pt x="176" y="0"/>
                </a:cubicBezTo>
                <a:lnTo>
                  <a:pt x="187" y="0"/>
                </a:lnTo>
                <a:lnTo>
                  <a:pt x="191" y="0"/>
                </a:lnTo>
                <a:cubicBezTo>
                  <a:pt x="199" y="0"/>
                  <a:pt x="203" y="2"/>
                  <a:pt x="203" y="7"/>
                </a:cubicBezTo>
                <a:cubicBezTo>
                  <a:pt x="203" y="9"/>
                  <a:pt x="198" y="15"/>
                  <a:pt x="188" y="25"/>
                </a:cubicBezTo>
                <a:cubicBezTo>
                  <a:pt x="179" y="35"/>
                  <a:pt x="167" y="50"/>
                  <a:pt x="153" y="70"/>
                </a:cubicBezTo>
                <a:cubicBezTo>
                  <a:pt x="139" y="90"/>
                  <a:pt x="125" y="114"/>
                  <a:pt x="111" y="142"/>
                </a:cubicBezTo>
                <a:cubicBezTo>
                  <a:pt x="97" y="171"/>
                  <a:pt x="85" y="211"/>
                  <a:pt x="76" y="260"/>
                </a:cubicBezTo>
                <a:cubicBezTo>
                  <a:pt x="66" y="309"/>
                  <a:pt x="61" y="363"/>
                  <a:pt x="61" y="423"/>
                </a:cubicBezTo>
                <a:cubicBezTo>
                  <a:pt x="61" y="483"/>
                  <a:pt x="66" y="537"/>
                  <a:pt x="76" y="585"/>
                </a:cubicBezTo>
                <a:cubicBezTo>
                  <a:pt x="85" y="634"/>
                  <a:pt x="97" y="673"/>
                  <a:pt x="110" y="703"/>
                </a:cubicBezTo>
                <a:cubicBezTo>
                  <a:pt x="124" y="732"/>
                  <a:pt x="138" y="757"/>
                  <a:pt x="152" y="775"/>
                </a:cubicBezTo>
                <a:cubicBezTo>
                  <a:pt x="167" y="794"/>
                  <a:pt x="179" y="809"/>
                  <a:pt x="188" y="820"/>
                </a:cubicBezTo>
                <a:cubicBezTo>
                  <a:pt x="198" y="831"/>
                  <a:pt x="203" y="837"/>
                  <a:pt x="203" y="838"/>
                </a:cubicBezTo>
                <a:cubicBezTo>
                  <a:pt x="203" y="843"/>
                  <a:pt x="198" y="845"/>
                  <a:pt x="190" y="845"/>
                </a:cubicBezTo>
                <a:lnTo>
                  <a:pt x="187" y="845"/>
                </a:lnTo>
                <a:lnTo>
                  <a:pt x="176" y="845"/>
                </a:lnTo>
                <a:lnTo>
                  <a:pt x="152" y="825"/>
                </a:lnTo>
                <a:cubicBezTo>
                  <a:pt x="99" y="777"/>
                  <a:pt x="60" y="718"/>
                  <a:pt x="36" y="646"/>
                </a:cubicBezTo>
                <a:cubicBezTo>
                  <a:pt x="12" y="575"/>
                  <a:pt x="0" y="500"/>
                  <a:pt x="0" y="42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61" name=""/>
          <p:cNvSpPr/>
          <p:nvPr/>
        </p:nvSpPr>
        <p:spPr>
          <a:xfrm>
            <a:off x="7318800" y="224136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7" y="430"/>
                </a:moveTo>
                <a:cubicBezTo>
                  <a:pt x="97" y="443"/>
                  <a:pt x="93" y="454"/>
                  <a:pt x="84" y="464"/>
                </a:cubicBezTo>
                <a:cubicBezTo>
                  <a:pt x="75" y="473"/>
                  <a:pt x="64" y="478"/>
                  <a:pt x="50" y="478"/>
                </a:cubicBezTo>
                <a:lnTo>
                  <a:pt x="44" y="478"/>
                </a:lnTo>
                <a:cubicBezTo>
                  <a:pt x="71" y="522"/>
                  <a:pt x="105" y="545"/>
                  <a:pt x="148" y="545"/>
                </a:cubicBezTo>
                <a:cubicBezTo>
                  <a:pt x="187" y="545"/>
                  <a:pt x="216" y="528"/>
                  <a:pt x="234" y="494"/>
                </a:cubicBezTo>
                <a:cubicBezTo>
                  <a:pt x="245" y="475"/>
                  <a:pt x="250" y="438"/>
                  <a:pt x="250" y="385"/>
                </a:cubicBezTo>
                <a:cubicBezTo>
                  <a:pt x="250" y="327"/>
                  <a:pt x="243" y="288"/>
                  <a:pt x="227" y="267"/>
                </a:cubicBezTo>
                <a:cubicBezTo>
                  <a:pt x="213" y="249"/>
                  <a:pt x="196" y="240"/>
                  <a:pt x="178" y="240"/>
                </a:cubicBezTo>
                <a:lnTo>
                  <a:pt x="173" y="240"/>
                </a:lnTo>
                <a:cubicBezTo>
                  <a:pt x="129" y="240"/>
                  <a:pt x="96" y="259"/>
                  <a:pt x="74" y="297"/>
                </a:cubicBezTo>
                <a:cubicBezTo>
                  <a:pt x="71" y="301"/>
                  <a:pt x="69" y="303"/>
                  <a:pt x="68" y="304"/>
                </a:cubicBezTo>
                <a:cubicBezTo>
                  <a:pt x="66" y="304"/>
                  <a:pt x="62" y="305"/>
                  <a:pt x="54" y="305"/>
                </a:cubicBezTo>
                <a:cubicBezTo>
                  <a:pt x="45" y="305"/>
                  <a:pt x="39" y="304"/>
                  <a:pt x="38" y="300"/>
                </a:cubicBezTo>
                <a:cubicBezTo>
                  <a:pt x="37" y="298"/>
                  <a:pt x="36" y="249"/>
                  <a:pt x="36" y="153"/>
                </a:cubicBezTo>
                <a:lnTo>
                  <a:pt x="36" y="44"/>
                </a:lnTo>
                <a:cubicBezTo>
                  <a:pt x="36" y="15"/>
                  <a:pt x="38" y="1"/>
                  <a:pt x="41" y="1"/>
                </a:cubicBezTo>
                <a:cubicBezTo>
                  <a:pt x="42" y="0"/>
                  <a:pt x="43" y="0"/>
                  <a:pt x="44" y="0"/>
                </a:cubicBezTo>
                <a:cubicBezTo>
                  <a:pt x="45" y="0"/>
                  <a:pt x="50" y="2"/>
                  <a:pt x="63" y="6"/>
                </a:cubicBezTo>
                <a:cubicBezTo>
                  <a:pt x="74" y="11"/>
                  <a:pt x="89" y="15"/>
                  <a:pt x="109" y="20"/>
                </a:cubicBezTo>
                <a:cubicBezTo>
                  <a:pt x="129" y="24"/>
                  <a:pt x="150" y="27"/>
                  <a:pt x="173" y="27"/>
                </a:cubicBezTo>
                <a:cubicBezTo>
                  <a:pt x="212" y="27"/>
                  <a:pt x="251" y="19"/>
                  <a:pt x="287" y="3"/>
                </a:cubicBezTo>
                <a:cubicBezTo>
                  <a:pt x="292" y="1"/>
                  <a:pt x="296" y="0"/>
                  <a:pt x="298" y="0"/>
                </a:cubicBezTo>
                <a:cubicBezTo>
                  <a:pt x="303" y="0"/>
                  <a:pt x="305" y="5"/>
                  <a:pt x="305" y="15"/>
                </a:cubicBezTo>
                <a:lnTo>
                  <a:pt x="305" y="26"/>
                </a:lnTo>
                <a:cubicBezTo>
                  <a:pt x="259" y="80"/>
                  <a:pt x="201" y="108"/>
                  <a:pt x="132" y="108"/>
                </a:cubicBezTo>
                <a:cubicBezTo>
                  <a:pt x="115" y="108"/>
                  <a:pt x="99" y="106"/>
                  <a:pt x="85" y="103"/>
                </a:cubicBezTo>
                <a:lnTo>
                  <a:pt x="76" y="101"/>
                </a:lnTo>
                <a:lnTo>
                  <a:pt x="76" y="246"/>
                </a:lnTo>
                <a:cubicBezTo>
                  <a:pt x="87" y="238"/>
                  <a:pt x="95" y="232"/>
                  <a:pt x="102" y="228"/>
                </a:cubicBezTo>
                <a:cubicBezTo>
                  <a:pt x="108" y="223"/>
                  <a:pt x="118" y="219"/>
                  <a:pt x="132" y="214"/>
                </a:cubicBezTo>
                <a:cubicBezTo>
                  <a:pt x="146" y="210"/>
                  <a:pt x="160" y="207"/>
                  <a:pt x="175" y="207"/>
                </a:cubicBezTo>
                <a:cubicBezTo>
                  <a:pt x="221" y="207"/>
                  <a:pt x="259" y="226"/>
                  <a:pt x="291" y="262"/>
                </a:cubicBezTo>
                <a:cubicBezTo>
                  <a:pt x="322" y="299"/>
                  <a:pt x="338" y="342"/>
                  <a:pt x="338" y="392"/>
                </a:cubicBezTo>
                <a:cubicBezTo>
                  <a:pt x="338" y="444"/>
                  <a:pt x="320" y="489"/>
                  <a:pt x="284" y="526"/>
                </a:cubicBezTo>
                <a:cubicBezTo>
                  <a:pt x="248" y="563"/>
                  <a:pt x="204" y="581"/>
                  <a:pt x="152" y="582"/>
                </a:cubicBezTo>
                <a:cubicBezTo>
                  <a:pt x="107" y="582"/>
                  <a:pt x="70" y="567"/>
                  <a:pt x="41" y="536"/>
                </a:cubicBezTo>
                <a:cubicBezTo>
                  <a:pt x="14" y="506"/>
                  <a:pt x="0" y="471"/>
                  <a:pt x="0" y="432"/>
                </a:cubicBezTo>
                <a:cubicBezTo>
                  <a:pt x="0" y="419"/>
                  <a:pt x="3" y="408"/>
                  <a:pt x="9" y="400"/>
                </a:cubicBezTo>
                <a:cubicBezTo>
                  <a:pt x="16" y="392"/>
                  <a:pt x="22" y="387"/>
                  <a:pt x="29" y="385"/>
                </a:cubicBezTo>
                <a:cubicBezTo>
                  <a:pt x="36" y="383"/>
                  <a:pt x="42" y="381"/>
                  <a:pt x="48" y="381"/>
                </a:cubicBezTo>
                <a:cubicBezTo>
                  <a:pt x="63" y="381"/>
                  <a:pt x="75" y="386"/>
                  <a:pt x="84" y="396"/>
                </a:cubicBezTo>
                <a:cubicBezTo>
                  <a:pt x="93" y="405"/>
                  <a:pt x="97" y="417"/>
                  <a:pt x="97" y="4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62" name=""/>
          <p:cNvSpPr/>
          <p:nvPr/>
        </p:nvSpPr>
        <p:spPr>
          <a:xfrm>
            <a:off x="7467480" y="224136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9" y="68"/>
                </a:moveTo>
                <a:cubicBezTo>
                  <a:pt x="81" y="23"/>
                  <a:pt x="124" y="0"/>
                  <a:pt x="178" y="0"/>
                </a:cubicBezTo>
                <a:cubicBezTo>
                  <a:pt x="205" y="0"/>
                  <a:pt x="233" y="7"/>
                  <a:pt x="260" y="22"/>
                </a:cubicBezTo>
                <a:cubicBezTo>
                  <a:pt x="287" y="36"/>
                  <a:pt x="309" y="62"/>
                  <a:pt x="325" y="99"/>
                </a:cubicBezTo>
                <a:cubicBezTo>
                  <a:pt x="346" y="146"/>
                  <a:pt x="357" y="210"/>
                  <a:pt x="357" y="292"/>
                </a:cubicBezTo>
                <a:cubicBezTo>
                  <a:pt x="357" y="379"/>
                  <a:pt x="345" y="446"/>
                  <a:pt x="320" y="493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8" y="579"/>
                  <a:pt x="193" y="581"/>
                  <a:pt x="179" y="582"/>
                </a:cubicBezTo>
                <a:cubicBezTo>
                  <a:pt x="165" y="582"/>
                  <a:pt x="150" y="580"/>
                  <a:pt x="135" y="577"/>
                </a:cubicBezTo>
                <a:cubicBezTo>
                  <a:pt x="121" y="573"/>
                  <a:pt x="104" y="564"/>
                  <a:pt x="84" y="550"/>
                </a:cubicBezTo>
                <a:cubicBezTo>
                  <a:pt x="64" y="535"/>
                  <a:pt x="49" y="516"/>
                  <a:pt x="37" y="493"/>
                </a:cubicBezTo>
                <a:cubicBezTo>
                  <a:pt x="12" y="446"/>
                  <a:pt x="0" y="379"/>
                  <a:pt x="0" y="292"/>
                </a:cubicBezTo>
                <a:cubicBezTo>
                  <a:pt x="0" y="194"/>
                  <a:pt x="16" y="119"/>
                  <a:pt x="49" y="68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6" y="31"/>
                  <a:pt x="135" y="40"/>
                  <a:pt x="118" y="58"/>
                </a:cubicBezTo>
                <a:cubicBezTo>
                  <a:pt x="104" y="73"/>
                  <a:pt x="95" y="93"/>
                  <a:pt x="91" y="119"/>
                </a:cubicBezTo>
                <a:cubicBezTo>
                  <a:pt x="86" y="145"/>
                  <a:pt x="84" y="199"/>
                  <a:pt x="84" y="281"/>
                </a:cubicBezTo>
                <a:cubicBezTo>
                  <a:pt x="84" y="370"/>
                  <a:pt x="86" y="428"/>
                  <a:pt x="91" y="458"/>
                </a:cubicBezTo>
                <a:cubicBezTo>
                  <a:pt x="95" y="486"/>
                  <a:pt x="105" y="508"/>
                  <a:pt x="121" y="524"/>
                </a:cubicBezTo>
                <a:cubicBezTo>
                  <a:pt x="137" y="541"/>
                  <a:pt x="156" y="550"/>
                  <a:pt x="179" y="550"/>
                </a:cubicBezTo>
                <a:cubicBezTo>
                  <a:pt x="202" y="550"/>
                  <a:pt x="221" y="541"/>
                  <a:pt x="237" y="524"/>
                </a:cubicBezTo>
                <a:cubicBezTo>
                  <a:pt x="253" y="507"/>
                  <a:pt x="263" y="484"/>
                  <a:pt x="267" y="452"/>
                </a:cubicBezTo>
                <a:cubicBezTo>
                  <a:pt x="271" y="422"/>
                  <a:pt x="273" y="365"/>
                  <a:pt x="274" y="281"/>
                </a:cubicBezTo>
                <a:cubicBezTo>
                  <a:pt x="274" y="199"/>
                  <a:pt x="272" y="146"/>
                  <a:pt x="267" y="120"/>
                </a:cubicBezTo>
                <a:cubicBezTo>
                  <a:pt x="263" y="94"/>
                  <a:pt x="253" y="73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63" name=""/>
          <p:cNvSpPr/>
          <p:nvPr/>
        </p:nvSpPr>
        <p:spPr>
          <a:xfrm>
            <a:off x="7631280" y="2406960"/>
            <a:ext cx="40680" cy="96120"/>
          </a:xfrm>
          <a:custGeom>
            <a:avLst/>
            <a:gdLst/>
            <a:ahLst/>
            <a:rect l="0" t="0" r="r" b="b"/>
            <a:pathLst>
              <a:path w="113" h="267">
                <a:moveTo>
                  <a:pt x="0" y="73"/>
                </a:moveTo>
                <a:cubicBezTo>
                  <a:pt x="0" y="73"/>
                  <a:pt x="0" y="66"/>
                  <a:pt x="0" y="52"/>
                </a:cubicBezTo>
                <a:cubicBezTo>
                  <a:pt x="0" y="37"/>
                  <a:pt x="5" y="25"/>
                  <a:pt x="14" y="15"/>
                </a:cubicBezTo>
                <a:cubicBezTo>
                  <a:pt x="23" y="5"/>
                  <a:pt x="35" y="0"/>
                  <a:pt x="50" y="0"/>
                </a:cubicBezTo>
                <a:cubicBezTo>
                  <a:pt x="67" y="0"/>
                  <a:pt x="81" y="7"/>
                  <a:pt x="93" y="21"/>
                </a:cubicBezTo>
                <a:cubicBezTo>
                  <a:pt x="106" y="35"/>
                  <a:pt x="112" y="60"/>
                  <a:pt x="113" y="95"/>
                </a:cubicBezTo>
                <a:cubicBezTo>
                  <a:pt x="113" y="116"/>
                  <a:pt x="110" y="135"/>
                  <a:pt x="105" y="154"/>
                </a:cubicBezTo>
                <a:cubicBezTo>
                  <a:pt x="100" y="172"/>
                  <a:pt x="94" y="189"/>
                  <a:pt x="87" y="202"/>
                </a:cubicBezTo>
                <a:cubicBezTo>
                  <a:pt x="81" y="216"/>
                  <a:pt x="73" y="227"/>
                  <a:pt x="66" y="237"/>
                </a:cubicBezTo>
                <a:cubicBezTo>
                  <a:pt x="57" y="246"/>
                  <a:pt x="50" y="254"/>
                  <a:pt x="44" y="259"/>
                </a:cubicBezTo>
                <a:cubicBezTo>
                  <a:pt x="39" y="265"/>
                  <a:pt x="35" y="268"/>
                  <a:pt x="33" y="267"/>
                </a:cubicBezTo>
                <a:cubicBezTo>
                  <a:pt x="31" y="267"/>
                  <a:pt x="27" y="265"/>
                  <a:pt x="22" y="259"/>
                </a:cubicBezTo>
                <a:cubicBezTo>
                  <a:pt x="17" y="254"/>
                  <a:pt x="15" y="251"/>
                  <a:pt x="15" y="249"/>
                </a:cubicBezTo>
                <a:cubicBezTo>
                  <a:pt x="15" y="246"/>
                  <a:pt x="18" y="242"/>
                  <a:pt x="24" y="235"/>
                </a:cubicBezTo>
                <a:cubicBezTo>
                  <a:pt x="30" y="228"/>
                  <a:pt x="37" y="220"/>
                  <a:pt x="45" y="210"/>
                </a:cubicBezTo>
                <a:cubicBezTo>
                  <a:pt x="53" y="200"/>
                  <a:pt x="61" y="185"/>
                  <a:pt x="68" y="167"/>
                </a:cubicBezTo>
                <a:cubicBezTo>
                  <a:pt x="75" y="149"/>
                  <a:pt x="79" y="129"/>
                  <a:pt x="82" y="106"/>
                </a:cubicBezTo>
                <a:lnTo>
                  <a:pt x="82" y="95"/>
                </a:lnTo>
                <a:lnTo>
                  <a:pt x="81" y="95"/>
                </a:lnTo>
                <a:cubicBezTo>
                  <a:pt x="80" y="96"/>
                  <a:pt x="78" y="97"/>
                  <a:pt x="77" y="97"/>
                </a:cubicBezTo>
                <a:cubicBezTo>
                  <a:pt x="75" y="99"/>
                  <a:pt x="73" y="100"/>
                  <a:pt x="71" y="101"/>
                </a:cubicBezTo>
                <a:cubicBezTo>
                  <a:pt x="70" y="102"/>
                  <a:pt x="67" y="102"/>
                  <a:pt x="64" y="102"/>
                </a:cubicBezTo>
                <a:cubicBezTo>
                  <a:pt x="60" y="102"/>
                  <a:pt x="56" y="103"/>
                  <a:pt x="53" y="103"/>
                </a:cubicBezTo>
                <a:cubicBezTo>
                  <a:pt x="37" y="103"/>
                  <a:pt x="25" y="98"/>
                  <a:pt x="16" y="88"/>
                </a:cubicBezTo>
                <a:lnTo>
                  <a:pt x="0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64" name=""/>
          <p:cNvSpPr/>
          <p:nvPr/>
        </p:nvSpPr>
        <p:spPr>
          <a:xfrm>
            <a:off x="7768080" y="2241360"/>
            <a:ext cx="105120" cy="202680"/>
          </a:xfrm>
          <a:custGeom>
            <a:avLst/>
            <a:gdLst/>
            <a:ahLst/>
            <a:rect l="0" t="0" r="r" b="b"/>
            <a:pathLst>
              <a:path w="292" h="563">
                <a:moveTo>
                  <a:pt x="111" y="74"/>
                </a:moveTo>
                <a:lnTo>
                  <a:pt x="100" y="78"/>
                </a:lnTo>
                <a:cubicBezTo>
                  <a:pt x="92" y="81"/>
                  <a:pt x="81" y="84"/>
                  <a:pt x="66" y="87"/>
                </a:cubicBezTo>
                <a:cubicBezTo>
                  <a:pt x="52" y="90"/>
                  <a:pt x="35" y="91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4" y="53"/>
                  <a:pt x="68" y="48"/>
                  <a:pt x="91" y="41"/>
                </a:cubicBezTo>
                <a:cubicBezTo>
                  <a:pt x="113" y="34"/>
                  <a:pt x="129" y="27"/>
                  <a:pt x="138" y="21"/>
                </a:cubicBezTo>
                <a:cubicBezTo>
                  <a:pt x="147" y="15"/>
                  <a:pt x="155" y="8"/>
                  <a:pt x="162" y="2"/>
                </a:cubicBezTo>
                <a:cubicBezTo>
                  <a:pt x="163" y="1"/>
                  <a:pt x="166" y="0"/>
                  <a:pt x="172" y="0"/>
                </a:cubicBezTo>
                <a:cubicBezTo>
                  <a:pt x="177" y="0"/>
                  <a:pt x="182" y="1"/>
                  <a:pt x="186" y="5"/>
                </a:cubicBezTo>
                <a:lnTo>
                  <a:pt x="186" y="258"/>
                </a:lnTo>
                <a:lnTo>
                  <a:pt x="187" y="512"/>
                </a:lnTo>
                <a:cubicBezTo>
                  <a:pt x="191" y="516"/>
                  <a:pt x="194" y="518"/>
                  <a:pt x="197" y="519"/>
                </a:cubicBezTo>
                <a:cubicBezTo>
                  <a:pt x="200" y="520"/>
                  <a:pt x="207" y="522"/>
                  <a:pt x="217" y="523"/>
                </a:cubicBezTo>
                <a:cubicBezTo>
                  <a:pt x="228" y="524"/>
                  <a:pt x="246" y="524"/>
                  <a:pt x="270" y="524"/>
                </a:cubicBezTo>
                <a:lnTo>
                  <a:pt x="292" y="524"/>
                </a:lnTo>
                <a:lnTo>
                  <a:pt x="292" y="563"/>
                </a:lnTo>
                <a:lnTo>
                  <a:pt x="282" y="563"/>
                </a:lnTo>
                <a:cubicBezTo>
                  <a:pt x="271" y="562"/>
                  <a:pt x="226" y="561"/>
                  <a:pt x="148" y="561"/>
                </a:cubicBezTo>
                <a:cubicBezTo>
                  <a:pt x="72" y="561"/>
                  <a:pt x="26" y="562"/>
                  <a:pt x="15" y="563"/>
                </a:cubicBezTo>
                <a:lnTo>
                  <a:pt x="4" y="563"/>
                </a:lnTo>
                <a:lnTo>
                  <a:pt x="4" y="524"/>
                </a:lnTo>
                <a:lnTo>
                  <a:pt x="26" y="524"/>
                </a:lnTo>
                <a:cubicBezTo>
                  <a:pt x="40" y="524"/>
                  <a:pt x="50" y="524"/>
                  <a:pt x="59" y="524"/>
                </a:cubicBezTo>
                <a:cubicBezTo>
                  <a:pt x="68" y="524"/>
                  <a:pt x="75" y="524"/>
                  <a:pt x="81" y="524"/>
                </a:cubicBezTo>
                <a:cubicBezTo>
                  <a:pt x="86" y="523"/>
                  <a:pt x="90" y="522"/>
                  <a:pt x="94" y="521"/>
                </a:cubicBezTo>
                <a:cubicBezTo>
                  <a:pt x="98" y="520"/>
                  <a:pt x="100" y="519"/>
                  <a:pt x="101" y="519"/>
                </a:cubicBezTo>
                <a:cubicBezTo>
                  <a:pt x="101" y="519"/>
                  <a:pt x="103" y="518"/>
                  <a:pt x="106" y="515"/>
                </a:cubicBezTo>
                <a:cubicBezTo>
                  <a:pt x="109" y="512"/>
                  <a:pt x="110" y="511"/>
                  <a:pt x="111" y="512"/>
                </a:cubicBezTo>
                <a:lnTo>
                  <a:pt x="111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65" name=""/>
          <p:cNvSpPr/>
          <p:nvPr/>
        </p:nvSpPr>
        <p:spPr>
          <a:xfrm>
            <a:off x="7906680" y="224136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8"/>
                </a:moveTo>
                <a:cubicBezTo>
                  <a:pt x="80" y="23"/>
                  <a:pt x="123" y="0"/>
                  <a:pt x="178" y="0"/>
                </a:cubicBezTo>
                <a:cubicBezTo>
                  <a:pt x="205" y="0"/>
                  <a:pt x="233" y="7"/>
                  <a:pt x="260" y="22"/>
                </a:cubicBezTo>
                <a:cubicBezTo>
                  <a:pt x="287" y="36"/>
                  <a:pt x="309" y="62"/>
                  <a:pt x="326" y="99"/>
                </a:cubicBezTo>
                <a:cubicBezTo>
                  <a:pt x="346" y="146"/>
                  <a:pt x="357" y="210"/>
                  <a:pt x="357" y="292"/>
                </a:cubicBezTo>
                <a:cubicBezTo>
                  <a:pt x="357" y="379"/>
                  <a:pt x="345" y="446"/>
                  <a:pt x="321" y="493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7" y="579"/>
                  <a:pt x="193" y="581"/>
                  <a:pt x="179" y="582"/>
                </a:cubicBezTo>
                <a:cubicBezTo>
                  <a:pt x="164" y="582"/>
                  <a:pt x="149" y="580"/>
                  <a:pt x="135" y="577"/>
                </a:cubicBezTo>
                <a:cubicBezTo>
                  <a:pt x="120" y="573"/>
                  <a:pt x="103" y="564"/>
                  <a:pt x="83" y="550"/>
                </a:cubicBezTo>
                <a:cubicBezTo>
                  <a:pt x="63" y="535"/>
                  <a:pt x="48" y="516"/>
                  <a:pt x="37" y="493"/>
                </a:cubicBezTo>
                <a:cubicBezTo>
                  <a:pt x="12" y="446"/>
                  <a:pt x="0" y="379"/>
                  <a:pt x="0" y="292"/>
                </a:cubicBezTo>
                <a:cubicBezTo>
                  <a:pt x="0" y="194"/>
                  <a:pt x="16" y="119"/>
                  <a:pt x="48" y="68"/>
                </a:cubicBezTo>
                <a:moveTo>
                  <a:pt x="240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5" y="31"/>
                  <a:pt x="135" y="40"/>
                  <a:pt x="118" y="58"/>
                </a:cubicBezTo>
                <a:cubicBezTo>
                  <a:pt x="104" y="73"/>
                  <a:pt x="94" y="93"/>
                  <a:pt x="90" y="119"/>
                </a:cubicBezTo>
                <a:cubicBezTo>
                  <a:pt x="85" y="145"/>
                  <a:pt x="83" y="199"/>
                  <a:pt x="83" y="281"/>
                </a:cubicBezTo>
                <a:cubicBezTo>
                  <a:pt x="83" y="370"/>
                  <a:pt x="85" y="428"/>
                  <a:pt x="90" y="458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6" y="541"/>
                  <a:pt x="155" y="550"/>
                  <a:pt x="179" y="550"/>
                </a:cubicBezTo>
                <a:cubicBezTo>
                  <a:pt x="201" y="550"/>
                  <a:pt x="220" y="541"/>
                  <a:pt x="237" y="524"/>
                </a:cubicBezTo>
                <a:cubicBezTo>
                  <a:pt x="253" y="507"/>
                  <a:pt x="263" y="484"/>
                  <a:pt x="267" y="452"/>
                </a:cubicBezTo>
                <a:cubicBezTo>
                  <a:pt x="271" y="422"/>
                  <a:pt x="274" y="365"/>
                  <a:pt x="274" y="281"/>
                </a:cubicBezTo>
                <a:cubicBezTo>
                  <a:pt x="274" y="199"/>
                  <a:pt x="272" y="146"/>
                  <a:pt x="267" y="120"/>
                </a:cubicBezTo>
                <a:cubicBezTo>
                  <a:pt x="263" y="94"/>
                  <a:pt x="254" y="73"/>
                  <a:pt x="240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66" name=""/>
          <p:cNvSpPr/>
          <p:nvPr/>
        </p:nvSpPr>
        <p:spPr>
          <a:xfrm>
            <a:off x="8067600" y="2180880"/>
            <a:ext cx="86400" cy="143640"/>
          </a:xfrm>
          <a:custGeom>
            <a:avLst/>
            <a:gdLst/>
            <a:ahLst/>
            <a:rect l="0" t="0" r="r" b="b"/>
            <a:pathLst>
              <a:path w="240" h="399">
                <a:moveTo>
                  <a:pt x="36" y="143"/>
                </a:moveTo>
                <a:cubicBezTo>
                  <a:pt x="25" y="143"/>
                  <a:pt x="16" y="139"/>
                  <a:pt x="10" y="132"/>
                </a:cubicBezTo>
                <a:cubicBezTo>
                  <a:pt x="4" y="125"/>
                  <a:pt x="0" y="116"/>
                  <a:pt x="0" y="106"/>
                </a:cubicBezTo>
                <a:cubicBezTo>
                  <a:pt x="0" y="77"/>
                  <a:pt x="11" y="52"/>
                  <a:pt x="32" y="32"/>
                </a:cubicBezTo>
                <a:cubicBezTo>
                  <a:pt x="53" y="11"/>
                  <a:pt x="79" y="0"/>
                  <a:pt x="112" y="0"/>
                </a:cubicBezTo>
                <a:cubicBezTo>
                  <a:pt x="148" y="0"/>
                  <a:pt x="178" y="12"/>
                  <a:pt x="203" y="34"/>
                </a:cubicBezTo>
                <a:cubicBezTo>
                  <a:pt x="227" y="56"/>
                  <a:pt x="239" y="85"/>
                  <a:pt x="240" y="122"/>
                </a:cubicBezTo>
                <a:cubicBezTo>
                  <a:pt x="240" y="139"/>
                  <a:pt x="236" y="155"/>
                  <a:pt x="228" y="170"/>
                </a:cubicBezTo>
                <a:cubicBezTo>
                  <a:pt x="220" y="186"/>
                  <a:pt x="210" y="200"/>
                  <a:pt x="199" y="211"/>
                </a:cubicBezTo>
                <a:cubicBezTo>
                  <a:pt x="188" y="223"/>
                  <a:pt x="172" y="237"/>
                  <a:pt x="151" y="255"/>
                </a:cubicBezTo>
                <a:cubicBezTo>
                  <a:pt x="137" y="268"/>
                  <a:pt x="117" y="286"/>
                  <a:pt x="92" y="310"/>
                </a:cubicBezTo>
                <a:lnTo>
                  <a:pt x="55" y="344"/>
                </a:lnTo>
                <a:lnTo>
                  <a:pt x="102" y="344"/>
                </a:lnTo>
                <a:cubicBezTo>
                  <a:pt x="164" y="344"/>
                  <a:pt x="197" y="343"/>
                  <a:pt x="201" y="341"/>
                </a:cubicBezTo>
                <a:cubicBezTo>
                  <a:pt x="204" y="340"/>
                  <a:pt x="209" y="323"/>
                  <a:pt x="216" y="288"/>
                </a:cubicBezTo>
                <a:lnTo>
                  <a:pt x="216" y="286"/>
                </a:lnTo>
                <a:lnTo>
                  <a:pt x="240" y="286"/>
                </a:lnTo>
                <a:lnTo>
                  <a:pt x="240" y="288"/>
                </a:lnTo>
                <a:cubicBezTo>
                  <a:pt x="239" y="289"/>
                  <a:pt x="237" y="307"/>
                  <a:pt x="232" y="342"/>
                </a:cubicBezTo>
                <a:cubicBezTo>
                  <a:pt x="227" y="378"/>
                  <a:pt x="224" y="396"/>
                  <a:pt x="223" y="397"/>
                </a:cubicBezTo>
                <a:lnTo>
                  <a:pt x="223" y="399"/>
                </a:lnTo>
                <a:lnTo>
                  <a:pt x="0" y="399"/>
                </a:lnTo>
                <a:lnTo>
                  <a:pt x="0" y="388"/>
                </a:lnTo>
                <a:lnTo>
                  <a:pt x="0" y="381"/>
                </a:lnTo>
                <a:cubicBezTo>
                  <a:pt x="0" y="378"/>
                  <a:pt x="2" y="375"/>
                  <a:pt x="4" y="372"/>
                </a:cubicBezTo>
                <a:cubicBezTo>
                  <a:pt x="6" y="369"/>
                  <a:pt x="12" y="362"/>
                  <a:pt x="22" y="351"/>
                </a:cubicBezTo>
                <a:cubicBezTo>
                  <a:pt x="33" y="338"/>
                  <a:pt x="43" y="327"/>
                  <a:pt x="52" y="317"/>
                </a:cubicBezTo>
                <a:cubicBezTo>
                  <a:pt x="55" y="313"/>
                  <a:pt x="62" y="306"/>
                  <a:pt x="72" y="295"/>
                </a:cubicBezTo>
                <a:cubicBezTo>
                  <a:pt x="83" y="285"/>
                  <a:pt x="90" y="277"/>
                  <a:pt x="93" y="273"/>
                </a:cubicBezTo>
                <a:cubicBezTo>
                  <a:pt x="97" y="269"/>
                  <a:pt x="103" y="263"/>
                  <a:pt x="111" y="253"/>
                </a:cubicBezTo>
                <a:cubicBezTo>
                  <a:pt x="119" y="244"/>
                  <a:pt x="124" y="238"/>
                  <a:pt x="127" y="233"/>
                </a:cubicBezTo>
                <a:cubicBezTo>
                  <a:pt x="131" y="229"/>
                  <a:pt x="135" y="223"/>
                  <a:pt x="141" y="215"/>
                </a:cubicBezTo>
                <a:cubicBezTo>
                  <a:pt x="147" y="208"/>
                  <a:pt x="151" y="201"/>
                  <a:pt x="154" y="196"/>
                </a:cubicBezTo>
                <a:cubicBezTo>
                  <a:pt x="156" y="191"/>
                  <a:pt x="159" y="185"/>
                  <a:pt x="163" y="179"/>
                </a:cubicBezTo>
                <a:cubicBezTo>
                  <a:pt x="166" y="172"/>
                  <a:pt x="169" y="166"/>
                  <a:pt x="170" y="160"/>
                </a:cubicBezTo>
                <a:cubicBezTo>
                  <a:pt x="172" y="153"/>
                  <a:pt x="173" y="147"/>
                  <a:pt x="175" y="142"/>
                </a:cubicBezTo>
                <a:cubicBezTo>
                  <a:pt x="176" y="136"/>
                  <a:pt x="176" y="130"/>
                  <a:pt x="176" y="122"/>
                </a:cubicBezTo>
                <a:cubicBezTo>
                  <a:pt x="176" y="97"/>
                  <a:pt x="170" y="74"/>
                  <a:pt x="156" y="56"/>
                </a:cubicBezTo>
                <a:cubicBezTo>
                  <a:pt x="143" y="38"/>
                  <a:pt x="123" y="29"/>
                  <a:pt x="98" y="29"/>
                </a:cubicBezTo>
                <a:cubicBezTo>
                  <a:pt x="85" y="29"/>
                  <a:pt x="72" y="32"/>
                  <a:pt x="63" y="39"/>
                </a:cubicBezTo>
                <a:cubicBezTo>
                  <a:pt x="53" y="45"/>
                  <a:pt x="46" y="52"/>
                  <a:pt x="42" y="58"/>
                </a:cubicBezTo>
                <a:cubicBezTo>
                  <a:pt x="38" y="65"/>
                  <a:pt x="36" y="69"/>
                  <a:pt x="36" y="70"/>
                </a:cubicBezTo>
                <a:cubicBezTo>
                  <a:pt x="36" y="70"/>
                  <a:pt x="37" y="70"/>
                  <a:pt x="39" y="70"/>
                </a:cubicBezTo>
                <a:cubicBezTo>
                  <a:pt x="46" y="70"/>
                  <a:pt x="53" y="73"/>
                  <a:pt x="61" y="79"/>
                </a:cubicBezTo>
                <a:cubicBezTo>
                  <a:pt x="68" y="84"/>
                  <a:pt x="72" y="93"/>
                  <a:pt x="72" y="107"/>
                </a:cubicBezTo>
                <a:cubicBezTo>
                  <a:pt x="72" y="117"/>
                  <a:pt x="69" y="125"/>
                  <a:pt x="63" y="132"/>
                </a:cubicBezTo>
                <a:cubicBezTo>
                  <a:pt x="56" y="139"/>
                  <a:pt x="47" y="143"/>
                  <a:pt x="36" y="14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67" name=""/>
          <p:cNvSpPr/>
          <p:nvPr/>
        </p:nvSpPr>
        <p:spPr>
          <a:xfrm>
            <a:off x="8196480" y="2215800"/>
            <a:ext cx="73080" cy="304200"/>
          </a:xfrm>
          <a:custGeom>
            <a:avLst/>
            <a:gdLst/>
            <a:ahLst/>
            <a:rect l="0" t="0" r="r" b="b"/>
            <a:pathLst>
              <a:path w="203" h="845">
                <a:moveTo>
                  <a:pt x="4" y="1"/>
                </a:moveTo>
                <a:lnTo>
                  <a:pt x="7" y="0"/>
                </a:lnTo>
                <a:cubicBezTo>
                  <a:pt x="10" y="0"/>
                  <a:pt x="13" y="0"/>
                  <a:pt x="16" y="0"/>
                </a:cubicBezTo>
                <a:lnTo>
                  <a:pt x="26" y="0"/>
                </a:lnTo>
                <a:lnTo>
                  <a:pt x="51" y="20"/>
                </a:lnTo>
                <a:cubicBezTo>
                  <a:pt x="104" y="68"/>
                  <a:pt x="142" y="128"/>
                  <a:pt x="166" y="200"/>
                </a:cubicBezTo>
                <a:cubicBezTo>
                  <a:pt x="191" y="272"/>
                  <a:pt x="203" y="346"/>
                  <a:pt x="203" y="423"/>
                </a:cubicBezTo>
                <a:cubicBezTo>
                  <a:pt x="203" y="461"/>
                  <a:pt x="200" y="498"/>
                  <a:pt x="194" y="534"/>
                </a:cubicBezTo>
                <a:cubicBezTo>
                  <a:pt x="189" y="569"/>
                  <a:pt x="182" y="599"/>
                  <a:pt x="175" y="624"/>
                </a:cubicBezTo>
                <a:cubicBezTo>
                  <a:pt x="168" y="649"/>
                  <a:pt x="157" y="674"/>
                  <a:pt x="144" y="698"/>
                </a:cubicBezTo>
                <a:cubicBezTo>
                  <a:pt x="130" y="723"/>
                  <a:pt x="119" y="742"/>
                  <a:pt x="111" y="755"/>
                </a:cubicBezTo>
                <a:cubicBezTo>
                  <a:pt x="104" y="768"/>
                  <a:pt x="92" y="782"/>
                  <a:pt x="77" y="798"/>
                </a:cubicBezTo>
                <a:cubicBezTo>
                  <a:pt x="62" y="814"/>
                  <a:pt x="53" y="823"/>
                  <a:pt x="50" y="826"/>
                </a:cubicBezTo>
                <a:cubicBezTo>
                  <a:pt x="47" y="829"/>
                  <a:pt x="40" y="834"/>
                  <a:pt x="29" y="842"/>
                </a:cubicBezTo>
                <a:cubicBezTo>
                  <a:pt x="28" y="844"/>
                  <a:pt x="27" y="845"/>
                  <a:pt x="26" y="845"/>
                </a:cubicBezTo>
                <a:lnTo>
                  <a:pt x="16" y="845"/>
                </a:lnTo>
                <a:cubicBezTo>
                  <a:pt x="11" y="845"/>
                  <a:pt x="8" y="845"/>
                  <a:pt x="7" y="845"/>
                </a:cubicBezTo>
                <a:cubicBezTo>
                  <a:pt x="5" y="845"/>
                  <a:pt x="3" y="845"/>
                  <a:pt x="2" y="843"/>
                </a:cubicBezTo>
                <a:cubicBezTo>
                  <a:pt x="1" y="841"/>
                  <a:pt x="0" y="839"/>
                  <a:pt x="0" y="835"/>
                </a:cubicBezTo>
                <a:cubicBezTo>
                  <a:pt x="0" y="835"/>
                  <a:pt x="3" y="831"/>
                  <a:pt x="9" y="824"/>
                </a:cubicBezTo>
                <a:cubicBezTo>
                  <a:pt x="97" y="734"/>
                  <a:pt x="141" y="600"/>
                  <a:pt x="141" y="423"/>
                </a:cubicBezTo>
                <a:cubicBezTo>
                  <a:pt x="141" y="246"/>
                  <a:pt x="97" y="112"/>
                  <a:pt x="9" y="21"/>
                </a:cubicBezTo>
                <a:cubicBezTo>
                  <a:pt x="3" y="14"/>
                  <a:pt x="0" y="10"/>
                  <a:pt x="0" y="10"/>
                </a:cubicBezTo>
                <a:cubicBezTo>
                  <a:pt x="0" y="5"/>
                  <a:pt x="1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68" name=""/>
          <p:cNvSpPr txBox="1"/>
          <p:nvPr/>
        </p:nvSpPr>
        <p:spPr>
          <a:xfrm>
            <a:off x="1333080" y="2209680"/>
            <a:ext cx="1192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Null (</a:t>
            </a:r>
            <a:r>
              <a:rPr lang="ja-JP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同一</a:t>
            </a:r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8901720" y="220968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0.000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733320" y="2714760"/>
            <a:ext cx="286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S2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71" name=""/>
          <p:cNvSpPr/>
          <p:nvPr/>
        </p:nvSpPr>
        <p:spPr>
          <a:xfrm>
            <a:off x="2238120" y="2828880"/>
            <a:ext cx="164880" cy="134640"/>
          </a:xfrm>
          <a:custGeom>
            <a:avLst/>
            <a:gdLst/>
            <a:ahLst/>
            <a:rect l="0" t="0" r="r" b="b"/>
            <a:pathLst>
              <a:path w="458" h="374">
                <a:moveTo>
                  <a:pt x="129" y="374"/>
                </a:moveTo>
                <a:cubicBezTo>
                  <a:pt x="91" y="374"/>
                  <a:pt x="60" y="361"/>
                  <a:pt x="36" y="336"/>
                </a:cubicBezTo>
                <a:cubicBezTo>
                  <a:pt x="13" y="311"/>
                  <a:pt x="1" y="279"/>
                  <a:pt x="0" y="240"/>
                </a:cubicBezTo>
                <a:cubicBezTo>
                  <a:pt x="0" y="184"/>
                  <a:pt x="21" y="131"/>
                  <a:pt x="62" y="82"/>
                </a:cubicBezTo>
                <a:cubicBezTo>
                  <a:pt x="103" y="34"/>
                  <a:pt x="151" y="7"/>
                  <a:pt x="205" y="0"/>
                </a:cubicBezTo>
                <a:cubicBezTo>
                  <a:pt x="206" y="0"/>
                  <a:pt x="245" y="0"/>
                  <a:pt x="324" y="0"/>
                </a:cubicBezTo>
                <a:lnTo>
                  <a:pt x="441" y="0"/>
                </a:lnTo>
                <a:cubicBezTo>
                  <a:pt x="442" y="0"/>
                  <a:pt x="442" y="1"/>
                  <a:pt x="444" y="1"/>
                </a:cubicBezTo>
                <a:cubicBezTo>
                  <a:pt x="445" y="2"/>
                  <a:pt x="446" y="2"/>
                  <a:pt x="447" y="3"/>
                </a:cubicBezTo>
                <a:cubicBezTo>
                  <a:pt x="448" y="4"/>
                  <a:pt x="449" y="4"/>
                  <a:pt x="450" y="5"/>
                </a:cubicBezTo>
                <a:cubicBezTo>
                  <a:pt x="450" y="5"/>
                  <a:pt x="451" y="6"/>
                  <a:pt x="452" y="7"/>
                </a:cubicBezTo>
                <a:cubicBezTo>
                  <a:pt x="453" y="8"/>
                  <a:pt x="454" y="9"/>
                  <a:pt x="454" y="9"/>
                </a:cubicBezTo>
                <a:cubicBezTo>
                  <a:pt x="454" y="9"/>
                  <a:pt x="454" y="10"/>
                  <a:pt x="455" y="12"/>
                </a:cubicBezTo>
                <a:cubicBezTo>
                  <a:pt x="457" y="15"/>
                  <a:pt x="457" y="16"/>
                  <a:pt x="456" y="16"/>
                </a:cubicBezTo>
                <a:cubicBezTo>
                  <a:pt x="456" y="16"/>
                  <a:pt x="456" y="17"/>
                  <a:pt x="457" y="20"/>
                </a:cubicBezTo>
                <a:cubicBezTo>
                  <a:pt x="458" y="23"/>
                  <a:pt x="459" y="24"/>
                  <a:pt x="458" y="25"/>
                </a:cubicBezTo>
                <a:cubicBezTo>
                  <a:pt x="458" y="50"/>
                  <a:pt x="440" y="62"/>
                  <a:pt x="402" y="62"/>
                </a:cubicBezTo>
                <a:cubicBezTo>
                  <a:pt x="398" y="62"/>
                  <a:pt x="393" y="62"/>
                  <a:pt x="388" y="62"/>
                </a:cubicBezTo>
                <a:cubicBezTo>
                  <a:pt x="382" y="62"/>
                  <a:pt x="378" y="62"/>
                  <a:pt x="376" y="61"/>
                </a:cubicBezTo>
                <a:lnTo>
                  <a:pt x="325" y="61"/>
                </a:lnTo>
                <a:lnTo>
                  <a:pt x="329" y="70"/>
                </a:lnTo>
                <a:cubicBezTo>
                  <a:pt x="340" y="91"/>
                  <a:pt x="345" y="115"/>
                  <a:pt x="345" y="142"/>
                </a:cubicBezTo>
                <a:cubicBezTo>
                  <a:pt x="345" y="204"/>
                  <a:pt x="322" y="259"/>
                  <a:pt x="277" y="305"/>
                </a:cubicBezTo>
                <a:cubicBezTo>
                  <a:pt x="232" y="351"/>
                  <a:pt x="183" y="374"/>
                  <a:pt x="129" y="374"/>
                </a:cubicBezTo>
                <a:moveTo>
                  <a:pt x="279" y="129"/>
                </a:moveTo>
                <a:cubicBezTo>
                  <a:pt x="279" y="84"/>
                  <a:pt x="255" y="61"/>
                  <a:pt x="207" y="61"/>
                </a:cubicBezTo>
                <a:cubicBezTo>
                  <a:pt x="137" y="61"/>
                  <a:pt x="92" y="110"/>
                  <a:pt x="71" y="209"/>
                </a:cubicBezTo>
                <a:cubicBezTo>
                  <a:pt x="70" y="211"/>
                  <a:pt x="70" y="213"/>
                  <a:pt x="70" y="214"/>
                </a:cubicBezTo>
                <a:cubicBezTo>
                  <a:pt x="66" y="235"/>
                  <a:pt x="63" y="252"/>
                  <a:pt x="63" y="266"/>
                </a:cubicBezTo>
                <a:cubicBezTo>
                  <a:pt x="63" y="294"/>
                  <a:pt x="70" y="314"/>
                  <a:pt x="84" y="325"/>
                </a:cubicBezTo>
                <a:cubicBezTo>
                  <a:pt x="99" y="336"/>
                  <a:pt x="115" y="342"/>
                  <a:pt x="133" y="343"/>
                </a:cubicBezTo>
                <a:cubicBezTo>
                  <a:pt x="163" y="343"/>
                  <a:pt x="191" y="329"/>
                  <a:pt x="216" y="303"/>
                </a:cubicBezTo>
                <a:cubicBezTo>
                  <a:pt x="233" y="286"/>
                  <a:pt x="246" y="264"/>
                  <a:pt x="256" y="235"/>
                </a:cubicBezTo>
                <a:cubicBezTo>
                  <a:pt x="266" y="207"/>
                  <a:pt x="272" y="185"/>
                  <a:pt x="275" y="168"/>
                </a:cubicBezTo>
                <a:cubicBezTo>
                  <a:pt x="277" y="150"/>
                  <a:pt x="278" y="137"/>
                  <a:pt x="279" y="1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72" name=""/>
          <p:cNvSpPr/>
          <p:nvPr/>
        </p:nvSpPr>
        <p:spPr>
          <a:xfrm>
            <a:off x="4943520" y="274104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2" y="38"/>
                </a:moveTo>
                <a:cubicBezTo>
                  <a:pt x="170" y="38"/>
                  <a:pt x="168" y="38"/>
                  <a:pt x="165" y="38"/>
                </a:cubicBezTo>
                <a:cubicBezTo>
                  <a:pt x="151" y="38"/>
                  <a:pt x="142" y="38"/>
                  <a:pt x="139" y="38"/>
                </a:cubicBezTo>
                <a:cubicBezTo>
                  <a:pt x="137" y="37"/>
                  <a:pt x="135" y="34"/>
                  <a:pt x="135" y="28"/>
                </a:cubicBezTo>
                <a:cubicBezTo>
                  <a:pt x="135" y="13"/>
                  <a:pt x="138" y="4"/>
                  <a:pt x="144" y="0"/>
                </a:cubicBezTo>
                <a:cubicBezTo>
                  <a:pt x="146" y="0"/>
                  <a:pt x="173" y="0"/>
                  <a:pt x="226" y="0"/>
                </a:cubicBezTo>
                <a:cubicBezTo>
                  <a:pt x="270" y="0"/>
                  <a:pt x="295" y="0"/>
                  <a:pt x="301" y="0"/>
                </a:cubicBezTo>
                <a:cubicBezTo>
                  <a:pt x="307" y="0"/>
                  <a:pt x="311" y="1"/>
                  <a:pt x="313" y="5"/>
                </a:cubicBezTo>
                <a:cubicBezTo>
                  <a:pt x="432" y="285"/>
                  <a:pt x="493" y="428"/>
                  <a:pt x="495" y="436"/>
                </a:cubicBezTo>
                <a:lnTo>
                  <a:pt x="541" y="256"/>
                </a:lnTo>
                <a:cubicBezTo>
                  <a:pt x="571" y="136"/>
                  <a:pt x="586" y="73"/>
                  <a:pt x="586" y="65"/>
                </a:cubicBezTo>
                <a:cubicBezTo>
                  <a:pt x="586" y="49"/>
                  <a:pt x="568" y="41"/>
                  <a:pt x="531" y="38"/>
                </a:cubicBezTo>
                <a:cubicBezTo>
                  <a:pt x="518" y="38"/>
                  <a:pt x="511" y="35"/>
                  <a:pt x="511" y="29"/>
                </a:cubicBezTo>
                <a:cubicBezTo>
                  <a:pt x="511" y="28"/>
                  <a:pt x="512" y="25"/>
                  <a:pt x="513" y="19"/>
                </a:cubicBezTo>
                <a:cubicBezTo>
                  <a:pt x="515" y="10"/>
                  <a:pt x="517" y="5"/>
                  <a:pt x="518" y="3"/>
                </a:cubicBezTo>
                <a:cubicBezTo>
                  <a:pt x="519" y="1"/>
                  <a:pt x="522" y="0"/>
                  <a:pt x="526" y="0"/>
                </a:cubicBezTo>
                <a:cubicBezTo>
                  <a:pt x="528" y="0"/>
                  <a:pt x="537" y="0"/>
                  <a:pt x="553" y="0"/>
                </a:cubicBezTo>
                <a:cubicBezTo>
                  <a:pt x="568" y="1"/>
                  <a:pt x="592" y="2"/>
                  <a:pt x="623" y="2"/>
                </a:cubicBezTo>
                <a:cubicBezTo>
                  <a:pt x="651" y="2"/>
                  <a:pt x="672" y="2"/>
                  <a:pt x="687" y="1"/>
                </a:cubicBezTo>
                <a:cubicBezTo>
                  <a:pt x="702" y="1"/>
                  <a:pt x="710" y="0"/>
                  <a:pt x="712" y="0"/>
                </a:cubicBezTo>
                <a:cubicBezTo>
                  <a:pt x="721" y="0"/>
                  <a:pt x="725" y="3"/>
                  <a:pt x="725" y="9"/>
                </a:cubicBezTo>
                <a:cubicBezTo>
                  <a:pt x="725" y="21"/>
                  <a:pt x="723" y="30"/>
                  <a:pt x="718" y="34"/>
                </a:cubicBezTo>
                <a:cubicBezTo>
                  <a:pt x="717" y="37"/>
                  <a:pt x="711" y="38"/>
                  <a:pt x="700" y="38"/>
                </a:cubicBezTo>
                <a:cubicBezTo>
                  <a:pt x="660" y="41"/>
                  <a:pt x="635" y="52"/>
                  <a:pt x="624" y="72"/>
                </a:cubicBezTo>
                <a:lnTo>
                  <a:pt x="499" y="572"/>
                </a:lnTo>
                <a:cubicBezTo>
                  <a:pt x="497" y="576"/>
                  <a:pt x="492" y="578"/>
                  <a:pt x="481" y="578"/>
                </a:cubicBezTo>
                <a:cubicBezTo>
                  <a:pt x="473" y="578"/>
                  <a:pt x="468" y="577"/>
                  <a:pt x="466" y="576"/>
                </a:cubicBezTo>
                <a:cubicBezTo>
                  <a:pt x="465" y="574"/>
                  <a:pt x="428" y="489"/>
                  <a:pt x="357" y="320"/>
                </a:cubicBezTo>
                <a:lnTo>
                  <a:pt x="249" y="66"/>
                </a:lnTo>
                <a:lnTo>
                  <a:pt x="194" y="287"/>
                </a:lnTo>
                <a:cubicBezTo>
                  <a:pt x="158" y="431"/>
                  <a:pt x="139" y="506"/>
                  <a:pt x="139" y="511"/>
                </a:cubicBezTo>
                <a:cubicBezTo>
                  <a:pt x="142" y="529"/>
                  <a:pt x="163" y="539"/>
                  <a:pt x="200" y="539"/>
                </a:cubicBezTo>
                <a:lnTo>
                  <a:pt x="209" y="539"/>
                </a:lnTo>
                <a:cubicBezTo>
                  <a:pt x="212" y="541"/>
                  <a:pt x="214" y="544"/>
                  <a:pt x="214" y="545"/>
                </a:cubicBezTo>
                <a:cubicBezTo>
                  <a:pt x="214" y="547"/>
                  <a:pt x="213" y="552"/>
                  <a:pt x="212" y="561"/>
                </a:cubicBezTo>
                <a:cubicBezTo>
                  <a:pt x="210" y="569"/>
                  <a:pt x="207" y="574"/>
                  <a:pt x="204" y="578"/>
                </a:cubicBezTo>
                <a:lnTo>
                  <a:pt x="193" y="578"/>
                </a:lnTo>
                <a:cubicBezTo>
                  <a:pt x="175" y="576"/>
                  <a:pt x="145" y="576"/>
                  <a:pt x="101" y="576"/>
                </a:cubicBezTo>
                <a:cubicBezTo>
                  <a:pt x="86" y="576"/>
                  <a:pt x="71" y="576"/>
                  <a:pt x="58" y="576"/>
                </a:cubicBezTo>
                <a:cubicBezTo>
                  <a:pt x="45" y="576"/>
                  <a:pt x="35" y="576"/>
                  <a:pt x="27" y="576"/>
                </a:cubicBezTo>
                <a:cubicBezTo>
                  <a:pt x="19" y="576"/>
                  <a:pt x="14" y="576"/>
                  <a:pt x="13" y="577"/>
                </a:cubicBezTo>
                <a:cubicBezTo>
                  <a:pt x="4" y="577"/>
                  <a:pt x="0" y="574"/>
                  <a:pt x="0" y="569"/>
                </a:cubicBezTo>
                <a:cubicBezTo>
                  <a:pt x="0" y="567"/>
                  <a:pt x="1" y="562"/>
                  <a:pt x="3" y="556"/>
                </a:cubicBezTo>
                <a:cubicBezTo>
                  <a:pt x="4" y="549"/>
                  <a:pt x="6" y="545"/>
                  <a:pt x="7" y="544"/>
                </a:cubicBezTo>
                <a:cubicBezTo>
                  <a:pt x="8" y="540"/>
                  <a:pt x="14" y="539"/>
                  <a:pt x="26" y="539"/>
                </a:cubicBezTo>
                <a:cubicBezTo>
                  <a:pt x="65" y="537"/>
                  <a:pt x="89" y="526"/>
                  <a:pt x="101" y="506"/>
                </a:cubicBezTo>
                <a:cubicBezTo>
                  <a:pt x="103" y="502"/>
                  <a:pt x="123" y="424"/>
                  <a:pt x="161" y="272"/>
                </a:cubicBezTo>
                <a:lnTo>
                  <a:pt x="218" y="41"/>
                </a:lnTo>
                <a:cubicBezTo>
                  <a:pt x="217" y="40"/>
                  <a:pt x="201" y="40"/>
                  <a:pt x="172" y="3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73" name=""/>
          <p:cNvSpPr/>
          <p:nvPr/>
        </p:nvSpPr>
        <p:spPr>
          <a:xfrm>
            <a:off x="5232600" y="272052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0" y="422"/>
                </a:moveTo>
                <a:cubicBezTo>
                  <a:pt x="0" y="384"/>
                  <a:pt x="3" y="347"/>
                  <a:pt x="9" y="312"/>
                </a:cubicBezTo>
                <a:cubicBezTo>
                  <a:pt x="14" y="277"/>
                  <a:pt x="21" y="247"/>
                  <a:pt x="28" y="221"/>
                </a:cubicBezTo>
                <a:cubicBezTo>
                  <a:pt x="36" y="196"/>
                  <a:pt x="47" y="171"/>
                  <a:pt x="60" y="147"/>
                </a:cubicBezTo>
                <a:cubicBezTo>
                  <a:pt x="74" y="123"/>
                  <a:pt x="85" y="104"/>
                  <a:pt x="93" y="90"/>
                </a:cubicBezTo>
                <a:cubicBezTo>
                  <a:pt x="100" y="77"/>
                  <a:pt x="112" y="62"/>
                  <a:pt x="128" y="46"/>
                </a:cubicBezTo>
                <a:cubicBezTo>
                  <a:pt x="144" y="31"/>
                  <a:pt x="153" y="21"/>
                  <a:pt x="156" y="18"/>
                </a:cubicBezTo>
                <a:cubicBezTo>
                  <a:pt x="159" y="14"/>
                  <a:pt x="166" y="8"/>
                  <a:pt x="177" y="0"/>
                </a:cubicBezTo>
                <a:lnTo>
                  <a:pt x="188" y="0"/>
                </a:lnTo>
                <a:lnTo>
                  <a:pt x="191" y="0"/>
                </a:lnTo>
                <a:cubicBezTo>
                  <a:pt x="199" y="0"/>
                  <a:pt x="203" y="3"/>
                  <a:pt x="203" y="8"/>
                </a:cubicBezTo>
                <a:cubicBezTo>
                  <a:pt x="203" y="9"/>
                  <a:pt x="198" y="15"/>
                  <a:pt x="189" y="25"/>
                </a:cubicBezTo>
                <a:cubicBezTo>
                  <a:pt x="179" y="36"/>
                  <a:pt x="168" y="50"/>
                  <a:pt x="154" y="70"/>
                </a:cubicBezTo>
                <a:cubicBezTo>
                  <a:pt x="141" y="90"/>
                  <a:pt x="127" y="114"/>
                  <a:pt x="113" y="143"/>
                </a:cubicBezTo>
                <a:cubicBezTo>
                  <a:pt x="99" y="171"/>
                  <a:pt x="87" y="210"/>
                  <a:pt x="77" y="259"/>
                </a:cubicBezTo>
                <a:cubicBezTo>
                  <a:pt x="68" y="308"/>
                  <a:pt x="63" y="363"/>
                  <a:pt x="63" y="422"/>
                </a:cubicBezTo>
                <a:cubicBezTo>
                  <a:pt x="63" y="483"/>
                  <a:pt x="68" y="537"/>
                  <a:pt x="77" y="586"/>
                </a:cubicBezTo>
                <a:cubicBezTo>
                  <a:pt x="87" y="634"/>
                  <a:pt x="98" y="673"/>
                  <a:pt x="112" y="703"/>
                </a:cubicBezTo>
                <a:cubicBezTo>
                  <a:pt x="125" y="733"/>
                  <a:pt x="139" y="757"/>
                  <a:pt x="153" y="776"/>
                </a:cubicBezTo>
                <a:cubicBezTo>
                  <a:pt x="167" y="794"/>
                  <a:pt x="179" y="809"/>
                  <a:pt x="189" y="820"/>
                </a:cubicBezTo>
                <a:cubicBezTo>
                  <a:pt x="198" y="832"/>
                  <a:pt x="203" y="838"/>
                  <a:pt x="203" y="838"/>
                </a:cubicBezTo>
                <a:cubicBezTo>
                  <a:pt x="203" y="843"/>
                  <a:pt x="199" y="846"/>
                  <a:pt x="191" y="846"/>
                </a:cubicBezTo>
                <a:lnTo>
                  <a:pt x="188" y="846"/>
                </a:lnTo>
                <a:lnTo>
                  <a:pt x="177" y="846"/>
                </a:lnTo>
                <a:lnTo>
                  <a:pt x="153" y="825"/>
                </a:lnTo>
                <a:cubicBezTo>
                  <a:pt x="100" y="778"/>
                  <a:pt x="62" y="718"/>
                  <a:pt x="37" y="646"/>
                </a:cubicBezTo>
                <a:cubicBezTo>
                  <a:pt x="12" y="575"/>
                  <a:pt x="0" y="500"/>
                  <a:pt x="0" y="42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74" name=""/>
          <p:cNvSpPr/>
          <p:nvPr/>
        </p:nvSpPr>
        <p:spPr>
          <a:xfrm>
            <a:off x="5337720" y="274608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6" y="431"/>
                </a:moveTo>
                <a:cubicBezTo>
                  <a:pt x="96" y="444"/>
                  <a:pt x="91" y="456"/>
                  <a:pt x="82" y="465"/>
                </a:cubicBezTo>
                <a:cubicBezTo>
                  <a:pt x="73" y="474"/>
                  <a:pt x="62" y="478"/>
                  <a:pt x="50" y="478"/>
                </a:cubicBezTo>
                <a:lnTo>
                  <a:pt x="44" y="478"/>
                </a:lnTo>
                <a:cubicBezTo>
                  <a:pt x="70" y="523"/>
                  <a:pt x="104" y="545"/>
                  <a:pt x="147" y="545"/>
                </a:cubicBezTo>
                <a:cubicBezTo>
                  <a:pt x="187" y="545"/>
                  <a:pt x="216" y="528"/>
                  <a:pt x="234" y="494"/>
                </a:cubicBezTo>
                <a:cubicBezTo>
                  <a:pt x="245" y="476"/>
                  <a:pt x="250" y="440"/>
                  <a:pt x="250" y="386"/>
                </a:cubicBezTo>
                <a:cubicBezTo>
                  <a:pt x="250" y="328"/>
                  <a:pt x="242" y="289"/>
                  <a:pt x="227" y="269"/>
                </a:cubicBezTo>
                <a:cubicBezTo>
                  <a:pt x="212" y="250"/>
                  <a:pt x="196" y="241"/>
                  <a:pt x="178" y="241"/>
                </a:cubicBezTo>
                <a:lnTo>
                  <a:pt x="173" y="241"/>
                </a:lnTo>
                <a:cubicBezTo>
                  <a:pt x="128" y="241"/>
                  <a:pt x="95" y="260"/>
                  <a:pt x="72" y="298"/>
                </a:cubicBezTo>
                <a:cubicBezTo>
                  <a:pt x="70" y="302"/>
                  <a:pt x="68" y="304"/>
                  <a:pt x="66" y="305"/>
                </a:cubicBezTo>
                <a:cubicBezTo>
                  <a:pt x="65" y="306"/>
                  <a:pt x="61" y="306"/>
                  <a:pt x="54" y="307"/>
                </a:cubicBezTo>
                <a:cubicBezTo>
                  <a:pt x="44" y="307"/>
                  <a:pt x="39" y="305"/>
                  <a:pt x="38" y="302"/>
                </a:cubicBezTo>
                <a:cubicBezTo>
                  <a:pt x="37" y="299"/>
                  <a:pt x="36" y="250"/>
                  <a:pt x="36" y="153"/>
                </a:cubicBezTo>
                <a:lnTo>
                  <a:pt x="36" y="44"/>
                </a:lnTo>
                <a:cubicBezTo>
                  <a:pt x="36" y="16"/>
                  <a:pt x="37" y="2"/>
                  <a:pt x="40" y="2"/>
                </a:cubicBezTo>
                <a:cubicBezTo>
                  <a:pt x="41" y="1"/>
                  <a:pt x="43" y="0"/>
                  <a:pt x="44" y="0"/>
                </a:cubicBezTo>
                <a:cubicBezTo>
                  <a:pt x="44" y="0"/>
                  <a:pt x="50" y="2"/>
                  <a:pt x="61" y="7"/>
                </a:cubicBezTo>
                <a:cubicBezTo>
                  <a:pt x="73" y="11"/>
                  <a:pt x="88" y="16"/>
                  <a:pt x="108" y="20"/>
                </a:cubicBezTo>
                <a:cubicBezTo>
                  <a:pt x="128" y="25"/>
                  <a:pt x="149" y="27"/>
                  <a:pt x="172" y="27"/>
                </a:cubicBezTo>
                <a:cubicBezTo>
                  <a:pt x="212" y="27"/>
                  <a:pt x="250" y="19"/>
                  <a:pt x="287" y="3"/>
                </a:cubicBezTo>
                <a:cubicBezTo>
                  <a:pt x="292" y="1"/>
                  <a:pt x="295" y="0"/>
                  <a:pt x="298" y="0"/>
                </a:cubicBezTo>
                <a:cubicBezTo>
                  <a:pt x="303" y="0"/>
                  <a:pt x="305" y="5"/>
                  <a:pt x="305" y="15"/>
                </a:cubicBezTo>
                <a:lnTo>
                  <a:pt x="305" y="26"/>
                </a:lnTo>
                <a:cubicBezTo>
                  <a:pt x="259" y="81"/>
                  <a:pt x="201" y="108"/>
                  <a:pt x="131" y="108"/>
                </a:cubicBezTo>
                <a:cubicBezTo>
                  <a:pt x="113" y="108"/>
                  <a:pt x="97" y="106"/>
                  <a:pt x="83" y="103"/>
                </a:cubicBezTo>
                <a:lnTo>
                  <a:pt x="75" y="101"/>
                </a:lnTo>
                <a:lnTo>
                  <a:pt x="75" y="248"/>
                </a:lnTo>
                <a:cubicBezTo>
                  <a:pt x="86" y="240"/>
                  <a:pt x="94" y="234"/>
                  <a:pt x="100" y="229"/>
                </a:cubicBezTo>
                <a:cubicBezTo>
                  <a:pt x="106" y="225"/>
                  <a:pt x="117" y="220"/>
                  <a:pt x="131" y="215"/>
                </a:cubicBezTo>
                <a:cubicBezTo>
                  <a:pt x="145" y="210"/>
                  <a:pt x="159" y="208"/>
                  <a:pt x="175" y="208"/>
                </a:cubicBezTo>
                <a:cubicBezTo>
                  <a:pt x="220" y="208"/>
                  <a:pt x="259" y="227"/>
                  <a:pt x="290" y="264"/>
                </a:cubicBezTo>
                <a:cubicBezTo>
                  <a:pt x="322" y="300"/>
                  <a:pt x="338" y="344"/>
                  <a:pt x="338" y="394"/>
                </a:cubicBezTo>
                <a:cubicBezTo>
                  <a:pt x="338" y="446"/>
                  <a:pt x="320" y="490"/>
                  <a:pt x="284" y="526"/>
                </a:cubicBezTo>
                <a:cubicBezTo>
                  <a:pt x="248" y="563"/>
                  <a:pt x="204" y="582"/>
                  <a:pt x="151" y="582"/>
                </a:cubicBezTo>
                <a:cubicBezTo>
                  <a:pt x="105" y="582"/>
                  <a:pt x="69" y="567"/>
                  <a:pt x="41" y="536"/>
                </a:cubicBezTo>
                <a:cubicBezTo>
                  <a:pt x="14" y="506"/>
                  <a:pt x="0" y="472"/>
                  <a:pt x="0" y="433"/>
                </a:cubicBezTo>
                <a:cubicBezTo>
                  <a:pt x="0" y="420"/>
                  <a:pt x="3" y="409"/>
                  <a:pt x="9" y="401"/>
                </a:cubicBezTo>
                <a:cubicBezTo>
                  <a:pt x="15" y="393"/>
                  <a:pt x="22" y="388"/>
                  <a:pt x="28" y="386"/>
                </a:cubicBezTo>
                <a:cubicBezTo>
                  <a:pt x="35" y="384"/>
                  <a:pt x="42" y="383"/>
                  <a:pt x="48" y="383"/>
                </a:cubicBezTo>
                <a:cubicBezTo>
                  <a:pt x="62" y="383"/>
                  <a:pt x="73" y="388"/>
                  <a:pt x="82" y="397"/>
                </a:cubicBezTo>
                <a:cubicBezTo>
                  <a:pt x="91" y="407"/>
                  <a:pt x="96" y="418"/>
                  <a:pt x="96" y="4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75" name=""/>
          <p:cNvSpPr/>
          <p:nvPr/>
        </p:nvSpPr>
        <p:spPr>
          <a:xfrm>
            <a:off x="5486400" y="274608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8"/>
                </a:moveTo>
                <a:cubicBezTo>
                  <a:pt x="79" y="23"/>
                  <a:pt x="122" y="0"/>
                  <a:pt x="177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7"/>
                  <a:pt x="308" y="62"/>
                  <a:pt x="325" y="100"/>
                </a:cubicBezTo>
                <a:cubicBezTo>
                  <a:pt x="346" y="146"/>
                  <a:pt x="356" y="211"/>
                  <a:pt x="356" y="293"/>
                </a:cubicBezTo>
                <a:cubicBezTo>
                  <a:pt x="356" y="381"/>
                  <a:pt x="344" y="447"/>
                  <a:pt x="320" y="493"/>
                </a:cubicBezTo>
                <a:cubicBezTo>
                  <a:pt x="309" y="517"/>
                  <a:pt x="293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7" y="580"/>
                  <a:pt x="192" y="582"/>
                  <a:pt x="178" y="582"/>
                </a:cubicBezTo>
                <a:cubicBezTo>
                  <a:pt x="163" y="582"/>
                  <a:pt x="149" y="580"/>
                  <a:pt x="134" y="577"/>
                </a:cubicBezTo>
                <a:cubicBezTo>
                  <a:pt x="119" y="574"/>
                  <a:pt x="102" y="565"/>
                  <a:pt x="83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4"/>
                  <a:pt x="16" y="120"/>
                  <a:pt x="48" y="68"/>
                </a:cubicBezTo>
                <a:moveTo>
                  <a:pt x="239" y="58"/>
                </a:moveTo>
                <a:cubicBezTo>
                  <a:pt x="222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5"/>
                  <a:pt x="83" y="199"/>
                  <a:pt x="83" y="282"/>
                </a:cubicBezTo>
                <a:cubicBezTo>
                  <a:pt x="83" y="371"/>
                  <a:pt x="85" y="430"/>
                  <a:pt x="89" y="458"/>
                </a:cubicBezTo>
                <a:cubicBezTo>
                  <a:pt x="94" y="486"/>
                  <a:pt x="104" y="508"/>
                  <a:pt x="120" y="525"/>
                </a:cubicBezTo>
                <a:cubicBezTo>
                  <a:pt x="135" y="542"/>
                  <a:pt x="155" y="550"/>
                  <a:pt x="178" y="550"/>
                </a:cubicBezTo>
                <a:cubicBezTo>
                  <a:pt x="200" y="550"/>
                  <a:pt x="221" y="542"/>
                  <a:pt x="236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3" y="366"/>
                  <a:pt x="274" y="282"/>
                </a:cubicBezTo>
                <a:cubicBezTo>
                  <a:pt x="274" y="200"/>
                  <a:pt x="271" y="146"/>
                  <a:pt x="267" y="120"/>
                </a:cubicBezTo>
                <a:cubicBezTo>
                  <a:pt x="262" y="94"/>
                  <a:pt x="253" y="73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76" name=""/>
          <p:cNvSpPr/>
          <p:nvPr/>
        </p:nvSpPr>
        <p:spPr>
          <a:xfrm>
            <a:off x="5650200" y="2911680"/>
            <a:ext cx="40320" cy="96120"/>
          </a:xfrm>
          <a:custGeom>
            <a:avLst/>
            <a:gdLst/>
            <a:ahLst/>
            <a:rect l="0" t="0" r="r" b="b"/>
            <a:pathLst>
              <a:path w="112" h="267">
                <a:moveTo>
                  <a:pt x="0" y="74"/>
                </a:moveTo>
                <a:cubicBezTo>
                  <a:pt x="0" y="74"/>
                  <a:pt x="0" y="67"/>
                  <a:pt x="0" y="53"/>
                </a:cubicBezTo>
                <a:cubicBezTo>
                  <a:pt x="0" y="39"/>
                  <a:pt x="5" y="27"/>
                  <a:pt x="15" y="16"/>
                </a:cubicBezTo>
                <a:cubicBezTo>
                  <a:pt x="24" y="5"/>
                  <a:pt x="36" y="0"/>
                  <a:pt x="51" y="0"/>
                </a:cubicBezTo>
                <a:cubicBezTo>
                  <a:pt x="67" y="0"/>
                  <a:pt x="81" y="7"/>
                  <a:pt x="93" y="21"/>
                </a:cubicBezTo>
                <a:cubicBezTo>
                  <a:pt x="105" y="37"/>
                  <a:pt x="112" y="61"/>
                  <a:pt x="112" y="97"/>
                </a:cubicBezTo>
                <a:cubicBezTo>
                  <a:pt x="112" y="116"/>
                  <a:pt x="110" y="136"/>
                  <a:pt x="105" y="154"/>
                </a:cubicBezTo>
                <a:cubicBezTo>
                  <a:pt x="100" y="173"/>
                  <a:pt x="94" y="189"/>
                  <a:pt x="87" y="202"/>
                </a:cubicBezTo>
                <a:cubicBezTo>
                  <a:pt x="80" y="216"/>
                  <a:pt x="73" y="227"/>
                  <a:pt x="65" y="237"/>
                </a:cubicBezTo>
                <a:cubicBezTo>
                  <a:pt x="57" y="247"/>
                  <a:pt x="51" y="254"/>
                  <a:pt x="45" y="260"/>
                </a:cubicBezTo>
                <a:cubicBezTo>
                  <a:pt x="39" y="265"/>
                  <a:pt x="36" y="268"/>
                  <a:pt x="34" y="267"/>
                </a:cubicBezTo>
                <a:cubicBezTo>
                  <a:pt x="32" y="267"/>
                  <a:pt x="28" y="265"/>
                  <a:pt x="23" y="260"/>
                </a:cubicBezTo>
                <a:cubicBezTo>
                  <a:pt x="18" y="255"/>
                  <a:pt x="15" y="251"/>
                  <a:pt x="15" y="249"/>
                </a:cubicBezTo>
                <a:cubicBezTo>
                  <a:pt x="15" y="247"/>
                  <a:pt x="18" y="242"/>
                  <a:pt x="25" y="235"/>
                </a:cubicBezTo>
                <a:cubicBezTo>
                  <a:pt x="31" y="229"/>
                  <a:pt x="38" y="220"/>
                  <a:pt x="46" y="210"/>
                </a:cubicBezTo>
                <a:cubicBezTo>
                  <a:pt x="54" y="200"/>
                  <a:pt x="61" y="186"/>
                  <a:pt x="68" y="168"/>
                </a:cubicBezTo>
                <a:cubicBezTo>
                  <a:pt x="74" y="150"/>
                  <a:pt x="79" y="129"/>
                  <a:pt x="81" y="106"/>
                </a:cubicBezTo>
                <a:lnTo>
                  <a:pt x="81" y="96"/>
                </a:lnTo>
                <a:lnTo>
                  <a:pt x="80" y="97"/>
                </a:lnTo>
                <a:cubicBezTo>
                  <a:pt x="79" y="97"/>
                  <a:pt x="78" y="98"/>
                  <a:pt x="76" y="98"/>
                </a:cubicBezTo>
                <a:cubicBezTo>
                  <a:pt x="74" y="99"/>
                  <a:pt x="73" y="100"/>
                  <a:pt x="71" y="101"/>
                </a:cubicBezTo>
                <a:cubicBezTo>
                  <a:pt x="69" y="102"/>
                  <a:pt x="67" y="103"/>
                  <a:pt x="64" y="103"/>
                </a:cubicBezTo>
                <a:cubicBezTo>
                  <a:pt x="60" y="103"/>
                  <a:pt x="57" y="103"/>
                  <a:pt x="53" y="104"/>
                </a:cubicBezTo>
                <a:cubicBezTo>
                  <a:pt x="38" y="104"/>
                  <a:pt x="26" y="99"/>
                  <a:pt x="16" y="89"/>
                </a:cubicBezTo>
                <a:lnTo>
                  <a:pt x="0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77" name=""/>
          <p:cNvSpPr/>
          <p:nvPr/>
        </p:nvSpPr>
        <p:spPr>
          <a:xfrm>
            <a:off x="5787000" y="2746080"/>
            <a:ext cx="104760" cy="203040"/>
          </a:xfrm>
          <a:custGeom>
            <a:avLst/>
            <a:gdLst/>
            <a:ahLst/>
            <a:rect l="0" t="0" r="r" b="b"/>
            <a:pathLst>
              <a:path w="291" h="564">
                <a:moveTo>
                  <a:pt x="111" y="74"/>
                </a:moveTo>
                <a:lnTo>
                  <a:pt x="100" y="79"/>
                </a:lnTo>
                <a:cubicBezTo>
                  <a:pt x="92" y="81"/>
                  <a:pt x="81" y="84"/>
                  <a:pt x="66" y="87"/>
                </a:cubicBezTo>
                <a:cubicBezTo>
                  <a:pt x="51" y="90"/>
                  <a:pt x="35" y="92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3" y="53"/>
                  <a:pt x="68" y="49"/>
                  <a:pt x="90" y="41"/>
                </a:cubicBezTo>
                <a:cubicBezTo>
                  <a:pt x="113" y="34"/>
                  <a:pt x="129" y="27"/>
                  <a:pt x="138" y="21"/>
                </a:cubicBezTo>
                <a:cubicBezTo>
                  <a:pt x="147" y="15"/>
                  <a:pt x="155" y="9"/>
                  <a:pt x="161" y="3"/>
                </a:cubicBezTo>
                <a:cubicBezTo>
                  <a:pt x="162" y="1"/>
                  <a:pt x="166" y="0"/>
                  <a:pt x="171" y="0"/>
                </a:cubicBezTo>
                <a:cubicBezTo>
                  <a:pt x="177" y="0"/>
                  <a:pt x="181" y="2"/>
                  <a:pt x="186" y="5"/>
                </a:cubicBezTo>
                <a:lnTo>
                  <a:pt x="186" y="258"/>
                </a:lnTo>
                <a:lnTo>
                  <a:pt x="187" y="511"/>
                </a:lnTo>
                <a:cubicBezTo>
                  <a:pt x="191" y="515"/>
                  <a:pt x="194" y="517"/>
                  <a:pt x="197" y="519"/>
                </a:cubicBezTo>
                <a:cubicBezTo>
                  <a:pt x="200" y="520"/>
                  <a:pt x="206" y="522"/>
                  <a:pt x="217" y="523"/>
                </a:cubicBezTo>
                <a:cubicBezTo>
                  <a:pt x="228" y="524"/>
                  <a:pt x="245" y="525"/>
                  <a:pt x="269" y="525"/>
                </a:cubicBezTo>
                <a:lnTo>
                  <a:pt x="291" y="525"/>
                </a:lnTo>
                <a:lnTo>
                  <a:pt x="291" y="564"/>
                </a:lnTo>
                <a:lnTo>
                  <a:pt x="282" y="564"/>
                </a:lnTo>
                <a:cubicBezTo>
                  <a:pt x="270" y="562"/>
                  <a:pt x="226" y="561"/>
                  <a:pt x="148" y="561"/>
                </a:cubicBezTo>
                <a:cubicBezTo>
                  <a:pt x="71" y="561"/>
                  <a:pt x="27" y="562"/>
                  <a:pt x="14" y="564"/>
                </a:cubicBezTo>
                <a:lnTo>
                  <a:pt x="4" y="564"/>
                </a:lnTo>
                <a:lnTo>
                  <a:pt x="4" y="525"/>
                </a:lnTo>
                <a:lnTo>
                  <a:pt x="27" y="525"/>
                </a:lnTo>
                <a:cubicBezTo>
                  <a:pt x="39" y="525"/>
                  <a:pt x="50" y="525"/>
                  <a:pt x="59" y="525"/>
                </a:cubicBezTo>
                <a:cubicBezTo>
                  <a:pt x="68" y="525"/>
                  <a:pt x="75" y="524"/>
                  <a:pt x="80" y="524"/>
                </a:cubicBezTo>
                <a:cubicBezTo>
                  <a:pt x="85" y="523"/>
                  <a:pt x="90" y="522"/>
                  <a:pt x="94" y="520"/>
                </a:cubicBezTo>
                <a:cubicBezTo>
                  <a:pt x="98" y="519"/>
                  <a:pt x="100" y="519"/>
                  <a:pt x="100" y="519"/>
                </a:cubicBezTo>
                <a:cubicBezTo>
                  <a:pt x="101" y="519"/>
                  <a:pt x="103" y="517"/>
                  <a:pt x="106" y="514"/>
                </a:cubicBezTo>
                <a:cubicBezTo>
                  <a:pt x="108" y="512"/>
                  <a:pt x="110" y="510"/>
                  <a:pt x="111" y="511"/>
                </a:cubicBezTo>
                <a:lnTo>
                  <a:pt x="111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78" name=""/>
          <p:cNvSpPr/>
          <p:nvPr/>
        </p:nvSpPr>
        <p:spPr>
          <a:xfrm>
            <a:off x="5925600" y="274608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9" y="68"/>
                </a:moveTo>
                <a:cubicBezTo>
                  <a:pt x="81" y="23"/>
                  <a:pt x="124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7"/>
                  <a:pt x="308" y="62"/>
                  <a:pt x="325" y="100"/>
                </a:cubicBezTo>
                <a:cubicBezTo>
                  <a:pt x="346" y="146"/>
                  <a:pt x="357" y="211"/>
                  <a:pt x="357" y="293"/>
                </a:cubicBezTo>
                <a:cubicBezTo>
                  <a:pt x="357" y="381"/>
                  <a:pt x="344" y="447"/>
                  <a:pt x="320" y="493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8" y="580"/>
                  <a:pt x="193" y="582"/>
                  <a:pt x="179" y="582"/>
                </a:cubicBezTo>
                <a:cubicBezTo>
                  <a:pt x="165" y="582"/>
                  <a:pt x="150" y="580"/>
                  <a:pt x="135" y="577"/>
                </a:cubicBezTo>
                <a:cubicBezTo>
                  <a:pt x="121" y="574"/>
                  <a:pt x="103" y="565"/>
                  <a:pt x="84" y="550"/>
                </a:cubicBezTo>
                <a:cubicBezTo>
                  <a:pt x="64" y="535"/>
                  <a:pt x="49" y="516"/>
                  <a:pt x="36" y="493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4"/>
                  <a:pt x="16" y="120"/>
                  <a:pt x="49" y="68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6" y="31"/>
                  <a:pt x="135" y="40"/>
                  <a:pt x="118" y="58"/>
                </a:cubicBezTo>
                <a:cubicBezTo>
                  <a:pt x="104" y="73"/>
                  <a:pt x="95" y="93"/>
                  <a:pt x="91" y="119"/>
                </a:cubicBezTo>
                <a:cubicBezTo>
                  <a:pt x="86" y="145"/>
                  <a:pt x="84" y="199"/>
                  <a:pt x="84" y="282"/>
                </a:cubicBezTo>
                <a:cubicBezTo>
                  <a:pt x="84" y="371"/>
                  <a:pt x="86" y="430"/>
                  <a:pt x="91" y="458"/>
                </a:cubicBezTo>
                <a:cubicBezTo>
                  <a:pt x="95" y="486"/>
                  <a:pt x="105" y="508"/>
                  <a:pt x="121" y="525"/>
                </a:cubicBezTo>
                <a:cubicBezTo>
                  <a:pt x="137" y="542"/>
                  <a:pt x="156" y="550"/>
                  <a:pt x="179" y="550"/>
                </a:cubicBezTo>
                <a:cubicBezTo>
                  <a:pt x="202" y="550"/>
                  <a:pt x="221" y="542"/>
                  <a:pt x="237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3" y="366"/>
                  <a:pt x="274" y="282"/>
                </a:cubicBezTo>
                <a:cubicBezTo>
                  <a:pt x="274" y="200"/>
                  <a:pt x="272" y="146"/>
                  <a:pt x="267" y="120"/>
                </a:cubicBezTo>
                <a:cubicBezTo>
                  <a:pt x="263" y="94"/>
                  <a:pt x="253" y="73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79" name=""/>
          <p:cNvSpPr/>
          <p:nvPr/>
        </p:nvSpPr>
        <p:spPr>
          <a:xfrm>
            <a:off x="6086520" y="2685960"/>
            <a:ext cx="86040" cy="143280"/>
          </a:xfrm>
          <a:custGeom>
            <a:avLst/>
            <a:gdLst/>
            <a:ahLst/>
            <a:rect l="0" t="0" r="r" b="b"/>
            <a:pathLst>
              <a:path w="239" h="398">
                <a:moveTo>
                  <a:pt x="35" y="141"/>
                </a:moveTo>
                <a:cubicBezTo>
                  <a:pt x="25" y="141"/>
                  <a:pt x="16" y="138"/>
                  <a:pt x="10" y="131"/>
                </a:cubicBezTo>
                <a:cubicBezTo>
                  <a:pt x="3" y="123"/>
                  <a:pt x="0" y="115"/>
                  <a:pt x="0" y="104"/>
                </a:cubicBezTo>
                <a:cubicBezTo>
                  <a:pt x="0" y="76"/>
                  <a:pt x="11" y="52"/>
                  <a:pt x="32" y="31"/>
                </a:cubicBezTo>
                <a:cubicBezTo>
                  <a:pt x="53" y="10"/>
                  <a:pt x="79" y="0"/>
                  <a:pt x="112" y="0"/>
                </a:cubicBezTo>
                <a:cubicBezTo>
                  <a:pt x="148" y="0"/>
                  <a:pt x="178" y="11"/>
                  <a:pt x="202" y="33"/>
                </a:cubicBezTo>
                <a:cubicBezTo>
                  <a:pt x="227" y="56"/>
                  <a:pt x="239" y="84"/>
                  <a:pt x="239" y="120"/>
                </a:cubicBezTo>
                <a:cubicBezTo>
                  <a:pt x="239" y="137"/>
                  <a:pt x="235" y="153"/>
                  <a:pt x="227" y="169"/>
                </a:cubicBezTo>
                <a:cubicBezTo>
                  <a:pt x="219" y="184"/>
                  <a:pt x="210" y="198"/>
                  <a:pt x="199" y="209"/>
                </a:cubicBezTo>
                <a:cubicBezTo>
                  <a:pt x="188" y="221"/>
                  <a:pt x="172" y="236"/>
                  <a:pt x="151" y="254"/>
                </a:cubicBezTo>
                <a:cubicBezTo>
                  <a:pt x="137" y="266"/>
                  <a:pt x="117" y="285"/>
                  <a:pt x="90" y="310"/>
                </a:cubicBezTo>
                <a:lnTo>
                  <a:pt x="55" y="343"/>
                </a:lnTo>
                <a:lnTo>
                  <a:pt x="100" y="344"/>
                </a:lnTo>
                <a:cubicBezTo>
                  <a:pt x="164" y="344"/>
                  <a:pt x="197" y="343"/>
                  <a:pt x="201" y="341"/>
                </a:cubicBezTo>
                <a:cubicBezTo>
                  <a:pt x="204" y="340"/>
                  <a:pt x="209" y="322"/>
                  <a:pt x="215" y="287"/>
                </a:cubicBezTo>
                <a:lnTo>
                  <a:pt x="215" y="286"/>
                </a:lnTo>
                <a:lnTo>
                  <a:pt x="239" y="286"/>
                </a:lnTo>
                <a:lnTo>
                  <a:pt x="239" y="287"/>
                </a:lnTo>
                <a:cubicBezTo>
                  <a:pt x="239" y="289"/>
                  <a:pt x="236" y="307"/>
                  <a:pt x="232" y="342"/>
                </a:cubicBezTo>
                <a:cubicBezTo>
                  <a:pt x="227" y="377"/>
                  <a:pt x="224" y="395"/>
                  <a:pt x="223" y="397"/>
                </a:cubicBezTo>
                <a:lnTo>
                  <a:pt x="223" y="398"/>
                </a:lnTo>
                <a:lnTo>
                  <a:pt x="0" y="398"/>
                </a:lnTo>
                <a:lnTo>
                  <a:pt x="0" y="387"/>
                </a:lnTo>
                <a:lnTo>
                  <a:pt x="0" y="380"/>
                </a:lnTo>
                <a:cubicBezTo>
                  <a:pt x="0" y="377"/>
                  <a:pt x="1" y="374"/>
                  <a:pt x="4" y="371"/>
                </a:cubicBezTo>
                <a:cubicBezTo>
                  <a:pt x="6" y="368"/>
                  <a:pt x="12" y="361"/>
                  <a:pt x="22" y="350"/>
                </a:cubicBezTo>
                <a:cubicBezTo>
                  <a:pt x="33" y="337"/>
                  <a:pt x="43" y="326"/>
                  <a:pt x="51" y="317"/>
                </a:cubicBezTo>
                <a:cubicBezTo>
                  <a:pt x="55" y="313"/>
                  <a:pt x="62" y="305"/>
                  <a:pt x="72" y="295"/>
                </a:cubicBezTo>
                <a:cubicBezTo>
                  <a:pt x="82" y="284"/>
                  <a:pt x="88" y="275"/>
                  <a:pt x="92" y="271"/>
                </a:cubicBezTo>
                <a:cubicBezTo>
                  <a:pt x="96" y="268"/>
                  <a:pt x="101" y="261"/>
                  <a:pt x="109" y="252"/>
                </a:cubicBezTo>
                <a:cubicBezTo>
                  <a:pt x="118" y="243"/>
                  <a:pt x="124" y="236"/>
                  <a:pt x="127" y="231"/>
                </a:cubicBezTo>
                <a:cubicBezTo>
                  <a:pt x="130" y="227"/>
                  <a:pt x="135" y="221"/>
                  <a:pt x="141" y="214"/>
                </a:cubicBezTo>
                <a:cubicBezTo>
                  <a:pt x="147" y="206"/>
                  <a:pt x="151" y="200"/>
                  <a:pt x="153" y="194"/>
                </a:cubicBezTo>
                <a:cubicBezTo>
                  <a:pt x="156" y="189"/>
                  <a:pt x="159" y="184"/>
                  <a:pt x="162" y="177"/>
                </a:cubicBezTo>
                <a:cubicBezTo>
                  <a:pt x="166" y="171"/>
                  <a:pt x="168" y="164"/>
                  <a:pt x="170" y="158"/>
                </a:cubicBezTo>
                <a:cubicBezTo>
                  <a:pt x="172" y="152"/>
                  <a:pt x="173" y="146"/>
                  <a:pt x="174" y="140"/>
                </a:cubicBezTo>
                <a:cubicBezTo>
                  <a:pt x="175" y="135"/>
                  <a:pt x="176" y="128"/>
                  <a:pt x="176" y="120"/>
                </a:cubicBezTo>
                <a:cubicBezTo>
                  <a:pt x="176" y="95"/>
                  <a:pt x="169" y="74"/>
                  <a:pt x="156" y="55"/>
                </a:cubicBezTo>
                <a:cubicBezTo>
                  <a:pt x="142" y="37"/>
                  <a:pt x="123" y="28"/>
                  <a:pt x="97" y="28"/>
                </a:cubicBezTo>
                <a:cubicBezTo>
                  <a:pt x="84" y="28"/>
                  <a:pt x="72" y="31"/>
                  <a:pt x="62" y="38"/>
                </a:cubicBezTo>
                <a:cubicBezTo>
                  <a:pt x="52" y="45"/>
                  <a:pt x="45" y="51"/>
                  <a:pt x="41" y="58"/>
                </a:cubicBezTo>
                <a:cubicBezTo>
                  <a:pt x="37" y="64"/>
                  <a:pt x="35" y="68"/>
                  <a:pt x="35" y="69"/>
                </a:cubicBezTo>
                <a:cubicBezTo>
                  <a:pt x="35" y="69"/>
                  <a:pt x="36" y="70"/>
                  <a:pt x="38" y="70"/>
                </a:cubicBezTo>
                <a:cubicBezTo>
                  <a:pt x="45" y="70"/>
                  <a:pt x="53" y="72"/>
                  <a:pt x="60" y="78"/>
                </a:cubicBezTo>
                <a:cubicBezTo>
                  <a:pt x="68" y="84"/>
                  <a:pt x="72" y="93"/>
                  <a:pt x="72" y="105"/>
                </a:cubicBezTo>
                <a:cubicBezTo>
                  <a:pt x="72" y="115"/>
                  <a:pt x="69" y="124"/>
                  <a:pt x="62" y="131"/>
                </a:cubicBezTo>
                <a:cubicBezTo>
                  <a:pt x="56" y="137"/>
                  <a:pt x="47" y="141"/>
                  <a:pt x="35" y="1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80" name=""/>
          <p:cNvSpPr/>
          <p:nvPr/>
        </p:nvSpPr>
        <p:spPr>
          <a:xfrm>
            <a:off x="6215400" y="2720520"/>
            <a:ext cx="72720" cy="304560"/>
          </a:xfrm>
          <a:custGeom>
            <a:avLst/>
            <a:gdLst/>
            <a:ahLst/>
            <a:rect l="0" t="0" r="r" b="b"/>
            <a:pathLst>
              <a:path w="202" h="846">
                <a:moveTo>
                  <a:pt x="4" y="1"/>
                </a:moveTo>
                <a:lnTo>
                  <a:pt x="7" y="0"/>
                </a:lnTo>
                <a:cubicBezTo>
                  <a:pt x="10" y="0"/>
                  <a:pt x="13" y="0"/>
                  <a:pt x="16" y="0"/>
                </a:cubicBezTo>
                <a:lnTo>
                  <a:pt x="26" y="0"/>
                </a:lnTo>
                <a:lnTo>
                  <a:pt x="49" y="20"/>
                </a:lnTo>
                <a:cubicBezTo>
                  <a:pt x="102" y="68"/>
                  <a:pt x="142" y="128"/>
                  <a:pt x="166" y="199"/>
                </a:cubicBezTo>
                <a:cubicBezTo>
                  <a:pt x="190" y="271"/>
                  <a:pt x="202" y="345"/>
                  <a:pt x="202" y="422"/>
                </a:cubicBezTo>
                <a:cubicBezTo>
                  <a:pt x="202" y="462"/>
                  <a:pt x="200" y="499"/>
                  <a:pt x="194" y="534"/>
                </a:cubicBezTo>
                <a:cubicBezTo>
                  <a:pt x="188" y="569"/>
                  <a:pt x="182" y="600"/>
                  <a:pt x="174" y="624"/>
                </a:cubicBezTo>
                <a:cubicBezTo>
                  <a:pt x="167" y="649"/>
                  <a:pt x="157" y="674"/>
                  <a:pt x="143" y="699"/>
                </a:cubicBezTo>
                <a:cubicBezTo>
                  <a:pt x="130" y="723"/>
                  <a:pt x="118" y="742"/>
                  <a:pt x="110" y="755"/>
                </a:cubicBezTo>
                <a:cubicBezTo>
                  <a:pt x="102" y="768"/>
                  <a:pt x="91" y="783"/>
                  <a:pt x="76" y="798"/>
                </a:cubicBezTo>
                <a:cubicBezTo>
                  <a:pt x="60" y="814"/>
                  <a:pt x="51" y="823"/>
                  <a:pt x="48" y="826"/>
                </a:cubicBezTo>
                <a:cubicBezTo>
                  <a:pt x="46" y="829"/>
                  <a:pt x="39" y="834"/>
                  <a:pt x="29" y="842"/>
                </a:cubicBezTo>
                <a:cubicBezTo>
                  <a:pt x="27" y="844"/>
                  <a:pt x="26" y="845"/>
                  <a:pt x="26" y="846"/>
                </a:cubicBezTo>
                <a:lnTo>
                  <a:pt x="16" y="846"/>
                </a:lnTo>
                <a:cubicBezTo>
                  <a:pt x="11" y="846"/>
                  <a:pt x="8" y="846"/>
                  <a:pt x="6" y="846"/>
                </a:cubicBezTo>
                <a:cubicBezTo>
                  <a:pt x="5" y="846"/>
                  <a:pt x="3" y="845"/>
                  <a:pt x="2" y="843"/>
                </a:cubicBezTo>
                <a:cubicBezTo>
                  <a:pt x="1" y="841"/>
                  <a:pt x="0" y="839"/>
                  <a:pt x="0" y="836"/>
                </a:cubicBezTo>
                <a:cubicBezTo>
                  <a:pt x="0" y="835"/>
                  <a:pt x="3" y="831"/>
                  <a:pt x="9" y="825"/>
                </a:cubicBezTo>
                <a:cubicBezTo>
                  <a:pt x="96" y="734"/>
                  <a:pt x="141" y="600"/>
                  <a:pt x="141" y="422"/>
                </a:cubicBezTo>
                <a:cubicBezTo>
                  <a:pt x="141" y="246"/>
                  <a:pt x="96" y="112"/>
                  <a:pt x="9" y="21"/>
                </a:cubicBezTo>
                <a:cubicBezTo>
                  <a:pt x="3" y="14"/>
                  <a:pt x="0" y="11"/>
                  <a:pt x="0" y="10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81" name=""/>
          <p:cNvSpPr/>
          <p:nvPr/>
        </p:nvSpPr>
        <p:spPr>
          <a:xfrm>
            <a:off x="6924600" y="274104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2" y="38"/>
                </a:moveTo>
                <a:cubicBezTo>
                  <a:pt x="170" y="38"/>
                  <a:pt x="168" y="38"/>
                  <a:pt x="165" y="38"/>
                </a:cubicBezTo>
                <a:cubicBezTo>
                  <a:pt x="151" y="38"/>
                  <a:pt x="143" y="38"/>
                  <a:pt x="140" y="38"/>
                </a:cubicBezTo>
                <a:cubicBezTo>
                  <a:pt x="137" y="37"/>
                  <a:pt x="136" y="34"/>
                  <a:pt x="136" y="28"/>
                </a:cubicBezTo>
                <a:cubicBezTo>
                  <a:pt x="136" y="13"/>
                  <a:pt x="139" y="4"/>
                  <a:pt x="145" y="0"/>
                </a:cubicBezTo>
                <a:cubicBezTo>
                  <a:pt x="146" y="0"/>
                  <a:pt x="173" y="0"/>
                  <a:pt x="227" y="0"/>
                </a:cubicBezTo>
                <a:cubicBezTo>
                  <a:pt x="270" y="0"/>
                  <a:pt x="295" y="0"/>
                  <a:pt x="301" y="0"/>
                </a:cubicBezTo>
                <a:cubicBezTo>
                  <a:pt x="307" y="0"/>
                  <a:pt x="311" y="1"/>
                  <a:pt x="313" y="5"/>
                </a:cubicBezTo>
                <a:cubicBezTo>
                  <a:pt x="432" y="285"/>
                  <a:pt x="492" y="428"/>
                  <a:pt x="495" y="436"/>
                </a:cubicBezTo>
                <a:lnTo>
                  <a:pt x="540" y="256"/>
                </a:lnTo>
                <a:cubicBezTo>
                  <a:pt x="570" y="136"/>
                  <a:pt x="585" y="73"/>
                  <a:pt x="585" y="65"/>
                </a:cubicBezTo>
                <a:cubicBezTo>
                  <a:pt x="585" y="49"/>
                  <a:pt x="567" y="41"/>
                  <a:pt x="531" y="38"/>
                </a:cubicBezTo>
                <a:cubicBezTo>
                  <a:pt x="517" y="38"/>
                  <a:pt x="511" y="35"/>
                  <a:pt x="511" y="29"/>
                </a:cubicBezTo>
                <a:cubicBezTo>
                  <a:pt x="511" y="28"/>
                  <a:pt x="511" y="25"/>
                  <a:pt x="512" y="19"/>
                </a:cubicBezTo>
                <a:cubicBezTo>
                  <a:pt x="514" y="10"/>
                  <a:pt x="516" y="5"/>
                  <a:pt x="517" y="3"/>
                </a:cubicBezTo>
                <a:cubicBezTo>
                  <a:pt x="518" y="1"/>
                  <a:pt x="521" y="0"/>
                  <a:pt x="526" y="0"/>
                </a:cubicBezTo>
                <a:cubicBezTo>
                  <a:pt x="527" y="0"/>
                  <a:pt x="536" y="0"/>
                  <a:pt x="552" y="0"/>
                </a:cubicBezTo>
                <a:cubicBezTo>
                  <a:pt x="568" y="1"/>
                  <a:pt x="591" y="2"/>
                  <a:pt x="622" y="2"/>
                </a:cubicBezTo>
                <a:cubicBezTo>
                  <a:pt x="651" y="2"/>
                  <a:pt x="673" y="2"/>
                  <a:pt x="687" y="1"/>
                </a:cubicBezTo>
                <a:cubicBezTo>
                  <a:pt x="702" y="1"/>
                  <a:pt x="710" y="0"/>
                  <a:pt x="713" y="0"/>
                </a:cubicBezTo>
                <a:cubicBezTo>
                  <a:pt x="721" y="0"/>
                  <a:pt x="725" y="3"/>
                  <a:pt x="725" y="9"/>
                </a:cubicBezTo>
                <a:cubicBezTo>
                  <a:pt x="725" y="21"/>
                  <a:pt x="723" y="30"/>
                  <a:pt x="718" y="34"/>
                </a:cubicBezTo>
                <a:cubicBezTo>
                  <a:pt x="717" y="37"/>
                  <a:pt x="711" y="38"/>
                  <a:pt x="700" y="38"/>
                </a:cubicBezTo>
                <a:cubicBezTo>
                  <a:pt x="660" y="41"/>
                  <a:pt x="634" y="52"/>
                  <a:pt x="624" y="72"/>
                </a:cubicBezTo>
                <a:lnTo>
                  <a:pt x="498" y="572"/>
                </a:lnTo>
                <a:cubicBezTo>
                  <a:pt x="497" y="576"/>
                  <a:pt x="491" y="578"/>
                  <a:pt x="480" y="578"/>
                </a:cubicBezTo>
                <a:cubicBezTo>
                  <a:pt x="472" y="578"/>
                  <a:pt x="467" y="577"/>
                  <a:pt x="466" y="576"/>
                </a:cubicBezTo>
                <a:cubicBezTo>
                  <a:pt x="464" y="574"/>
                  <a:pt x="428" y="489"/>
                  <a:pt x="357" y="320"/>
                </a:cubicBezTo>
                <a:lnTo>
                  <a:pt x="250" y="66"/>
                </a:lnTo>
                <a:lnTo>
                  <a:pt x="195" y="287"/>
                </a:lnTo>
                <a:cubicBezTo>
                  <a:pt x="158" y="431"/>
                  <a:pt x="140" y="506"/>
                  <a:pt x="140" y="511"/>
                </a:cubicBezTo>
                <a:cubicBezTo>
                  <a:pt x="143" y="529"/>
                  <a:pt x="163" y="539"/>
                  <a:pt x="201" y="539"/>
                </a:cubicBezTo>
                <a:lnTo>
                  <a:pt x="209" y="539"/>
                </a:lnTo>
                <a:cubicBezTo>
                  <a:pt x="212" y="541"/>
                  <a:pt x="214" y="544"/>
                  <a:pt x="214" y="545"/>
                </a:cubicBezTo>
                <a:cubicBezTo>
                  <a:pt x="214" y="547"/>
                  <a:pt x="214" y="552"/>
                  <a:pt x="212" y="561"/>
                </a:cubicBezTo>
                <a:cubicBezTo>
                  <a:pt x="210" y="569"/>
                  <a:pt x="207" y="574"/>
                  <a:pt x="204" y="578"/>
                </a:cubicBezTo>
                <a:lnTo>
                  <a:pt x="193" y="578"/>
                </a:lnTo>
                <a:cubicBezTo>
                  <a:pt x="176" y="576"/>
                  <a:pt x="145" y="576"/>
                  <a:pt x="102" y="576"/>
                </a:cubicBezTo>
                <a:cubicBezTo>
                  <a:pt x="86" y="576"/>
                  <a:pt x="72" y="576"/>
                  <a:pt x="59" y="576"/>
                </a:cubicBezTo>
                <a:cubicBezTo>
                  <a:pt x="46" y="576"/>
                  <a:pt x="35" y="576"/>
                  <a:pt x="27" y="576"/>
                </a:cubicBezTo>
                <a:cubicBezTo>
                  <a:pt x="20" y="576"/>
                  <a:pt x="15" y="576"/>
                  <a:pt x="13" y="577"/>
                </a:cubicBezTo>
                <a:cubicBezTo>
                  <a:pt x="5" y="577"/>
                  <a:pt x="0" y="574"/>
                  <a:pt x="0" y="569"/>
                </a:cubicBezTo>
                <a:cubicBezTo>
                  <a:pt x="0" y="567"/>
                  <a:pt x="1" y="562"/>
                  <a:pt x="3" y="556"/>
                </a:cubicBezTo>
                <a:cubicBezTo>
                  <a:pt x="5" y="549"/>
                  <a:pt x="6" y="545"/>
                  <a:pt x="7" y="544"/>
                </a:cubicBezTo>
                <a:cubicBezTo>
                  <a:pt x="8" y="540"/>
                  <a:pt x="15" y="539"/>
                  <a:pt x="27" y="539"/>
                </a:cubicBezTo>
                <a:cubicBezTo>
                  <a:pt x="65" y="537"/>
                  <a:pt x="90" y="526"/>
                  <a:pt x="101" y="506"/>
                </a:cubicBezTo>
                <a:cubicBezTo>
                  <a:pt x="103" y="502"/>
                  <a:pt x="123" y="424"/>
                  <a:pt x="161" y="272"/>
                </a:cubicBezTo>
                <a:lnTo>
                  <a:pt x="218" y="41"/>
                </a:lnTo>
                <a:cubicBezTo>
                  <a:pt x="217" y="40"/>
                  <a:pt x="202" y="40"/>
                  <a:pt x="172" y="3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82" name=""/>
          <p:cNvSpPr/>
          <p:nvPr/>
        </p:nvSpPr>
        <p:spPr>
          <a:xfrm>
            <a:off x="7214040" y="272052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0" y="422"/>
                </a:moveTo>
                <a:cubicBezTo>
                  <a:pt x="0" y="384"/>
                  <a:pt x="2" y="347"/>
                  <a:pt x="8" y="312"/>
                </a:cubicBezTo>
                <a:cubicBezTo>
                  <a:pt x="14" y="277"/>
                  <a:pt x="20" y="247"/>
                  <a:pt x="28" y="221"/>
                </a:cubicBezTo>
                <a:cubicBezTo>
                  <a:pt x="35" y="196"/>
                  <a:pt x="45" y="171"/>
                  <a:pt x="59" y="147"/>
                </a:cubicBezTo>
                <a:cubicBezTo>
                  <a:pt x="72" y="123"/>
                  <a:pt x="83" y="104"/>
                  <a:pt x="91" y="90"/>
                </a:cubicBezTo>
                <a:cubicBezTo>
                  <a:pt x="99" y="77"/>
                  <a:pt x="111" y="62"/>
                  <a:pt x="126" y="46"/>
                </a:cubicBezTo>
                <a:cubicBezTo>
                  <a:pt x="142" y="31"/>
                  <a:pt x="151" y="21"/>
                  <a:pt x="154" y="18"/>
                </a:cubicBezTo>
                <a:cubicBezTo>
                  <a:pt x="157" y="14"/>
                  <a:pt x="165" y="8"/>
                  <a:pt x="176" y="0"/>
                </a:cubicBezTo>
                <a:lnTo>
                  <a:pt x="187" y="0"/>
                </a:lnTo>
                <a:lnTo>
                  <a:pt x="191" y="0"/>
                </a:lnTo>
                <a:cubicBezTo>
                  <a:pt x="199" y="0"/>
                  <a:pt x="203" y="3"/>
                  <a:pt x="203" y="8"/>
                </a:cubicBezTo>
                <a:cubicBezTo>
                  <a:pt x="203" y="9"/>
                  <a:pt x="198" y="15"/>
                  <a:pt x="188" y="25"/>
                </a:cubicBezTo>
                <a:cubicBezTo>
                  <a:pt x="179" y="36"/>
                  <a:pt x="167" y="50"/>
                  <a:pt x="153" y="70"/>
                </a:cubicBezTo>
                <a:cubicBezTo>
                  <a:pt x="139" y="90"/>
                  <a:pt x="125" y="114"/>
                  <a:pt x="111" y="143"/>
                </a:cubicBezTo>
                <a:cubicBezTo>
                  <a:pt x="97" y="171"/>
                  <a:pt x="85" y="210"/>
                  <a:pt x="76" y="259"/>
                </a:cubicBezTo>
                <a:cubicBezTo>
                  <a:pt x="66" y="308"/>
                  <a:pt x="61" y="363"/>
                  <a:pt x="61" y="422"/>
                </a:cubicBezTo>
                <a:cubicBezTo>
                  <a:pt x="61" y="483"/>
                  <a:pt x="66" y="537"/>
                  <a:pt x="76" y="586"/>
                </a:cubicBezTo>
                <a:cubicBezTo>
                  <a:pt x="85" y="634"/>
                  <a:pt x="97" y="673"/>
                  <a:pt x="110" y="703"/>
                </a:cubicBezTo>
                <a:cubicBezTo>
                  <a:pt x="124" y="733"/>
                  <a:pt x="138" y="757"/>
                  <a:pt x="152" y="776"/>
                </a:cubicBezTo>
                <a:cubicBezTo>
                  <a:pt x="167" y="794"/>
                  <a:pt x="179" y="809"/>
                  <a:pt x="188" y="820"/>
                </a:cubicBezTo>
                <a:cubicBezTo>
                  <a:pt x="198" y="832"/>
                  <a:pt x="203" y="838"/>
                  <a:pt x="203" y="838"/>
                </a:cubicBezTo>
                <a:cubicBezTo>
                  <a:pt x="203" y="843"/>
                  <a:pt x="198" y="846"/>
                  <a:pt x="190" y="846"/>
                </a:cubicBezTo>
                <a:lnTo>
                  <a:pt x="187" y="846"/>
                </a:lnTo>
                <a:lnTo>
                  <a:pt x="176" y="846"/>
                </a:lnTo>
                <a:lnTo>
                  <a:pt x="152" y="825"/>
                </a:lnTo>
                <a:cubicBezTo>
                  <a:pt x="99" y="778"/>
                  <a:pt x="60" y="718"/>
                  <a:pt x="36" y="646"/>
                </a:cubicBezTo>
                <a:cubicBezTo>
                  <a:pt x="12" y="575"/>
                  <a:pt x="0" y="500"/>
                  <a:pt x="0" y="42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83" name=""/>
          <p:cNvSpPr/>
          <p:nvPr/>
        </p:nvSpPr>
        <p:spPr>
          <a:xfrm>
            <a:off x="7318800" y="274608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7" y="431"/>
                </a:moveTo>
                <a:cubicBezTo>
                  <a:pt x="97" y="444"/>
                  <a:pt x="93" y="456"/>
                  <a:pt x="84" y="465"/>
                </a:cubicBezTo>
                <a:cubicBezTo>
                  <a:pt x="75" y="474"/>
                  <a:pt x="64" y="478"/>
                  <a:pt x="50" y="478"/>
                </a:cubicBezTo>
                <a:lnTo>
                  <a:pt x="44" y="478"/>
                </a:lnTo>
                <a:cubicBezTo>
                  <a:pt x="71" y="523"/>
                  <a:pt x="105" y="545"/>
                  <a:pt x="148" y="545"/>
                </a:cubicBezTo>
                <a:cubicBezTo>
                  <a:pt x="187" y="545"/>
                  <a:pt x="216" y="528"/>
                  <a:pt x="234" y="494"/>
                </a:cubicBezTo>
                <a:cubicBezTo>
                  <a:pt x="245" y="476"/>
                  <a:pt x="250" y="440"/>
                  <a:pt x="250" y="386"/>
                </a:cubicBezTo>
                <a:cubicBezTo>
                  <a:pt x="250" y="328"/>
                  <a:pt x="243" y="289"/>
                  <a:pt x="227" y="269"/>
                </a:cubicBezTo>
                <a:cubicBezTo>
                  <a:pt x="213" y="250"/>
                  <a:pt x="196" y="241"/>
                  <a:pt x="178" y="241"/>
                </a:cubicBezTo>
                <a:lnTo>
                  <a:pt x="173" y="241"/>
                </a:lnTo>
                <a:cubicBezTo>
                  <a:pt x="129" y="241"/>
                  <a:pt x="96" y="260"/>
                  <a:pt x="74" y="298"/>
                </a:cubicBezTo>
                <a:cubicBezTo>
                  <a:pt x="71" y="302"/>
                  <a:pt x="69" y="304"/>
                  <a:pt x="68" y="305"/>
                </a:cubicBezTo>
                <a:cubicBezTo>
                  <a:pt x="66" y="306"/>
                  <a:pt x="62" y="306"/>
                  <a:pt x="54" y="307"/>
                </a:cubicBezTo>
                <a:cubicBezTo>
                  <a:pt x="45" y="307"/>
                  <a:pt x="39" y="305"/>
                  <a:pt x="38" y="302"/>
                </a:cubicBezTo>
                <a:cubicBezTo>
                  <a:pt x="37" y="299"/>
                  <a:pt x="36" y="250"/>
                  <a:pt x="36" y="153"/>
                </a:cubicBezTo>
                <a:lnTo>
                  <a:pt x="36" y="44"/>
                </a:lnTo>
                <a:cubicBezTo>
                  <a:pt x="36" y="16"/>
                  <a:pt x="38" y="2"/>
                  <a:pt x="41" y="2"/>
                </a:cubicBezTo>
                <a:cubicBezTo>
                  <a:pt x="42" y="1"/>
                  <a:pt x="43" y="0"/>
                  <a:pt x="44" y="0"/>
                </a:cubicBezTo>
                <a:cubicBezTo>
                  <a:pt x="45" y="0"/>
                  <a:pt x="50" y="2"/>
                  <a:pt x="63" y="7"/>
                </a:cubicBezTo>
                <a:cubicBezTo>
                  <a:pt x="74" y="11"/>
                  <a:pt x="89" y="16"/>
                  <a:pt x="109" y="20"/>
                </a:cubicBezTo>
                <a:cubicBezTo>
                  <a:pt x="129" y="25"/>
                  <a:pt x="150" y="27"/>
                  <a:pt x="173" y="27"/>
                </a:cubicBezTo>
                <a:cubicBezTo>
                  <a:pt x="212" y="27"/>
                  <a:pt x="251" y="19"/>
                  <a:pt x="287" y="3"/>
                </a:cubicBezTo>
                <a:cubicBezTo>
                  <a:pt x="292" y="1"/>
                  <a:pt x="296" y="0"/>
                  <a:pt x="298" y="0"/>
                </a:cubicBezTo>
                <a:cubicBezTo>
                  <a:pt x="303" y="0"/>
                  <a:pt x="305" y="5"/>
                  <a:pt x="305" y="15"/>
                </a:cubicBezTo>
                <a:lnTo>
                  <a:pt x="305" y="26"/>
                </a:lnTo>
                <a:cubicBezTo>
                  <a:pt x="259" y="81"/>
                  <a:pt x="201" y="108"/>
                  <a:pt x="132" y="108"/>
                </a:cubicBezTo>
                <a:cubicBezTo>
                  <a:pt x="115" y="108"/>
                  <a:pt x="99" y="106"/>
                  <a:pt x="85" y="103"/>
                </a:cubicBezTo>
                <a:lnTo>
                  <a:pt x="76" y="101"/>
                </a:lnTo>
                <a:lnTo>
                  <a:pt x="76" y="248"/>
                </a:lnTo>
                <a:cubicBezTo>
                  <a:pt x="87" y="240"/>
                  <a:pt x="95" y="234"/>
                  <a:pt x="102" y="229"/>
                </a:cubicBezTo>
                <a:cubicBezTo>
                  <a:pt x="108" y="225"/>
                  <a:pt x="118" y="220"/>
                  <a:pt x="132" y="215"/>
                </a:cubicBezTo>
                <a:cubicBezTo>
                  <a:pt x="146" y="210"/>
                  <a:pt x="160" y="208"/>
                  <a:pt x="175" y="208"/>
                </a:cubicBezTo>
                <a:cubicBezTo>
                  <a:pt x="221" y="208"/>
                  <a:pt x="259" y="227"/>
                  <a:pt x="291" y="264"/>
                </a:cubicBezTo>
                <a:cubicBezTo>
                  <a:pt x="322" y="300"/>
                  <a:pt x="338" y="344"/>
                  <a:pt x="338" y="394"/>
                </a:cubicBezTo>
                <a:cubicBezTo>
                  <a:pt x="338" y="446"/>
                  <a:pt x="320" y="490"/>
                  <a:pt x="284" y="526"/>
                </a:cubicBezTo>
                <a:cubicBezTo>
                  <a:pt x="248" y="563"/>
                  <a:pt x="204" y="582"/>
                  <a:pt x="152" y="582"/>
                </a:cubicBezTo>
                <a:cubicBezTo>
                  <a:pt x="107" y="582"/>
                  <a:pt x="70" y="567"/>
                  <a:pt x="41" y="536"/>
                </a:cubicBezTo>
                <a:cubicBezTo>
                  <a:pt x="14" y="506"/>
                  <a:pt x="0" y="472"/>
                  <a:pt x="0" y="433"/>
                </a:cubicBezTo>
                <a:cubicBezTo>
                  <a:pt x="0" y="420"/>
                  <a:pt x="3" y="409"/>
                  <a:pt x="9" y="401"/>
                </a:cubicBezTo>
                <a:cubicBezTo>
                  <a:pt x="16" y="393"/>
                  <a:pt x="22" y="388"/>
                  <a:pt x="29" y="386"/>
                </a:cubicBezTo>
                <a:cubicBezTo>
                  <a:pt x="36" y="384"/>
                  <a:pt x="42" y="383"/>
                  <a:pt x="48" y="383"/>
                </a:cubicBezTo>
                <a:cubicBezTo>
                  <a:pt x="63" y="383"/>
                  <a:pt x="75" y="388"/>
                  <a:pt x="84" y="397"/>
                </a:cubicBezTo>
                <a:cubicBezTo>
                  <a:pt x="93" y="407"/>
                  <a:pt x="97" y="418"/>
                  <a:pt x="97" y="4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84" name=""/>
          <p:cNvSpPr/>
          <p:nvPr/>
        </p:nvSpPr>
        <p:spPr>
          <a:xfrm>
            <a:off x="7470720" y="2746080"/>
            <a:ext cx="121680" cy="203040"/>
          </a:xfrm>
          <a:custGeom>
            <a:avLst/>
            <a:gdLst/>
            <a:ahLst/>
            <a:rect l="0" t="0" r="r" b="b"/>
            <a:pathLst>
              <a:path w="338" h="564">
                <a:moveTo>
                  <a:pt x="50" y="200"/>
                </a:moveTo>
                <a:cubicBezTo>
                  <a:pt x="35" y="200"/>
                  <a:pt x="23" y="195"/>
                  <a:pt x="14" y="185"/>
                </a:cubicBezTo>
                <a:cubicBezTo>
                  <a:pt x="5" y="175"/>
                  <a:pt x="0" y="162"/>
                  <a:pt x="0" y="148"/>
                </a:cubicBezTo>
                <a:cubicBezTo>
                  <a:pt x="0" y="108"/>
                  <a:pt x="15" y="73"/>
                  <a:pt x="45" y="44"/>
                </a:cubicBezTo>
                <a:cubicBezTo>
                  <a:pt x="75" y="15"/>
                  <a:pt x="112" y="0"/>
                  <a:pt x="157" y="0"/>
                </a:cubicBezTo>
                <a:cubicBezTo>
                  <a:pt x="208" y="0"/>
                  <a:pt x="251" y="16"/>
                  <a:pt x="285" y="47"/>
                </a:cubicBezTo>
                <a:cubicBezTo>
                  <a:pt x="320" y="79"/>
                  <a:pt x="338" y="120"/>
                  <a:pt x="338" y="170"/>
                </a:cubicBezTo>
                <a:cubicBezTo>
                  <a:pt x="338" y="194"/>
                  <a:pt x="333" y="217"/>
                  <a:pt x="321" y="239"/>
                </a:cubicBezTo>
                <a:cubicBezTo>
                  <a:pt x="309" y="261"/>
                  <a:pt x="296" y="280"/>
                  <a:pt x="280" y="296"/>
                </a:cubicBezTo>
                <a:cubicBezTo>
                  <a:pt x="264" y="313"/>
                  <a:pt x="242" y="334"/>
                  <a:pt x="212" y="359"/>
                </a:cubicBezTo>
                <a:cubicBezTo>
                  <a:pt x="192" y="376"/>
                  <a:pt x="164" y="402"/>
                  <a:pt x="128" y="437"/>
                </a:cubicBezTo>
                <a:lnTo>
                  <a:pt x="78" y="484"/>
                </a:lnTo>
                <a:lnTo>
                  <a:pt x="142" y="485"/>
                </a:lnTo>
                <a:cubicBezTo>
                  <a:pt x="231" y="485"/>
                  <a:pt x="278" y="483"/>
                  <a:pt x="283" y="481"/>
                </a:cubicBezTo>
                <a:cubicBezTo>
                  <a:pt x="287" y="479"/>
                  <a:pt x="294" y="454"/>
                  <a:pt x="304" y="405"/>
                </a:cubicBezTo>
                <a:lnTo>
                  <a:pt x="304" y="403"/>
                </a:lnTo>
                <a:lnTo>
                  <a:pt x="338" y="403"/>
                </a:lnTo>
                <a:lnTo>
                  <a:pt x="338" y="405"/>
                </a:lnTo>
                <a:cubicBezTo>
                  <a:pt x="338" y="407"/>
                  <a:pt x="334" y="433"/>
                  <a:pt x="327" y="482"/>
                </a:cubicBezTo>
                <a:cubicBezTo>
                  <a:pt x="321" y="533"/>
                  <a:pt x="316" y="559"/>
                  <a:pt x="315" y="561"/>
                </a:cubicBezTo>
                <a:lnTo>
                  <a:pt x="315" y="564"/>
                </a:lnTo>
                <a:lnTo>
                  <a:pt x="0" y="564"/>
                </a:lnTo>
                <a:lnTo>
                  <a:pt x="0" y="547"/>
                </a:lnTo>
                <a:lnTo>
                  <a:pt x="0" y="537"/>
                </a:lnTo>
                <a:cubicBezTo>
                  <a:pt x="0" y="533"/>
                  <a:pt x="2" y="529"/>
                  <a:pt x="5" y="525"/>
                </a:cubicBezTo>
                <a:cubicBezTo>
                  <a:pt x="9" y="519"/>
                  <a:pt x="17" y="509"/>
                  <a:pt x="31" y="494"/>
                </a:cubicBezTo>
                <a:cubicBezTo>
                  <a:pt x="47" y="476"/>
                  <a:pt x="61" y="460"/>
                  <a:pt x="73" y="447"/>
                </a:cubicBezTo>
                <a:cubicBezTo>
                  <a:pt x="78" y="441"/>
                  <a:pt x="88" y="431"/>
                  <a:pt x="102" y="416"/>
                </a:cubicBezTo>
                <a:cubicBezTo>
                  <a:pt x="116" y="400"/>
                  <a:pt x="125" y="390"/>
                  <a:pt x="130" y="384"/>
                </a:cubicBezTo>
                <a:cubicBezTo>
                  <a:pt x="136" y="379"/>
                  <a:pt x="144" y="369"/>
                  <a:pt x="155" y="356"/>
                </a:cubicBezTo>
                <a:cubicBezTo>
                  <a:pt x="166" y="343"/>
                  <a:pt x="174" y="334"/>
                  <a:pt x="179" y="328"/>
                </a:cubicBezTo>
                <a:cubicBezTo>
                  <a:pt x="183" y="322"/>
                  <a:pt x="190" y="313"/>
                  <a:pt x="198" y="302"/>
                </a:cubicBezTo>
                <a:cubicBezTo>
                  <a:pt x="206" y="292"/>
                  <a:pt x="212" y="283"/>
                  <a:pt x="216" y="275"/>
                </a:cubicBezTo>
                <a:cubicBezTo>
                  <a:pt x="219" y="268"/>
                  <a:pt x="223" y="260"/>
                  <a:pt x="228" y="251"/>
                </a:cubicBezTo>
                <a:cubicBezTo>
                  <a:pt x="233" y="242"/>
                  <a:pt x="237" y="233"/>
                  <a:pt x="239" y="224"/>
                </a:cubicBezTo>
                <a:cubicBezTo>
                  <a:pt x="242" y="215"/>
                  <a:pt x="244" y="206"/>
                  <a:pt x="245" y="198"/>
                </a:cubicBezTo>
                <a:cubicBezTo>
                  <a:pt x="247" y="191"/>
                  <a:pt x="248" y="181"/>
                  <a:pt x="248" y="171"/>
                </a:cubicBezTo>
                <a:cubicBezTo>
                  <a:pt x="248" y="135"/>
                  <a:pt x="238" y="104"/>
                  <a:pt x="219" y="79"/>
                </a:cubicBezTo>
                <a:cubicBezTo>
                  <a:pt x="200" y="53"/>
                  <a:pt x="173" y="40"/>
                  <a:pt x="137" y="40"/>
                </a:cubicBezTo>
                <a:cubicBezTo>
                  <a:pt x="119" y="40"/>
                  <a:pt x="102" y="44"/>
                  <a:pt x="88" y="54"/>
                </a:cubicBezTo>
                <a:cubicBezTo>
                  <a:pt x="74" y="64"/>
                  <a:pt x="64" y="73"/>
                  <a:pt x="59" y="82"/>
                </a:cubicBezTo>
                <a:cubicBezTo>
                  <a:pt x="53" y="91"/>
                  <a:pt x="50" y="96"/>
                  <a:pt x="50" y="98"/>
                </a:cubicBezTo>
                <a:cubicBezTo>
                  <a:pt x="50" y="99"/>
                  <a:pt x="52" y="99"/>
                  <a:pt x="54" y="99"/>
                </a:cubicBezTo>
                <a:cubicBezTo>
                  <a:pt x="65" y="99"/>
                  <a:pt x="75" y="103"/>
                  <a:pt x="86" y="111"/>
                </a:cubicBezTo>
                <a:cubicBezTo>
                  <a:pt x="96" y="119"/>
                  <a:pt x="102" y="131"/>
                  <a:pt x="102" y="149"/>
                </a:cubicBezTo>
                <a:cubicBezTo>
                  <a:pt x="102" y="164"/>
                  <a:pt x="97" y="175"/>
                  <a:pt x="88" y="185"/>
                </a:cubicBezTo>
                <a:cubicBezTo>
                  <a:pt x="79" y="195"/>
                  <a:pt x="67" y="200"/>
                  <a:pt x="50" y="20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85" name=""/>
          <p:cNvSpPr/>
          <p:nvPr/>
        </p:nvSpPr>
        <p:spPr>
          <a:xfrm>
            <a:off x="7631280" y="2911680"/>
            <a:ext cx="40680" cy="96120"/>
          </a:xfrm>
          <a:custGeom>
            <a:avLst/>
            <a:gdLst/>
            <a:ahLst/>
            <a:rect l="0" t="0" r="r" b="b"/>
            <a:pathLst>
              <a:path w="113" h="267">
                <a:moveTo>
                  <a:pt x="0" y="74"/>
                </a:moveTo>
                <a:cubicBezTo>
                  <a:pt x="0" y="74"/>
                  <a:pt x="0" y="67"/>
                  <a:pt x="0" y="53"/>
                </a:cubicBezTo>
                <a:cubicBezTo>
                  <a:pt x="0" y="39"/>
                  <a:pt x="5" y="27"/>
                  <a:pt x="14" y="16"/>
                </a:cubicBezTo>
                <a:cubicBezTo>
                  <a:pt x="23" y="5"/>
                  <a:pt x="35" y="0"/>
                  <a:pt x="50" y="0"/>
                </a:cubicBezTo>
                <a:cubicBezTo>
                  <a:pt x="67" y="0"/>
                  <a:pt x="81" y="7"/>
                  <a:pt x="93" y="21"/>
                </a:cubicBezTo>
                <a:cubicBezTo>
                  <a:pt x="106" y="37"/>
                  <a:pt x="112" y="61"/>
                  <a:pt x="113" y="97"/>
                </a:cubicBezTo>
                <a:cubicBezTo>
                  <a:pt x="113" y="116"/>
                  <a:pt x="110" y="136"/>
                  <a:pt x="105" y="154"/>
                </a:cubicBezTo>
                <a:cubicBezTo>
                  <a:pt x="100" y="173"/>
                  <a:pt x="94" y="189"/>
                  <a:pt x="87" y="202"/>
                </a:cubicBezTo>
                <a:cubicBezTo>
                  <a:pt x="81" y="216"/>
                  <a:pt x="73" y="227"/>
                  <a:pt x="66" y="237"/>
                </a:cubicBezTo>
                <a:cubicBezTo>
                  <a:pt x="57" y="247"/>
                  <a:pt x="50" y="254"/>
                  <a:pt x="44" y="260"/>
                </a:cubicBezTo>
                <a:cubicBezTo>
                  <a:pt x="39" y="265"/>
                  <a:pt x="35" y="268"/>
                  <a:pt x="33" y="267"/>
                </a:cubicBezTo>
                <a:cubicBezTo>
                  <a:pt x="31" y="267"/>
                  <a:pt x="27" y="265"/>
                  <a:pt x="22" y="260"/>
                </a:cubicBezTo>
                <a:cubicBezTo>
                  <a:pt x="17" y="255"/>
                  <a:pt x="15" y="251"/>
                  <a:pt x="15" y="249"/>
                </a:cubicBezTo>
                <a:cubicBezTo>
                  <a:pt x="15" y="247"/>
                  <a:pt x="18" y="242"/>
                  <a:pt x="24" y="235"/>
                </a:cubicBezTo>
                <a:cubicBezTo>
                  <a:pt x="30" y="229"/>
                  <a:pt x="37" y="220"/>
                  <a:pt x="45" y="210"/>
                </a:cubicBezTo>
                <a:cubicBezTo>
                  <a:pt x="53" y="200"/>
                  <a:pt x="61" y="186"/>
                  <a:pt x="68" y="168"/>
                </a:cubicBezTo>
                <a:cubicBezTo>
                  <a:pt x="75" y="150"/>
                  <a:pt x="79" y="129"/>
                  <a:pt x="82" y="106"/>
                </a:cubicBezTo>
                <a:lnTo>
                  <a:pt x="82" y="96"/>
                </a:lnTo>
                <a:lnTo>
                  <a:pt x="81" y="97"/>
                </a:lnTo>
                <a:cubicBezTo>
                  <a:pt x="80" y="97"/>
                  <a:pt x="78" y="98"/>
                  <a:pt x="77" y="98"/>
                </a:cubicBezTo>
                <a:cubicBezTo>
                  <a:pt x="75" y="99"/>
                  <a:pt x="73" y="100"/>
                  <a:pt x="71" y="101"/>
                </a:cubicBezTo>
                <a:cubicBezTo>
                  <a:pt x="70" y="102"/>
                  <a:pt x="67" y="103"/>
                  <a:pt x="64" y="103"/>
                </a:cubicBezTo>
                <a:cubicBezTo>
                  <a:pt x="60" y="103"/>
                  <a:pt x="56" y="103"/>
                  <a:pt x="53" y="104"/>
                </a:cubicBezTo>
                <a:cubicBezTo>
                  <a:pt x="37" y="104"/>
                  <a:pt x="25" y="99"/>
                  <a:pt x="16" y="89"/>
                </a:cubicBezTo>
                <a:lnTo>
                  <a:pt x="0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86" name=""/>
          <p:cNvSpPr/>
          <p:nvPr/>
        </p:nvSpPr>
        <p:spPr>
          <a:xfrm>
            <a:off x="7768080" y="2746080"/>
            <a:ext cx="105120" cy="203040"/>
          </a:xfrm>
          <a:custGeom>
            <a:avLst/>
            <a:gdLst/>
            <a:ahLst/>
            <a:rect l="0" t="0" r="r" b="b"/>
            <a:pathLst>
              <a:path w="292" h="564">
                <a:moveTo>
                  <a:pt x="111" y="74"/>
                </a:moveTo>
                <a:lnTo>
                  <a:pt x="100" y="79"/>
                </a:lnTo>
                <a:cubicBezTo>
                  <a:pt x="92" y="81"/>
                  <a:pt x="81" y="84"/>
                  <a:pt x="66" y="87"/>
                </a:cubicBezTo>
                <a:cubicBezTo>
                  <a:pt x="52" y="90"/>
                  <a:pt x="35" y="92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4" y="53"/>
                  <a:pt x="68" y="49"/>
                  <a:pt x="91" y="41"/>
                </a:cubicBezTo>
                <a:cubicBezTo>
                  <a:pt x="113" y="34"/>
                  <a:pt x="129" y="27"/>
                  <a:pt x="138" y="21"/>
                </a:cubicBezTo>
                <a:cubicBezTo>
                  <a:pt x="147" y="15"/>
                  <a:pt x="155" y="9"/>
                  <a:pt x="162" y="3"/>
                </a:cubicBezTo>
                <a:cubicBezTo>
                  <a:pt x="163" y="1"/>
                  <a:pt x="166" y="0"/>
                  <a:pt x="172" y="0"/>
                </a:cubicBezTo>
                <a:cubicBezTo>
                  <a:pt x="177" y="0"/>
                  <a:pt x="182" y="2"/>
                  <a:pt x="186" y="5"/>
                </a:cubicBezTo>
                <a:lnTo>
                  <a:pt x="186" y="258"/>
                </a:lnTo>
                <a:lnTo>
                  <a:pt x="187" y="511"/>
                </a:lnTo>
                <a:cubicBezTo>
                  <a:pt x="191" y="515"/>
                  <a:pt x="194" y="517"/>
                  <a:pt x="197" y="519"/>
                </a:cubicBezTo>
                <a:cubicBezTo>
                  <a:pt x="200" y="520"/>
                  <a:pt x="207" y="522"/>
                  <a:pt x="217" y="523"/>
                </a:cubicBezTo>
                <a:cubicBezTo>
                  <a:pt x="228" y="524"/>
                  <a:pt x="246" y="525"/>
                  <a:pt x="270" y="525"/>
                </a:cubicBezTo>
                <a:lnTo>
                  <a:pt x="292" y="525"/>
                </a:lnTo>
                <a:lnTo>
                  <a:pt x="292" y="564"/>
                </a:lnTo>
                <a:lnTo>
                  <a:pt x="282" y="564"/>
                </a:lnTo>
                <a:cubicBezTo>
                  <a:pt x="271" y="562"/>
                  <a:pt x="226" y="561"/>
                  <a:pt x="148" y="561"/>
                </a:cubicBezTo>
                <a:cubicBezTo>
                  <a:pt x="72" y="561"/>
                  <a:pt x="26" y="562"/>
                  <a:pt x="15" y="564"/>
                </a:cubicBezTo>
                <a:lnTo>
                  <a:pt x="4" y="564"/>
                </a:lnTo>
                <a:lnTo>
                  <a:pt x="4" y="525"/>
                </a:lnTo>
                <a:lnTo>
                  <a:pt x="26" y="525"/>
                </a:lnTo>
                <a:cubicBezTo>
                  <a:pt x="40" y="525"/>
                  <a:pt x="50" y="525"/>
                  <a:pt x="59" y="525"/>
                </a:cubicBezTo>
                <a:cubicBezTo>
                  <a:pt x="68" y="525"/>
                  <a:pt x="75" y="524"/>
                  <a:pt x="81" y="524"/>
                </a:cubicBezTo>
                <a:cubicBezTo>
                  <a:pt x="86" y="523"/>
                  <a:pt x="90" y="522"/>
                  <a:pt x="94" y="520"/>
                </a:cubicBezTo>
                <a:cubicBezTo>
                  <a:pt x="98" y="519"/>
                  <a:pt x="100" y="519"/>
                  <a:pt x="101" y="519"/>
                </a:cubicBezTo>
                <a:cubicBezTo>
                  <a:pt x="101" y="519"/>
                  <a:pt x="103" y="517"/>
                  <a:pt x="106" y="514"/>
                </a:cubicBezTo>
                <a:cubicBezTo>
                  <a:pt x="109" y="512"/>
                  <a:pt x="110" y="510"/>
                  <a:pt x="111" y="511"/>
                </a:cubicBezTo>
                <a:lnTo>
                  <a:pt x="111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87" name=""/>
          <p:cNvSpPr/>
          <p:nvPr/>
        </p:nvSpPr>
        <p:spPr>
          <a:xfrm>
            <a:off x="7906680" y="274608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8"/>
                </a:moveTo>
                <a:cubicBezTo>
                  <a:pt x="80" y="23"/>
                  <a:pt x="123" y="0"/>
                  <a:pt x="178" y="0"/>
                </a:cubicBezTo>
                <a:cubicBezTo>
                  <a:pt x="205" y="0"/>
                  <a:pt x="233" y="7"/>
                  <a:pt x="260" y="22"/>
                </a:cubicBezTo>
                <a:cubicBezTo>
                  <a:pt x="287" y="37"/>
                  <a:pt x="309" y="62"/>
                  <a:pt x="326" y="100"/>
                </a:cubicBezTo>
                <a:cubicBezTo>
                  <a:pt x="346" y="146"/>
                  <a:pt x="357" y="211"/>
                  <a:pt x="357" y="293"/>
                </a:cubicBezTo>
                <a:cubicBezTo>
                  <a:pt x="357" y="381"/>
                  <a:pt x="345" y="447"/>
                  <a:pt x="321" y="493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7" y="580"/>
                  <a:pt x="193" y="582"/>
                  <a:pt x="179" y="582"/>
                </a:cubicBezTo>
                <a:cubicBezTo>
                  <a:pt x="164" y="582"/>
                  <a:pt x="149" y="580"/>
                  <a:pt x="135" y="577"/>
                </a:cubicBezTo>
                <a:cubicBezTo>
                  <a:pt x="120" y="574"/>
                  <a:pt x="103" y="565"/>
                  <a:pt x="83" y="550"/>
                </a:cubicBezTo>
                <a:cubicBezTo>
                  <a:pt x="63" y="535"/>
                  <a:pt x="48" y="516"/>
                  <a:pt x="37" y="493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4"/>
                  <a:pt x="16" y="120"/>
                  <a:pt x="48" y="68"/>
                </a:cubicBezTo>
                <a:moveTo>
                  <a:pt x="240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5" y="31"/>
                  <a:pt x="135" y="40"/>
                  <a:pt x="118" y="58"/>
                </a:cubicBezTo>
                <a:cubicBezTo>
                  <a:pt x="104" y="73"/>
                  <a:pt x="94" y="93"/>
                  <a:pt x="90" y="119"/>
                </a:cubicBezTo>
                <a:cubicBezTo>
                  <a:pt x="85" y="145"/>
                  <a:pt x="83" y="199"/>
                  <a:pt x="83" y="282"/>
                </a:cubicBezTo>
                <a:cubicBezTo>
                  <a:pt x="83" y="371"/>
                  <a:pt x="85" y="430"/>
                  <a:pt x="90" y="458"/>
                </a:cubicBezTo>
                <a:cubicBezTo>
                  <a:pt x="94" y="486"/>
                  <a:pt x="104" y="508"/>
                  <a:pt x="120" y="525"/>
                </a:cubicBezTo>
                <a:cubicBezTo>
                  <a:pt x="136" y="542"/>
                  <a:pt x="155" y="550"/>
                  <a:pt x="179" y="550"/>
                </a:cubicBezTo>
                <a:cubicBezTo>
                  <a:pt x="201" y="550"/>
                  <a:pt x="220" y="542"/>
                  <a:pt x="237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4" y="366"/>
                  <a:pt x="274" y="282"/>
                </a:cubicBezTo>
                <a:cubicBezTo>
                  <a:pt x="274" y="200"/>
                  <a:pt x="272" y="146"/>
                  <a:pt x="267" y="120"/>
                </a:cubicBezTo>
                <a:cubicBezTo>
                  <a:pt x="263" y="94"/>
                  <a:pt x="254" y="73"/>
                  <a:pt x="240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88" name=""/>
          <p:cNvSpPr/>
          <p:nvPr/>
        </p:nvSpPr>
        <p:spPr>
          <a:xfrm>
            <a:off x="8067600" y="2685960"/>
            <a:ext cx="86400" cy="143280"/>
          </a:xfrm>
          <a:custGeom>
            <a:avLst/>
            <a:gdLst/>
            <a:ahLst/>
            <a:rect l="0" t="0" r="r" b="b"/>
            <a:pathLst>
              <a:path w="240" h="398">
                <a:moveTo>
                  <a:pt x="36" y="141"/>
                </a:moveTo>
                <a:cubicBezTo>
                  <a:pt x="25" y="141"/>
                  <a:pt x="16" y="138"/>
                  <a:pt x="10" y="131"/>
                </a:cubicBezTo>
                <a:cubicBezTo>
                  <a:pt x="4" y="123"/>
                  <a:pt x="0" y="115"/>
                  <a:pt x="0" y="104"/>
                </a:cubicBezTo>
                <a:cubicBezTo>
                  <a:pt x="0" y="76"/>
                  <a:pt x="11" y="52"/>
                  <a:pt x="32" y="31"/>
                </a:cubicBezTo>
                <a:cubicBezTo>
                  <a:pt x="53" y="10"/>
                  <a:pt x="79" y="0"/>
                  <a:pt x="112" y="0"/>
                </a:cubicBezTo>
                <a:cubicBezTo>
                  <a:pt x="148" y="0"/>
                  <a:pt x="178" y="11"/>
                  <a:pt x="203" y="33"/>
                </a:cubicBezTo>
                <a:cubicBezTo>
                  <a:pt x="227" y="56"/>
                  <a:pt x="239" y="84"/>
                  <a:pt x="240" y="120"/>
                </a:cubicBezTo>
                <a:cubicBezTo>
                  <a:pt x="240" y="137"/>
                  <a:pt x="236" y="153"/>
                  <a:pt x="228" y="169"/>
                </a:cubicBezTo>
                <a:cubicBezTo>
                  <a:pt x="220" y="184"/>
                  <a:pt x="210" y="198"/>
                  <a:pt x="199" y="209"/>
                </a:cubicBezTo>
                <a:cubicBezTo>
                  <a:pt x="188" y="221"/>
                  <a:pt x="172" y="236"/>
                  <a:pt x="151" y="254"/>
                </a:cubicBezTo>
                <a:cubicBezTo>
                  <a:pt x="137" y="266"/>
                  <a:pt x="117" y="285"/>
                  <a:pt x="92" y="310"/>
                </a:cubicBezTo>
                <a:lnTo>
                  <a:pt x="55" y="343"/>
                </a:lnTo>
                <a:lnTo>
                  <a:pt x="102" y="344"/>
                </a:lnTo>
                <a:cubicBezTo>
                  <a:pt x="164" y="344"/>
                  <a:pt x="197" y="343"/>
                  <a:pt x="201" y="341"/>
                </a:cubicBezTo>
                <a:cubicBezTo>
                  <a:pt x="204" y="340"/>
                  <a:pt x="209" y="322"/>
                  <a:pt x="216" y="287"/>
                </a:cubicBezTo>
                <a:lnTo>
                  <a:pt x="216" y="286"/>
                </a:lnTo>
                <a:lnTo>
                  <a:pt x="240" y="286"/>
                </a:lnTo>
                <a:lnTo>
                  <a:pt x="240" y="287"/>
                </a:lnTo>
                <a:cubicBezTo>
                  <a:pt x="239" y="289"/>
                  <a:pt x="237" y="307"/>
                  <a:pt x="232" y="342"/>
                </a:cubicBezTo>
                <a:cubicBezTo>
                  <a:pt x="227" y="377"/>
                  <a:pt x="224" y="395"/>
                  <a:pt x="223" y="397"/>
                </a:cubicBezTo>
                <a:lnTo>
                  <a:pt x="223" y="398"/>
                </a:lnTo>
                <a:lnTo>
                  <a:pt x="0" y="398"/>
                </a:lnTo>
                <a:lnTo>
                  <a:pt x="0" y="387"/>
                </a:lnTo>
                <a:lnTo>
                  <a:pt x="0" y="380"/>
                </a:lnTo>
                <a:cubicBezTo>
                  <a:pt x="0" y="377"/>
                  <a:pt x="2" y="374"/>
                  <a:pt x="4" y="371"/>
                </a:cubicBezTo>
                <a:cubicBezTo>
                  <a:pt x="6" y="368"/>
                  <a:pt x="12" y="361"/>
                  <a:pt x="22" y="350"/>
                </a:cubicBezTo>
                <a:cubicBezTo>
                  <a:pt x="33" y="337"/>
                  <a:pt x="43" y="326"/>
                  <a:pt x="52" y="317"/>
                </a:cubicBezTo>
                <a:cubicBezTo>
                  <a:pt x="55" y="313"/>
                  <a:pt x="62" y="305"/>
                  <a:pt x="72" y="295"/>
                </a:cubicBezTo>
                <a:cubicBezTo>
                  <a:pt x="83" y="284"/>
                  <a:pt x="90" y="275"/>
                  <a:pt x="93" y="271"/>
                </a:cubicBezTo>
                <a:cubicBezTo>
                  <a:pt x="97" y="268"/>
                  <a:pt x="103" y="261"/>
                  <a:pt x="111" y="252"/>
                </a:cubicBezTo>
                <a:cubicBezTo>
                  <a:pt x="119" y="243"/>
                  <a:pt x="124" y="236"/>
                  <a:pt x="127" y="231"/>
                </a:cubicBezTo>
                <a:cubicBezTo>
                  <a:pt x="131" y="227"/>
                  <a:pt x="135" y="221"/>
                  <a:pt x="141" y="214"/>
                </a:cubicBezTo>
                <a:cubicBezTo>
                  <a:pt x="147" y="206"/>
                  <a:pt x="151" y="200"/>
                  <a:pt x="154" y="194"/>
                </a:cubicBezTo>
                <a:cubicBezTo>
                  <a:pt x="156" y="189"/>
                  <a:pt x="159" y="184"/>
                  <a:pt x="163" y="177"/>
                </a:cubicBezTo>
                <a:cubicBezTo>
                  <a:pt x="166" y="171"/>
                  <a:pt x="169" y="164"/>
                  <a:pt x="170" y="158"/>
                </a:cubicBezTo>
                <a:cubicBezTo>
                  <a:pt x="172" y="152"/>
                  <a:pt x="173" y="146"/>
                  <a:pt x="175" y="140"/>
                </a:cubicBezTo>
                <a:cubicBezTo>
                  <a:pt x="176" y="135"/>
                  <a:pt x="176" y="128"/>
                  <a:pt x="176" y="120"/>
                </a:cubicBezTo>
                <a:cubicBezTo>
                  <a:pt x="176" y="95"/>
                  <a:pt x="170" y="74"/>
                  <a:pt x="156" y="55"/>
                </a:cubicBezTo>
                <a:cubicBezTo>
                  <a:pt x="143" y="37"/>
                  <a:pt x="123" y="28"/>
                  <a:pt x="98" y="28"/>
                </a:cubicBezTo>
                <a:cubicBezTo>
                  <a:pt x="85" y="28"/>
                  <a:pt x="72" y="31"/>
                  <a:pt x="63" y="38"/>
                </a:cubicBezTo>
                <a:cubicBezTo>
                  <a:pt x="53" y="45"/>
                  <a:pt x="46" y="51"/>
                  <a:pt x="42" y="58"/>
                </a:cubicBezTo>
                <a:cubicBezTo>
                  <a:pt x="38" y="64"/>
                  <a:pt x="36" y="68"/>
                  <a:pt x="36" y="69"/>
                </a:cubicBezTo>
                <a:cubicBezTo>
                  <a:pt x="36" y="69"/>
                  <a:pt x="37" y="70"/>
                  <a:pt x="39" y="70"/>
                </a:cubicBezTo>
                <a:cubicBezTo>
                  <a:pt x="46" y="70"/>
                  <a:pt x="53" y="72"/>
                  <a:pt x="61" y="78"/>
                </a:cubicBezTo>
                <a:cubicBezTo>
                  <a:pt x="68" y="84"/>
                  <a:pt x="72" y="93"/>
                  <a:pt x="72" y="105"/>
                </a:cubicBezTo>
                <a:cubicBezTo>
                  <a:pt x="72" y="115"/>
                  <a:pt x="69" y="124"/>
                  <a:pt x="63" y="131"/>
                </a:cubicBezTo>
                <a:cubicBezTo>
                  <a:pt x="56" y="137"/>
                  <a:pt x="47" y="141"/>
                  <a:pt x="36" y="1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89" name=""/>
          <p:cNvSpPr/>
          <p:nvPr/>
        </p:nvSpPr>
        <p:spPr>
          <a:xfrm>
            <a:off x="8196480" y="272052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4" y="1"/>
                </a:moveTo>
                <a:lnTo>
                  <a:pt x="7" y="0"/>
                </a:lnTo>
                <a:cubicBezTo>
                  <a:pt x="10" y="0"/>
                  <a:pt x="13" y="0"/>
                  <a:pt x="16" y="0"/>
                </a:cubicBezTo>
                <a:lnTo>
                  <a:pt x="26" y="0"/>
                </a:lnTo>
                <a:lnTo>
                  <a:pt x="51" y="20"/>
                </a:lnTo>
                <a:cubicBezTo>
                  <a:pt x="104" y="68"/>
                  <a:pt x="142" y="128"/>
                  <a:pt x="166" y="199"/>
                </a:cubicBezTo>
                <a:cubicBezTo>
                  <a:pt x="191" y="271"/>
                  <a:pt x="203" y="345"/>
                  <a:pt x="203" y="422"/>
                </a:cubicBezTo>
                <a:cubicBezTo>
                  <a:pt x="203" y="462"/>
                  <a:pt x="200" y="499"/>
                  <a:pt x="194" y="534"/>
                </a:cubicBezTo>
                <a:cubicBezTo>
                  <a:pt x="189" y="569"/>
                  <a:pt x="182" y="600"/>
                  <a:pt x="175" y="624"/>
                </a:cubicBezTo>
                <a:cubicBezTo>
                  <a:pt x="168" y="649"/>
                  <a:pt x="157" y="674"/>
                  <a:pt x="144" y="699"/>
                </a:cubicBezTo>
                <a:cubicBezTo>
                  <a:pt x="130" y="723"/>
                  <a:pt x="119" y="742"/>
                  <a:pt x="111" y="755"/>
                </a:cubicBezTo>
                <a:cubicBezTo>
                  <a:pt x="104" y="768"/>
                  <a:pt x="92" y="783"/>
                  <a:pt x="77" y="798"/>
                </a:cubicBezTo>
                <a:cubicBezTo>
                  <a:pt x="62" y="814"/>
                  <a:pt x="53" y="823"/>
                  <a:pt x="50" y="826"/>
                </a:cubicBezTo>
                <a:cubicBezTo>
                  <a:pt x="47" y="829"/>
                  <a:pt x="40" y="834"/>
                  <a:pt x="29" y="842"/>
                </a:cubicBezTo>
                <a:cubicBezTo>
                  <a:pt x="28" y="844"/>
                  <a:pt x="27" y="845"/>
                  <a:pt x="26" y="846"/>
                </a:cubicBezTo>
                <a:lnTo>
                  <a:pt x="16" y="846"/>
                </a:lnTo>
                <a:cubicBezTo>
                  <a:pt x="11" y="846"/>
                  <a:pt x="8" y="846"/>
                  <a:pt x="7" y="846"/>
                </a:cubicBezTo>
                <a:cubicBezTo>
                  <a:pt x="5" y="846"/>
                  <a:pt x="3" y="845"/>
                  <a:pt x="2" y="843"/>
                </a:cubicBezTo>
                <a:cubicBezTo>
                  <a:pt x="1" y="841"/>
                  <a:pt x="0" y="839"/>
                  <a:pt x="0" y="836"/>
                </a:cubicBezTo>
                <a:cubicBezTo>
                  <a:pt x="0" y="835"/>
                  <a:pt x="3" y="831"/>
                  <a:pt x="9" y="825"/>
                </a:cubicBezTo>
                <a:cubicBezTo>
                  <a:pt x="97" y="734"/>
                  <a:pt x="141" y="600"/>
                  <a:pt x="141" y="422"/>
                </a:cubicBezTo>
                <a:cubicBezTo>
                  <a:pt x="141" y="246"/>
                  <a:pt x="97" y="112"/>
                  <a:pt x="9" y="21"/>
                </a:cubicBezTo>
                <a:cubicBezTo>
                  <a:pt x="3" y="14"/>
                  <a:pt x="0" y="11"/>
                  <a:pt x="0" y="10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1333080" y="2714760"/>
            <a:ext cx="898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位置 </a:t>
            </a:r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0.2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8901720" y="271476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0.146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733320" y="3219480"/>
            <a:ext cx="286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S3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93" name=""/>
          <p:cNvSpPr/>
          <p:nvPr/>
        </p:nvSpPr>
        <p:spPr>
          <a:xfrm>
            <a:off x="2238120" y="3333600"/>
            <a:ext cx="164880" cy="134640"/>
          </a:xfrm>
          <a:custGeom>
            <a:avLst/>
            <a:gdLst/>
            <a:ahLst/>
            <a:rect l="0" t="0" r="r" b="b"/>
            <a:pathLst>
              <a:path w="458" h="374">
                <a:moveTo>
                  <a:pt x="129" y="374"/>
                </a:moveTo>
                <a:cubicBezTo>
                  <a:pt x="91" y="374"/>
                  <a:pt x="60" y="362"/>
                  <a:pt x="36" y="336"/>
                </a:cubicBezTo>
                <a:cubicBezTo>
                  <a:pt x="13" y="311"/>
                  <a:pt x="1" y="279"/>
                  <a:pt x="0" y="240"/>
                </a:cubicBezTo>
                <a:cubicBezTo>
                  <a:pt x="0" y="183"/>
                  <a:pt x="21" y="131"/>
                  <a:pt x="62" y="83"/>
                </a:cubicBezTo>
                <a:cubicBezTo>
                  <a:pt x="103" y="34"/>
                  <a:pt x="151" y="7"/>
                  <a:pt x="205" y="1"/>
                </a:cubicBezTo>
                <a:cubicBezTo>
                  <a:pt x="206" y="0"/>
                  <a:pt x="245" y="0"/>
                  <a:pt x="324" y="0"/>
                </a:cubicBezTo>
                <a:lnTo>
                  <a:pt x="441" y="0"/>
                </a:lnTo>
                <a:cubicBezTo>
                  <a:pt x="442" y="0"/>
                  <a:pt x="442" y="1"/>
                  <a:pt x="444" y="2"/>
                </a:cubicBezTo>
                <a:cubicBezTo>
                  <a:pt x="445" y="2"/>
                  <a:pt x="446" y="3"/>
                  <a:pt x="447" y="3"/>
                </a:cubicBezTo>
                <a:cubicBezTo>
                  <a:pt x="448" y="4"/>
                  <a:pt x="449" y="4"/>
                  <a:pt x="450" y="5"/>
                </a:cubicBezTo>
                <a:cubicBezTo>
                  <a:pt x="450" y="6"/>
                  <a:pt x="451" y="6"/>
                  <a:pt x="452" y="8"/>
                </a:cubicBezTo>
                <a:cubicBezTo>
                  <a:pt x="453" y="9"/>
                  <a:pt x="454" y="9"/>
                  <a:pt x="454" y="9"/>
                </a:cubicBezTo>
                <a:cubicBezTo>
                  <a:pt x="454" y="9"/>
                  <a:pt x="454" y="10"/>
                  <a:pt x="455" y="13"/>
                </a:cubicBezTo>
                <a:cubicBezTo>
                  <a:pt x="457" y="15"/>
                  <a:pt x="457" y="16"/>
                  <a:pt x="456" y="16"/>
                </a:cubicBezTo>
                <a:cubicBezTo>
                  <a:pt x="456" y="16"/>
                  <a:pt x="456" y="17"/>
                  <a:pt x="457" y="20"/>
                </a:cubicBezTo>
                <a:cubicBezTo>
                  <a:pt x="458" y="23"/>
                  <a:pt x="459" y="25"/>
                  <a:pt x="458" y="25"/>
                </a:cubicBezTo>
                <a:cubicBezTo>
                  <a:pt x="458" y="50"/>
                  <a:pt x="440" y="62"/>
                  <a:pt x="402" y="62"/>
                </a:cubicBezTo>
                <a:cubicBezTo>
                  <a:pt x="398" y="62"/>
                  <a:pt x="393" y="62"/>
                  <a:pt x="388" y="62"/>
                </a:cubicBezTo>
                <a:cubicBezTo>
                  <a:pt x="382" y="62"/>
                  <a:pt x="378" y="62"/>
                  <a:pt x="376" y="62"/>
                </a:cubicBezTo>
                <a:lnTo>
                  <a:pt x="325" y="62"/>
                </a:lnTo>
                <a:lnTo>
                  <a:pt x="329" y="70"/>
                </a:lnTo>
                <a:cubicBezTo>
                  <a:pt x="340" y="91"/>
                  <a:pt x="345" y="115"/>
                  <a:pt x="345" y="142"/>
                </a:cubicBezTo>
                <a:cubicBezTo>
                  <a:pt x="345" y="204"/>
                  <a:pt x="322" y="259"/>
                  <a:pt x="277" y="305"/>
                </a:cubicBezTo>
                <a:cubicBezTo>
                  <a:pt x="232" y="351"/>
                  <a:pt x="183" y="374"/>
                  <a:pt x="129" y="374"/>
                </a:cubicBezTo>
                <a:moveTo>
                  <a:pt x="279" y="129"/>
                </a:moveTo>
                <a:cubicBezTo>
                  <a:pt x="279" y="84"/>
                  <a:pt x="255" y="62"/>
                  <a:pt x="207" y="62"/>
                </a:cubicBezTo>
                <a:cubicBezTo>
                  <a:pt x="137" y="62"/>
                  <a:pt x="92" y="111"/>
                  <a:pt x="71" y="209"/>
                </a:cubicBezTo>
                <a:cubicBezTo>
                  <a:pt x="70" y="211"/>
                  <a:pt x="70" y="212"/>
                  <a:pt x="70" y="214"/>
                </a:cubicBezTo>
                <a:cubicBezTo>
                  <a:pt x="66" y="234"/>
                  <a:pt x="63" y="253"/>
                  <a:pt x="63" y="266"/>
                </a:cubicBezTo>
                <a:cubicBezTo>
                  <a:pt x="63" y="294"/>
                  <a:pt x="70" y="314"/>
                  <a:pt x="84" y="325"/>
                </a:cubicBezTo>
                <a:cubicBezTo>
                  <a:pt x="99" y="337"/>
                  <a:pt x="115" y="342"/>
                  <a:pt x="133" y="343"/>
                </a:cubicBezTo>
                <a:cubicBezTo>
                  <a:pt x="163" y="343"/>
                  <a:pt x="191" y="330"/>
                  <a:pt x="216" y="303"/>
                </a:cubicBezTo>
                <a:cubicBezTo>
                  <a:pt x="233" y="286"/>
                  <a:pt x="246" y="264"/>
                  <a:pt x="256" y="235"/>
                </a:cubicBezTo>
                <a:cubicBezTo>
                  <a:pt x="266" y="207"/>
                  <a:pt x="272" y="184"/>
                  <a:pt x="275" y="167"/>
                </a:cubicBezTo>
                <a:cubicBezTo>
                  <a:pt x="277" y="150"/>
                  <a:pt x="278" y="138"/>
                  <a:pt x="279" y="1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94" name=""/>
          <p:cNvSpPr/>
          <p:nvPr/>
        </p:nvSpPr>
        <p:spPr>
          <a:xfrm>
            <a:off x="4943520" y="324576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2" y="39"/>
                </a:moveTo>
                <a:cubicBezTo>
                  <a:pt x="170" y="39"/>
                  <a:pt x="168" y="39"/>
                  <a:pt x="165" y="39"/>
                </a:cubicBezTo>
                <a:cubicBezTo>
                  <a:pt x="151" y="39"/>
                  <a:pt x="142" y="38"/>
                  <a:pt x="139" y="38"/>
                </a:cubicBezTo>
                <a:cubicBezTo>
                  <a:pt x="137" y="37"/>
                  <a:pt x="135" y="34"/>
                  <a:pt x="135" y="29"/>
                </a:cubicBezTo>
                <a:cubicBezTo>
                  <a:pt x="135" y="13"/>
                  <a:pt x="138" y="4"/>
                  <a:pt x="144" y="1"/>
                </a:cubicBezTo>
                <a:cubicBezTo>
                  <a:pt x="146" y="0"/>
                  <a:pt x="173" y="0"/>
                  <a:pt x="226" y="0"/>
                </a:cubicBezTo>
                <a:cubicBezTo>
                  <a:pt x="270" y="0"/>
                  <a:pt x="295" y="0"/>
                  <a:pt x="301" y="0"/>
                </a:cubicBezTo>
                <a:cubicBezTo>
                  <a:pt x="307" y="0"/>
                  <a:pt x="311" y="2"/>
                  <a:pt x="313" y="5"/>
                </a:cubicBezTo>
                <a:cubicBezTo>
                  <a:pt x="432" y="284"/>
                  <a:pt x="493" y="428"/>
                  <a:pt x="495" y="435"/>
                </a:cubicBezTo>
                <a:lnTo>
                  <a:pt x="541" y="255"/>
                </a:lnTo>
                <a:cubicBezTo>
                  <a:pt x="571" y="136"/>
                  <a:pt x="586" y="73"/>
                  <a:pt x="586" y="65"/>
                </a:cubicBezTo>
                <a:cubicBezTo>
                  <a:pt x="586" y="50"/>
                  <a:pt x="568" y="41"/>
                  <a:pt x="531" y="39"/>
                </a:cubicBezTo>
                <a:cubicBezTo>
                  <a:pt x="518" y="39"/>
                  <a:pt x="511" y="36"/>
                  <a:pt x="511" y="29"/>
                </a:cubicBezTo>
                <a:cubicBezTo>
                  <a:pt x="511" y="28"/>
                  <a:pt x="512" y="25"/>
                  <a:pt x="513" y="19"/>
                </a:cubicBezTo>
                <a:cubicBezTo>
                  <a:pt x="515" y="10"/>
                  <a:pt x="517" y="5"/>
                  <a:pt x="518" y="3"/>
                </a:cubicBezTo>
                <a:cubicBezTo>
                  <a:pt x="519" y="2"/>
                  <a:pt x="522" y="0"/>
                  <a:pt x="526" y="0"/>
                </a:cubicBezTo>
                <a:cubicBezTo>
                  <a:pt x="528" y="0"/>
                  <a:pt x="537" y="0"/>
                  <a:pt x="553" y="1"/>
                </a:cubicBezTo>
                <a:cubicBezTo>
                  <a:pt x="568" y="1"/>
                  <a:pt x="592" y="2"/>
                  <a:pt x="623" y="2"/>
                </a:cubicBezTo>
                <a:cubicBezTo>
                  <a:pt x="651" y="2"/>
                  <a:pt x="672" y="2"/>
                  <a:pt x="687" y="2"/>
                </a:cubicBezTo>
                <a:cubicBezTo>
                  <a:pt x="702" y="1"/>
                  <a:pt x="710" y="1"/>
                  <a:pt x="712" y="1"/>
                </a:cubicBezTo>
                <a:cubicBezTo>
                  <a:pt x="721" y="1"/>
                  <a:pt x="725" y="4"/>
                  <a:pt x="725" y="9"/>
                </a:cubicBezTo>
                <a:cubicBezTo>
                  <a:pt x="725" y="22"/>
                  <a:pt x="723" y="30"/>
                  <a:pt x="718" y="35"/>
                </a:cubicBezTo>
                <a:cubicBezTo>
                  <a:pt x="717" y="37"/>
                  <a:pt x="711" y="39"/>
                  <a:pt x="700" y="39"/>
                </a:cubicBezTo>
                <a:cubicBezTo>
                  <a:pt x="660" y="41"/>
                  <a:pt x="635" y="52"/>
                  <a:pt x="624" y="73"/>
                </a:cubicBezTo>
                <a:lnTo>
                  <a:pt x="499" y="572"/>
                </a:lnTo>
                <a:cubicBezTo>
                  <a:pt x="497" y="576"/>
                  <a:pt x="492" y="578"/>
                  <a:pt x="481" y="578"/>
                </a:cubicBezTo>
                <a:cubicBezTo>
                  <a:pt x="473" y="578"/>
                  <a:pt x="468" y="577"/>
                  <a:pt x="466" y="576"/>
                </a:cubicBezTo>
                <a:cubicBezTo>
                  <a:pt x="465" y="574"/>
                  <a:pt x="428" y="489"/>
                  <a:pt x="357" y="319"/>
                </a:cubicBezTo>
                <a:lnTo>
                  <a:pt x="249" y="67"/>
                </a:lnTo>
                <a:lnTo>
                  <a:pt x="194" y="286"/>
                </a:lnTo>
                <a:cubicBezTo>
                  <a:pt x="158" y="430"/>
                  <a:pt x="139" y="506"/>
                  <a:pt x="139" y="511"/>
                </a:cubicBezTo>
                <a:cubicBezTo>
                  <a:pt x="142" y="530"/>
                  <a:pt x="163" y="539"/>
                  <a:pt x="200" y="539"/>
                </a:cubicBezTo>
                <a:lnTo>
                  <a:pt x="209" y="539"/>
                </a:lnTo>
                <a:cubicBezTo>
                  <a:pt x="212" y="542"/>
                  <a:pt x="214" y="544"/>
                  <a:pt x="214" y="546"/>
                </a:cubicBezTo>
                <a:cubicBezTo>
                  <a:pt x="214" y="547"/>
                  <a:pt x="213" y="553"/>
                  <a:pt x="212" y="562"/>
                </a:cubicBezTo>
                <a:cubicBezTo>
                  <a:pt x="210" y="569"/>
                  <a:pt x="207" y="574"/>
                  <a:pt x="204" y="578"/>
                </a:cubicBezTo>
                <a:lnTo>
                  <a:pt x="193" y="578"/>
                </a:lnTo>
                <a:cubicBezTo>
                  <a:pt x="175" y="577"/>
                  <a:pt x="145" y="576"/>
                  <a:pt x="101" y="576"/>
                </a:cubicBezTo>
                <a:cubicBezTo>
                  <a:pt x="86" y="576"/>
                  <a:pt x="71" y="576"/>
                  <a:pt x="58" y="576"/>
                </a:cubicBezTo>
                <a:cubicBezTo>
                  <a:pt x="45" y="576"/>
                  <a:pt x="35" y="576"/>
                  <a:pt x="27" y="576"/>
                </a:cubicBezTo>
                <a:cubicBezTo>
                  <a:pt x="19" y="576"/>
                  <a:pt x="14" y="576"/>
                  <a:pt x="13" y="577"/>
                </a:cubicBezTo>
                <a:cubicBezTo>
                  <a:pt x="4" y="577"/>
                  <a:pt x="0" y="574"/>
                  <a:pt x="0" y="569"/>
                </a:cubicBezTo>
                <a:cubicBezTo>
                  <a:pt x="0" y="567"/>
                  <a:pt x="1" y="563"/>
                  <a:pt x="3" y="556"/>
                </a:cubicBezTo>
                <a:cubicBezTo>
                  <a:pt x="4" y="549"/>
                  <a:pt x="6" y="545"/>
                  <a:pt x="7" y="544"/>
                </a:cubicBezTo>
                <a:cubicBezTo>
                  <a:pt x="8" y="541"/>
                  <a:pt x="14" y="539"/>
                  <a:pt x="26" y="539"/>
                </a:cubicBezTo>
                <a:cubicBezTo>
                  <a:pt x="65" y="537"/>
                  <a:pt x="89" y="526"/>
                  <a:pt x="101" y="506"/>
                </a:cubicBezTo>
                <a:cubicBezTo>
                  <a:pt x="103" y="503"/>
                  <a:pt x="123" y="424"/>
                  <a:pt x="161" y="271"/>
                </a:cubicBezTo>
                <a:lnTo>
                  <a:pt x="218" y="41"/>
                </a:lnTo>
                <a:cubicBezTo>
                  <a:pt x="217" y="41"/>
                  <a:pt x="201" y="40"/>
                  <a:pt x="172" y="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95" name=""/>
          <p:cNvSpPr/>
          <p:nvPr/>
        </p:nvSpPr>
        <p:spPr>
          <a:xfrm>
            <a:off x="5232600" y="322524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0" y="423"/>
                </a:moveTo>
                <a:cubicBezTo>
                  <a:pt x="0" y="384"/>
                  <a:pt x="3" y="347"/>
                  <a:pt x="9" y="312"/>
                </a:cubicBezTo>
                <a:cubicBezTo>
                  <a:pt x="14" y="277"/>
                  <a:pt x="21" y="247"/>
                  <a:pt x="28" y="222"/>
                </a:cubicBezTo>
                <a:cubicBezTo>
                  <a:pt x="36" y="196"/>
                  <a:pt x="47" y="172"/>
                  <a:pt x="60" y="147"/>
                </a:cubicBezTo>
                <a:cubicBezTo>
                  <a:pt x="74" y="123"/>
                  <a:pt x="85" y="104"/>
                  <a:pt x="93" y="91"/>
                </a:cubicBezTo>
                <a:cubicBezTo>
                  <a:pt x="100" y="77"/>
                  <a:pt x="112" y="63"/>
                  <a:pt x="128" y="47"/>
                </a:cubicBezTo>
                <a:cubicBezTo>
                  <a:pt x="144" y="31"/>
                  <a:pt x="153" y="21"/>
                  <a:pt x="156" y="18"/>
                </a:cubicBezTo>
                <a:cubicBezTo>
                  <a:pt x="159" y="15"/>
                  <a:pt x="166" y="9"/>
                  <a:pt x="177" y="0"/>
                </a:cubicBezTo>
                <a:lnTo>
                  <a:pt x="188" y="0"/>
                </a:lnTo>
                <a:lnTo>
                  <a:pt x="191" y="0"/>
                </a:lnTo>
                <a:cubicBezTo>
                  <a:pt x="199" y="0"/>
                  <a:pt x="203" y="3"/>
                  <a:pt x="203" y="8"/>
                </a:cubicBezTo>
                <a:cubicBezTo>
                  <a:pt x="203" y="10"/>
                  <a:pt x="198" y="16"/>
                  <a:pt x="189" y="26"/>
                </a:cubicBezTo>
                <a:cubicBezTo>
                  <a:pt x="179" y="36"/>
                  <a:pt x="168" y="51"/>
                  <a:pt x="154" y="70"/>
                </a:cubicBezTo>
                <a:cubicBezTo>
                  <a:pt x="141" y="90"/>
                  <a:pt x="127" y="114"/>
                  <a:pt x="113" y="143"/>
                </a:cubicBezTo>
                <a:cubicBezTo>
                  <a:pt x="99" y="172"/>
                  <a:pt x="87" y="211"/>
                  <a:pt x="77" y="260"/>
                </a:cubicBezTo>
                <a:cubicBezTo>
                  <a:pt x="68" y="309"/>
                  <a:pt x="63" y="363"/>
                  <a:pt x="63" y="423"/>
                </a:cubicBezTo>
                <a:cubicBezTo>
                  <a:pt x="63" y="482"/>
                  <a:pt x="68" y="536"/>
                  <a:pt x="77" y="585"/>
                </a:cubicBezTo>
                <a:cubicBezTo>
                  <a:pt x="87" y="633"/>
                  <a:pt x="98" y="672"/>
                  <a:pt x="112" y="702"/>
                </a:cubicBezTo>
                <a:cubicBezTo>
                  <a:pt x="125" y="732"/>
                  <a:pt x="139" y="757"/>
                  <a:pt x="153" y="776"/>
                </a:cubicBezTo>
                <a:cubicBezTo>
                  <a:pt x="167" y="794"/>
                  <a:pt x="179" y="809"/>
                  <a:pt x="189" y="821"/>
                </a:cubicBezTo>
                <a:cubicBezTo>
                  <a:pt x="198" y="832"/>
                  <a:pt x="203" y="838"/>
                  <a:pt x="203" y="838"/>
                </a:cubicBezTo>
                <a:cubicBezTo>
                  <a:pt x="203" y="843"/>
                  <a:pt x="199" y="846"/>
                  <a:pt x="191" y="846"/>
                </a:cubicBezTo>
                <a:lnTo>
                  <a:pt x="188" y="846"/>
                </a:lnTo>
                <a:lnTo>
                  <a:pt x="177" y="846"/>
                </a:lnTo>
                <a:lnTo>
                  <a:pt x="153" y="826"/>
                </a:lnTo>
                <a:cubicBezTo>
                  <a:pt x="100" y="778"/>
                  <a:pt x="62" y="717"/>
                  <a:pt x="37" y="646"/>
                </a:cubicBezTo>
                <a:cubicBezTo>
                  <a:pt x="12" y="574"/>
                  <a:pt x="0" y="500"/>
                  <a:pt x="0" y="42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96" name=""/>
          <p:cNvSpPr/>
          <p:nvPr/>
        </p:nvSpPr>
        <p:spPr>
          <a:xfrm>
            <a:off x="5337720" y="325080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6" y="430"/>
                </a:moveTo>
                <a:cubicBezTo>
                  <a:pt x="96" y="444"/>
                  <a:pt x="91" y="455"/>
                  <a:pt x="82" y="464"/>
                </a:cubicBezTo>
                <a:cubicBezTo>
                  <a:pt x="73" y="473"/>
                  <a:pt x="62" y="477"/>
                  <a:pt x="50" y="477"/>
                </a:cubicBezTo>
                <a:lnTo>
                  <a:pt x="44" y="477"/>
                </a:lnTo>
                <a:cubicBezTo>
                  <a:pt x="70" y="522"/>
                  <a:pt x="104" y="544"/>
                  <a:pt x="147" y="544"/>
                </a:cubicBezTo>
                <a:cubicBezTo>
                  <a:pt x="187" y="544"/>
                  <a:pt x="216" y="527"/>
                  <a:pt x="234" y="494"/>
                </a:cubicBezTo>
                <a:cubicBezTo>
                  <a:pt x="245" y="475"/>
                  <a:pt x="250" y="439"/>
                  <a:pt x="250" y="385"/>
                </a:cubicBezTo>
                <a:cubicBezTo>
                  <a:pt x="250" y="327"/>
                  <a:pt x="242" y="288"/>
                  <a:pt x="227" y="268"/>
                </a:cubicBezTo>
                <a:cubicBezTo>
                  <a:pt x="212" y="249"/>
                  <a:pt x="196" y="240"/>
                  <a:pt x="178" y="240"/>
                </a:cubicBezTo>
                <a:lnTo>
                  <a:pt x="173" y="240"/>
                </a:lnTo>
                <a:cubicBezTo>
                  <a:pt x="128" y="240"/>
                  <a:pt x="95" y="259"/>
                  <a:pt x="72" y="298"/>
                </a:cubicBezTo>
                <a:cubicBezTo>
                  <a:pt x="70" y="302"/>
                  <a:pt x="68" y="304"/>
                  <a:pt x="66" y="304"/>
                </a:cubicBezTo>
                <a:cubicBezTo>
                  <a:pt x="65" y="305"/>
                  <a:pt x="61" y="305"/>
                  <a:pt x="54" y="306"/>
                </a:cubicBezTo>
                <a:cubicBezTo>
                  <a:pt x="44" y="306"/>
                  <a:pt x="39" y="304"/>
                  <a:pt x="38" y="301"/>
                </a:cubicBezTo>
                <a:cubicBezTo>
                  <a:pt x="37" y="299"/>
                  <a:pt x="36" y="249"/>
                  <a:pt x="36" y="153"/>
                </a:cubicBezTo>
                <a:lnTo>
                  <a:pt x="36" y="44"/>
                </a:lnTo>
                <a:cubicBezTo>
                  <a:pt x="36" y="16"/>
                  <a:pt x="37" y="2"/>
                  <a:pt x="40" y="2"/>
                </a:cubicBezTo>
                <a:cubicBezTo>
                  <a:pt x="41" y="1"/>
                  <a:pt x="43" y="0"/>
                  <a:pt x="44" y="0"/>
                </a:cubicBezTo>
                <a:cubicBezTo>
                  <a:pt x="44" y="0"/>
                  <a:pt x="50" y="3"/>
                  <a:pt x="61" y="7"/>
                </a:cubicBezTo>
                <a:cubicBezTo>
                  <a:pt x="73" y="12"/>
                  <a:pt x="88" y="16"/>
                  <a:pt x="108" y="21"/>
                </a:cubicBezTo>
                <a:cubicBezTo>
                  <a:pt x="128" y="25"/>
                  <a:pt x="149" y="27"/>
                  <a:pt x="172" y="27"/>
                </a:cubicBezTo>
                <a:cubicBezTo>
                  <a:pt x="212" y="27"/>
                  <a:pt x="250" y="19"/>
                  <a:pt x="287" y="4"/>
                </a:cubicBezTo>
                <a:cubicBezTo>
                  <a:pt x="292" y="1"/>
                  <a:pt x="295" y="0"/>
                  <a:pt x="298" y="0"/>
                </a:cubicBezTo>
                <a:cubicBezTo>
                  <a:pt x="303" y="0"/>
                  <a:pt x="305" y="5"/>
                  <a:pt x="305" y="15"/>
                </a:cubicBezTo>
                <a:lnTo>
                  <a:pt x="305" y="26"/>
                </a:lnTo>
                <a:cubicBezTo>
                  <a:pt x="259" y="81"/>
                  <a:pt x="201" y="108"/>
                  <a:pt x="131" y="108"/>
                </a:cubicBezTo>
                <a:cubicBezTo>
                  <a:pt x="113" y="108"/>
                  <a:pt x="97" y="107"/>
                  <a:pt x="83" y="103"/>
                </a:cubicBezTo>
                <a:lnTo>
                  <a:pt x="75" y="102"/>
                </a:lnTo>
                <a:lnTo>
                  <a:pt x="75" y="247"/>
                </a:lnTo>
                <a:cubicBezTo>
                  <a:pt x="86" y="239"/>
                  <a:pt x="94" y="233"/>
                  <a:pt x="100" y="228"/>
                </a:cubicBezTo>
                <a:cubicBezTo>
                  <a:pt x="106" y="224"/>
                  <a:pt x="117" y="219"/>
                  <a:pt x="131" y="215"/>
                </a:cubicBezTo>
                <a:cubicBezTo>
                  <a:pt x="145" y="210"/>
                  <a:pt x="159" y="208"/>
                  <a:pt x="175" y="208"/>
                </a:cubicBezTo>
                <a:cubicBezTo>
                  <a:pt x="220" y="208"/>
                  <a:pt x="259" y="226"/>
                  <a:pt x="290" y="263"/>
                </a:cubicBezTo>
                <a:cubicBezTo>
                  <a:pt x="322" y="300"/>
                  <a:pt x="338" y="343"/>
                  <a:pt x="338" y="393"/>
                </a:cubicBezTo>
                <a:cubicBezTo>
                  <a:pt x="338" y="445"/>
                  <a:pt x="320" y="489"/>
                  <a:pt x="284" y="526"/>
                </a:cubicBezTo>
                <a:cubicBezTo>
                  <a:pt x="248" y="563"/>
                  <a:pt x="204" y="582"/>
                  <a:pt x="151" y="582"/>
                </a:cubicBezTo>
                <a:cubicBezTo>
                  <a:pt x="105" y="582"/>
                  <a:pt x="69" y="567"/>
                  <a:pt x="41" y="536"/>
                </a:cubicBezTo>
                <a:cubicBezTo>
                  <a:pt x="14" y="505"/>
                  <a:pt x="0" y="471"/>
                  <a:pt x="0" y="433"/>
                </a:cubicBezTo>
                <a:cubicBezTo>
                  <a:pt x="0" y="419"/>
                  <a:pt x="3" y="409"/>
                  <a:pt x="9" y="401"/>
                </a:cubicBezTo>
                <a:cubicBezTo>
                  <a:pt x="15" y="393"/>
                  <a:pt x="22" y="388"/>
                  <a:pt x="28" y="385"/>
                </a:cubicBezTo>
                <a:cubicBezTo>
                  <a:pt x="35" y="383"/>
                  <a:pt x="42" y="382"/>
                  <a:pt x="48" y="382"/>
                </a:cubicBezTo>
                <a:cubicBezTo>
                  <a:pt x="62" y="382"/>
                  <a:pt x="73" y="387"/>
                  <a:pt x="82" y="396"/>
                </a:cubicBezTo>
                <a:cubicBezTo>
                  <a:pt x="91" y="406"/>
                  <a:pt x="96" y="417"/>
                  <a:pt x="96" y="4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97" name=""/>
          <p:cNvSpPr/>
          <p:nvPr/>
        </p:nvSpPr>
        <p:spPr>
          <a:xfrm>
            <a:off x="5486400" y="325080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79" y="23"/>
                  <a:pt x="122" y="0"/>
                  <a:pt x="177" y="0"/>
                </a:cubicBezTo>
                <a:cubicBezTo>
                  <a:pt x="205" y="0"/>
                  <a:pt x="232" y="8"/>
                  <a:pt x="259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0"/>
                  <a:pt x="344" y="447"/>
                  <a:pt x="320" y="493"/>
                </a:cubicBezTo>
                <a:cubicBezTo>
                  <a:pt x="309" y="516"/>
                  <a:pt x="293" y="535"/>
                  <a:pt x="274" y="549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7" y="580"/>
                  <a:pt x="192" y="582"/>
                  <a:pt x="178" y="582"/>
                </a:cubicBezTo>
                <a:cubicBezTo>
                  <a:pt x="163" y="582"/>
                  <a:pt x="149" y="581"/>
                  <a:pt x="134" y="577"/>
                </a:cubicBezTo>
                <a:cubicBezTo>
                  <a:pt x="119" y="574"/>
                  <a:pt x="102" y="565"/>
                  <a:pt x="83" y="549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9" y="59"/>
                </a:moveTo>
                <a:cubicBezTo>
                  <a:pt x="222" y="41"/>
                  <a:pt x="201" y="32"/>
                  <a:pt x="178" y="32"/>
                </a:cubicBezTo>
                <a:cubicBezTo>
                  <a:pt x="154" y="32"/>
                  <a:pt x="134" y="41"/>
                  <a:pt x="117" y="59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5"/>
                  <a:pt x="83" y="199"/>
                  <a:pt x="83" y="282"/>
                </a:cubicBezTo>
                <a:cubicBezTo>
                  <a:pt x="83" y="371"/>
                  <a:pt x="85" y="429"/>
                  <a:pt x="89" y="457"/>
                </a:cubicBezTo>
                <a:cubicBezTo>
                  <a:pt x="94" y="485"/>
                  <a:pt x="104" y="508"/>
                  <a:pt x="120" y="524"/>
                </a:cubicBezTo>
                <a:cubicBezTo>
                  <a:pt x="135" y="541"/>
                  <a:pt x="155" y="549"/>
                  <a:pt x="178" y="549"/>
                </a:cubicBezTo>
                <a:cubicBezTo>
                  <a:pt x="200" y="549"/>
                  <a:pt x="221" y="541"/>
                  <a:pt x="236" y="524"/>
                </a:cubicBezTo>
                <a:cubicBezTo>
                  <a:pt x="253" y="507"/>
                  <a:pt x="263" y="483"/>
                  <a:pt x="267" y="453"/>
                </a:cubicBezTo>
                <a:cubicBezTo>
                  <a:pt x="271" y="423"/>
                  <a:pt x="273" y="365"/>
                  <a:pt x="274" y="282"/>
                </a:cubicBezTo>
                <a:cubicBezTo>
                  <a:pt x="274" y="200"/>
                  <a:pt x="271" y="146"/>
                  <a:pt x="267" y="120"/>
                </a:cubicBezTo>
                <a:cubicBezTo>
                  <a:pt x="262" y="94"/>
                  <a:pt x="253" y="74"/>
                  <a:pt x="239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98" name=""/>
          <p:cNvSpPr/>
          <p:nvPr/>
        </p:nvSpPr>
        <p:spPr>
          <a:xfrm>
            <a:off x="5650200" y="3416760"/>
            <a:ext cx="40320" cy="96120"/>
          </a:xfrm>
          <a:custGeom>
            <a:avLst/>
            <a:gdLst/>
            <a:ahLst/>
            <a:rect l="0" t="0" r="r" b="b"/>
            <a:pathLst>
              <a:path w="112" h="267">
                <a:moveTo>
                  <a:pt x="0" y="72"/>
                </a:moveTo>
                <a:cubicBezTo>
                  <a:pt x="0" y="72"/>
                  <a:pt x="0" y="65"/>
                  <a:pt x="0" y="51"/>
                </a:cubicBezTo>
                <a:cubicBezTo>
                  <a:pt x="0" y="37"/>
                  <a:pt x="5" y="25"/>
                  <a:pt x="15" y="15"/>
                </a:cubicBezTo>
                <a:cubicBezTo>
                  <a:pt x="24" y="5"/>
                  <a:pt x="36" y="0"/>
                  <a:pt x="51" y="0"/>
                </a:cubicBezTo>
                <a:cubicBezTo>
                  <a:pt x="67" y="0"/>
                  <a:pt x="81" y="7"/>
                  <a:pt x="93" y="21"/>
                </a:cubicBezTo>
                <a:cubicBezTo>
                  <a:pt x="105" y="35"/>
                  <a:pt x="112" y="60"/>
                  <a:pt x="112" y="95"/>
                </a:cubicBezTo>
                <a:cubicBezTo>
                  <a:pt x="112" y="115"/>
                  <a:pt x="110" y="134"/>
                  <a:pt x="105" y="152"/>
                </a:cubicBezTo>
                <a:cubicBezTo>
                  <a:pt x="100" y="171"/>
                  <a:pt x="94" y="187"/>
                  <a:pt x="87" y="201"/>
                </a:cubicBezTo>
                <a:cubicBezTo>
                  <a:pt x="80" y="214"/>
                  <a:pt x="73" y="227"/>
                  <a:pt x="65" y="236"/>
                </a:cubicBezTo>
                <a:cubicBezTo>
                  <a:pt x="57" y="246"/>
                  <a:pt x="51" y="253"/>
                  <a:pt x="45" y="259"/>
                </a:cubicBezTo>
                <a:cubicBezTo>
                  <a:pt x="39" y="265"/>
                  <a:pt x="36" y="267"/>
                  <a:pt x="34" y="267"/>
                </a:cubicBezTo>
                <a:cubicBezTo>
                  <a:pt x="32" y="267"/>
                  <a:pt x="28" y="264"/>
                  <a:pt x="23" y="259"/>
                </a:cubicBezTo>
                <a:cubicBezTo>
                  <a:pt x="18" y="254"/>
                  <a:pt x="15" y="250"/>
                  <a:pt x="15" y="248"/>
                </a:cubicBezTo>
                <a:cubicBezTo>
                  <a:pt x="15" y="246"/>
                  <a:pt x="18" y="241"/>
                  <a:pt x="25" y="235"/>
                </a:cubicBezTo>
                <a:cubicBezTo>
                  <a:pt x="31" y="228"/>
                  <a:pt x="38" y="218"/>
                  <a:pt x="46" y="208"/>
                </a:cubicBezTo>
                <a:cubicBezTo>
                  <a:pt x="54" y="198"/>
                  <a:pt x="61" y="184"/>
                  <a:pt x="68" y="166"/>
                </a:cubicBezTo>
                <a:cubicBezTo>
                  <a:pt x="74" y="148"/>
                  <a:pt x="79" y="127"/>
                  <a:pt x="81" y="104"/>
                </a:cubicBezTo>
                <a:lnTo>
                  <a:pt x="81" y="94"/>
                </a:lnTo>
                <a:lnTo>
                  <a:pt x="80" y="95"/>
                </a:lnTo>
                <a:cubicBezTo>
                  <a:pt x="79" y="96"/>
                  <a:pt x="78" y="96"/>
                  <a:pt x="76" y="97"/>
                </a:cubicBezTo>
                <a:cubicBezTo>
                  <a:pt x="74" y="97"/>
                  <a:pt x="73" y="98"/>
                  <a:pt x="71" y="99"/>
                </a:cubicBezTo>
                <a:cubicBezTo>
                  <a:pt x="69" y="100"/>
                  <a:pt x="67" y="101"/>
                  <a:pt x="64" y="101"/>
                </a:cubicBezTo>
                <a:cubicBezTo>
                  <a:pt x="60" y="101"/>
                  <a:pt x="57" y="101"/>
                  <a:pt x="53" y="102"/>
                </a:cubicBezTo>
                <a:cubicBezTo>
                  <a:pt x="38" y="102"/>
                  <a:pt x="26" y="97"/>
                  <a:pt x="16" y="87"/>
                </a:cubicBez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899" name=""/>
          <p:cNvSpPr/>
          <p:nvPr/>
        </p:nvSpPr>
        <p:spPr>
          <a:xfrm>
            <a:off x="5787000" y="3250800"/>
            <a:ext cx="104760" cy="203040"/>
          </a:xfrm>
          <a:custGeom>
            <a:avLst/>
            <a:gdLst/>
            <a:ahLst/>
            <a:rect l="0" t="0" r="r" b="b"/>
            <a:pathLst>
              <a:path w="291" h="564">
                <a:moveTo>
                  <a:pt x="111" y="75"/>
                </a:moveTo>
                <a:lnTo>
                  <a:pt x="100" y="79"/>
                </a:lnTo>
                <a:cubicBezTo>
                  <a:pt x="92" y="82"/>
                  <a:pt x="81" y="84"/>
                  <a:pt x="66" y="87"/>
                </a:cubicBezTo>
                <a:cubicBezTo>
                  <a:pt x="51" y="90"/>
                  <a:pt x="35" y="92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3" y="53"/>
                  <a:pt x="68" y="49"/>
                  <a:pt x="90" y="42"/>
                </a:cubicBezTo>
                <a:cubicBezTo>
                  <a:pt x="113" y="34"/>
                  <a:pt x="129" y="28"/>
                  <a:pt x="138" y="21"/>
                </a:cubicBezTo>
                <a:cubicBezTo>
                  <a:pt x="147" y="15"/>
                  <a:pt x="155" y="9"/>
                  <a:pt x="161" y="3"/>
                </a:cubicBezTo>
                <a:cubicBezTo>
                  <a:pt x="162" y="1"/>
                  <a:pt x="166" y="0"/>
                  <a:pt x="171" y="0"/>
                </a:cubicBezTo>
                <a:cubicBezTo>
                  <a:pt x="177" y="0"/>
                  <a:pt x="181" y="2"/>
                  <a:pt x="186" y="5"/>
                </a:cubicBezTo>
                <a:lnTo>
                  <a:pt x="186" y="259"/>
                </a:lnTo>
                <a:lnTo>
                  <a:pt x="187" y="512"/>
                </a:lnTo>
                <a:cubicBezTo>
                  <a:pt x="191" y="516"/>
                  <a:pt x="194" y="519"/>
                  <a:pt x="197" y="520"/>
                </a:cubicBezTo>
                <a:cubicBezTo>
                  <a:pt x="200" y="521"/>
                  <a:pt x="206" y="522"/>
                  <a:pt x="217" y="523"/>
                </a:cubicBezTo>
                <a:cubicBezTo>
                  <a:pt x="228" y="524"/>
                  <a:pt x="245" y="525"/>
                  <a:pt x="269" y="525"/>
                </a:cubicBezTo>
                <a:lnTo>
                  <a:pt x="291" y="525"/>
                </a:lnTo>
                <a:lnTo>
                  <a:pt x="291" y="564"/>
                </a:lnTo>
                <a:lnTo>
                  <a:pt x="282" y="564"/>
                </a:lnTo>
                <a:cubicBezTo>
                  <a:pt x="270" y="562"/>
                  <a:pt x="226" y="561"/>
                  <a:pt x="148" y="561"/>
                </a:cubicBezTo>
                <a:cubicBezTo>
                  <a:pt x="71" y="561"/>
                  <a:pt x="27" y="562"/>
                  <a:pt x="14" y="564"/>
                </a:cubicBezTo>
                <a:lnTo>
                  <a:pt x="4" y="564"/>
                </a:lnTo>
                <a:lnTo>
                  <a:pt x="4" y="525"/>
                </a:lnTo>
                <a:lnTo>
                  <a:pt x="27" y="525"/>
                </a:lnTo>
                <a:cubicBezTo>
                  <a:pt x="39" y="525"/>
                  <a:pt x="50" y="525"/>
                  <a:pt x="59" y="525"/>
                </a:cubicBezTo>
                <a:cubicBezTo>
                  <a:pt x="68" y="525"/>
                  <a:pt x="75" y="525"/>
                  <a:pt x="80" y="524"/>
                </a:cubicBezTo>
                <a:cubicBezTo>
                  <a:pt x="85" y="524"/>
                  <a:pt x="90" y="523"/>
                  <a:pt x="94" y="522"/>
                </a:cubicBezTo>
                <a:cubicBezTo>
                  <a:pt x="98" y="520"/>
                  <a:pt x="100" y="520"/>
                  <a:pt x="100" y="520"/>
                </a:cubicBezTo>
                <a:cubicBezTo>
                  <a:pt x="101" y="520"/>
                  <a:pt x="103" y="518"/>
                  <a:pt x="106" y="516"/>
                </a:cubicBezTo>
                <a:cubicBezTo>
                  <a:pt x="108" y="513"/>
                  <a:pt x="110" y="512"/>
                  <a:pt x="111" y="512"/>
                </a:cubicBezTo>
                <a:lnTo>
                  <a:pt x="111" y="7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00" name=""/>
          <p:cNvSpPr/>
          <p:nvPr/>
        </p:nvSpPr>
        <p:spPr>
          <a:xfrm>
            <a:off x="5925600" y="325080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9" y="69"/>
                </a:moveTo>
                <a:cubicBezTo>
                  <a:pt x="81" y="23"/>
                  <a:pt x="124" y="0"/>
                  <a:pt x="178" y="0"/>
                </a:cubicBezTo>
                <a:cubicBezTo>
                  <a:pt x="205" y="0"/>
                  <a:pt x="232" y="8"/>
                  <a:pt x="259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7"/>
                  <a:pt x="357" y="211"/>
                  <a:pt x="357" y="293"/>
                </a:cubicBezTo>
                <a:cubicBezTo>
                  <a:pt x="357" y="380"/>
                  <a:pt x="344" y="447"/>
                  <a:pt x="320" y="493"/>
                </a:cubicBezTo>
                <a:cubicBezTo>
                  <a:pt x="309" y="516"/>
                  <a:pt x="294" y="535"/>
                  <a:pt x="274" y="549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8" y="580"/>
                  <a:pt x="193" y="582"/>
                  <a:pt x="179" y="582"/>
                </a:cubicBezTo>
                <a:cubicBezTo>
                  <a:pt x="165" y="582"/>
                  <a:pt x="150" y="581"/>
                  <a:pt x="135" y="577"/>
                </a:cubicBezTo>
                <a:cubicBezTo>
                  <a:pt x="121" y="574"/>
                  <a:pt x="103" y="565"/>
                  <a:pt x="84" y="549"/>
                </a:cubicBezTo>
                <a:cubicBezTo>
                  <a:pt x="64" y="535"/>
                  <a:pt x="49" y="516"/>
                  <a:pt x="36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0"/>
                  <a:pt x="49" y="69"/>
                </a:cubicBezTo>
                <a:moveTo>
                  <a:pt x="239" y="59"/>
                </a:moveTo>
                <a:cubicBezTo>
                  <a:pt x="222" y="41"/>
                  <a:pt x="202" y="32"/>
                  <a:pt x="179" y="32"/>
                </a:cubicBezTo>
                <a:cubicBezTo>
                  <a:pt x="156" y="32"/>
                  <a:pt x="135" y="41"/>
                  <a:pt x="118" y="59"/>
                </a:cubicBezTo>
                <a:cubicBezTo>
                  <a:pt x="104" y="73"/>
                  <a:pt x="95" y="93"/>
                  <a:pt x="91" y="119"/>
                </a:cubicBezTo>
                <a:cubicBezTo>
                  <a:pt x="86" y="145"/>
                  <a:pt x="84" y="199"/>
                  <a:pt x="84" y="282"/>
                </a:cubicBezTo>
                <a:cubicBezTo>
                  <a:pt x="84" y="371"/>
                  <a:pt x="86" y="429"/>
                  <a:pt x="91" y="457"/>
                </a:cubicBezTo>
                <a:cubicBezTo>
                  <a:pt x="95" y="485"/>
                  <a:pt x="105" y="508"/>
                  <a:pt x="121" y="524"/>
                </a:cubicBezTo>
                <a:cubicBezTo>
                  <a:pt x="137" y="541"/>
                  <a:pt x="156" y="549"/>
                  <a:pt x="179" y="549"/>
                </a:cubicBezTo>
                <a:cubicBezTo>
                  <a:pt x="202" y="549"/>
                  <a:pt x="221" y="541"/>
                  <a:pt x="237" y="524"/>
                </a:cubicBezTo>
                <a:cubicBezTo>
                  <a:pt x="253" y="507"/>
                  <a:pt x="263" y="483"/>
                  <a:pt x="267" y="453"/>
                </a:cubicBezTo>
                <a:cubicBezTo>
                  <a:pt x="271" y="423"/>
                  <a:pt x="273" y="365"/>
                  <a:pt x="274" y="282"/>
                </a:cubicBezTo>
                <a:cubicBezTo>
                  <a:pt x="274" y="200"/>
                  <a:pt x="272" y="146"/>
                  <a:pt x="267" y="120"/>
                </a:cubicBezTo>
                <a:cubicBezTo>
                  <a:pt x="263" y="94"/>
                  <a:pt x="253" y="74"/>
                  <a:pt x="239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01" name=""/>
          <p:cNvSpPr/>
          <p:nvPr/>
        </p:nvSpPr>
        <p:spPr>
          <a:xfrm>
            <a:off x="6086520" y="3190680"/>
            <a:ext cx="86040" cy="143640"/>
          </a:xfrm>
          <a:custGeom>
            <a:avLst/>
            <a:gdLst/>
            <a:ahLst/>
            <a:rect l="0" t="0" r="r" b="b"/>
            <a:pathLst>
              <a:path w="239" h="399">
                <a:moveTo>
                  <a:pt x="35" y="143"/>
                </a:moveTo>
                <a:cubicBezTo>
                  <a:pt x="25" y="143"/>
                  <a:pt x="16" y="139"/>
                  <a:pt x="10" y="132"/>
                </a:cubicBezTo>
                <a:cubicBezTo>
                  <a:pt x="3" y="125"/>
                  <a:pt x="0" y="116"/>
                  <a:pt x="0" y="106"/>
                </a:cubicBezTo>
                <a:cubicBezTo>
                  <a:pt x="0" y="77"/>
                  <a:pt x="11" y="52"/>
                  <a:pt x="32" y="31"/>
                </a:cubicBezTo>
                <a:cubicBezTo>
                  <a:pt x="53" y="10"/>
                  <a:pt x="79" y="0"/>
                  <a:pt x="112" y="0"/>
                </a:cubicBezTo>
                <a:cubicBezTo>
                  <a:pt x="148" y="0"/>
                  <a:pt x="178" y="11"/>
                  <a:pt x="202" y="34"/>
                </a:cubicBezTo>
                <a:cubicBezTo>
                  <a:pt x="227" y="56"/>
                  <a:pt x="239" y="86"/>
                  <a:pt x="239" y="121"/>
                </a:cubicBezTo>
                <a:cubicBezTo>
                  <a:pt x="239" y="138"/>
                  <a:pt x="235" y="155"/>
                  <a:pt x="227" y="170"/>
                </a:cubicBezTo>
                <a:cubicBezTo>
                  <a:pt x="219" y="186"/>
                  <a:pt x="210" y="199"/>
                  <a:pt x="199" y="211"/>
                </a:cubicBezTo>
                <a:cubicBezTo>
                  <a:pt x="188" y="222"/>
                  <a:pt x="172" y="237"/>
                  <a:pt x="151" y="255"/>
                </a:cubicBezTo>
                <a:cubicBezTo>
                  <a:pt x="137" y="267"/>
                  <a:pt x="117" y="286"/>
                  <a:pt x="90" y="310"/>
                </a:cubicBezTo>
                <a:lnTo>
                  <a:pt x="55" y="343"/>
                </a:lnTo>
                <a:lnTo>
                  <a:pt x="100" y="344"/>
                </a:lnTo>
                <a:cubicBezTo>
                  <a:pt x="164" y="344"/>
                  <a:pt x="197" y="343"/>
                  <a:pt x="201" y="341"/>
                </a:cubicBezTo>
                <a:cubicBezTo>
                  <a:pt x="204" y="340"/>
                  <a:pt x="209" y="322"/>
                  <a:pt x="215" y="288"/>
                </a:cubicBezTo>
                <a:lnTo>
                  <a:pt x="215" y="286"/>
                </a:lnTo>
                <a:lnTo>
                  <a:pt x="239" y="286"/>
                </a:lnTo>
                <a:lnTo>
                  <a:pt x="239" y="288"/>
                </a:lnTo>
                <a:cubicBezTo>
                  <a:pt x="239" y="289"/>
                  <a:pt x="236" y="307"/>
                  <a:pt x="232" y="342"/>
                </a:cubicBezTo>
                <a:cubicBezTo>
                  <a:pt x="227" y="377"/>
                  <a:pt x="224" y="395"/>
                  <a:pt x="223" y="397"/>
                </a:cubicBezTo>
                <a:lnTo>
                  <a:pt x="223" y="399"/>
                </a:lnTo>
                <a:lnTo>
                  <a:pt x="0" y="399"/>
                </a:lnTo>
                <a:lnTo>
                  <a:pt x="0" y="387"/>
                </a:lnTo>
                <a:lnTo>
                  <a:pt x="0" y="380"/>
                </a:lnTo>
                <a:cubicBezTo>
                  <a:pt x="0" y="377"/>
                  <a:pt x="1" y="374"/>
                  <a:pt x="4" y="371"/>
                </a:cubicBezTo>
                <a:cubicBezTo>
                  <a:pt x="6" y="368"/>
                  <a:pt x="12" y="361"/>
                  <a:pt x="22" y="350"/>
                </a:cubicBezTo>
                <a:cubicBezTo>
                  <a:pt x="33" y="338"/>
                  <a:pt x="43" y="327"/>
                  <a:pt x="51" y="317"/>
                </a:cubicBezTo>
                <a:cubicBezTo>
                  <a:pt x="55" y="313"/>
                  <a:pt x="62" y="306"/>
                  <a:pt x="72" y="295"/>
                </a:cubicBezTo>
                <a:cubicBezTo>
                  <a:pt x="82" y="284"/>
                  <a:pt x="88" y="277"/>
                  <a:pt x="92" y="273"/>
                </a:cubicBezTo>
                <a:cubicBezTo>
                  <a:pt x="96" y="269"/>
                  <a:pt x="101" y="262"/>
                  <a:pt x="109" y="253"/>
                </a:cubicBezTo>
                <a:cubicBezTo>
                  <a:pt x="118" y="244"/>
                  <a:pt x="124" y="237"/>
                  <a:pt x="127" y="233"/>
                </a:cubicBezTo>
                <a:cubicBezTo>
                  <a:pt x="130" y="228"/>
                  <a:pt x="135" y="222"/>
                  <a:pt x="141" y="215"/>
                </a:cubicBezTo>
                <a:cubicBezTo>
                  <a:pt x="147" y="207"/>
                  <a:pt x="151" y="201"/>
                  <a:pt x="153" y="196"/>
                </a:cubicBezTo>
                <a:cubicBezTo>
                  <a:pt x="156" y="191"/>
                  <a:pt x="159" y="185"/>
                  <a:pt x="162" y="178"/>
                </a:cubicBezTo>
                <a:cubicBezTo>
                  <a:pt x="166" y="172"/>
                  <a:pt x="168" y="166"/>
                  <a:pt x="170" y="159"/>
                </a:cubicBezTo>
                <a:cubicBezTo>
                  <a:pt x="172" y="153"/>
                  <a:pt x="173" y="147"/>
                  <a:pt x="174" y="141"/>
                </a:cubicBezTo>
                <a:cubicBezTo>
                  <a:pt x="175" y="136"/>
                  <a:pt x="176" y="129"/>
                  <a:pt x="176" y="122"/>
                </a:cubicBezTo>
                <a:cubicBezTo>
                  <a:pt x="176" y="97"/>
                  <a:pt x="169" y="75"/>
                  <a:pt x="156" y="56"/>
                </a:cubicBezTo>
                <a:cubicBezTo>
                  <a:pt x="142" y="37"/>
                  <a:pt x="123" y="28"/>
                  <a:pt x="97" y="28"/>
                </a:cubicBezTo>
                <a:cubicBezTo>
                  <a:pt x="84" y="28"/>
                  <a:pt x="72" y="32"/>
                  <a:pt x="62" y="38"/>
                </a:cubicBezTo>
                <a:cubicBezTo>
                  <a:pt x="52" y="45"/>
                  <a:pt x="45" y="52"/>
                  <a:pt x="41" y="58"/>
                </a:cubicBezTo>
                <a:cubicBezTo>
                  <a:pt x="37" y="64"/>
                  <a:pt x="35" y="68"/>
                  <a:pt x="35" y="69"/>
                </a:cubicBezTo>
                <a:cubicBezTo>
                  <a:pt x="35" y="71"/>
                  <a:pt x="36" y="71"/>
                  <a:pt x="38" y="71"/>
                </a:cubicBezTo>
                <a:cubicBezTo>
                  <a:pt x="45" y="71"/>
                  <a:pt x="53" y="74"/>
                  <a:pt x="60" y="79"/>
                </a:cubicBezTo>
                <a:cubicBezTo>
                  <a:pt x="68" y="85"/>
                  <a:pt x="72" y="94"/>
                  <a:pt x="72" y="107"/>
                </a:cubicBezTo>
                <a:cubicBezTo>
                  <a:pt x="72" y="117"/>
                  <a:pt x="69" y="125"/>
                  <a:pt x="62" y="132"/>
                </a:cubicBezTo>
                <a:cubicBezTo>
                  <a:pt x="56" y="139"/>
                  <a:pt x="47" y="142"/>
                  <a:pt x="35" y="14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02" name=""/>
          <p:cNvSpPr/>
          <p:nvPr/>
        </p:nvSpPr>
        <p:spPr>
          <a:xfrm>
            <a:off x="6215400" y="3225240"/>
            <a:ext cx="72720" cy="304560"/>
          </a:xfrm>
          <a:custGeom>
            <a:avLst/>
            <a:gdLst/>
            <a:ahLst/>
            <a:rect l="0" t="0" r="r" b="b"/>
            <a:pathLst>
              <a:path w="202" h="846">
                <a:moveTo>
                  <a:pt x="4" y="1"/>
                </a:moveTo>
                <a:lnTo>
                  <a:pt x="7" y="0"/>
                </a:lnTo>
                <a:cubicBezTo>
                  <a:pt x="10" y="0"/>
                  <a:pt x="13" y="0"/>
                  <a:pt x="16" y="0"/>
                </a:cubicBezTo>
                <a:lnTo>
                  <a:pt x="26" y="0"/>
                </a:lnTo>
                <a:lnTo>
                  <a:pt x="49" y="21"/>
                </a:lnTo>
                <a:cubicBezTo>
                  <a:pt x="102" y="68"/>
                  <a:pt x="142" y="128"/>
                  <a:pt x="166" y="200"/>
                </a:cubicBezTo>
                <a:cubicBezTo>
                  <a:pt x="190" y="271"/>
                  <a:pt x="202" y="346"/>
                  <a:pt x="202" y="423"/>
                </a:cubicBezTo>
                <a:cubicBezTo>
                  <a:pt x="202" y="461"/>
                  <a:pt x="200" y="498"/>
                  <a:pt x="194" y="533"/>
                </a:cubicBezTo>
                <a:cubicBezTo>
                  <a:pt x="188" y="569"/>
                  <a:pt x="182" y="599"/>
                  <a:pt x="174" y="624"/>
                </a:cubicBezTo>
                <a:cubicBezTo>
                  <a:pt x="167" y="648"/>
                  <a:pt x="157" y="673"/>
                  <a:pt x="143" y="698"/>
                </a:cubicBezTo>
                <a:cubicBezTo>
                  <a:pt x="130" y="723"/>
                  <a:pt x="118" y="742"/>
                  <a:pt x="110" y="756"/>
                </a:cubicBezTo>
                <a:cubicBezTo>
                  <a:pt x="102" y="769"/>
                  <a:pt x="91" y="783"/>
                  <a:pt x="76" y="799"/>
                </a:cubicBezTo>
                <a:cubicBezTo>
                  <a:pt x="60" y="814"/>
                  <a:pt x="51" y="824"/>
                  <a:pt x="48" y="827"/>
                </a:cubicBezTo>
                <a:cubicBezTo>
                  <a:pt x="46" y="829"/>
                  <a:pt x="39" y="835"/>
                  <a:pt x="29" y="843"/>
                </a:cubicBezTo>
                <a:cubicBezTo>
                  <a:pt x="27" y="844"/>
                  <a:pt x="26" y="845"/>
                  <a:pt x="26" y="846"/>
                </a:cubicBezTo>
                <a:lnTo>
                  <a:pt x="16" y="846"/>
                </a:lnTo>
                <a:cubicBezTo>
                  <a:pt x="11" y="846"/>
                  <a:pt x="8" y="846"/>
                  <a:pt x="6" y="846"/>
                </a:cubicBezTo>
                <a:cubicBezTo>
                  <a:pt x="5" y="846"/>
                  <a:pt x="3" y="845"/>
                  <a:pt x="2" y="843"/>
                </a:cubicBezTo>
                <a:cubicBezTo>
                  <a:pt x="1" y="842"/>
                  <a:pt x="0" y="839"/>
                  <a:pt x="0" y="836"/>
                </a:cubicBezTo>
                <a:cubicBezTo>
                  <a:pt x="0" y="835"/>
                  <a:pt x="3" y="832"/>
                  <a:pt x="9" y="825"/>
                </a:cubicBezTo>
                <a:cubicBezTo>
                  <a:pt x="96" y="733"/>
                  <a:pt x="141" y="599"/>
                  <a:pt x="141" y="423"/>
                </a:cubicBezTo>
                <a:cubicBezTo>
                  <a:pt x="141" y="246"/>
                  <a:pt x="96" y="112"/>
                  <a:pt x="9" y="21"/>
                </a:cubicBezTo>
                <a:cubicBezTo>
                  <a:pt x="3" y="15"/>
                  <a:pt x="0" y="11"/>
                  <a:pt x="0" y="10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03" name=""/>
          <p:cNvSpPr/>
          <p:nvPr/>
        </p:nvSpPr>
        <p:spPr>
          <a:xfrm>
            <a:off x="6924600" y="324576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2" y="39"/>
                </a:moveTo>
                <a:cubicBezTo>
                  <a:pt x="170" y="39"/>
                  <a:pt x="168" y="39"/>
                  <a:pt x="165" y="39"/>
                </a:cubicBezTo>
                <a:cubicBezTo>
                  <a:pt x="151" y="39"/>
                  <a:pt x="143" y="38"/>
                  <a:pt x="140" y="38"/>
                </a:cubicBezTo>
                <a:cubicBezTo>
                  <a:pt x="137" y="37"/>
                  <a:pt x="136" y="34"/>
                  <a:pt x="136" y="29"/>
                </a:cubicBezTo>
                <a:cubicBezTo>
                  <a:pt x="136" y="13"/>
                  <a:pt x="139" y="4"/>
                  <a:pt x="145" y="1"/>
                </a:cubicBezTo>
                <a:cubicBezTo>
                  <a:pt x="146" y="0"/>
                  <a:pt x="173" y="0"/>
                  <a:pt x="227" y="0"/>
                </a:cubicBezTo>
                <a:cubicBezTo>
                  <a:pt x="270" y="0"/>
                  <a:pt x="295" y="0"/>
                  <a:pt x="301" y="0"/>
                </a:cubicBezTo>
                <a:cubicBezTo>
                  <a:pt x="307" y="0"/>
                  <a:pt x="311" y="2"/>
                  <a:pt x="313" y="5"/>
                </a:cubicBezTo>
                <a:cubicBezTo>
                  <a:pt x="432" y="284"/>
                  <a:pt x="492" y="428"/>
                  <a:pt x="495" y="435"/>
                </a:cubicBezTo>
                <a:lnTo>
                  <a:pt x="540" y="255"/>
                </a:lnTo>
                <a:cubicBezTo>
                  <a:pt x="570" y="136"/>
                  <a:pt x="585" y="73"/>
                  <a:pt x="585" y="65"/>
                </a:cubicBezTo>
                <a:cubicBezTo>
                  <a:pt x="585" y="50"/>
                  <a:pt x="567" y="41"/>
                  <a:pt x="531" y="39"/>
                </a:cubicBezTo>
                <a:cubicBezTo>
                  <a:pt x="517" y="39"/>
                  <a:pt x="511" y="36"/>
                  <a:pt x="511" y="29"/>
                </a:cubicBezTo>
                <a:cubicBezTo>
                  <a:pt x="511" y="28"/>
                  <a:pt x="511" y="25"/>
                  <a:pt x="512" y="19"/>
                </a:cubicBezTo>
                <a:cubicBezTo>
                  <a:pt x="514" y="10"/>
                  <a:pt x="516" y="5"/>
                  <a:pt x="517" y="3"/>
                </a:cubicBezTo>
                <a:cubicBezTo>
                  <a:pt x="518" y="2"/>
                  <a:pt x="521" y="0"/>
                  <a:pt x="526" y="0"/>
                </a:cubicBezTo>
                <a:cubicBezTo>
                  <a:pt x="527" y="0"/>
                  <a:pt x="536" y="0"/>
                  <a:pt x="552" y="1"/>
                </a:cubicBezTo>
                <a:cubicBezTo>
                  <a:pt x="568" y="1"/>
                  <a:pt x="591" y="2"/>
                  <a:pt x="622" y="2"/>
                </a:cubicBezTo>
                <a:cubicBezTo>
                  <a:pt x="651" y="2"/>
                  <a:pt x="673" y="2"/>
                  <a:pt x="687" y="2"/>
                </a:cubicBezTo>
                <a:cubicBezTo>
                  <a:pt x="702" y="1"/>
                  <a:pt x="710" y="1"/>
                  <a:pt x="713" y="1"/>
                </a:cubicBezTo>
                <a:cubicBezTo>
                  <a:pt x="721" y="1"/>
                  <a:pt x="725" y="4"/>
                  <a:pt x="725" y="9"/>
                </a:cubicBezTo>
                <a:cubicBezTo>
                  <a:pt x="725" y="22"/>
                  <a:pt x="723" y="30"/>
                  <a:pt x="718" y="35"/>
                </a:cubicBezTo>
                <a:cubicBezTo>
                  <a:pt x="717" y="37"/>
                  <a:pt x="711" y="39"/>
                  <a:pt x="700" y="39"/>
                </a:cubicBezTo>
                <a:cubicBezTo>
                  <a:pt x="660" y="41"/>
                  <a:pt x="634" y="52"/>
                  <a:pt x="624" y="73"/>
                </a:cubicBezTo>
                <a:lnTo>
                  <a:pt x="498" y="572"/>
                </a:lnTo>
                <a:cubicBezTo>
                  <a:pt x="497" y="576"/>
                  <a:pt x="491" y="578"/>
                  <a:pt x="480" y="578"/>
                </a:cubicBezTo>
                <a:cubicBezTo>
                  <a:pt x="472" y="578"/>
                  <a:pt x="467" y="577"/>
                  <a:pt x="466" y="576"/>
                </a:cubicBezTo>
                <a:cubicBezTo>
                  <a:pt x="464" y="574"/>
                  <a:pt x="428" y="489"/>
                  <a:pt x="357" y="319"/>
                </a:cubicBezTo>
                <a:lnTo>
                  <a:pt x="250" y="67"/>
                </a:lnTo>
                <a:lnTo>
                  <a:pt x="195" y="286"/>
                </a:lnTo>
                <a:cubicBezTo>
                  <a:pt x="158" y="430"/>
                  <a:pt x="140" y="506"/>
                  <a:pt x="140" y="511"/>
                </a:cubicBezTo>
                <a:cubicBezTo>
                  <a:pt x="143" y="530"/>
                  <a:pt x="163" y="539"/>
                  <a:pt x="201" y="539"/>
                </a:cubicBezTo>
                <a:lnTo>
                  <a:pt x="209" y="539"/>
                </a:lnTo>
                <a:cubicBezTo>
                  <a:pt x="212" y="542"/>
                  <a:pt x="214" y="544"/>
                  <a:pt x="214" y="546"/>
                </a:cubicBezTo>
                <a:cubicBezTo>
                  <a:pt x="214" y="547"/>
                  <a:pt x="214" y="553"/>
                  <a:pt x="212" y="562"/>
                </a:cubicBezTo>
                <a:cubicBezTo>
                  <a:pt x="210" y="569"/>
                  <a:pt x="207" y="574"/>
                  <a:pt x="204" y="578"/>
                </a:cubicBezTo>
                <a:lnTo>
                  <a:pt x="193" y="578"/>
                </a:lnTo>
                <a:cubicBezTo>
                  <a:pt x="176" y="577"/>
                  <a:pt x="145" y="576"/>
                  <a:pt x="102" y="576"/>
                </a:cubicBezTo>
                <a:cubicBezTo>
                  <a:pt x="86" y="576"/>
                  <a:pt x="72" y="576"/>
                  <a:pt x="59" y="576"/>
                </a:cubicBezTo>
                <a:cubicBezTo>
                  <a:pt x="46" y="576"/>
                  <a:pt x="35" y="576"/>
                  <a:pt x="27" y="576"/>
                </a:cubicBezTo>
                <a:cubicBezTo>
                  <a:pt x="20" y="576"/>
                  <a:pt x="15" y="576"/>
                  <a:pt x="13" y="577"/>
                </a:cubicBezTo>
                <a:cubicBezTo>
                  <a:pt x="5" y="577"/>
                  <a:pt x="0" y="574"/>
                  <a:pt x="0" y="569"/>
                </a:cubicBezTo>
                <a:cubicBezTo>
                  <a:pt x="0" y="567"/>
                  <a:pt x="1" y="563"/>
                  <a:pt x="3" y="556"/>
                </a:cubicBezTo>
                <a:cubicBezTo>
                  <a:pt x="5" y="549"/>
                  <a:pt x="6" y="545"/>
                  <a:pt x="7" y="544"/>
                </a:cubicBezTo>
                <a:cubicBezTo>
                  <a:pt x="8" y="541"/>
                  <a:pt x="15" y="539"/>
                  <a:pt x="27" y="539"/>
                </a:cubicBezTo>
                <a:cubicBezTo>
                  <a:pt x="65" y="537"/>
                  <a:pt x="90" y="526"/>
                  <a:pt x="101" y="506"/>
                </a:cubicBezTo>
                <a:cubicBezTo>
                  <a:pt x="103" y="503"/>
                  <a:pt x="123" y="424"/>
                  <a:pt x="161" y="271"/>
                </a:cubicBezTo>
                <a:lnTo>
                  <a:pt x="218" y="41"/>
                </a:lnTo>
                <a:cubicBezTo>
                  <a:pt x="217" y="41"/>
                  <a:pt x="202" y="40"/>
                  <a:pt x="172" y="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04" name=""/>
          <p:cNvSpPr/>
          <p:nvPr/>
        </p:nvSpPr>
        <p:spPr>
          <a:xfrm>
            <a:off x="7214040" y="322524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0" y="423"/>
                </a:moveTo>
                <a:cubicBezTo>
                  <a:pt x="0" y="384"/>
                  <a:pt x="2" y="347"/>
                  <a:pt x="8" y="312"/>
                </a:cubicBezTo>
                <a:cubicBezTo>
                  <a:pt x="14" y="277"/>
                  <a:pt x="20" y="247"/>
                  <a:pt x="28" y="222"/>
                </a:cubicBezTo>
                <a:cubicBezTo>
                  <a:pt x="35" y="196"/>
                  <a:pt x="45" y="172"/>
                  <a:pt x="59" y="147"/>
                </a:cubicBezTo>
                <a:cubicBezTo>
                  <a:pt x="72" y="123"/>
                  <a:pt x="83" y="104"/>
                  <a:pt x="91" y="91"/>
                </a:cubicBezTo>
                <a:cubicBezTo>
                  <a:pt x="99" y="77"/>
                  <a:pt x="111" y="63"/>
                  <a:pt x="126" y="47"/>
                </a:cubicBezTo>
                <a:cubicBezTo>
                  <a:pt x="142" y="31"/>
                  <a:pt x="151" y="21"/>
                  <a:pt x="154" y="18"/>
                </a:cubicBezTo>
                <a:cubicBezTo>
                  <a:pt x="157" y="15"/>
                  <a:pt x="165" y="9"/>
                  <a:pt x="176" y="0"/>
                </a:cubicBezTo>
                <a:lnTo>
                  <a:pt x="187" y="0"/>
                </a:lnTo>
                <a:lnTo>
                  <a:pt x="191" y="0"/>
                </a:lnTo>
                <a:cubicBezTo>
                  <a:pt x="199" y="0"/>
                  <a:pt x="203" y="3"/>
                  <a:pt x="203" y="8"/>
                </a:cubicBezTo>
                <a:cubicBezTo>
                  <a:pt x="203" y="10"/>
                  <a:pt x="198" y="16"/>
                  <a:pt x="188" y="26"/>
                </a:cubicBezTo>
                <a:cubicBezTo>
                  <a:pt x="179" y="36"/>
                  <a:pt x="167" y="51"/>
                  <a:pt x="153" y="70"/>
                </a:cubicBezTo>
                <a:cubicBezTo>
                  <a:pt x="139" y="90"/>
                  <a:pt x="125" y="114"/>
                  <a:pt x="111" y="143"/>
                </a:cubicBezTo>
                <a:cubicBezTo>
                  <a:pt x="97" y="172"/>
                  <a:pt x="85" y="211"/>
                  <a:pt x="76" y="260"/>
                </a:cubicBezTo>
                <a:cubicBezTo>
                  <a:pt x="66" y="309"/>
                  <a:pt x="61" y="363"/>
                  <a:pt x="61" y="423"/>
                </a:cubicBezTo>
                <a:cubicBezTo>
                  <a:pt x="61" y="482"/>
                  <a:pt x="66" y="536"/>
                  <a:pt x="76" y="585"/>
                </a:cubicBezTo>
                <a:cubicBezTo>
                  <a:pt x="85" y="633"/>
                  <a:pt x="97" y="672"/>
                  <a:pt x="110" y="702"/>
                </a:cubicBezTo>
                <a:cubicBezTo>
                  <a:pt x="124" y="732"/>
                  <a:pt x="138" y="757"/>
                  <a:pt x="152" y="776"/>
                </a:cubicBezTo>
                <a:cubicBezTo>
                  <a:pt x="167" y="794"/>
                  <a:pt x="179" y="809"/>
                  <a:pt x="188" y="821"/>
                </a:cubicBezTo>
                <a:cubicBezTo>
                  <a:pt x="198" y="832"/>
                  <a:pt x="203" y="838"/>
                  <a:pt x="203" y="838"/>
                </a:cubicBezTo>
                <a:cubicBezTo>
                  <a:pt x="203" y="843"/>
                  <a:pt x="198" y="846"/>
                  <a:pt x="190" y="846"/>
                </a:cubicBezTo>
                <a:lnTo>
                  <a:pt x="187" y="846"/>
                </a:lnTo>
                <a:lnTo>
                  <a:pt x="176" y="846"/>
                </a:lnTo>
                <a:lnTo>
                  <a:pt x="152" y="826"/>
                </a:lnTo>
                <a:cubicBezTo>
                  <a:pt x="99" y="778"/>
                  <a:pt x="60" y="717"/>
                  <a:pt x="36" y="646"/>
                </a:cubicBezTo>
                <a:cubicBezTo>
                  <a:pt x="12" y="574"/>
                  <a:pt x="0" y="500"/>
                  <a:pt x="0" y="42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05" name=""/>
          <p:cNvSpPr/>
          <p:nvPr/>
        </p:nvSpPr>
        <p:spPr>
          <a:xfrm>
            <a:off x="7318800" y="325080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7" y="430"/>
                </a:moveTo>
                <a:cubicBezTo>
                  <a:pt x="97" y="444"/>
                  <a:pt x="93" y="455"/>
                  <a:pt x="84" y="464"/>
                </a:cubicBezTo>
                <a:cubicBezTo>
                  <a:pt x="75" y="473"/>
                  <a:pt x="64" y="477"/>
                  <a:pt x="50" y="477"/>
                </a:cubicBezTo>
                <a:lnTo>
                  <a:pt x="44" y="477"/>
                </a:lnTo>
                <a:cubicBezTo>
                  <a:pt x="71" y="522"/>
                  <a:pt x="105" y="544"/>
                  <a:pt x="148" y="544"/>
                </a:cubicBezTo>
                <a:cubicBezTo>
                  <a:pt x="187" y="544"/>
                  <a:pt x="216" y="527"/>
                  <a:pt x="234" y="494"/>
                </a:cubicBezTo>
                <a:cubicBezTo>
                  <a:pt x="245" y="475"/>
                  <a:pt x="250" y="439"/>
                  <a:pt x="250" y="385"/>
                </a:cubicBezTo>
                <a:cubicBezTo>
                  <a:pt x="250" y="327"/>
                  <a:pt x="243" y="288"/>
                  <a:pt x="227" y="268"/>
                </a:cubicBezTo>
                <a:cubicBezTo>
                  <a:pt x="213" y="249"/>
                  <a:pt x="196" y="240"/>
                  <a:pt x="178" y="240"/>
                </a:cubicBezTo>
                <a:lnTo>
                  <a:pt x="173" y="240"/>
                </a:lnTo>
                <a:cubicBezTo>
                  <a:pt x="129" y="240"/>
                  <a:pt x="96" y="259"/>
                  <a:pt x="74" y="298"/>
                </a:cubicBezTo>
                <a:cubicBezTo>
                  <a:pt x="71" y="302"/>
                  <a:pt x="69" y="304"/>
                  <a:pt x="68" y="304"/>
                </a:cubicBezTo>
                <a:cubicBezTo>
                  <a:pt x="66" y="305"/>
                  <a:pt x="62" y="305"/>
                  <a:pt x="54" y="306"/>
                </a:cubicBezTo>
                <a:cubicBezTo>
                  <a:pt x="45" y="306"/>
                  <a:pt x="39" y="304"/>
                  <a:pt x="38" y="301"/>
                </a:cubicBezTo>
                <a:cubicBezTo>
                  <a:pt x="37" y="299"/>
                  <a:pt x="36" y="249"/>
                  <a:pt x="36" y="153"/>
                </a:cubicBezTo>
                <a:lnTo>
                  <a:pt x="36" y="44"/>
                </a:lnTo>
                <a:cubicBezTo>
                  <a:pt x="36" y="16"/>
                  <a:pt x="38" y="2"/>
                  <a:pt x="41" y="2"/>
                </a:cubicBezTo>
                <a:cubicBezTo>
                  <a:pt x="42" y="1"/>
                  <a:pt x="43" y="0"/>
                  <a:pt x="44" y="0"/>
                </a:cubicBezTo>
                <a:cubicBezTo>
                  <a:pt x="45" y="0"/>
                  <a:pt x="50" y="3"/>
                  <a:pt x="63" y="7"/>
                </a:cubicBezTo>
                <a:cubicBezTo>
                  <a:pt x="74" y="12"/>
                  <a:pt x="89" y="16"/>
                  <a:pt x="109" y="21"/>
                </a:cubicBezTo>
                <a:cubicBezTo>
                  <a:pt x="129" y="25"/>
                  <a:pt x="150" y="27"/>
                  <a:pt x="173" y="27"/>
                </a:cubicBezTo>
                <a:cubicBezTo>
                  <a:pt x="212" y="27"/>
                  <a:pt x="251" y="19"/>
                  <a:pt x="287" y="4"/>
                </a:cubicBezTo>
                <a:cubicBezTo>
                  <a:pt x="292" y="1"/>
                  <a:pt x="296" y="0"/>
                  <a:pt x="298" y="0"/>
                </a:cubicBezTo>
                <a:cubicBezTo>
                  <a:pt x="303" y="0"/>
                  <a:pt x="305" y="5"/>
                  <a:pt x="305" y="15"/>
                </a:cubicBezTo>
                <a:lnTo>
                  <a:pt x="305" y="26"/>
                </a:lnTo>
                <a:cubicBezTo>
                  <a:pt x="259" y="81"/>
                  <a:pt x="201" y="108"/>
                  <a:pt x="132" y="108"/>
                </a:cubicBezTo>
                <a:cubicBezTo>
                  <a:pt x="115" y="108"/>
                  <a:pt x="99" y="107"/>
                  <a:pt x="85" y="103"/>
                </a:cubicBezTo>
                <a:lnTo>
                  <a:pt x="76" y="102"/>
                </a:lnTo>
                <a:lnTo>
                  <a:pt x="76" y="247"/>
                </a:lnTo>
                <a:cubicBezTo>
                  <a:pt x="87" y="239"/>
                  <a:pt x="95" y="233"/>
                  <a:pt x="102" y="228"/>
                </a:cubicBezTo>
                <a:cubicBezTo>
                  <a:pt x="108" y="224"/>
                  <a:pt x="118" y="219"/>
                  <a:pt x="132" y="215"/>
                </a:cubicBezTo>
                <a:cubicBezTo>
                  <a:pt x="146" y="210"/>
                  <a:pt x="160" y="208"/>
                  <a:pt x="175" y="208"/>
                </a:cubicBezTo>
                <a:cubicBezTo>
                  <a:pt x="221" y="208"/>
                  <a:pt x="259" y="226"/>
                  <a:pt x="291" y="263"/>
                </a:cubicBezTo>
                <a:cubicBezTo>
                  <a:pt x="322" y="300"/>
                  <a:pt x="338" y="343"/>
                  <a:pt x="338" y="393"/>
                </a:cubicBezTo>
                <a:cubicBezTo>
                  <a:pt x="338" y="445"/>
                  <a:pt x="320" y="489"/>
                  <a:pt x="284" y="526"/>
                </a:cubicBezTo>
                <a:cubicBezTo>
                  <a:pt x="248" y="563"/>
                  <a:pt x="204" y="582"/>
                  <a:pt x="152" y="582"/>
                </a:cubicBezTo>
                <a:cubicBezTo>
                  <a:pt x="107" y="582"/>
                  <a:pt x="70" y="567"/>
                  <a:pt x="41" y="536"/>
                </a:cubicBezTo>
                <a:cubicBezTo>
                  <a:pt x="14" y="505"/>
                  <a:pt x="0" y="471"/>
                  <a:pt x="0" y="433"/>
                </a:cubicBezTo>
                <a:cubicBezTo>
                  <a:pt x="0" y="419"/>
                  <a:pt x="3" y="409"/>
                  <a:pt x="9" y="401"/>
                </a:cubicBezTo>
                <a:cubicBezTo>
                  <a:pt x="16" y="393"/>
                  <a:pt x="22" y="388"/>
                  <a:pt x="29" y="385"/>
                </a:cubicBezTo>
                <a:cubicBezTo>
                  <a:pt x="36" y="383"/>
                  <a:pt x="42" y="382"/>
                  <a:pt x="48" y="382"/>
                </a:cubicBezTo>
                <a:cubicBezTo>
                  <a:pt x="63" y="382"/>
                  <a:pt x="75" y="387"/>
                  <a:pt x="84" y="396"/>
                </a:cubicBezTo>
                <a:cubicBezTo>
                  <a:pt x="93" y="406"/>
                  <a:pt x="97" y="417"/>
                  <a:pt x="97" y="4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06" name=""/>
          <p:cNvSpPr/>
          <p:nvPr/>
        </p:nvSpPr>
        <p:spPr>
          <a:xfrm>
            <a:off x="7470720" y="325080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7" y="430"/>
                </a:moveTo>
                <a:cubicBezTo>
                  <a:pt x="97" y="444"/>
                  <a:pt x="92" y="455"/>
                  <a:pt x="83" y="464"/>
                </a:cubicBezTo>
                <a:cubicBezTo>
                  <a:pt x="74" y="473"/>
                  <a:pt x="63" y="477"/>
                  <a:pt x="50" y="477"/>
                </a:cubicBezTo>
                <a:lnTo>
                  <a:pt x="44" y="477"/>
                </a:lnTo>
                <a:cubicBezTo>
                  <a:pt x="70" y="522"/>
                  <a:pt x="105" y="544"/>
                  <a:pt x="147" y="544"/>
                </a:cubicBezTo>
                <a:cubicBezTo>
                  <a:pt x="187" y="544"/>
                  <a:pt x="215" y="527"/>
                  <a:pt x="233" y="494"/>
                </a:cubicBezTo>
                <a:cubicBezTo>
                  <a:pt x="244" y="475"/>
                  <a:pt x="250" y="439"/>
                  <a:pt x="250" y="385"/>
                </a:cubicBezTo>
                <a:cubicBezTo>
                  <a:pt x="250" y="327"/>
                  <a:pt x="242" y="288"/>
                  <a:pt x="227" y="268"/>
                </a:cubicBezTo>
                <a:cubicBezTo>
                  <a:pt x="212" y="249"/>
                  <a:pt x="196" y="240"/>
                  <a:pt x="178" y="240"/>
                </a:cubicBezTo>
                <a:lnTo>
                  <a:pt x="173" y="240"/>
                </a:lnTo>
                <a:cubicBezTo>
                  <a:pt x="129" y="240"/>
                  <a:pt x="96" y="259"/>
                  <a:pt x="73" y="298"/>
                </a:cubicBezTo>
                <a:cubicBezTo>
                  <a:pt x="71" y="302"/>
                  <a:pt x="69" y="304"/>
                  <a:pt x="67" y="304"/>
                </a:cubicBezTo>
                <a:cubicBezTo>
                  <a:pt x="65" y="305"/>
                  <a:pt x="61" y="305"/>
                  <a:pt x="54" y="306"/>
                </a:cubicBezTo>
                <a:cubicBezTo>
                  <a:pt x="45" y="306"/>
                  <a:pt x="39" y="304"/>
                  <a:pt x="38" y="301"/>
                </a:cubicBezTo>
                <a:cubicBezTo>
                  <a:pt x="37" y="299"/>
                  <a:pt x="37" y="249"/>
                  <a:pt x="37" y="153"/>
                </a:cubicBezTo>
                <a:lnTo>
                  <a:pt x="37" y="44"/>
                </a:lnTo>
                <a:cubicBezTo>
                  <a:pt x="37" y="16"/>
                  <a:pt x="38" y="2"/>
                  <a:pt x="41" y="2"/>
                </a:cubicBezTo>
                <a:cubicBezTo>
                  <a:pt x="42" y="1"/>
                  <a:pt x="43" y="0"/>
                  <a:pt x="44" y="0"/>
                </a:cubicBezTo>
                <a:cubicBezTo>
                  <a:pt x="45" y="0"/>
                  <a:pt x="51" y="3"/>
                  <a:pt x="62" y="7"/>
                </a:cubicBezTo>
                <a:cubicBezTo>
                  <a:pt x="73" y="12"/>
                  <a:pt x="89" y="16"/>
                  <a:pt x="108" y="21"/>
                </a:cubicBezTo>
                <a:cubicBezTo>
                  <a:pt x="128" y="25"/>
                  <a:pt x="149" y="27"/>
                  <a:pt x="172" y="27"/>
                </a:cubicBezTo>
                <a:cubicBezTo>
                  <a:pt x="212" y="27"/>
                  <a:pt x="250" y="19"/>
                  <a:pt x="287" y="4"/>
                </a:cubicBezTo>
                <a:cubicBezTo>
                  <a:pt x="291" y="1"/>
                  <a:pt x="295" y="0"/>
                  <a:pt x="298" y="0"/>
                </a:cubicBezTo>
                <a:cubicBezTo>
                  <a:pt x="302" y="0"/>
                  <a:pt x="304" y="5"/>
                  <a:pt x="304" y="15"/>
                </a:cubicBezTo>
                <a:lnTo>
                  <a:pt x="304" y="26"/>
                </a:lnTo>
                <a:cubicBezTo>
                  <a:pt x="258" y="81"/>
                  <a:pt x="201" y="108"/>
                  <a:pt x="131" y="108"/>
                </a:cubicBezTo>
                <a:cubicBezTo>
                  <a:pt x="114" y="108"/>
                  <a:pt x="98" y="107"/>
                  <a:pt x="84" y="103"/>
                </a:cubicBezTo>
                <a:lnTo>
                  <a:pt x="76" y="102"/>
                </a:lnTo>
                <a:lnTo>
                  <a:pt x="76" y="247"/>
                </a:lnTo>
                <a:cubicBezTo>
                  <a:pt x="86" y="239"/>
                  <a:pt x="95" y="233"/>
                  <a:pt x="101" y="228"/>
                </a:cubicBezTo>
                <a:cubicBezTo>
                  <a:pt x="107" y="224"/>
                  <a:pt x="117" y="219"/>
                  <a:pt x="131" y="215"/>
                </a:cubicBezTo>
                <a:cubicBezTo>
                  <a:pt x="145" y="210"/>
                  <a:pt x="160" y="208"/>
                  <a:pt x="174" y="208"/>
                </a:cubicBezTo>
                <a:cubicBezTo>
                  <a:pt x="220" y="208"/>
                  <a:pt x="259" y="226"/>
                  <a:pt x="290" y="263"/>
                </a:cubicBezTo>
                <a:cubicBezTo>
                  <a:pt x="323" y="300"/>
                  <a:pt x="338" y="343"/>
                  <a:pt x="338" y="393"/>
                </a:cubicBezTo>
                <a:cubicBezTo>
                  <a:pt x="338" y="445"/>
                  <a:pt x="320" y="489"/>
                  <a:pt x="283" y="526"/>
                </a:cubicBezTo>
                <a:cubicBezTo>
                  <a:pt x="247" y="563"/>
                  <a:pt x="203" y="582"/>
                  <a:pt x="152" y="582"/>
                </a:cubicBezTo>
                <a:cubicBezTo>
                  <a:pt x="106" y="582"/>
                  <a:pt x="69" y="567"/>
                  <a:pt x="42" y="536"/>
                </a:cubicBezTo>
                <a:cubicBezTo>
                  <a:pt x="14" y="505"/>
                  <a:pt x="0" y="471"/>
                  <a:pt x="0" y="433"/>
                </a:cubicBezTo>
                <a:cubicBezTo>
                  <a:pt x="0" y="419"/>
                  <a:pt x="3" y="409"/>
                  <a:pt x="10" y="401"/>
                </a:cubicBezTo>
                <a:cubicBezTo>
                  <a:pt x="16" y="393"/>
                  <a:pt x="22" y="388"/>
                  <a:pt x="29" y="385"/>
                </a:cubicBezTo>
                <a:cubicBezTo>
                  <a:pt x="36" y="383"/>
                  <a:pt x="42" y="382"/>
                  <a:pt x="49" y="382"/>
                </a:cubicBezTo>
                <a:cubicBezTo>
                  <a:pt x="63" y="382"/>
                  <a:pt x="74" y="387"/>
                  <a:pt x="83" y="396"/>
                </a:cubicBezTo>
                <a:cubicBezTo>
                  <a:pt x="92" y="406"/>
                  <a:pt x="97" y="417"/>
                  <a:pt x="97" y="4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07" name=""/>
          <p:cNvSpPr/>
          <p:nvPr/>
        </p:nvSpPr>
        <p:spPr>
          <a:xfrm>
            <a:off x="7631280" y="3416760"/>
            <a:ext cx="40680" cy="96120"/>
          </a:xfrm>
          <a:custGeom>
            <a:avLst/>
            <a:gdLst/>
            <a:ahLst/>
            <a:rect l="0" t="0" r="r" b="b"/>
            <a:pathLst>
              <a:path w="113" h="267">
                <a:moveTo>
                  <a:pt x="0" y="72"/>
                </a:moveTo>
                <a:cubicBezTo>
                  <a:pt x="0" y="72"/>
                  <a:pt x="0" y="65"/>
                  <a:pt x="0" y="51"/>
                </a:cubicBezTo>
                <a:cubicBezTo>
                  <a:pt x="0" y="37"/>
                  <a:pt x="5" y="25"/>
                  <a:pt x="14" y="15"/>
                </a:cubicBezTo>
                <a:cubicBezTo>
                  <a:pt x="23" y="5"/>
                  <a:pt x="35" y="0"/>
                  <a:pt x="50" y="0"/>
                </a:cubicBezTo>
                <a:cubicBezTo>
                  <a:pt x="67" y="0"/>
                  <a:pt x="81" y="7"/>
                  <a:pt x="93" y="21"/>
                </a:cubicBezTo>
                <a:cubicBezTo>
                  <a:pt x="106" y="35"/>
                  <a:pt x="112" y="60"/>
                  <a:pt x="113" y="95"/>
                </a:cubicBezTo>
                <a:cubicBezTo>
                  <a:pt x="113" y="115"/>
                  <a:pt x="110" y="134"/>
                  <a:pt x="105" y="152"/>
                </a:cubicBezTo>
                <a:cubicBezTo>
                  <a:pt x="100" y="171"/>
                  <a:pt x="94" y="187"/>
                  <a:pt x="87" y="201"/>
                </a:cubicBezTo>
                <a:cubicBezTo>
                  <a:pt x="81" y="214"/>
                  <a:pt x="73" y="227"/>
                  <a:pt x="66" y="236"/>
                </a:cubicBezTo>
                <a:cubicBezTo>
                  <a:pt x="57" y="246"/>
                  <a:pt x="50" y="253"/>
                  <a:pt x="44" y="259"/>
                </a:cubicBezTo>
                <a:cubicBezTo>
                  <a:pt x="39" y="265"/>
                  <a:pt x="35" y="267"/>
                  <a:pt x="33" y="267"/>
                </a:cubicBezTo>
                <a:cubicBezTo>
                  <a:pt x="31" y="267"/>
                  <a:pt x="27" y="264"/>
                  <a:pt x="22" y="259"/>
                </a:cubicBezTo>
                <a:cubicBezTo>
                  <a:pt x="17" y="254"/>
                  <a:pt x="15" y="250"/>
                  <a:pt x="15" y="248"/>
                </a:cubicBezTo>
                <a:cubicBezTo>
                  <a:pt x="15" y="246"/>
                  <a:pt x="18" y="241"/>
                  <a:pt x="24" y="235"/>
                </a:cubicBezTo>
                <a:cubicBezTo>
                  <a:pt x="30" y="228"/>
                  <a:pt x="37" y="218"/>
                  <a:pt x="45" y="208"/>
                </a:cubicBezTo>
                <a:cubicBezTo>
                  <a:pt x="53" y="198"/>
                  <a:pt x="61" y="184"/>
                  <a:pt x="68" y="166"/>
                </a:cubicBezTo>
                <a:cubicBezTo>
                  <a:pt x="75" y="148"/>
                  <a:pt x="79" y="127"/>
                  <a:pt x="82" y="104"/>
                </a:cubicBezTo>
                <a:lnTo>
                  <a:pt x="82" y="94"/>
                </a:lnTo>
                <a:lnTo>
                  <a:pt x="81" y="95"/>
                </a:lnTo>
                <a:cubicBezTo>
                  <a:pt x="80" y="96"/>
                  <a:pt x="78" y="96"/>
                  <a:pt x="77" y="97"/>
                </a:cubicBezTo>
                <a:cubicBezTo>
                  <a:pt x="75" y="97"/>
                  <a:pt x="73" y="98"/>
                  <a:pt x="71" y="99"/>
                </a:cubicBezTo>
                <a:cubicBezTo>
                  <a:pt x="70" y="100"/>
                  <a:pt x="67" y="101"/>
                  <a:pt x="64" y="101"/>
                </a:cubicBezTo>
                <a:cubicBezTo>
                  <a:pt x="60" y="101"/>
                  <a:pt x="56" y="101"/>
                  <a:pt x="53" y="102"/>
                </a:cubicBezTo>
                <a:cubicBezTo>
                  <a:pt x="37" y="102"/>
                  <a:pt x="25" y="97"/>
                  <a:pt x="16" y="87"/>
                </a:cubicBez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08" name=""/>
          <p:cNvSpPr/>
          <p:nvPr/>
        </p:nvSpPr>
        <p:spPr>
          <a:xfrm>
            <a:off x="7768080" y="3250800"/>
            <a:ext cx="105120" cy="203040"/>
          </a:xfrm>
          <a:custGeom>
            <a:avLst/>
            <a:gdLst/>
            <a:ahLst/>
            <a:rect l="0" t="0" r="r" b="b"/>
            <a:pathLst>
              <a:path w="292" h="564">
                <a:moveTo>
                  <a:pt x="111" y="75"/>
                </a:moveTo>
                <a:lnTo>
                  <a:pt x="100" y="79"/>
                </a:lnTo>
                <a:cubicBezTo>
                  <a:pt x="92" y="82"/>
                  <a:pt x="81" y="84"/>
                  <a:pt x="66" y="87"/>
                </a:cubicBezTo>
                <a:cubicBezTo>
                  <a:pt x="52" y="90"/>
                  <a:pt x="35" y="92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4" y="53"/>
                  <a:pt x="68" y="49"/>
                  <a:pt x="91" y="42"/>
                </a:cubicBezTo>
                <a:cubicBezTo>
                  <a:pt x="113" y="34"/>
                  <a:pt x="129" y="28"/>
                  <a:pt x="138" y="21"/>
                </a:cubicBezTo>
                <a:cubicBezTo>
                  <a:pt x="147" y="15"/>
                  <a:pt x="155" y="9"/>
                  <a:pt x="162" y="3"/>
                </a:cubicBezTo>
                <a:cubicBezTo>
                  <a:pt x="163" y="1"/>
                  <a:pt x="166" y="0"/>
                  <a:pt x="172" y="0"/>
                </a:cubicBezTo>
                <a:cubicBezTo>
                  <a:pt x="177" y="0"/>
                  <a:pt x="182" y="2"/>
                  <a:pt x="186" y="5"/>
                </a:cubicBezTo>
                <a:lnTo>
                  <a:pt x="186" y="259"/>
                </a:lnTo>
                <a:lnTo>
                  <a:pt x="187" y="512"/>
                </a:lnTo>
                <a:cubicBezTo>
                  <a:pt x="191" y="516"/>
                  <a:pt x="194" y="519"/>
                  <a:pt x="197" y="520"/>
                </a:cubicBezTo>
                <a:cubicBezTo>
                  <a:pt x="200" y="521"/>
                  <a:pt x="207" y="522"/>
                  <a:pt x="217" y="523"/>
                </a:cubicBezTo>
                <a:cubicBezTo>
                  <a:pt x="228" y="524"/>
                  <a:pt x="246" y="525"/>
                  <a:pt x="270" y="525"/>
                </a:cubicBezTo>
                <a:lnTo>
                  <a:pt x="292" y="525"/>
                </a:lnTo>
                <a:lnTo>
                  <a:pt x="292" y="564"/>
                </a:lnTo>
                <a:lnTo>
                  <a:pt x="282" y="564"/>
                </a:lnTo>
                <a:cubicBezTo>
                  <a:pt x="271" y="562"/>
                  <a:pt x="226" y="561"/>
                  <a:pt x="148" y="561"/>
                </a:cubicBezTo>
                <a:cubicBezTo>
                  <a:pt x="72" y="561"/>
                  <a:pt x="26" y="562"/>
                  <a:pt x="15" y="564"/>
                </a:cubicBezTo>
                <a:lnTo>
                  <a:pt x="4" y="564"/>
                </a:lnTo>
                <a:lnTo>
                  <a:pt x="4" y="525"/>
                </a:lnTo>
                <a:lnTo>
                  <a:pt x="26" y="525"/>
                </a:lnTo>
                <a:cubicBezTo>
                  <a:pt x="40" y="525"/>
                  <a:pt x="50" y="525"/>
                  <a:pt x="59" y="525"/>
                </a:cubicBezTo>
                <a:cubicBezTo>
                  <a:pt x="68" y="525"/>
                  <a:pt x="75" y="525"/>
                  <a:pt x="81" y="524"/>
                </a:cubicBezTo>
                <a:cubicBezTo>
                  <a:pt x="86" y="524"/>
                  <a:pt x="90" y="523"/>
                  <a:pt x="94" y="522"/>
                </a:cubicBezTo>
                <a:cubicBezTo>
                  <a:pt x="98" y="520"/>
                  <a:pt x="100" y="520"/>
                  <a:pt x="101" y="520"/>
                </a:cubicBezTo>
                <a:cubicBezTo>
                  <a:pt x="101" y="520"/>
                  <a:pt x="103" y="518"/>
                  <a:pt x="106" y="516"/>
                </a:cubicBezTo>
                <a:cubicBezTo>
                  <a:pt x="109" y="513"/>
                  <a:pt x="110" y="512"/>
                  <a:pt x="111" y="512"/>
                </a:cubicBezTo>
                <a:lnTo>
                  <a:pt x="111" y="7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09" name=""/>
          <p:cNvSpPr/>
          <p:nvPr/>
        </p:nvSpPr>
        <p:spPr>
          <a:xfrm>
            <a:off x="7906680" y="325080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9"/>
                </a:moveTo>
                <a:cubicBezTo>
                  <a:pt x="80" y="23"/>
                  <a:pt x="123" y="0"/>
                  <a:pt x="178" y="0"/>
                </a:cubicBezTo>
                <a:cubicBezTo>
                  <a:pt x="205" y="0"/>
                  <a:pt x="233" y="8"/>
                  <a:pt x="260" y="22"/>
                </a:cubicBezTo>
                <a:cubicBezTo>
                  <a:pt x="287" y="37"/>
                  <a:pt x="309" y="63"/>
                  <a:pt x="326" y="100"/>
                </a:cubicBezTo>
                <a:cubicBezTo>
                  <a:pt x="346" y="147"/>
                  <a:pt x="357" y="211"/>
                  <a:pt x="357" y="293"/>
                </a:cubicBezTo>
                <a:cubicBezTo>
                  <a:pt x="357" y="380"/>
                  <a:pt x="345" y="447"/>
                  <a:pt x="321" y="493"/>
                </a:cubicBezTo>
                <a:cubicBezTo>
                  <a:pt x="309" y="516"/>
                  <a:pt x="294" y="535"/>
                  <a:pt x="274" y="549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7" y="580"/>
                  <a:pt x="193" y="582"/>
                  <a:pt x="179" y="582"/>
                </a:cubicBezTo>
                <a:cubicBezTo>
                  <a:pt x="164" y="582"/>
                  <a:pt x="149" y="581"/>
                  <a:pt x="135" y="577"/>
                </a:cubicBezTo>
                <a:cubicBezTo>
                  <a:pt x="120" y="574"/>
                  <a:pt x="103" y="565"/>
                  <a:pt x="83" y="549"/>
                </a:cubicBezTo>
                <a:cubicBezTo>
                  <a:pt x="63" y="535"/>
                  <a:pt x="48" y="516"/>
                  <a:pt x="37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40" y="59"/>
                </a:moveTo>
                <a:cubicBezTo>
                  <a:pt x="222" y="41"/>
                  <a:pt x="202" y="32"/>
                  <a:pt x="179" y="32"/>
                </a:cubicBezTo>
                <a:cubicBezTo>
                  <a:pt x="155" y="32"/>
                  <a:pt x="135" y="41"/>
                  <a:pt x="118" y="59"/>
                </a:cubicBezTo>
                <a:cubicBezTo>
                  <a:pt x="104" y="73"/>
                  <a:pt x="94" y="93"/>
                  <a:pt x="90" y="119"/>
                </a:cubicBezTo>
                <a:cubicBezTo>
                  <a:pt x="85" y="145"/>
                  <a:pt x="83" y="199"/>
                  <a:pt x="83" y="282"/>
                </a:cubicBezTo>
                <a:cubicBezTo>
                  <a:pt x="83" y="371"/>
                  <a:pt x="85" y="429"/>
                  <a:pt x="90" y="457"/>
                </a:cubicBezTo>
                <a:cubicBezTo>
                  <a:pt x="94" y="485"/>
                  <a:pt x="104" y="508"/>
                  <a:pt x="120" y="524"/>
                </a:cubicBezTo>
                <a:cubicBezTo>
                  <a:pt x="136" y="541"/>
                  <a:pt x="155" y="549"/>
                  <a:pt x="179" y="549"/>
                </a:cubicBezTo>
                <a:cubicBezTo>
                  <a:pt x="201" y="549"/>
                  <a:pt x="220" y="541"/>
                  <a:pt x="237" y="524"/>
                </a:cubicBezTo>
                <a:cubicBezTo>
                  <a:pt x="253" y="507"/>
                  <a:pt x="263" y="483"/>
                  <a:pt x="267" y="453"/>
                </a:cubicBezTo>
                <a:cubicBezTo>
                  <a:pt x="271" y="423"/>
                  <a:pt x="274" y="365"/>
                  <a:pt x="274" y="282"/>
                </a:cubicBezTo>
                <a:cubicBezTo>
                  <a:pt x="274" y="200"/>
                  <a:pt x="272" y="146"/>
                  <a:pt x="267" y="120"/>
                </a:cubicBezTo>
                <a:cubicBezTo>
                  <a:pt x="263" y="94"/>
                  <a:pt x="254" y="74"/>
                  <a:pt x="240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10" name=""/>
          <p:cNvSpPr/>
          <p:nvPr/>
        </p:nvSpPr>
        <p:spPr>
          <a:xfrm>
            <a:off x="8067600" y="3190680"/>
            <a:ext cx="86400" cy="143640"/>
          </a:xfrm>
          <a:custGeom>
            <a:avLst/>
            <a:gdLst/>
            <a:ahLst/>
            <a:rect l="0" t="0" r="r" b="b"/>
            <a:pathLst>
              <a:path w="240" h="399">
                <a:moveTo>
                  <a:pt x="36" y="143"/>
                </a:moveTo>
                <a:cubicBezTo>
                  <a:pt x="25" y="143"/>
                  <a:pt x="16" y="139"/>
                  <a:pt x="10" y="132"/>
                </a:cubicBezTo>
                <a:cubicBezTo>
                  <a:pt x="4" y="125"/>
                  <a:pt x="0" y="116"/>
                  <a:pt x="0" y="106"/>
                </a:cubicBezTo>
                <a:cubicBezTo>
                  <a:pt x="0" y="77"/>
                  <a:pt x="11" y="52"/>
                  <a:pt x="32" y="31"/>
                </a:cubicBezTo>
                <a:cubicBezTo>
                  <a:pt x="53" y="10"/>
                  <a:pt x="79" y="0"/>
                  <a:pt x="112" y="0"/>
                </a:cubicBezTo>
                <a:cubicBezTo>
                  <a:pt x="148" y="0"/>
                  <a:pt x="178" y="11"/>
                  <a:pt x="203" y="34"/>
                </a:cubicBezTo>
                <a:cubicBezTo>
                  <a:pt x="227" y="56"/>
                  <a:pt x="239" y="86"/>
                  <a:pt x="240" y="121"/>
                </a:cubicBezTo>
                <a:cubicBezTo>
                  <a:pt x="240" y="138"/>
                  <a:pt x="236" y="155"/>
                  <a:pt x="228" y="170"/>
                </a:cubicBezTo>
                <a:cubicBezTo>
                  <a:pt x="220" y="186"/>
                  <a:pt x="210" y="199"/>
                  <a:pt x="199" y="211"/>
                </a:cubicBezTo>
                <a:cubicBezTo>
                  <a:pt x="188" y="222"/>
                  <a:pt x="172" y="237"/>
                  <a:pt x="151" y="255"/>
                </a:cubicBezTo>
                <a:cubicBezTo>
                  <a:pt x="137" y="267"/>
                  <a:pt x="117" y="286"/>
                  <a:pt x="92" y="310"/>
                </a:cubicBezTo>
                <a:lnTo>
                  <a:pt x="55" y="343"/>
                </a:lnTo>
                <a:lnTo>
                  <a:pt x="102" y="344"/>
                </a:lnTo>
                <a:cubicBezTo>
                  <a:pt x="164" y="344"/>
                  <a:pt x="197" y="343"/>
                  <a:pt x="201" y="341"/>
                </a:cubicBezTo>
                <a:cubicBezTo>
                  <a:pt x="204" y="340"/>
                  <a:pt x="209" y="322"/>
                  <a:pt x="216" y="288"/>
                </a:cubicBezTo>
                <a:lnTo>
                  <a:pt x="216" y="286"/>
                </a:lnTo>
                <a:lnTo>
                  <a:pt x="240" y="286"/>
                </a:lnTo>
                <a:lnTo>
                  <a:pt x="240" y="288"/>
                </a:lnTo>
                <a:cubicBezTo>
                  <a:pt x="239" y="289"/>
                  <a:pt x="237" y="307"/>
                  <a:pt x="232" y="342"/>
                </a:cubicBezTo>
                <a:cubicBezTo>
                  <a:pt x="227" y="377"/>
                  <a:pt x="224" y="395"/>
                  <a:pt x="223" y="397"/>
                </a:cubicBezTo>
                <a:lnTo>
                  <a:pt x="223" y="399"/>
                </a:lnTo>
                <a:lnTo>
                  <a:pt x="0" y="399"/>
                </a:lnTo>
                <a:lnTo>
                  <a:pt x="0" y="387"/>
                </a:lnTo>
                <a:lnTo>
                  <a:pt x="0" y="380"/>
                </a:lnTo>
                <a:cubicBezTo>
                  <a:pt x="0" y="377"/>
                  <a:pt x="2" y="374"/>
                  <a:pt x="4" y="371"/>
                </a:cubicBezTo>
                <a:cubicBezTo>
                  <a:pt x="6" y="368"/>
                  <a:pt x="12" y="361"/>
                  <a:pt x="22" y="350"/>
                </a:cubicBezTo>
                <a:cubicBezTo>
                  <a:pt x="33" y="338"/>
                  <a:pt x="43" y="327"/>
                  <a:pt x="52" y="317"/>
                </a:cubicBezTo>
                <a:cubicBezTo>
                  <a:pt x="55" y="313"/>
                  <a:pt x="62" y="306"/>
                  <a:pt x="72" y="295"/>
                </a:cubicBezTo>
                <a:cubicBezTo>
                  <a:pt x="83" y="284"/>
                  <a:pt x="90" y="277"/>
                  <a:pt x="93" y="273"/>
                </a:cubicBezTo>
                <a:cubicBezTo>
                  <a:pt x="97" y="269"/>
                  <a:pt x="103" y="262"/>
                  <a:pt x="111" y="253"/>
                </a:cubicBezTo>
                <a:cubicBezTo>
                  <a:pt x="119" y="244"/>
                  <a:pt x="124" y="237"/>
                  <a:pt x="127" y="233"/>
                </a:cubicBezTo>
                <a:cubicBezTo>
                  <a:pt x="131" y="228"/>
                  <a:pt x="135" y="222"/>
                  <a:pt x="141" y="215"/>
                </a:cubicBezTo>
                <a:cubicBezTo>
                  <a:pt x="147" y="207"/>
                  <a:pt x="151" y="201"/>
                  <a:pt x="154" y="196"/>
                </a:cubicBezTo>
                <a:cubicBezTo>
                  <a:pt x="156" y="191"/>
                  <a:pt x="159" y="185"/>
                  <a:pt x="163" y="178"/>
                </a:cubicBezTo>
                <a:cubicBezTo>
                  <a:pt x="166" y="172"/>
                  <a:pt x="169" y="166"/>
                  <a:pt x="170" y="159"/>
                </a:cubicBezTo>
                <a:cubicBezTo>
                  <a:pt x="172" y="153"/>
                  <a:pt x="173" y="147"/>
                  <a:pt x="175" y="141"/>
                </a:cubicBezTo>
                <a:cubicBezTo>
                  <a:pt x="176" y="136"/>
                  <a:pt x="176" y="129"/>
                  <a:pt x="176" y="122"/>
                </a:cubicBezTo>
                <a:cubicBezTo>
                  <a:pt x="176" y="97"/>
                  <a:pt x="170" y="75"/>
                  <a:pt x="156" y="56"/>
                </a:cubicBezTo>
                <a:cubicBezTo>
                  <a:pt x="143" y="37"/>
                  <a:pt x="123" y="28"/>
                  <a:pt x="98" y="28"/>
                </a:cubicBezTo>
                <a:cubicBezTo>
                  <a:pt x="85" y="28"/>
                  <a:pt x="72" y="32"/>
                  <a:pt x="63" y="38"/>
                </a:cubicBezTo>
                <a:cubicBezTo>
                  <a:pt x="53" y="45"/>
                  <a:pt x="46" y="52"/>
                  <a:pt x="42" y="58"/>
                </a:cubicBezTo>
                <a:cubicBezTo>
                  <a:pt x="38" y="64"/>
                  <a:pt x="36" y="68"/>
                  <a:pt x="36" y="69"/>
                </a:cubicBezTo>
                <a:cubicBezTo>
                  <a:pt x="36" y="71"/>
                  <a:pt x="37" y="71"/>
                  <a:pt x="39" y="71"/>
                </a:cubicBezTo>
                <a:cubicBezTo>
                  <a:pt x="46" y="71"/>
                  <a:pt x="53" y="74"/>
                  <a:pt x="61" y="79"/>
                </a:cubicBezTo>
                <a:cubicBezTo>
                  <a:pt x="68" y="85"/>
                  <a:pt x="72" y="94"/>
                  <a:pt x="72" y="107"/>
                </a:cubicBezTo>
                <a:cubicBezTo>
                  <a:pt x="72" y="117"/>
                  <a:pt x="69" y="125"/>
                  <a:pt x="63" y="132"/>
                </a:cubicBezTo>
                <a:cubicBezTo>
                  <a:pt x="56" y="139"/>
                  <a:pt x="47" y="142"/>
                  <a:pt x="36" y="14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11" name=""/>
          <p:cNvSpPr/>
          <p:nvPr/>
        </p:nvSpPr>
        <p:spPr>
          <a:xfrm>
            <a:off x="8196480" y="322524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4" y="1"/>
                </a:moveTo>
                <a:lnTo>
                  <a:pt x="7" y="0"/>
                </a:lnTo>
                <a:cubicBezTo>
                  <a:pt x="10" y="0"/>
                  <a:pt x="13" y="0"/>
                  <a:pt x="16" y="0"/>
                </a:cubicBezTo>
                <a:lnTo>
                  <a:pt x="26" y="0"/>
                </a:lnTo>
                <a:lnTo>
                  <a:pt x="51" y="21"/>
                </a:lnTo>
                <a:cubicBezTo>
                  <a:pt x="104" y="68"/>
                  <a:pt x="142" y="128"/>
                  <a:pt x="166" y="200"/>
                </a:cubicBezTo>
                <a:cubicBezTo>
                  <a:pt x="191" y="271"/>
                  <a:pt x="203" y="346"/>
                  <a:pt x="203" y="423"/>
                </a:cubicBezTo>
                <a:cubicBezTo>
                  <a:pt x="203" y="461"/>
                  <a:pt x="200" y="498"/>
                  <a:pt x="194" y="533"/>
                </a:cubicBezTo>
                <a:cubicBezTo>
                  <a:pt x="189" y="569"/>
                  <a:pt x="182" y="599"/>
                  <a:pt x="175" y="624"/>
                </a:cubicBezTo>
                <a:cubicBezTo>
                  <a:pt x="168" y="648"/>
                  <a:pt x="157" y="673"/>
                  <a:pt x="144" y="698"/>
                </a:cubicBezTo>
                <a:cubicBezTo>
                  <a:pt x="130" y="723"/>
                  <a:pt x="119" y="742"/>
                  <a:pt x="111" y="756"/>
                </a:cubicBezTo>
                <a:cubicBezTo>
                  <a:pt x="104" y="769"/>
                  <a:pt x="92" y="783"/>
                  <a:pt x="77" y="799"/>
                </a:cubicBezTo>
                <a:cubicBezTo>
                  <a:pt x="62" y="814"/>
                  <a:pt x="53" y="824"/>
                  <a:pt x="50" y="827"/>
                </a:cubicBezTo>
                <a:cubicBezTo>
                  <a:pt x="47" y="829"/>
                  <a:pt x="40" y="835"/>
                  <a:pt x="29" y="843"/>
                </a:cubicBezTo>
                <a:cubicBezTo>
                  <a:pt x="28" y="844"/>
                  <a:pt x="27" y="845"/>
                  <a:pt x="26" y="846"/>
                </a:cubicBezTo>
                <a:lnTo>
                  <a:pt x="16" y="846"/>
                </a:lnTo>
                <a:cubicBezTo>
                  <a:pt x="11" y="846"/>
                  <a:pt x="8" y="846"/>
                  <a:pt x="7" y="846"/>
                </a:cubicBezTo>
                <a:cubicBezTo>
                  <a:pt x="5" y="846"/>
                  <a:pt x="3" y="845"/>
                  <a:pt x="2" y="843"/>
                </a:cubicBezTo>
                <a:cubicBezTo>
                  <a:pt x="1" y="842"/>
                  <a:pt x="0" y="839"/>
                  <a:pt x="0" y="836"/>
                </a:cubicBezTo>
                <a:cubicBezTo>
                  <a:pt x="0" y="835"/>
                  <a:pt x="3" y="832"/>
                  <a:pt x="9" y="825"/>
                </a:cubicBezTo>
                <a:cubicBezTo>
                  <a:pt x="97" y="733"/>
                  <a:pt x="141" y="599"/>
                  <a:pt x="141" y="423"/>
                </a:cubicBezTo>
                <a:cubicBezTo>
                  <a:pt x="141" y="246"/>
                  <a:pt x="97" y="112"/>
                  <a:pt x="9" y="21"/>
                </a:cubicBezTo>
                <a:cubicBezTo>
                  <a:pt x="3" y="15"/>
                  <a:pt x="0" y="11"/>
                  <a:pt x="0" y="10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1333080" y="3219480"/>
            <a:ext cx="898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位置 </a:t>
            </a:r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0.5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13" name=""/>
          <p:cNvSpPr txBox="1"/>
          <p:nvPr/>
        </p:nvSpPr>
        <p:spPr>
          <a:xfrm>
            <a:off x="8901720" y="321948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0.358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14" name=""/>
          <p:cNvSpPr txBox="1"/>
          <p:nvPr/>
        </p:nvSpPr>
        <p:spPr>
          <a:xfrm>
            <a:off x="733320" y="3724200"/>
            <a:ext cx="286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S4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15" name=""/>
          <p:cNvSpPr/>
          <p:nvPr/>
        </p:nvSpPr>
        <p:spPr>
          <a:xfrm>
            <a:off x="2238120" y="3838320"/>
            <a:ext cx="164880" cy="135000"/>
          </a:xfrm>
          <a:custGeom>
            <a:avLst/>
            <a:gdLst/>
            <a:ahLst/>
            <a:rect l="0" t="0" r="r" b="b"/>
            <a:pathLst>
              <a:path w="458" h="375">
                <a:moveTo>
                  <a:pt x="129" y="375"/>
                </a:moveTo>
                <a:cubicBezTo>
                  <a:pt x="91" y="375"/>
                  <a:pt x="60" y="362"/>
                  <a:pt x="36" y="336"/>
                </a:cubicBezTo>
                <a:cubicBezTo>
                  <a:pt x="13" y="310"/>
                  <a:pt x="1" y="278"/>
                  <a:pt x="0" y="240"/>
                </a:cubicBezTo>
                <a:cubicBezTo>
                  <a:pt x="0" y="184"/>
                  <a:pt x="21" y="131"/>
                  <a:pt x="62" y="83"/>
                </a:cubicBezTo>
                <a:cubicBezTo>
                  <a:pt x="103" y="35"/>
                  <a:pt x="151" y="7"/>
                  <a:pt x="205" y="1"/>
                </a:cubicBezTo>
                <a:cubicBezTo>
                  <a:pt x="206" y="0"/>
                  <a:pt x="245" y="0"/>
                  <a:pt x="324" y="0"/>
                </a:cubicBezTo>
                <a:lnTo>
                  <a:pt x="441" y="0"/>
                </a:lnTo>
                <a:cubicBezTo>
                  <a:pt x="442" y="1"/>
                  <a:pt x="442" y="1"/>
                  <a:pt x="444" y="2"/>
                </a:cubicBezTo>
                <a:cubicBezTo>
                  <a:pt x="445" y="2"/>
                  <a:pt x="446" y="3"/>
                  <a:pt x="447" y="4"/>
                </a:cubicBezTo>
                <a:cubicBezTo>
                  <a:pt x="448" y="4"/>
                  <a:pt x="449" y="5"/>
                  <a:pt x="450" y="5"/>
                </a:cubicBezTo>
                <a:cubicBezTo>
                  <a:pt x="450" y="6"/>
                  <a:pt x="451" y="7"/>
                  <a:pt x="452" y="8"/>
                </a:cubicBezTo>
                <a:cubicBezTo>
                  <a:pt x="453" y="9"/>
                  <a:pt x="454" y="9"/>
                  <a:pt x="454" y="9"/>
                </a:cubicBezTo>
                <a:cubicBezTo>
                  <a:pt x="454" y="9"/>
                  <a:pt x="454" y="11"/>
                  <a:pt x="455" y="13"/>
                </a:cubicBezTo>
                <a:cubicBezTo>
                  <a:pt x="457" y="15"/>
                  <a:pt x="457" y="16"/>
                  <a:pt x="456" y="16"/>
                </a:cubicBezTo>
                <a:cubicBezTo>
                  <a:pt x="456" y="16"/>
                  <a:pt x="456" y="18"/>
                  <a:pt x="457" y="20"/>
                </a:cubicBezTo>
                <a:cubicBezTo>
                  <a:pt x="458" y="23"/>
                  <a:pt x="459" y="25"/>
                  <a:pt x="458" y="26"/>
                </a:cubicBezTo>
                <a:cubicBezTo>
                  <a:pt x="458" y="50"/>
                  <a:pt x="440" y="63"/>
                  <a:pt x="402" y="63"/>
                </a:cubicBezTo>
                <a:cubicBezTo>
                  <a:pt x="398" y="63"/>
                  <a:pt x="393" y="63"/>
                  <a:pt x="388" y="63"/>
                </a:cubicBezTo>
                <a:cubicBezTo>
                  <a:pt x="382" y="63"/>
                  <a:pt x="378" y="62"/>
                  <a:pt x="376" y="62"/>
                </a:cubicBezTo>
                <a:lnTo>
                  <a:pt x="325" y="62"/>
                </a:lnTo>
                <a:lnTo>
                  <a:pt x="329" y="70"/>
                </a:lnTo>
                <a:cubicBezTo>
                  <a:pt x="340" y="92"/>
                  <a:pt x="345" y="116"/>
                  <a:pt x="345" y="142"/>
                </a:cubicBezTo>
                <a:cubicBezTo>
                  <a:pt x="345" y="204"/>
                  <a:pt x="322" y="258"/>
                  <a:pt x="277" y="304"/>
                </a:cubicBezTo>
                <a:cubicBezTo>
                  <a:pt x="232" y="351"/>
                  <a:pt x="183" y="375"/>
                  <a:pt x="129" y="375"/>
                </a:cubicBezTo>
                <a:moveTo>
                  <a:pt x="279" y="129"/>
                </a:moveTo>
                <a:cubicBezTo>
                  <a:pt x="279" y="84"/>
                  <a:pt x="255" y="62"/>
                  <a:pt x="207" y="62"/>
                </a:cubicBezTo>
                <a:cubicBezTo>
                  <a:pt x="137" y="62"/>
                  <a:pt x="92" y="111"/>
                  <a:pt x="71" y="209"/>
                </a:cubicBezTo>
                <a:cubicBezTo>
                  <a:pt x="70" y="211"/>
                  <a:pt x="70" y="213"/>
                  <a:pt x="70" y="214"/>
                </a:cubicBezTo>
                <a:cubicBezTo>
                  <a:pt x="66" y="235"/>
                  <a:pt x="63" y="252"/>
                  <a:pt x="63" y="265"/>
                </a:cubicBezTo>
                <a:cubicBezTo>
                  <a:pt x="63" y="294"/>
                  <a:pt x="70" y="313"/>
                  <a:pt x="84" y="325"/>
                </a:cubicBezTo>
                <a:cubicBezTo>
                  <a:pt x="99" y="336"/>
                  <a:pt x="115" y="343"/>
                  <a:pt x="133" y="343"/>
                </a:cubicBezTo>
                <a:cubicBezTo>
                  <a:pt x="163" y="343"/>
                  <a:pt x="191" y="329"/>
                  <a:pt x="216" y="303"/>
                </a:cubicBezTo>
                <a:cubicBezTo>
                  <a:pt x="233" y="286"/>
                  <a:pt x="246" y="263"/>
                  <a:pt x="256" y="235"/>
                </a:cubicBezTo>
                <a:cubicBezTo>
                  <a:pt x="266" y="207"/>
                  <a:pt x="272" y="184"/>
                  <a:pt x="275" y="167"/>
                </a:cubicBezTo>
                <a:cubicBezTo>
                  <a:pt x="277" y="151"/>
                  <a:pt x="278" y="138"/>
                  <a:pt x="279" y="1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16" name=""/>
          <p:cNvSpPr/>
          <p:nvPr/>
        </p:nvSpPr>
        <p:spPr>
          <a:xfrm>
            <a:off x="4943520" y="375048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2" y="39"/>
                </a:moveTo>
                <a:cubicBezTo>
                  <a:pt x="170" y="39"/>
                  <a:pt x="168" y="39"/>
                  <a:pt x="165" y="39"/>
                </a:cubicBezTo>
                <a:cubicBezTo>
                  <a:pt x="151" y="39"/>
                  <a:pt x="142" y="39"/>
                  <a:pt x="139" y="38"/>
                </a:cubicBezTo>
                <a:cubicBezTo>
                  <a:pt x="137" y="38"/>
                  <a:pt x="135" y="35"/>
                  <a:pt x="135" y="29"/>
                </a:cubicBezTo>
                <a:cubicBezTo>
                  <a:pt x="135" y="14"/>
                  <a:pt x="138" y="4"/>
                  <a:pt x="144" y="1"/>
                </a:cubicBezTo>
                <a:cubicBezTo>
                  <a:pt x="146" y="0"/>
                  <a:pt x="173" y="0"/>
                  <a:pt x="226" y="0"/>
                </a:cubicBezTo>
                <a:cubicBezTo>
                  <a:pt x="270" y="0"/>
                  <a:pt x="295" y="0"/>
                  <a:pt x="301" y="0"/>
                </a:cubicBezTo>
                <a:cubicBezTo>
                  <a:pt x="307" y="0"/>
                  <a:pt x="311" y="2"/>
                  <a:pt x="313" y="5"/>
                </a:cubicBezTo>
                <a:cubicBezTo>
                  <a:pt x="432" y="286"/>
                  <a:pt x="493" y="429"/>
                  <a:pt x="495" y="436"/>
                </a:cubicBezTo>
                <a:lnTo>
                  <a:pt x="541" y="256"/>
                </a:lnTo>
                <a:cubicBezTo>
                  <a:pt x="571" y="136"/>
                  <a:pt x="586" y="73"/>
                  <a:pt x="586" y="65"/>
                </a:cubicBezTo>
                <a:cubicBezTo>
                  <a:pt x="586" y="50"/>
                  <a:pt x="568" y="41"/>
                  <a:pt x="531" y="39"/>
                </a:cubicBezTo>
                <a:cubicBezTo>
                  <a:pt x="518" y="39"/>
                  <a:pt x="511" y="36"/>
                  <a:pt x="511" y="30"/>
                </a:cubicBezTo>
                <a:cubicBezTo>
                  <a:pt x="511" y="29"/>
                  <a:pt x="512" y="25"/>
                  <a:pt x="513" y="20"/>
                </a:cubicBezTo>
                <a:cubicBezTo>
                  <a:pt x="515" y="11"/>
                  <a:pt x="517" y="5"/>
                  <a:pt x="518" y="4"/>
                </a:cubicBezTo>
                <a:cubicBezTo>
                  <a:pt x="519" y="2"/>
                  <a:pt x="522" y="1"/>
                  <a:pt x="526" y="0"/>
                </a:cubicBezTo>
                <a:cubicBezTo>
                  <a:pt x="528" y="0"/>
                  <a:pt x="537" y="0"/>
                  <a:pt x="553" y="1"/>
                </a:cubicBezTo>
                <a:cubicBezTo>
                  <a:pt x="568" y="2"/>
                  <a:pt x="592" y="2"/>
                  <a:pt x="623" y="3"/>
                </a:cubicBezTo>
                <a:cubicBezTo>
                  <a:pt x="651" y="3"/>
                  <a:pt x="672" y="2"/>
                  <a:pt x="687" y="2"/>
                </a:cubicBezTo>
                <a:cubicBezTo>
                  <a:pt x="702" y="1"/>
                  <a:pt x="710" y="1"/>
                  <a:pt x="712" y="1"/>
                </a:cubicBezTo>
                <a:cubicBezTo>
                  <a:pt x="721" y="1"/>
                  <a:pt x="725" y="4"/>
                  <a:pt x="725" y="10"/>
                </a:cubicBezTo>
                <a:cubicBezTo>
                  <a:pt x="725" y="22"/>
                  <a:pt x="723" y="30"/>
                  <a:pt x="718" y="35"/>
                </a:cubicBezTo>
                <a:cubicBezTo>
                  <a:pt x="717" y="38"/>
                  <a:pt x="711" y="39"/>
                  <a:pt x="700" y="39"/>
                </a:cubicBezTo>
                <a:cubicBezTo>
                  <a:pt x="660" y="41"/>
                  <a:pt x="635" y="53"/>
                  <a:pt x="624" y="73"/>
                </a:cubicBezTo>
                <a:lnTo>
                  <a:pt x="499" y="572"/>
                </a:lnTo>
                <a:cubicBezTo>
                  <a:pt x="497" y="576"/>
                  <a:pt x="492" y="578"/>
                  <a:pt x="481" y="578"/>
                </a:cubicBezTo>
                <a:cubicBezTo>
                  <a:pt x="473" y="578"/>
                  <a:pt x="468" y="578"/>
                  <a:pt x="466" y="576"/>
                </a:cubicBezTo>
                <a:cubicBezTo>
                  <a:pt x="465" y="575"/>
                  <a:pt x="428" y="489"/>
                  <a:pt x="357" y="320"/>
                </a:cubicBezTo>
                <a:lnTo>
                  <a:pt x="249" y="67"/>
                </a:lnTo>
                <a:lnTo>
                  <a:pt x="194" y="288"/>
                </a:lnTo>
                <a:cubicBezTo>
                  <a:pt x="158" y="432"/>
                  <a:pt x="139" y="506"/>
                  <a:pt x="139" y="511"/>
                </a:cubicBezTo>
                <a:cubicBezTo>
                  <a:pt x="142" y="530"/>
                  <a:pt x="163" y="539"/>
                  <a:pt x="200" y="539"/>
                </a:cubicBezTo>
                <a:lnTo>
                  <a:pt x="209" y="539"/>
                </a:lnTo>
                <a:cubicBezTo>
                  <a:pt x="212" y="542"/>
                  <a:pt x="214" y="544"/>
                  <a:pt x="214" y="546"/>
                </a:cubicBezTo>
                <a:cubicBezTo>
                  <a:pt x="214" y="548"/>
                  <a:pt x="213" y="553"/>
                  <a:pt x="212" y="562"/>
                </a:cubicBezTo>
                <a:cubicBezTo>
                  <a:pt x="210" y="569"/>
                  <a:pt x="207" y="575"/>
                  <a:pt x="204" y="578"/>
                </a:cubicBezTo>
                <a:lnTo>
                  <a:pt x="193" y="578"/>
                </a:lnTo>
                <a:cubicBezTo>
                  <a:pt x="175" y="577"/>
                  <a:pt x="145" y="576"/>
                  <a:pt x="101" y="576"/>
                </a:cubicBezTo>
                <a:cubicBezTo>
                  <a:pt x="86" y="576"/>
                  <a:pt x="71" y="576"/>
                  <a:pt x="58" y="576"/>
                </a:cubicBezTo>
                <a:cubicBezTo>
                  <a:pt x="45" y="576"/>
                  <a:pt x="35" y="576"/>
                  <a:pt x="27" y="576"/>
                </a:cubicBezTo>
                <a:cubicBezTo>
                  <a:pt x="19" y="576"/>
                  <a:pt x="14" y="577"/>
                  <a:pt x="13" y="577"/>
                </a:cubicBezTo>
                <a:cubicBezTo>
                  <a:pt x="4" y="577"/>
                  <a:pt x="0" y="575"/>
                  <a:pt x="0" y="570"/>
                </a:cubicBezTo>
                <a:cubicBezTo>
                  <a:pt x="0" y="567"/>
                  <a:pt x="1" y="563"/>
                  <a:pt x="3" y="556"/>
                </a:cubicBezTo>
                <a:cubicBezTo>
                  <a:pt x="4" y="549"/>
                  <a:pt x="6" y="545"/>
                  <a:pt x="7" y="544"/>
                </a:cubicBezTo>
                <a:cubicBezTo>
                  <a:pt x="8" y="541"/>
                  <a:pt x="14" y="539"/>
                  <a:pt x="26" y="539"/>
                </a:cubicBezTo>
                <a:cubicBezTo>
                  <a:pt x="65" y="538"/>
                  <a:pt x="89" y="527"/>
                  <a:pt x="101" y="506"/>
                </a:cubicBezTo>
                <a:cubicBezTo>
                  <a:pt x="103" y="503"/>
                  <a:pt x="123" y="425"/>
                  <a:pt x="161" y="272"/>
                </a:cubicBezTo>
                <a:lnTo>
                  <a:pt x="218" y="42"/>
                </a:lnTo>
                <a:cubicBezTo>
                  <a:pt x="217" y="41"/>
                  <a:pt x="201" y="40"/>
                  <a:pt x="172" y="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17" name=""/>
          <p:cNvSpPr/>
          <p:nvPr/>
        </p:nvSpPr>
        <p:spPr>
          <a:xfrm>
            <a:off x="5232600" y="3730320"/>
            <a:ext cx="73080" cy="304200"/>
          </a:xfrm>
          <a:custGeom>
            <a:avLst/>
            <a:gdLst/>
            <a:ahLst/>
            <a:rect l="0" t="0" r="r" b="b"/>
            <a:pathLst>
              <a:path w="203" h="845">
                <a:moveTo>
                  <a:pt x="0" y="423"/>
                </a:moveTo>
                <a:cubicBezTo>
                  <a:pt x="0" y="384"/>
                  <a:pt x="3" y="347"/>
                  <a:pt x="9" y="312"/>
                </a:cubicBezTo>
                <a:cubicBezTo>
                  <a:pt x="14" y="277"/>
                  <a:pt x="21" y="247"/>
                  <a:pt x="28" y="222"/>
                </a:cubicBezTo>
                <a:cubicBezTo>
                  <a:pt x="36" y="197"/>
                  <a:pt x="47" y="171"/>
                  <a:pt x="60" y="147"/>
                </a:cubicBezTo>
                <a:cubicBezTo>
                  <a:pt x="74" y="122"/>
                  <a:pt x="85" y="104"/>
                  <a:pt x="93" y="90"/>
                </a:cubicBezTo>
                <a:cubicBezTo>
                  <a:pt x="100" y="76"/>
                  <a:pt x="112" y="62"/>
                  <a:pt x="128" y="46"/>
                </a:cubicBezTo>
                <a:cubicBezTo>
                  <a:pt x="144" y="30"/>
                  <a:pt x="153" y="21"/>
                  <a:pt x="156" y="17"/>
                </a:cubicBezTo>
                <a:cubicBezTo>
                  <a:pt x="159" y="14"/>
                  <a:pt x="166" y="8"/>
                  <a:pt x="177" y="0"/>
                </a:cubicBezTo>
                <a:lnTo>
                  <a:pt x="188" y="0"/>
                </a:lnTo>
                <a:lnTo>
                  <a:pt x="191" y="0"/>
                </a:lnTo>
                <a:cubicBezTo>
                  <a:pt x="199" y="0"/>
                  <a:pt x="203" y="2"/>
                  <a:pt x="203" y="7"/>
                </a:cubicBezTo>
                <a:cubicBezTo>
                  <a:pt x="203" y="9"/>
                  <a:pt x="198" y="15"/>
                  <a:pt x="189" y="25"/>
                </a:cubicBezTo>
                <a:cubicBezTo>
                  <a:pt x="179" y="35"/>
                  <a:pt x="168" y="50"/>
                  <a:pt x="154" y="70"/>
                </a:cubicBezTo>
                <a:cubicBezTo>
                  <a:pt x="141" y="89"/>
                  <a:pt x="127" y="114"/>
                  <a:pt x="113" y="142"/>
                </a:cubicBezTo>
                <a:cubicBezTo>
                  <a:pt x="99" y="171"/>
                  <a:pt x="87" y="211"/>
                  <a:pt x="77" y="260"/>
                </a:cubicBezTo>
                <a:cubicBezTo>
                  <a:pt x="68" y="309"/>
                  <a:pt x="63" y="363"/>
                  <a:pt x="63" y="423"/>
                </a:cubicBezTo>
                <a:cubicBezTo>
                  <a:pt x="63" y="483"/>
                  <a:pt x="68" y="537"/>
                  <a:pt x="77" y="585"/>
                </a:cubicBezTo>
                <a:cubicBezTo>
                  <a:pt x="87" y="634"/>
                  <a:pt x="98" y="673"/>
                  <a:pt x="112" y="703"/>
                </a:cubicBezTo>
                <a:cubicBezTo>
                  <a:pt x="125" y="732"/>
                  <a:pt x="139" y="757"/>
                  <a:pt x="153" y="775"/>
                </a:cubicBezTo>
                <a:cubicBezTo>
                  <a:pt x="167" y="794"/>
                  <a:pt x="179" y="809"/>
                  <a:pt x="189" y="820"/>
                </a:cubicBezTo>
                <a:cubicBezTo>
                  <a:pt x="198" y="831"/>
                  <a:pt x="203" y="837"/>
                  <a:pt x="203" y="838"/>
                </a:cubicBezTo>
                <a:cubicBezTo>
                  <a:pt x="203" y="843"/>
                  <a:pt x="199" y="845"/>
                  <a:pt x="191" y="845"/>
                </a:cubicBezTo>
                <a:lnTo>
                  <a:pt x="188" y="845"/>
                </a:lnTo>
                <a:lnTo>
                  <a:pt x="177" y="845"/>
                </a:lnTo>
                <a:lnTo>
                  <a:pt x="153" y="825"/>
                </a:lnTo>
                <a:cubicBezTo>
                  <a:pt x="100" y="777"/>
                  <a:pt x="62" y="717"/>
                  <a:pt x="37" y="646"/>
                </a:cubicBezTo>
                <a:cubicBezTo>
                  <a:pt x="12" y="574"/>
                  <a:pt x="0" y="500"/>
                  <a:pt x="0" y="42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18" name=""/>
          <p:cNvSpPr/>
          <p:nvPr/>
        </p:nvSpPr>
        <p:spPr>
          <a:xfrm>
            <a:off x="5337720" y="375588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6" y="430"/>
                </a:moveTo>
                <a:cubicBezTo>
                  <a:pt x="96" y="444"/>
                  <a:pt x="91" y="455"/>
                  <a:pt x="82" y="464"/>
                </a:cubicBezTo>
                <a:cubicBezTo>
                  <a:pt x="73" y="473"/>
                  <a:pt x="62" y="478"/>
                  <a:pt x="50" y="478"/>
                </a:cubicBezTo>
                <a:lnTo>
                  <a:pt x="44" y="478"/>
                </a:lnTo>
                <a:cubicBezTo>
                  <a:pt x="70" y="522"/>
                  <a:pt x="104" y="545"/>
                  <a:pt x="147" y="545"/>
                </a:cubicBezTo>
                <a:cubicBezTo>
                  <a:pt x="187" y="545"/>
                  <a:pt x="216" y="528"/>
                  <a:pt x="234" y="494"/>
                </a:cubicBezTo>
                <a:cubicBezTo>
                  <a:pt x="245" y="475"/>
                  <a:pt x="250" y="439"/>
                  <a:pt x="250" y="386"/>
                </a:cubicBezTo>
                <a:cubicBezTo>
                  <a:pt x="250" y="328"/>
                  <a:pt x="242" y="288"/>
                  <a:pt x="227" y="267"/>
                </a:cubicBezTo>
                <a:cubicBezTo>
                  <a:pt x="212" y="249"/>
                  <a:pt x="196" y="239"/>
                  <a:pt x="178" y="239"/>
                </a:cubicBezTo>
                <a:lnTo>
                  <a:pt x="173" y="239"/>
                </a:lnTo>
                <a:cubicBezTo>
                  <a:pt x="128" y="239"/>
                  <a:pt x="95" y="259"/>
                  <a:pt x="72" y="297"/>
                </a:cubicBezTo>
                <a:cubicBezTo>
                  <a:pt x="70" y="301"/>
                  <a:pt x="68" y="303"/>
                  <a:pt x="66" y="304"/>
                </a:cubicBezTo>
                <a:cubicBezTo>
                  <a:pt x="65" y="304"/>
                  <a:pt x="61" y="305"/>
                  <a:pt x="54" y="305"/>
                </a:cubicBezTo>
                <a:cubicBezTo>
                  <a:pt x="44" y="305"/>
                  <a:pt x="39" y="304"/>
                  <a:pt x="38" y="300"/>
                </a:cubicBezTo>
                <a:cubicBezTo>
                  <a:pt x="37" y="298"/>
                  <a:pt x="36" y="249"/>
                  <a:pt x="36" y="152"/>
                </a:cubicBezTo>
                <a:lnTo>
                  <a:pt x="36" y="43"/>
                </a:lnTo>
                <a:cubicBezTo>
                  <a:pt x="36" y="15"/>
                  <a:pt x="37" y="1"/>
                  <a:pt x="40" y="1"/>
                </a:cubicBezTo>
                <a:cubicBezTo>
                  <a:pt x="41" y="0"/>
                  <a:pt x="43" y="0"/>
                  <a:pt x="44" y="0"/>
                </a:cubicBezTo>
                <a:cubicBezTo>
                  <a:pt x="44" y="0"/>
                  <a:pt x="50" y="2"/>
                  <a:pt x="61" y="6"/>
                </a:cubicBezTo>
                <a:cubicBezTo>
                  <a:pt x="73" y="11"/>
                  <a:pt x="88" y="15"/>
                  <a:pt x="108" y="20"/>
                </a:cubicBezTo>
                <a:cubicBezTo>
                  <a:pt x="128" y="24"/>
                  <a:pt x="149" y="27"/>
                  <a:pt x="172" y="27"/>
                </a:cubicBezTo>
                <a:cubicBezTo>
                  <a:pt x="212" y="27"/>
                  <a:pt x="250" y="19"/>
                  <a:pt x="287" y="3"/>
                </a:cubicBezTo>
                <a:cubicBezTo>
                  <a:pt x="292" y="1"/>
                  <a:pt x="295" y="0"/>
                  <a:pt x="298" y="0"/>
                </a:cubicBezTo>
                <a:cubicBezTo>
                  <a:pt x="303" y="0"/>
                  <a:pt x="305" y="5"/>
                  <a:pt x="305" y="15"/>
                </a:cubicBezTo>
                <a:lnTo>
                  <a:pt x="305" y="26"/>
                </a:lnTo>
                <a:cubicBezTo>
                  <a:pt x="259" y="80"/>
                  <a:pt x="201" y="108"/>
                  <a:pt x="131" y="108"/>
                </a:cubicBezTo>
                <a:cubicBezTo>
                  <a:pt x="113" y="108"/>
                  <a:pt x="97" y="106"/>
                  <a:pt x="83" y="103"/>
                </a:cubicBezTo>
                <a:lnTo>
                  <a:pt x="75" y="101"/>
                </a:lnTo>
                <a:lnTo>
                  <a:pt x="75" y="246"/>
                </a:lnTo>
                <a:cubicBezTo>
                  <a:pt x="86" y="238"/>
                  <a:pt x="94" y="232"/>
                  <a:pt x="100" y="228"/>
                </a:cubicBezTo>
                <a:cubicBezTo>
                  <a:pt x="106" y="223"/>
                  <a:pt x="117" y="219"/>
                  <a:pt x="131" y="214"/>
                </a:cubicBezTo>
                <a:cubicBezTo>
                  <a:pt x="145" y="210"/>
                  <a:pt x="159" y="207"/>
                  <a:pt x="175" y="207"/>
                </a:cubicBezTo>
                <a:cubicBezTo>
                  <a:pt x="220" y="207"/>
                  <a:pt x="259" y="226"/>
                  <a:pt x="290" y="262"/>
                </a:cubicBezTo>
                <a:cubicBezTo>
                  <a:pt x="322" y="299"/>
                  <a:pt x="338" y="343"/>
                  <a:pt x="338" y="393"/>
                </a:cubicBezTo>
                <a:cubicBezTo>
                  <a:pt x="338" y="445"/>
                  <a:pt x="320" y="489"/>
                  <a:pt x="284" y="526"/>
                </a:cubicBezTo>
                <a:cubicBezTo>
                  <a:pt x="248" y="563"/>
                  <a:pt x="204" y="581"/>
                  <a:pt x="151" y="582"/>
                </a:cubicBezTo>
                <a:cubicBezTo>
                  <a:pt x="105" y="582"/>
                  <a:pt x="69" y="566"/>
                  <a:pt x="41" y="536"/>
                </a:cubicBezTo>
                <a:cubicBezTo>
                  <a:pt x="14" y="506"/>
                  <a:pt x="0" y="471"/>
                  <a:pt x="0" y="433"/>
                </a:cubicBezTo>
                <a:cubicBezTo>
                  <a:pt x="0" y="420"/>
                  <a:pt x="3" y="409"/>
                  <a:pt x="9" y="401"/>
                </a:cubicBezTo>
                <a:cubicBezTo>
                  <a:pt x="15" y="393"/>
                  <a:pt x="22" y="388"/>
                  <a:pt x="28" y="386"/>
                </a:cubicBezTo>
                <a:cubicBezTo>
                  <a:pt x="35" y="383"/>
                  <a:pt x="42" y="382"/>
                  <a:pt x="48" y="382"/>
                </a:cubicBezTo>
                <a:cubicBezTo>
                  <a:pt x="62" y="382"/>
                  <a:pt x="73" y="387"/>
                  <a:pt x="82" y="397"/>
                </a:cubicBezTo>
                <a:cubicBezTo>
                  <a:pt x="91" y="406"/>
                  <a:pt x="96" y="418"/>
                  <a:pt x="96" y="4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19" name=""/>
          <p:cNvSpPr/>
          <p:nvPr/>
        </p:nvSpPr>
        <p:spPr>
          <a:xfrm>
            <a:off x="5486400" y="375588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8"/>
                </a:moveTo>
                <a:cubicBezTo>
                  <a:pt x="79" y="22"/>
                  <a:pt x="122" y="0"/>
                  <a:pt x="177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6"/>
                  <a:pt x="308" y="62"/>
                  <a:pt x="325" y="99"/>
                </a:cubicBezTo>
                <a:cubicBezTo>
                  <a:pt x="346" y="146"/>
                  <a:pt x="356" y="210"/>
                  <a:pt x="356" y="292"/>
                </a:cubicBezTo>
                <a:cubicBezTo>
                  <a:pt x="356" y="380"/>
                  <a:pt x="344" y="447"/>
                  <a:pt x="320" y="493"/>
                </a:cubicBezTo>
                <a:cubicBezTo>
                  <a:pt x="309" y="517"/>
                  <a:pt x="293" y="536"/>
                  <a:pt x="274" y="550"/>
                </a:cubicBezTo>
                <a:cubicBezTo>
                  <a:pt x="254" y="564"/>
                  <a:pt x="237" y="572"/>
                  <a:pt x="222" y="576"/>
                </a:cubicBezTo>
                <a:cubicBezTo>
                  <a:pt x="207" y="579"/>
                  <a:pt x="192" y="581"/>
                  <a:pt x="178" y="582"/>
                </a:cubicBezTo>
                <a:cubicBezTo>
                  <a:pt x="163" y="582"/>
                  <a:pt x="149" y="580"/>
                  <a:pt x="134" y="577"/>
                </a:cubicBezTo>
                <a:cubicBezTo>
                  <a:pt x="119" y="573"/>
                  <a:pt x="102" y="564"/>
                  <a:pt x="83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7"/>
                  <a:pt x="0" y="380"/>
                  <a:pt x="0" y="292"/>
                </a:cubicBezTo>
                <a:cubicBezTo>
                  <a:pt x="0" y="194"/>
                  <a:pt x="16" y="119"/>
                  <a:pt x="48" y="68"/>
                </a:cubicBezTo>
                <a:moveTo>
                  <a:pt x="239" y="58"/>
                </a:moveTo>
                <a:cubicBezTo>
                  <a:pt x="222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2"/>
                  <a:pt x="94" y="93"/>
                  <a:pt x="89" y="119"/>
                </a:cubicBezTo>
                <a:cubicBezTo>
                  <a:pt x="85" y="145"/>
                  <a:pt x="83" y="199"/>
                  <a:pt x="83" y="281"/>
                </a:cubicBezTo>
                <a:cubicBezTo>
                  <a:pt x="83" y="371"/>
                  <a:pt x="85" y="429"/>
                  <a:pt x="89" y="458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5" y="541"/>
                  <a:pt x="155" y="550"/>
                  <a:pt x="178" y="550"/>
                </a:cubicBezTo>
                <a:cubicBezTo>
                  <a:pt x="200" y="550"/>
                  <a:pt x="221" y="541"/>
                  <a:pt x="236" y="524"/>
                </a:cubicBezTo>
                <a:cubicBezTo>
                  <a:pt x="253" y="507"/>
                  <a:pt x="263" y="484"/>
                  <a:pt x="267" y="453"/>
                </a:cubicBezTo>
                <a:cubicBezTo>
                  <a:pt x="271" y="423"/>
                  <a:pt x="273" y="366"/>
                  <a:pt x="274" y="281"/>
                </a:cubicBezTo>
                <a:cubicBezTo>
                  <a:pt x="274" y="199"/>
                  <a:pt x="271" y="145"/>
                  <a:pt x="267" y="120"/>
                </a:cubicBezTo>
                <a:cubicBezTo>
                  <a:pt x="262" y="94"/>
                  <a:pt x="253" y="73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20" name=""/>
          <p:cNvSpPr/>
          <p:nvPr/>
        </p:nvSpPr>
        <p:spPr>
          <a:xfrm>
            <a:off x="5650200" y="3921480"/>
            <a:ext cx="40320" cy="96120"/>
          </a:xfrm>
          <a:custGeom>
            <a:avLst/>
            <a:gdLst/>
            <a:ahLst/>
            <a:rect l="0" t="0" r="r" b="b"/>
            <a:pathLst>
              <a:path w="112" h="267">
                <a:moveTo>
                  <a:pt x="0" y="73"/>
                </a:moveTo>
                <a:cubicBezTo>
                  <a:pt x="0" y="73"/>
                  <a:pt x="0" y="65"/>
                  <a:pt x="0" y="51"/>
                </a:cubicBezTo>
                <a:cubicBezTo>
                  <a:pt x="0" y="37"/>
                  <a:pt x="5" y="25"/>
                  <a:pt x="15" y="15"/>
                </a:cubicBezTo>
                <a:cubicBezTo>
                  <a:pt x="24" y="5"/>
                  <a:pt x="36" y="0"/>
                  <a:pt x="51" y="0"/>
                </a:cubicBezTo>
                <a:cubicBezTo>
                  <a:pt x="67" y="0"/>
                  <a:pt x="81" y="7"/>
                  <a:pt x="93" y="21"/>
                </a:cubicBezTo>
                <a:cubicBezTo>
                  <a:pt x="105" y="35"/>
                  <a:pt x="112" y="60"/>
                  <a:pt x="112" y="95"/>
                </a:cubicBezTo>
                <a:cubicBezTo>
                  <a:pt x="112" y="115"/>
                  <a:pt x="110" y="134"/>
                  <a:pt x="105" y="154"/>
                </a:cubicBezTo>
                <a:cubicBezTo>
                  <a:pt x="100" y="172"/>
                  <a:pt x="94" y="188"/>
                  <a:pt x="87" y="202"/>
                </a:cubicBezTo>
                <a:cubicBezTo>
                  <a:pt x="80" y="215"/>
                  <a:pt x="73" y="227"/>
                  <a:pt x="65" y="237"/>
                </a:cubicBezTo>
                <a:cubicBezTo>
                  <a:pt x="57" y="246"/>
                  <a:pt x="51" y="254"/>
                  <a:pt x="45" y="259"/>
                </a:cubicBezTo>
                <a:cubicBezTo>
                  <a:pt x="39" y="265"/>
                  <a:pt x="36" y="268"/>
                  <a:pt x="34" y="267"/>
                </a:cubicBezTo>
                <a:cubicBezTo>
                  <a:pt x="32" y="267"/>
                  <a:pt x="28" y="264"/>
                  <a:pt x="23" y="259"/>
                </a:cubicBezTo>
                <a:cubicBezTo>
                  <a:pt x="18" y="254"/>
                  <a:pt x="15" y="251"/>
                  <a:pt x="15" y="248"/>
                </a:cubicBezTo>
                <a:cubicBezTo>
                  <a:pt x="15" y="246"/>
                  <a:pt x="18" y="242"/>
                  <a:pt x="25" y="235"/>
                </a:cubicBezTo>
                <a:cubicBezTo>
                  <a:pt x="31" y="228"/>
                  <a:pt x="38" y="220"/>
                  <a:pt x="46" y="210"/>
                </a:cubicBezTo>
                <a:cubicBezTo>
                  <a:pt x="54" y="199"/>
                  <a:pt x="61" y="185"/>
                  <a:pt x="68" y="167"/>
                </a:cubicBezTo>
                <a:cubicBezTo>
                  <a:pt x="74" y="149"/>
                  <a:pt x="79" y="128"/>
                  <a:pt x="81" y="105"/>
                </a:cubicBezTo>
                <a:lnTo>
                  <a:pt x="81" y="94"/>
                </a:lnTo>
                <a:lnTo>
                  <a:pt x="80" y="95"/>
                </a:lnTo>
                <a:cubicBezTo>
                  <a:pt x="79" y="96"/>
                  <a:pt x="78" y="96"/>
                  <a:pt x="76" y="97"/>
                </a:cubicBezTo>
                <a:cubicBezTo>
                  <a:pt x="74" y="98"/>
                  <a:pt x="73" y="98"/>
                  <a:pt x="71" y="100"/>
                </a:cubicBezTo>
                <a:cubicBezTo>
                  <a:pt x="69" y="101"/>
                  <a:pt x="67" y="101"/>
                  <a:pt x="64" y="101"/>
                </a:cubicBezTo>
                <a:cubicBezTo>
                  <a:pt x="60" y="101"/>
                  <a:pt x="57" y="102"/>
                  <a:pt x="53" y="102"/>
                </a:cubicBezTo>
                <a:cubicBezTo>
                  <a:pt x="38" y="102"/>
                  <a:pt x="26" y="97"/>
                  <a:pt x="16" y="88"/>
                </a:cubicBezTo>
                <a:lnTo>
                  <a:pt x="0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21" name=""/>
          <p:cNvSpPr/>
          <p:nvPr/>
        </p:nvSpPr>
        <p:spPr>
          <a:xfrm>
            <a:off x="5787000" y="3755880"/>
            <a:ext cx="104760" cy="202680"/>
          </a:xfrm>
          <a:custGeom>
            <a:avLst/>
            <a:gdLst/>
            <a:ahLst/>
            <a:rect l="0" t="0" r="r" b="b"/>
            <a:pathLst>
              <a:path w="291" h="563">
                <a:moveTo>
                  <a:pt x="111" y="74"/>
                </a:moveTo>
                <a:lnTo>
                  <a:pt x="100" y="78"/>
                </a:lnTo>
                <a:cubicBezTo>
                  <a:pt x="92" y="81"/>
                  <a:pt x="81" y="84"/>
                  <a:pt x="66" y="87"/>
                </a:cubicBezTo>
                <a:cubicBezTo>
                  <a:pt x="51" y="89"/>
                  <a:pt x="35" y="91"/>
                  <a:pt x="16" y="92"/>
                </a:cubicBezTo>
                <a:lnTo>
                  <a:pt x="0" y="92"/>
                </a:lnTo>
                <a:lnTo>
                  <a:pt x="0" y="54"/>
                </a:lnTo>
                <a:lnTo>
                  <a:pt x="16" y="54"/>
                </a:lnTo>
                <a:cubicBezTo>
                  <a:pt x="43" y="53"/>
                  <a:pt x="68" y="48"/>
                  <a:pt x="90" y="41"/>
                </a:cubicBezTo>
                <a:cubicBezTo>
                  <a:pt x="113" y="34"/>
                  <a:pt x="129" y="27"/>
                  <a:pt x="138" y="21"/>
                </a:cubicBezTo>
                <a:cubicBezTo>
                  <a:pt x="147" y="14"/>
                  <a:pt x="155" y="8"/>
                  <a:pt x="161" y="2"/>
                </a:cubicBezTo>
                <a:cubicBezTo>
                  <a:pt x="162" y="0"/>
                  <a:pt x="166" y="0"/>
                  <a:pt x="171" y="0"/>
                </a:cubicBezTo>
                <a:cubicBezTo>
                  <a:pt x="177" y="0"/>
                  <a:pt x="181" y="1"/>
                  <a:pt x="186" y="5"/>
                </a:cubicBezTo>
                <a:lnTo>
                  <a:pt x="186" y="257"/>
                </a:lnTo>
                <a:lnTo>
                  <a:pt x="187" y="511"/>
                </a:lnTo>
                <a:cubicBezTo>
                  <a:pt x="191" y="515"/>
                  <a:pt x="194" y="517"/>
                  <a:pt x="197" y="518"/>
                </a:cubicBezTo>
                <a:cubicBezTo>
                  <a:pt x="200" y="519"/>
                  <a:pt x="206" y="520"/>
                  <a:pt x="217" y="522"/>
                </a:cubicBezTo>
                <a:cubicBezTo>
                  <a:pt x="228" y="523"/>
                  <a:pt x="245" y="523"/>
                  <a:pt x="269" y="523"/>
                </a:cubicBezTo>
                <a:lnTo>
                  <a:pt x="291" y="523"/>
                </a:lnTo>
                <a:lnTo>
                  <a:pt x="291" y="563"/>
                </a:lnTo>
                <a:lnTo>
                  <a:pt x="282" y="563"/>
                </a:lnTo>
                <a:cubicBezTo>
                  <a:pt x="270" y="561"/>
                  <a:pt x="226" y="561"/>
                  <a:pt x="148" y="561"/>
                </a:cubicBezTo>
                <a:cubicBezTo>
                  <a:pt x="71" y="561"/>
                  <a:pt x="27" y="561"/>
                  <a:pt x="14" y="563"/>
                </a:cubicBezTo>
                <a:lnTo>
                  <a:pt x="4" y="563"/>
                </a:lnTo>
                <a:lnTo>
                  <a:pt x="4" y="523"/>
                </a:lnTo>
                <a:lnTo>
                  <a:pt x="27" y="523"/>
                </a:lnTo>
                <a:cubicBezTo>
                  <a:pt x="39" y="523"/>
                  <a:pt x="50" y="523"/>
                  <a:pt x="59" y="523"/>
                </a:cubicBezTo>
                <a:cubicBezTo>
                  <a:pt x="68" y="523"/>
                  <a:pt x="75" y="523"/>
                  <a:pt x="80" y="522"/>
                </a:cubicBezTo>
                <a:cubicBezTo>
                  <a:pt x="85" y="522"/>
                  <a:pt x="90" y="521"/>
                  <a:pt x="94" y="520"/>
                </a:cubicBezTo>
                <a:cubicBezTo>
                  <a:pt x="98" y="519"/>
                  <a:pt x="100" y="518"/>
                  <a:pt x="100" y="518"/>
                </a:cubicBezTo>
                <a:cubicBezTo>
                  <a:pt x="101" y="518"/>
                  <a:pt x="103" y="517"/>
                  <a:pt x="106" y="514"/>
                </a:cubicBezTo>
                <a:cubicBezTo>
                  <a:pt x="108" y="511"/>
                  <a:pt x="110" y="510"/>
                  <a:pt x="111" y="511"/>
                </a:cubicBezTo>
                <a:lnTo>
                  <a:pt x="111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22" name=""/>
          <p:cNvSpPr/>
          <p:nvPr/>
        </p:nvSpPr>
        <p:spPr>
          <a:xfrm>
            <a:off x="5925600" y="375588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9" y="68"/>
                </a:moveTo>
                <a:cubicBezTo>
                  <a:pt x="81" y="22"/>
                  <a:pt x="124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6"/>
                  <a:pt x="308" y="62"/>
                  <a:pt x="325" y="99"/>
                </a:cubicBezTo>
                <a:cubicBezTo>
                  <a:pt x="346" y="146"/>
                  <a:pt x="357" y="210"/>
                  <a:pt x="357" y="292"/>
                </a:cubicBezTo>
                <a:cubicBezTo>
                  <a:pt x="357" y="380"/>
                  <a:pt x="344" y="447"/>
                  <a:pt x="320" y="493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2"/>
                  <a:pt x="222" y="576"/>
                </a:cubicBezTo>
                <a:cubicBezTo>
                  <a:pt x="208" y="579"/>
                  <a:pt x="193" y="581"/>
                  <a:pt x="179" y="582"/>
                </a:cubicBezTo>
                <a:cubicBezTo>
                  <a:pt x="165" y="582"/>
                  <a:pt x="150" y="580"/>
                  <a:pt x="135" y="577"/>
                </a:cubicBezTo>
                <a:cubicBezTo>
                  <a:pt x="121" y="573"/>
                  <a:pt x="103" y="564"/>
                  <a:pt x="84" y="550"/>
                </a:cubicBezTo>
                <a:cubicBezTo>
                  <a:pt x="64" y="535"/>
                  <a:pt x="49" y="516"/>
                  <a:pt x="36" y="493"/>
                </a:cubicBezTo>
                <a:cubicBezTo>
                  <a:pt x="12" y="447"/>
                  <a:pt x="0" y="380"/>
                  <a:pt x="0" y="292"/>
                </a:cubicBezTo>
                <a:cubicBezTo>
                  <a:pt x="0" y="194"/>
                  <a:pt x="16" y="119"/>
                  <a:pt x="49" y="68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6" y="31"/>
                  <a:pt x="135" y="40"/>
                  <a:pt x="118" y="58"/>
                </a:cubicBezTo>
                <a:cubicBezTo>
                  <a:pt x="104" y="72"/>
                  <a:pt x="95" y="93"/>
                  <a:pt x="91" y="119"/>
                </a:cubicBezTo>
                <a:cubicBezTo>
                  <a:pt x="86" y="145"/>
                  <a:pt x="84" y="199"/>
                  <a:pt x="84" y="281"/>
                </a:cubicBezTo>
                <a:cubicBezTo>
                  <a:pt x="84" y="371"/>
                  <a:pt x="86" y="429"/>
                  <a:pt x="91" y="458"/>
                </a:cubicBezTo>
                <a:cubicBezTo>
                  <a:pt x="95" y="486"/>
                  <a:pt x="105" y="508"/>
                  <a:pt x="121" y="524"/>
                </a:cubicBezTo>
                <a:cubicBezTo>
                  <a:pt x="137" y="541"/>
                  <a:pt x="156" y="550"/>
                  <a:pt x="179" y="550"/>
                </a:cubicBezTo>
                <a:cubicBezTo>
                  <a:pt x="202" y="550"/>
                  <a:pt x="221" y="541"/>
                  <a:pt x="237" y="524"/>
                </a:cubicBezTo>
                <a:cubicBezTo>
                  <a:pt x="253" y="507"/>
                  <a:pt x="263" y="484"/>
                  <a:pt x="267" y="453"/>
                </a:cubicBezTo>
                <a:cubicBezTo>
                  <a:pt x="271" y="423"/>
                  <a:pt x="273" y="366"/>
                  <a:pt x="274" y="281"/>
                </a:cubicBezTo>
                <a:cubicBezTo>
                  <a:pt x="274" y="199"/>
                  <a:pt x="272" y="145"/>
                  <a:pt x="267" y="120"/>
                </a:cubicBezTo>
                <a:cubicBezTo>
                  <a:pt x="263" y="94"/>
                  <a:pt x="253" y="73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23" name=""/>
          <p:cNvSpPr/>
          <p:nvPr/>
        </p:nvSpPr>
        <p:spPr>
          <a:xfrm>
            <a:off x="6086520" y="3695400"/>
            <a:ext cx="86040" cy="143640"/>
          </a:xfrm>
          <a:custGeom>
            <a:avLst/>
            <a:gdLst/>
            <a:ahLst/>
            <a:rect l="0" t="0" r="r" b="b"/>
            <a:pathLst>
              <a:path w="239" h="399">
                <a:moveTo>
                  <a:pt x="35" y="142"/>
                </a:moveTo>
                <a:cubicBezTo>
                  <a:pt x="25" y="142"/>
                  <a:pt x="16" y="138"/>
                  <a:pt x="10" y="131"/>
                </a:cubicBezTo>
                <a:cubicBezTo>
                  <a:pt x="3" y="124"/>
                  <a:pt x="0" y="115"/>
                  <a:pt x="0" y="105"/>
                </a:cubicBezTo>
                <a:cubicBezTo>
                  <a:pt x="0" y="77"/>
                  <a:pt x="11" y="52"/>
                  <a:pt x="32" y="31"/>
                </a:cubicBezTo>
                <a:cubicBezTo>
                  <a:pt x="53" y="11"/>
                  <a:pt x="79" y="0"/>
                  <a:pt x="112" y="0"/>
                </a:cubicBezTo>
                <a:cubicBezTo>
                  <a:pt x="148" y="0"/>
                  <a:pt x="178" y="12"/>
                  <a:pt x="202" y="34"/>
                </a:cubicBezTo>
                <a:cubicBezTo>
                  <a:pt x="227" y="56"/>
                  <a:pt x="239" y="85"/>
                  <a:pt x="239" y="120"/>
                </a:cubicBezTo>
                <a:cubicBezTo>
                  <a:pt x="239" y="138"/>
                  <a:pt x="235" y="154"/>
                  <a:pt x="227" y="169"/>
                </a:cubicBezTo>
                <a:cubicBezTo>
                  <a:pt x="219" y="185"/>
                  <a:pt x="210" y="198"/>
                  <a:pt x="199" y="210"/>
                </a:cubicBezTo>
                <a:cubicBezTo>
                  <a:pt x="188" y="222"/>
                  <a:pt x="172" y="236"/>
                  <a:pt x="151" y="254"/>
                </a:cubicBezTo>
                <a:cubicBezTo>
                  <a:pt x="137" y="267"/>
                  <a:pt x="117" y="286"/>
                  <a:pt x="90" y="310"/>
                </a:cubicBezTo>
                <a:lnTo>
                  <a:pt x="55" y="344"/>
                </a:lnTo>
                <a:lnTo>
                  <a:pt x="100" y="344"/>
                </a:lnTo>
                <a:cubicBezTo>
                  <a:pt x="164" y="344"/>
                  <a:pt x="197" y="343"/>
                  <a:pt x="201" y="341"/>
                </a:cubicBezTo>
                <a:cubicBezTo>
                  <a:pt x="204" y="340"/>
                  <a:pt x="209" y="323"/>
                  <a:pt x="215" y="288"/>
                </a:cubicBezTo>
                <a:lnTo>
                  <a:pt x="215" y="286"/>
                </a:lnTo>
                <a:lnTo>
                  <a:pt x="239" y="286"/>
                </a:lnTo>
                <a:lnTo>
                  <a:pt x="239" y="288"/>
                </a:lnTo>
                <a:cubicBezTo>
                  <a:pt x="239" y="289"/>
                  <a:pt x="236" y="307"/>
                  <a:pt x="232" y="342"/>
                </a:cubicBezTo>
                <a:cubicBezTo>
                  <a:pt x="227" y="377"/>
                  <a:pt x="224" y="396"/>
                  <a:pt x="223" y="397"/>
                </a:cubicBezTo>
                <a:lnTo>
                  <a:pt x="223" y="399"/>
                </a:lnTo>
                <a:lnTo>
                  <a:pt x="0" y="399"/>
                </a:lnTo>
                <a:lnTo>
                  <a:pt x="0" y="388"/>
                </a:lnTo>
                <a:lnTo>
                  <a:pt x="0" y="381"/>
                </a:lnTo>
                <a:cubicBezTo>
                  <a:pt x="0" y="378"/>
                  <a:pt x="1" y="375"/>
                  <a:pt x="4" y="372"/>
                </a:cubicBezTo>
                <a:cubicBezTo>
                  <a:pt x="6" y="368"/>
                  <a:pt x="12" y="361"/>
                  <a:pt x="22" y="351"/>
                </a:cubicBezTo>
                <a:cubicBezTo>
                  <a:pt x="33" y="338"/>
                  <a:pt x="43" y="327"/>
                  <a:pt x="51" y="317"/>
                </a:cubicBezTo>
                <a:cubicBezTo>
                  <a:pt x="55" y="313"/>
                  <a:pt x="62" y="306"/>
                  <a:pt x="72" y="295"/>
                </a:cubicBezTo>
                <a:cubicBezTo>
                  <a:pt x="82" y="284"/>
                  <a:pt x="88" y="277"/>
                  <a:pt x="92" y="273"/>
                </a:cubicBezTo>
                <a:cubicBezTo>
                  <a:pt x="96" y="269"/>
                  <a:pt x="101" y="263"/>
                  <a:pt x="109" y="252"/>
                </a:cubicBezTo>
                <a:cubicBezTo>
                  <a:pt x="118" y="243"/>
                  <a:pt x="124" y="236"/>
                  <a:pt x="127" y="232"/>
                </a:cubicBezTo>
                <a:cubicBezTo>
                  <a:pt x="130" y="228"/>
                  <a:pt x="135" y="222"/>
                  <a:pt x="141" y="214"/>
                </a:cubicBezTo>
                <a:cubicBezTo>
                  <a:pt x="147" y="207"/>
                  <a:pt x="151" y="200"/>
                  <a:pt x="153" y="195"/>
                </a:cubicBezTo>
                <a:cubicBezTo>
                  <a:pt x="156" y="190"/>
                  <a:pt x="159" y="184"/>
                  <a:pt x="162" y="178"/>
                </a:cubicBezTo>
                <a:cubicBezTo>
                  <a:pt x="166" y="171"/>
                  <a:pt x="168" y="165"/>
                  <a:pt x="170" y="159"/>
                </a:cubicBezTo>
                <a:cubicBezTo>
                  <a:pt x="172" y="152"/>
                  <a:pt x="173" y="146"/>
                  <a:pt x="174" y="141"/>
                </a:cubicBezTo>
                <a:cubicBezTo>
                  <a:pt x="175" y="135"/>
                  <a:pt x="176" y="129"/>
                  <a:pt x="176" y="121"/>
                </a:cubicBezTo>
                <a:cubicBezTo>
                  <a:pt x="176" y="96"/>
                  <a:pt x="169" y="74"/>
                  <a:pt x="156" y="56"/>
                </a:cubicBezTo>
                <a:cubicBezTo>
                  <a:pt x="142" y="38"/>
                  <a:pt x="123" y="28"/>
                  <a:pt x="97" y="28"/>
                </a:cubicBezTo>
                <a:cubicBezTo>
                  <a:pt x="84" y="28"/>
                  <a:pt x="72" y="32"/>
                  <a:pt x="62" y="39"/>
                </a:cubicBezTo>
                <a:cubicBezTo>
                  <a:pt x="52" y="45"/>
                  <a:pt x="45" y="52"/>
                  <a:pt x="41" y="58"/>
                </a:cubicBezTo>
                <a:cubicBezTo>
                  <a:pt x="37" y="65"/>
                  <a:pt x="35" y="68"/>
                  <a:pt x="35" y="70"/>
                </a:cubicBezTo>
                <a:cubicBezTo>
                  <a:pt x="35" y="70"/>
                  <a:pt x="36" y="70"/>
                  <a:pt x="38" y="70"/>
                </a:cubicBezTo>
                <a:cubicBezTo>
                  <a:pt x="45" y="70"/>
                  <a:pt x="53" y="73"/>
                  <a:pt x="60" y="79"/>
                </a:cubicBezTo>
                <a:cubicBezTo>
                  <a:pt x="68" y="84"/>
                  <a:pt x="72" y="93"/>
                  <a:pt x="72" y="106"/>
                </a:cubicBezTo>
                <a:cubicBezTo>
                  <a:pt x="72" y="116"/>
                  <a:pt x="69" y="124"/>
                  <a:pt x="62" y="131"/>
                </a:cubicBezTo>
                <a:cubicBezTo>
                  <a:pt x="56" y="138"/>
                  <a:pt x="47" y="141"/>
                  <a:pt x="35" y="1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24" name=""/>
          <p:cNvSpPr/>
          <p:nvPr/>
        </p:nvSpPr>
        <p:spPr>
          <a:xfrm>
            <a:off x="6215400" y="3730320"/>
            <a:ext cx="72720" cy="304200"/>
          </a:xfrm>
          <a:custGeom>
            <a:avLst/>
            <a:gdLst/>
            <a:ahLst/>
            <a:rect l="0" t="0" r="r" b="b"/>
            <a:pathLst>
              <a:path w="202" h="845">
                <a:moveTo>
                  <a:pt x="4" y="0"/>
                </a:moveTo>
                <a:lnTo>
                  <a:pt x="7" y="0"/>
                </a:lnTo>
                <a:cubicBezTo>
                  <a:pt x="10" y="0"/>
                  <a:pt x="13" y="0"/>
                  <a:pt x="16" y="0"/>
                </a:cubicBezTo>
                <a:lnTo>
                  <a:pt x="26" y="0"/>
                </a:lnTo>
                <a:lnTo>
                  <a:pt x="49" y="20"/>
                </a:lnTo>
                <a:cubicBezTo>
                  <a:pt x="102" y="68"/>
                  <a:pt x="142" y="127"/>
                  <a:pt x="166" y="200"/>
                </a:cubicBezTo>
                <a:cubicBezTo>
                  <a:pt x="190" y="271"/>
                  <a:pt x="202" y="346"/>
                  <a:pt x="202" y="423"/>
                </a:cubicBezTo>
                <a:cubicBezTo>
                  <a:pt x="202" y="461"/>
                  <a:pt x="200" y="498"/>
                  <a:pt x="194" y="534"/>
                </a:cubicBezTo>
                <a:cubicBezTo>
                  <a:pt x="188" y="569"/>
                  <a:pt x="182" y="599"/>
                  <a:pt x="174" y="624"/>
                </a:cubicBezTo>
                <a:cubicBezTo>
                  <a:pt x="167" y="649"/>
                  <a:pt x="157" y="674"/>
                  <a:pt x="143" y="698"/>
                </a:cubicBezTo>
                <a:cubicBezTo>
                  <a:pt x="130" y="723"/>
                  <a:pt x="118" y="742"/>
                  <a:pt x="110" y="755"/>
                </a:cubicBezTo>
                <a:cubicBezTo>
                  <a:pt x="102" y="768"/>
                  <a:pt x="91" y="782"/>
                  <a:pt x="76" y="798"/>
                </a:cubicBezTo>
                <a:cubicBezTo>
                  <a:pt x="60" y="814"/>
                  <a:pt x="51" y="823"/>
                  <a:pt x="48" y="826"/>
                </a:cubicBezTo>
                <a:cubicBezTo>
                  <a:pt x="46" y="829"/>
                  <a:pt x="39" y="834"/>
                  <a:pt x="29" y="842"/>
                </a:cubicBezTo>
                <a:cubicBezTo>
                  <a:pt x="27" y="844"/>
                  <a:pt x="26" y="845"/>
                  <a:pt x="26" y="845"/>
                </a:cubicBezTo>
                <a:lnTo>
                  <a:pt x="16" y="845"/>
                </a:lnTo>
                <a:cubicBezTo>
                  <a:pt x="11" y="845"/>
                  <a:pt x="8" y="845"/>
                  <a:pt x="6" y="845"/>
                </a:cubicBezTo>
                <a:cubicBezTo>
                  <a:pt x="5" y="845"/>
                  <a:pt x="3" y="844"/>
                  <a:pt x="2" y="843"/>
                </a:cubicBezTo>
                <a:cubicBezTo>
                  <a:pt x="1" y="841"/>
                  <a:pt x="0" y="839"/>
                  <a:pt x="0" y="835"/>
                </a:cubicBezTo>
                <a:cubicBezTo>
                  <a:pt x="0" y="835"/>
                  <a:pt x="3" y="831"/>
                  <a:pt x="9" y="824"/>
                </a:cubicBezTo>
                <a:cubicBezTo>
                  <a:pt x="96" y="733"/>
                  <a:pt x="141" y="600"/>
                  <a:pt x="141" y="423"/>
                </a:cubicBezTo>
                <a:cubicBezTo>
                  <a:pt x="141" y="246"/>
                  <a:pt x="96" y="111"/>
                  <a:pt x="9" y="21"/>
                </a:cubicBezTo>
                <a:cubicBezTo>
                  <a:pt x="3" y="14"/>
                  <a:pt x="0" y="10"/>
                  <a:pt x="0" y="10"/>
                </a:cubicBezTo>
                <a:cubicBezTo>
                  <a:pt x="0" y="5"/>
                  <a:pt x="1" y="2"/>
                  <a:pt x="4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25" name=""/>
          <p:cNvSpPr/>
          <p:nvPr/>
        </p:nvSpPr>
        <p:spPr>
          <a:xfrm>
            <a:off x="6924600" y="375048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2" y="39"/>
                </a:moveTo>
                <a:cubicBezTo>
                  <a:pt x="170" y="39"/>
                  <a:pt x="168" y="39"/>
                  <a:pt x="165" y="39"/>
                </a:cubicBezTo>
                <a:cubicBezTo>
                  <a:pt x="151" y="39"/>
                  <a:pt x="143" y="39"/>
                  <a:pt x="140" y="38"/>
                </a:cubicBezTo>
                <a:cubicBezTo>
                  <a:pt x="137" y="38"/>
                  <a:pt x="136" y="35"/>
                  <a:pt x="136" y="29"/>
                </a:cubicBezTo>
                <a:cubicBezTo>
                  <a:pt x="136" y="14"/>
                  <a:pt x="139" y="4"/>
                  <a:pt x="145" y="1"/>
                </a:cubicBezTo>
                <a:cubicBezTo>
                  <a:pt x="146" y="0"/>
                  <a:pt x="173" y="0"/>
                  <a:pt x="227" y="0"/>
                </a:cubicBezTo>
                <a:cubicBezTo>
                  <a:pt x="270" y="0"/>
                  <a:pt x="295" y="0"/>
                  <a:pt x="301" y="0"/>
                </a:cubicBezTo>
                <a:cubicBezTo>
                  <a:pt x="307" y="0"/>
                  <a:pt x="311" y="2"/>
                  <a:pt x="313" y="5"/>
                </a:cubicBezTo>
                <a:cubicBezTo>
                  <a:pt x="432" y="286"/>
                  <a:pt x="492" y="429"/>
                  <a:pt x="495" y="436"/>
                </a:cubicBezTo>
                <a:lnTo>
                  <a:pt x="540" y="256"/>
                </a:lnTo>
                <a:cubicBezTo>
                  <a:pt x="570" y="136"/>
                  <a:pt x="585" y="73"/>
                  <a:pt x="585" y="65"/>
                </a:cubicBezTo>
                <a:cubicBezTo>
                  <a:pt x="585" y="50"/>
                  <a:pt x="567" y="41"/>
                  <a:pt x="531" y="39"/>
                </a:cubicBezTo>
                <a:cubicBezTo>
                  <a:pt x="517" y="39"/>
                  <a:pt x="511" y="36"/>
                  <a:pt x="511" y="30"/>
                </a:cubicBezTo>
                <a:cubicBezTo>
                  <a:pt x="511" y="29"/>
                  <a:pt x="511" y="25"/>
                  <a:pt x="512" y="20"/>
                </a:cubicBezTo>
                <a:cubicBezTo>
                  <a:pt x="514" y="11"/>
                  <a:pt x="516" y="5"/>
                  <a:pt x="517" y="4"/>
                </a:cubicBezTo>
                <a:cubicBezTo>
                  <a:pt x="518" y="2"/>
                  <a:pt x="521" y="1"/>
                  <a:pt x="526" y="0"/>
                </a:cubicBezTo>
                <a:cubicBezTo>
                  <a:pt x="527" y="0"/>
                  <a:pt x="536" y="0"/>
                  <a:pt x="552" y="1"/>
                </a:cubicBezTo>
                <a:cubicBezTo>
                  <a:pt x="568" y="2"/>
                  <a:pt x="591" y="2"/>
                  <a:pt x="622" y="3"/>
                </a:cubicBezTo>
                <a:cubicBezTo>
                  <a:pt x="651" y="3"/>
                  <a:pt x="673" y="2"/>
                  <a:pt x="687" y="2"/>
                </a:cubicBezTo>
                <a:cubicBezTo>
                  <a:pt x="702" y="1"/>
                  <a:pt x="710" y="1"/>
                  <a:pt x="713" y="1"/>
                </a:cubicBezTo>
                <a:cubicBezTo>
                  <a:pt x="721" y="1"/>
                  <a:pt x="725" y="4"/>
                  <a:pt x="725" y="10"/>
                </a:cubicBezTo>
                <a:cubicBezTo>
                  <a:pt x="725" y="22"/>
                  <a:pt x="723" y="30"/>
                  <a:pt x="718" y="35"/>
                </a:cubicBezTo>
                <a:cubicBezTo>
                  <a:pt x="717" y="38"/>
                  <a:pt x="711" y="39"/>
                  <a:pt x="700" y="39"/>
                </a:cubicBezTo>
                <a:cubicBezTo>
                  <a:pt x="660" y="41"/>
                  <a:pt x="634" y="53"/>
                  <a:pt x="624" y="73"/>
                </a:cubicBezTo>
                <a:lnTo>
                  <a:pt x="498" y="572"/>
                </a:lnTo>
                <a:cubicBezTo>
                  <a:pt x="497" y="576"/>
                  <a:pt x="491" y="578"/>
                  <a:pt x="480" y="578"/>
                </a:cubicBezTo>
                <a:cubicBezTo>
                  <a:pt x="472" y="578"/>
                  <a:pt x="467" y="578"/>
                  <a:pt x="466" y="576"/>
                </a:cubicBezTo>
                <a:cubicBezTo>
                  <a:pt x="464" y="575"/>
                  <a:pt x="428" y="489"/>
                  <a:pt x="357" y="320"/>
                </a:cubicBezTo>
                <a:lnTo>
                  <a:pt x="250" y="67"/>
                </a:lnTo>
                <a:lnTo>
                  <a:pt x="195" y="288"/>
                </a:lnTo>
                <a:cubicBezTo>
                  <a:pt x="158" y="432"/>
                  <a:pt x="140" y="506"/>
                  <a:pt x="140" y="511"/>
                </a:cubicBezTo>
                <a:cubicBezTo>
                  <a:pt x="143" y="530"/>
                  <a:pt x="163" y="539"/>
                  <a:pt x="201" y="539"/>
                </a:cubicBezTo>
                <a:lnTo>
                  <a:pt x="209" y="539"/>
                </a:lnTo>
                <a:cubicBezTo>
                  <a:pt x="212" y="542"/>
                  <a:pt x="214" y="544"/>
                  <a:pt x="214" y="546"/>
                </a:cubicBezTo>
                <a:cubicBezTo>
                  <a:pt x="214" y="548"/>
                  <a:pt x="214" y="553"/>
                  <a:pt x="212" y="562"/>
                </a:cubicBezTo>
                <a:cubicBezTo>
                  <a:pt x="210" y="569"/>
                  <a:pt x="207" y="575"/>
                  <a:pt x="204" y="578"/>
                </a:cubicBezTo>
                <a:lnTo>
                  <a:pt x="193" y="578"/>
                </a:lnTo>
                <a:cubicBezTo>
                  <a:pt x="176" y="577"/>
                  <a:pt x="145" y="576"/>
                  <a:pt x="102" y="576"/>
                </a:cubicBezTo>
                <a:cubicBezTo>
                  <a:pt x="86" y="576"/>
                  <a:pt x="72" y="576"/>
                  <a:pt x="59" y="576"/>
                </a:cubicBezTo>
                <a:cubicBezTo>
                  <a:pt x="46" y="576"/>
                  <a:pt x="35" y="576"/>
                  <a:pt x="27" y="576"/>
                </a:cubicBezTo>
                <a:cubicBezTo>
                  <a:pt x="20" y="576"/>
                  <a:pt x="15" y="577"/>
                  <a:pt x="13" y="577"/>
                </a:cubicBezTo>
                <a:cubicBezTo>
                  <a:pt x="5" y="577"/>
                  <a:pt x="0" y="575"/>
                  <a:pt x="0" y="570"/>
                </a:cubicBezTo>
                <a:cubicBezTo>
                  <a:pt x="0" y="567"/>
                  <a:pt x="1" y="563"/>
                  <a:pt x="3" y="556"/>
                </a:cubicBezTo>
                <a:cubicBezTo>
                  <a:pt x="5" y="549"/>
                  <a:pt x="6" y="545"/>
                  <a:pt x="7" y="544"/>
                </a:cubicBezTo>
                <a:cubicBezTo>
                  <a:pt x="8" y="541"/>
                  <a:pt x="15" y="539"/>
                  <a:pt x="27" y="539"/>
                </a:cubicBezTo>
                <a:cubicBezTo>
                  <a:pt x="65" y="538"/>
                  <a:pt x="90" y="527"/>
                  <a:pt x="101" y="506"/>
                </a:cubicBezTo>
                <a:cubicBezTo>
                  <a:pt x="103" y="503"/>
                  <a:pt x="123" y="425"/>
                  <a:pt x="161" y="272"/>
                </a:cubicBezTo>
                <a:lnTo>
                  <a:pt x="218" y="42"/>
                </a:lnTo>
                <a:cubicBezTo>
                  <a:pt x="217" y="41"/>
                  <a:pt x="202" y="40"/>
                  <a:pt x="172" y="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26" name=""/>
          <p:cNvSpPr/>
          <p:nvPr/>
        </p:nvSpPr>
        <p:spPr>
          <a:xfrm>
            <a:off x="7214040" y="3730320"/>
            <a:ext cx="73080" cy="304200"/>
          </a:xfrm>
          <a:custGeom>
            <a:avLst/>
            <a:gdLst/>
            <a:ahLst/>
            <a:rect l="0" t="0" r="r" b="b"/>
            <a:pathLst>
              <a:path w="203" h="845">
                <a:moveTo>
                  <a:pt x="0" y="423"/>
                </a:moveTo>
                <a:cubicBezTo>
                  <a:pt x="0" y="384"/>
                  <a:pt x="2" y="347"/>
                  <a:pt x="8" y="312"/>
                </a:cubicBezTo>
                <a:cubicBezTo>
                  <a:pt x="14" y="277"/>
                  <a:pt x="20" y="247"/>
                  <a:pt x="28" y="222"/>
                </a:cubicBezTo>
                <a:cubicBezTo>
                  <a:pt x="35" y="197"/>
                  <a:pt x="45" y="171"/>
                  <a:pt x="59" y="147"/>
                </a:cubicBezTo>
                <a:cubicBezTo>
                  <a:pt x="72" y="122"/>
                  <a:pt x="83" y="104"/>
                  <a:pt x="91" y="90"/>
                </a:cubicBezTo>
                <a:cubicBezTo>
                  <a:pt x="99" y="76"/>
                  <a:pt x="111" y="62"/>
                  <a:pt x="126" y="46"/>
                </a:cubicBezTo>
                <a:cubicBezTo>
                  <a:pt x="142" y="30"/>
                  <a:pt x="151" y="21"/>
                  <a:pt x="154" y="17"/>
                </a:cubicBezTo>
                <a:cubicBezTo>
                  <a:pt x="157" y="14"/>
                  <a:pt x="165" y="8"/>
                  <a:pt x="176" y="0"/>
                </a:cubicBezTo>
                <a:lnTo>
                  <a:pt x="187" y="0"/>
                </a:lnTo>
                <a:lnTo>
                  <a:pt x="191" y="0"/>
                </a:lnTo>
                <a:cubicBezTo>
                  <a:pt x="199" y="0"/>
                  <a:pt x="203" y="2"/>
                  <a:pt x="203" y="7"/>
                </a:cubicBezTo>
                <a:cubicBezTo>
                  <a:pt x="203" y="9"/>
                  <a:pt x="198" y="15"/>
                  <a:pt x="188" y="25"/>
                </a:cubicBezTo>
                <a:cubicBezTo>
                  <a:pt x="179" y="35"/>
                  <a:pt x="167" y="50"/>
                  <a:pt x="153" y="70"/>
                </a:cubicBezTo>
                <a:cubicBezTo>
                  <a:pt x="139" y="89"/>
                  <a:pt x="125" y="114"/>
                  <a:pt x="111" y="142"/>
                </a:cubicBezTo>
                <a:cubicBezTo>
                  <a:pt x="97" y="171"/>
                  <a:pt x="85" y="211"/>
                  <a:pt x="76" y="260"/>
                </a:cubicBezTo>
                <a:cubicBezTo>
                  <a:pt x="66" y="309"/>
                  <a:pt x="61" y="363"/>
                  <a:pt x="61" y="423"/>
                </a:cubicBezTo>
                <a:cubicBezTo>
                  <a:pt x="61" y="483"/>
                  <a:pt x="66" y="537"/>
                  <a:pt x="76" y="585"/>
                </a:cubicBezTo>
                <a:cubicBezTo>
                  <a:pt x="85" y="634"/>
                  <a:pt x="97" y="673"/>
                  <a:pt x="110" y="703"/>
                </a:cubicBezTo>
                <a:cubicBezTo>
                  <a:pt x="124" y="732"/>
                  <a:pt x="138" y="757"/>
                  <a:pt x="152" y="775"/>
                </a:cubicBezTo>
                <a:cubicBezTo>
                  <a:pt x="167" y="794"/>
                  <a:pt x="179" y="809"/>
                  <a:pt x="188" y="820"/>
                </a:cubicBezTo>
                <a:cubicBezTo>
                  <a:pt x="198" y="831"/>
                  <a:pt x="203" y="837"/>
                  <a:pt x="203" y="838"/>
                </a:cubicBezTo>
                <a:cubicBezTo>
                  <a:pt x="203" y="843"/>
                  <a:pt x="198" y="845"/>
                  <a:pt x="190" y="845"/>
                </a:cubicBezTo>
                <a:lnTo>
                  <a:pt x="187" y="845"/>
                </a:lnTo>
                <a:lnTo>
                  <a:pt x="176" y="845"/>
                </a:lnTo>
                <a:lnTo>
                  <a:pt x="152" y="825"/>
                </a:lnTo>
                <a:cubicBezTo>
                  <a:pt x="99" y="777"/>
                  <a:pt x="60" y="717"/>
                  <a:pt x="36" y="646"/>
                </a:cubicBezTo>
                <a:cubicBezTo>
                  <a:pt x="12" y="574"/>
                  <a:pt x="0" y="500"/>
                  <a:pt x="0" y="42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27" name=""/>
          <p:cNvSpPr/>
          <p:nvPr/>
        </p:nvSpPr>
        <p:spPr>
          <a:xfrm>
            <a:off x="7316280" y="3755880"/>
            <a:ext cx="126360" cy="209520"/>
          </a:xfrm>
          <a:custGeom>
            <a:avLst/>
            <a:gdLst/>
            <a:ahLst/>
            <a:rect l="0" t="0" r="r" b="b"/>
            <a:pathLst>
              <a:path w="351" h="582">
                <a:moveTo>
                  <a:pt x="0" y="298"/>
                </a:moveTo>
                <a:cubicBezTo>
                  <a:pt x="0" y="206"/>
                  <a:pt x="23" y="133"/>
                  <a:pt x="69" y="80"/>
                </a:cubicBezTo>
                <a:cubicBezTo>
                  <a:pt x="115" y="26"/>
                  <a:pt x="166" y="0"/>
                  <a:pt x="222" y="0"/>
                </a:cubicBezTo>
                <a:cubicBezTo>
                  <a:pt x="261" y="0"/>
                  <a:pt x="288" y="10"/>
                  <a:pt x="305" y="30"/>
                </a:cubicBezTo>
                <a:cubicBezTo>
                  <a:pt x="322" y="50"/>
                  <a:pt x="331" y="73"/>
                  <a:pt x="331" y="98"/>
                </a:cubicBezTo>
                <a:cubicBezTo>
                  <a:pt x="331" y="112"/>
                  <a:pt x="327" y="123"/>
                  <a:pt x="319" y="131"/>
                </a:cubicBezTo>
                <a:cubicBezTo>
                  <a:pt x="311" y="140"/>
                  <a:pt x="300" y="144"/>
                  <a:pt x="286" y="144"/>
                </a:cubicBezTo>
                <a:cubicBezTo>
                  <a:pt x="273" y="144"/>
                  <a:pt x="262" y="140"/>
                  <a:pt x="254" y="132"/>
                </a:cubicBezTo>
                <a:cubicBezTo>
                  <a:pt x="245" y="124"/>
                  <a:pt x="241" y="113"/>
                  <a:pt x="241" y="99"/>
                </a:cubicBezTo>
                <a:cubicBezTo>
                  <a:pt x="241" y="74"/>
                  <a:pt x="254" y="60"/>
                  <a:pt x="281" y="54"/>
                </a:cubicBezTo>
                <a:cubicBezTo>
                  <a:pt x="268" y="42"/>
                  <a:pt x="251" y="35"/>
                  <a:pt x="228" y="33"/>
                </a:cubicBezTo>
                <a:cubicBezTo>
                  <a:pt x="189" y="33"/>
                  <a:pt x="156" y="50"/>
                  <a:pt x="130" y="84"/>
                </a:cubicBezTo>
                <a:cubicBezTo>
                  <a:pt x="103" y="121"/>
                  <a:pt x="89" y="178"/>
                  <a:pt x="89" y="255"/>
                </a:cubicBezTo>
                <a:lnTo>
                  <a:pt x="90" y="258"/>
                </a:lnTo>
                <a:cubicBezTo>
                  <a:pt x="93" y="255"/>
                  <a:pt x="96" y="251"/>
                  <a:pt x="98" y="247"/>
                </a:cubicBezTo>
                <a:cubicBezTo>
                  <a:pt x="121" y="213"/>
                  <a:pt x="151" y="196"/>
                  <a:pt x="188" y="196"/>
                </a:cubicBezTo>
                <a:lnTo>
                  <a:pt x="191" y="196"/>
                </a:lnTo>
                <a:cubicBezTo>
                  <a:pt x="217" y="196"/>
                  <a:pt x="240" y="202"/>
                  <a:pt x="260" y="212"/>
                </a:cubicBezTo>
                <a:cubicBezTo>
                  <a:pt x="273" y="220"/>
                  <a:pt x="287" y="232"/>
                  <a:pt x="300" y="246"/>
                </a:cubicBezTo>
                <a:cubicBezTo>
                  <a:pt x="314" y="261"/>
                  <a:pt x="325" y="277"/>
                  <a:pt x="333" y="294"/>
                </a:cubicBezTo>
                <a:cubicBezTo>
                  <a:pt x="345" y="323"/>
                  <a:pt x="351" y="353"/>
                  <a:pt x="351" y="386"/>
                </a:cubicBezTo>
                <a:lnTo>
                  <a:pt x="351" y="401"/>
                </a:lnTo>
                <a:cubicBezTo>
                  <a:pt x="351" y="414"/>
                  <a:pt x="350" y="426"/>
                  <a:pt x="347" y="437"/>
                </a:cubicBezTo>
                <a:cubicBezTo>
                  <a:pt x="341" y="470"/>
                  <a:pt x="323" y="503"/>
                  <a:pt x="293" y="534"/>
                </a:cubicBezTo>
                <a:cubicBezTo>
                  <a:pt x="263" y="566"/>
                  <a:pt x="225" y="582"/>
                  <a:pt x="180" y="582"/>
                </a:cubicBezTo>
                <a:cubicBezTo>
                  <a:pt x="164" y="582"/>
                  <a:pt x="149" y="579"/>
                  <a:pt x="134" y="575"/>
                </a:cubicBezTo>
                <a:cubicBezTo>
                  <a:pt x="119" y="570"/>
                  <a:pt x="103" y="562"/>
                  <a:pt x="86" y="550"/>
                </a:cubicBezTo>
                <a:cubicBezTo>
                  <a:pt x="69" y="537"/>
                  <a:pt x="54" y="521"/>
                  <a:pt x="43" y="500"/>
                </a:cubicBezTo>
                <a:cubicBezTo>
                  <a:pt x="31" y="479"/>
                  <a:pt x="21" y="452"/>
                  <a:pt x="12" y="418"/>
                </a:cubicBezTo>
                <a:cubicBezTo>
                  <a:pt x="4" y="384"/>
                  <a:pt x="0" y="344"/>
                  <a:pt x="0" y="298"/>
                </a:cubicBezTo>
                <a:moveTo>
                  <a:pt x="183" y="227"/>
                </a:moveTo>
                <a:cubicBezTo>
                  <a:pt x="166" y="227"/>
                  <a:pt x="151" y="232"/>
                  <a:pt x="139" y="241"/>
                </a:cubicBezTo>
                <a:cubicBezTo>
                  <a:pt x="127" y="251"/>
                  <a:pt x="117" y="263"/>
                  <a:pt x="110" y="279"/>
                </a:cubicBezTo>
                <a:cubicBezTo>
                  <a:pt x="103" y="295"/>
                  <a:pt x="99" y="311"/>
                  <a:pt x="96" y="328"/>
                </a:cubicBezTo>
                <a:cubicBezTo>
                  <a:pt x="92" y="345"/>
                  <a:pt x="90" y="362"/>
                  <a:pt x="90" y="381"/>
                </a:cubicBezTo>
                <a:cubicBezTo>
                  <a:pt x="90" y="427"/>
                  <a:pt x="93" y="461"/>
                  <a:pt x="101" y="481"/>
                </a:cubicBezTo>
                <a:cubicBezTo>
                  <a:pt x="108" y="501"/>
                  <a:pt x="118" y="518"/>
                  <a:pt x="133" y="530"/>
                </a:cubicBezTo>
                <a:cubicBezTo>
                  <a:pt x="147" y="540"/>
                  <a:pt x="161" y="545"/>
                  <a:pt x="178" y="545"/>
                </a:cubicBezTo>
                <a:cubicBezTo>
                  <a:pt x="207" y="545"/>
                  <a:pt x="228" y="535"/>
                  <a:pt x="244" y="513"/>
                </a:cubicBezTo>
                <a:cubicBezTo>
                  <a:pt x="251" y="503"/>
                  <a:pt x="256" y="490"/>
                  <a:pt x="259" y="475"/>
                </a:cubicBezTo>
                <a:cubicBezTo>
                  <a:pt x="262" y="460"/>
                  <a:pt x="263" y="430"/>
                  <a:pt x="263" y="387"/>
                </a:cubicBezTo>
                <a:cubicBezTo>
                  <a:pt x="263" y="342"/>
                  <a:pt x="262" y="310"/>
                  <a:pt x="259" y="295"/>
                </a:cubicBezTo>
                <a:cubicBezTo>
                  <a:pt x="256" y="280"/>
                  <a:pt x="251" y="267"/>
                  <a:pt x="244" y="257"/>
                </a:cubicBezTo>
                <a:cubicBezTo>
                  <a:pt x="228" y="237"/>
                  <a:pt x="208" y="227"/>
                  <a:pt x="183" y="22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28" name=""/>
          <p:cNvSpPr/>
          <p:nvPr/>
        </p:nvSpPr>
        <p:spPr>
          <a:xfrm>
            <a:off x="7467480" y="375588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9" y="68"/>
                </a:moveTo>
                <a:cubicBezTo>
                  <a:pt x="81" y="22"/>
                  <a:pt x="124" y="0"/>
                  <a:pt x="178" y="0"/>
                </a:cubicBezTo>
                <a:cubicBezTo>
                  <a:pt x="205" y="0"/>
                  <a:pt x="233" y="7"/>
                  <a:pt x="260" y="22"/>
                </a:cubicBezTo>
                <a:cubicBezTo>
                  <a:pt x="287" y="36"/>
                  <a:pt x="309" y="62"/>
                  <a:pt x="325" y="99"/>
                </a:cubicBezTo>
                <a:cubicBezTo>
                  <a:pt x="346" y="146"/>
                  <a:pt x="357" y="210"/>
                  <a:pt x="357" y="292"/>
                </a:cubicBezTo>
                <a:cubicBezTo>
                  <a:pt x="357" y="380"/>
                  <a:pt x="345" y="447"/>
                  <a:pt x="320" y="493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2"/>
                  <a:pt x="222" y="576"/>
                </a:cubicBezTo>
                <a:cubicBezTo>
                  <a:pt x="208" y="579"/>
                  <a:pt x="193" y="581"/>
                  <a:pt x="179" y="582"/>
                </a:cubicBezTo>
                <a:cubicBezTo>
                  <a:pt x="165" y="582"/>
                  <a:pt x="150" y="580"/>
                  <a:pt x="135" y="577"/>
                </a:cubicBezTo>
                <a:cubicBezTo>
                  <a:pt x="121" y="573"/>
                  <a:pt x="104" y="564"/>
                  <a:pt x="84" y="550"/>
                </a:cubicBezTo>
                <a:cubicBezTo>
                  <a:pt x="64" y="535"/>
                  <a:pt x="49" y="516"/>
                  <a:pt x="37" y="493"/>
                </a:cubicBezTo>
                <a:cubicBezTo>
                  <a:pt x="12" y="447"/>
                  <a:pt x="0" y="380"/>
                  <a:pt x="0" y="292"/>
                </a:cubicBezTo>
                <a:cubicBezTo>
                  <a:pt x="0" y="194"/>
                  <a:pt x="16" y="119"/>
                  <a:pt x="49" y="68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6" y="31"/>
                  <a:pt x="135" y="40"/>
                  <a:pt x="118" y="58"/>
                </a:cubicBezTo>
                <a:cubicBezTo>
                  <a:pt x="104" y="72"/>
                  <a:pt x="95" y="93"/>
                  <a:pt x="91" y="119"/>
                </a:cubicBezTo>
                <a:cubicBezTo>
                  <a:pt x="86" y="145"/>
                  <a:pt x="84" y="199"/>
                  <a:pt x="84" y="281"/>
                </a:cubicBezTo>
                <a:cubicBezTo>
                  <a:pt x="84" y="371"/>
                  <a:pt x="86" y="429"/>
                  <a:pt x="91" y="458"/>
                </a:cubicBezTo>
                <a:cubicBezTo>
                  <a:pt x="95" y="486"/>
                  <a:pt x="105" y="508"/>
                  <a:pt x="121" y="524"/>
                </a:cubicBezTo>
                <a:cubicBezTo>
                  <a:pt x="137" y="541"/>
                  <a:pt x="156" y="550"/>
                  <a:pt x="179" y="550"/>
                </a:cubicBezTo>
                <a:cubicBezTo>
                  <a:pt x="202" y="550"/>
                  <a:pt x="221" y="541"/>
                  <a:pt x="237" y="524"/>
                </a:cubicBezTo>
                <a:cubicBezTo>
                  <a:pt x="253" y="507"/>
                  <a:pt x="263" y="484"/>
                  <a:pt x="267" y="453"/>
                </a:cubicBezTo>
                <a:cubicBezTo>
                  <a:pt x="271" y="423"/>
                  <a:pt x="273" y="366"/>
                  <a:pt x="274" y="281"/>
                </a:cubicBezTo>
                <a:cubicBezTo>
                  <a:pt x="274" y="199"/>
                  <a:pt x="272" y="145"/>
                  <a:pt x="267" y="120"/>
                </a:cubicBezTo>
                <a:cubicBezTo>
                  <a:pt x="263" y="94"/>
                  <a:pt x="253" y="73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29" name=""/>
          <p:cNvSpPr/>
          <p:nvPr/>
        </p:nvSpPr>
        <p:spPr>
          <a:xfrm>
            <a:off x="7631280" y="3921480"/>
            <a:ext cx="40680" cy="96120"/>
          </a:xfrm>
          <a:custGeom>
            <a:avLst/>
            <a:gdLst/>
            <a:ahLst/>
            <a:rect l="0" t="0" r="r" b="b"/>
            <a:pathLst>
              <a:path w="113" h="267">
                <a:moveTo>
                  <a:pt x="0" y="73"/>
                </a:moveTo>
                <a:cubicBezTo>
                  <a:pt x="0" y="73"/>
                  <a:pt x="0" y="65"/>
                  <a:pt x="0" y="51"/>
                </a:cubicBezTo>
                <a:cubicBezTo>
                  <a:pt x="0" y="37"/>
                  <a:pt x="5" y="25"/>
                  <a:pt x="14" y="15"/>
                </a:cubicBezTo>
                <a:cubicBezTo>
                  <a:pt x="23" y="5"/>
                  <a:pt x="35" y="0"/>
                  <a:pt x="50" y="0"/>
                </a:cubicBezTo>
                <a:cubicBezTo>
                  <a:pt x="67" y="0"/>
                  <a:pt x="81" y="7"/>
                  <a:pt x="93" y="21"/>
                </a:cubicBezTo>
                <a:cubicBezTo>
                  <a:pt x="106" y="35"/>
                  <a:pt x="112" y="60"/>
                  <a:pt x="113" y="95"/>
                </a:cubicBezTo>
                <a:cubicBezTo>
                  <a:pt x="113" y="115"/>
                  <a:pt x="110" y="134"/>
                  <a:pt x="105" y="154"/>
                </a:cubicBezTo>
                <a:cubicBezTo>
                  <a:pt x="100" y="172"/>
                  <a:pt x="94" y="188"/>
                  <a:pt x="87" y="202"/>
                </a:cubicBezTo>
                <a:cubicBezTo>
                  <a:pt x="81" y="215"/>
                  <a:pt x="73" y="227"/>
                  <a:pt x="66" y="237"/>
                </a:cubicBezTo>
                <a:cubicBezTo>
                  <a:pt x="57" y="246"/>
                  <a:pt x="50" y="254"/>
                  <a:pt x="44" y="259"/>
                </a:cubicBezTo>
                <a:cubicBezTo>
                  <a:pt x="39" y="265"/>
                  <a:pt x="35" y="268"/>
                  <a:pt x="33" y="267"/>
                </a:cubicBezTo>
                <a:cubicBezTo>
                  <a:pt x="31" y="267"/>
                  <a:pt x="27" y="264"/>
                  <a:pt x="22" y="259"/>
                </a:cubicBezTo>
                <a:cubicBezTo>
                  <a:pt x="17" y="254"/>
                  <a:pt x="15" y="251"/>
                  <a:pt x="15" y="248"/>
                </a:cubicBezTo>
                <a:cubicBezTo>
                  <a:pt x="15" y="246"/>
                  <a:pt x="18" y="242"/>
                  <a:pt x="24" y="235"/>
                </a:cubicBezTo>
                <a:cubicBezTo>
                  <a:pt x="30" y="228"/>
                  <a:pt x="37" y="220"/>
                  <a:pt x="45" y="210"/>
                </a:cubicBezTo>
                <a:cubicBezTo>
                  <a:pt x="53" y="199"/>
                  <a:pt x="61" y="185"/>
                  <a:pt x="68" y="167"/>
                </a:cubicBezTo>
                <a:cubicBezTo>
                  <a:pt x="75" y="149"/>
                  <a:pt x="79" y="128"/>
                  <a:pt x="82" y="105"/>
                </a:cubicBezTo>
                <a:lnTo>
                  <a:pt x="82" y="94"/>
                </a:lnTo>
                <a:lnTo>
                  <a:pt x="81" y="95"/>
                </a:lnTo>
                <a:cubicBezTo>
                  <a:pt x="80" y="96"/>
                  <a:pt x="78" y="96"/>
                  <a:pt x="77" y="97"/>
                </a:cubicBezTo>
                <a:cubicBezTo>
                  <a:pt x="75" y="98"/>
                  <a:pt x="73" y="98"/>
                  <a:pt x="71" y="100"/>
                </a:cubicBezTo>
                <a:cubicBezTo>
                  <a:pt x="70" y="101"/>
                  <a:pt x="67" y="101"/>
                  <a:pt x="64" y="101"/>
                </a:cubicBezTo>
                <a:cubicBezTo>
                  <a:pt x="60" y="101"/>
                  <a:pt x="56" y="102"/>
                  <a:pt x="53" y="102"/>
                </a:cubicBezTo>
                <a:cubicBezTo>
                  <a:pt x="37" y="102"/>
                  <a:pt x="25" y="97"/>
                  <a:pt x="16" y="88"/>
                </a:cubicBezTo>
                <a:lnTo>
                  <a:pt x="0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30" name=""/>
          <p:cNvSpPr/>
          <p:nvPr/>
        </p:nvSpPr>
        <p:spPr>
          <a:xfrm>
            <a:off x="7768080" y="3755880"/>
            <a:ext cx="105120" cy="202680"/>
          </a:xfrm>
          <a:custGeom>
            <a:avLst/>
            <a:gdLst/>
            <a:ahLst/>
            <a:rect l="0" t="0" r="r" b="b"/>
            <a:pathLst>
              <a:path w="292" h="563">
                <a:moveTo>
                  <a:pt x="111" y="74"/>
                </a:moveTo>
                <a:lnTo>
                  <a:pt x="100" y="78"/>
                </a:lnTo>
                <a:cubicBezTo>
                  <a:pt x="92" y="81"/>
                  <a:pt x="81" y="84"/>
                  <a:pt x="66" y="87"/>
                </a:cubicBezTo>
                <a:cubicBezTo>
                  <a:pt x="52" y="89"/>
                  <a:pt x="35" y="91"/>
                  <a:pt x="16" y="92"/>
                </a:cubicBezTo>
                <a:lnTo>
                  <a:pt x="0" y="92"/>
                </a:lnTo>
                <a:lnTo>
                  <a:pt x="0" y="54"/>
                </a:lnTo>
                <a:lnTo>
                  <a:pt x="16" y="54"/>
                </a:lnTo>
                <a:cubicBezTo>
                  <a:pt x="44" y="53"/>
                  <a:pt x="68" y="48"/>
                  <a:pt x="91" y="41"/>
                </a:cubicBezTo>
                <a:cubicBezTo>
                  <a:pt x="113" y="34"/>
                  <a:pt x="129" y="27"/>
                  <a:pt x="138" y="21"/>
                </a:cubicBezTo>
                <a:cubicBezTo>
                  <a:pt x="147" y="14"/>
                  <a:pt x="155" y="8"/>
                  <a:pt x="162" y="2"/>
                </a:cubicBezTo>
                <a:cubicBezTo>
                  <a:pt x="163" y="0"/>
                  <a:pt x="166" y="0"/>
                  <a:pt x="172" y="0"/>
                </a:cubicBezTo>
                <a:cubicBezTo>
                  <a:pt x="177" y="0"/>
                  <a:pt x="182" y="1"/>
                  <a:pt x="186" y="5"/>
                </a:cubicBezTo>
                <a:lnTo>
                  <a:pt x="186" y="257"/>
                </a:lnTo>
                <a:lnTo>
                  <a:pt x="187" y="511"/>
                </a:lnTo>
                <a:cubicBezTo>
                  <a:pt x="191" y="515"/>
                  <a:pt x="194" y="517"/>
                  <a:pt x="197" y="518"/>
                </a:cubicBezTo>
                <a:cubicBezTo>
                  <a:pt x="200" y="519"/>
                  <a:pt x="207" y="520"/>
                  <a:pt x="217" y="522"/>
                </a:cubicBezTo>
                <a:cubicBezTo>
                  <a:pt x="228" y="523"/>
                  <a:pt x="246" y="523"/>
                  <a:pt x="270" y="523"/>
                </a:cubicBezTo>
                <a:lnTo>
                  <a:pt x="292" y="523"/>
                </a:lnTo>
                <a:lnTo>
                  <a:pt x="292" y="563"/>
                </a:lnTo>
                <a:lnTo>
                  <a:pt x="282" y="563"/>
                </a:lnTo>
                <a:cubicBezTo>
                  <a:pt x="271" y="561"/>
                  <a:pt x="226" y="561"/>
                  <a:pt x="148" y="561"/>
                </a:cubicBezTo>
                <a:cubicBezTo>
                  <a:pt x="72" y="561"/>
                  <a:pt x="26" y="561"/>
                  <a:pt x="15" y="563"/>
                </a:cubicBezTo>
                <a:lnTo>
                  <a:pt x="4" y="563"/>
                </a:lnTo>
                <a:lnTo>
                  <a:pt x="4" y="523"/>
                </a:lnTo>
                <a:lnTo>
                  <a:pt x="26" y="523"/>
                </a:lnTo>
                <a:cubicBezTo>
                  <a:pt x="40" y="523"/>
                  <a:pt x="50" y="523"/>
                  <a:pt x="59" y="523"/>
                </a:cubicBezTo>
                <a:cubicBezTo>
                  <a:pt x="68" y="523"/>
                  <a:pt x="75" y="523"/>
                  <a:pt x="81" y="522"/>
                </a:cubicBezTo>
                <a:cubicBezTo>
                  <a:pt x="86" y="522"/>
                  <a:pt x="90" y="521"/>
                  <a:pt x="94" y="520"/>
                </a:cubicBezTo>
                <a:cubicBezTo>
                  <a:pt x="98" y="519"/>
                  <a:pt x="100" y="518"/>
                  <a:pt x="101" y="518"/>
                </a:cubicBezTo>
                <a:cubicBezTo>
                  <a:pt x="101" y="518"/>
                  <a:pt x="103" y="517"/>
                  <a:pt x="106" y="514"/>
                </a:cubicBezTo>
                <a:cubicBezTo>
                  <a:pt x="109" y="511"/>
                  <a:pt x="110" y="510"/>
                  <a:pt x="111" y="511"/>
                </a:cubicBezTo>
                <a:lnTo>
                  <a:pt x="111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31" name=""/>
          <p:cNvSpPr/>
          <p:nvPr/>
        </p:nvSpPr>
        <p:spPr>
          <a:xfrm>
            <a:off x="7906680" y="375588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8"/>
                </a:moveTo>
                <a:cubicBezTo>
                  <a:pt x="80" y="22"/>
                  <a:pt x="123" y="0"/>
                  <a:pt x="178" y="0"/>
                </a:cubicBezTo>
                <a:cubicBezTo>
                  <a:pt x="205" y="0"/>
                  <a:pt x="233" y="7"/>
                  <a:pt x="260" y="22"/>
                </a:cubicBezTo>
                <a:cubicBezTo>
                  <a:pt x="287" y="36"/>
                  <a:pt x="309" y="62"/>
                  <a:pt x="326" y="99"/>
                </a:cubicBezTo>
                <a:cubicBezTo>
                  <a:pt x="346" y="146"/>
                  <a:pt x="357" y="210"/>
                  <a:pt x="357" y="292"/>
                </a:cubicBezTo>
                <a:cubicBezTo>
                  <a:pt x="357" y="380"/>
                  <a:pt x="345" y="447"/>
                  <a:pt x="321" y="493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2"/>
                  <a:pt x="222" y="576"/>
                </a:cubicBezTo>
                <a:cubicBezTo>
                  <a:pt x="207" y="579"/>
                  <a:pt x="193" y="581"/>
                  <a:pt x="179" y="582"/>
                </a:cubicBezTo>
                <a:cubicBezTo>
                  <a:pt x="164" y="582"/>
                  <a:pt x="149" y="580"/>
                  <a:pt x="135" y="577"/>
                </a:cubicBezTo>
                <a:cubicBezTo>
                  <a:pt x="120" y="573"/>
                  <a:pt x="103" y="564"/>
                  <a:pt x="83" y="550"/>
                </a:cubicBezTo>
                <a:cubicBezTo>
                  <a:pt x="63" y="535"/>
                  <a:pt x="48" y="516"/>
                  <a:pt x="37" y="493"/>
                </a:cubicBezTo>
                <a:cubicBezTo>
                  <a:pt x="12" y="447"/>
                  <a:pt x="0" y="380"/>
                  <a:pt x="0" y="292"/>
                </a:cubicBezTo>
                <a:cubicBezTo>
                  <a:pt x="0" y="194"/>
                  <a:pt x="16" y="119"/>
                  <a:pt x="48" y="68"/>
                </a:cubicBezTo>
                <a:moveTo>
                  <a:pt x="240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5" y="31"/>
                  <a:pt x="135" y="40"/>
                  <a:pt x="118" y="58"/>
                </a:cubicBezTo>
                <a:cubicBezTo>
                  <a:pt x="104" y="72"/>
                  <a:pt x="94" y="93"/>
                  <a:pt x="90" y="119"/>
                </a:cubicBezTo>
                <a:cubicBezTo>
                  <a:pt x="85" y="145"/>
                  <a:pt x="83" y="199"/>
                  <a:pt x="83" y="281"/>
                </a:cubicBezTo>
                <a:cubicBezTo>
                  <a:pt x="83" y="371"/>
                  <a:pt x="85" y="429"/>
                  <a:pt x="90" y="458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6" y="541"/>
                  <a:pt x="155" y="550"/>
                  <a:pt x="179" y="550"/>
                </a:cubicBezTo>
                <a:cubicBezTo>
                  <a:pt x="201" y="550"/>
                  <a:pt x="220" y="541"/>
                  <a:pt x="237" y="524"/>
                </a:cubicBezTo>
                <a:cubicBezTo>
                  <a:pt x="253" y="507"/>
                  <a:pt x="263" y="484"/>
                  <a:pt x="267" y="453"/>
                </a:cubicBezTo>
                <a:cubicBezTo>
                  <a:pt x="271" y="423"/>
                  <a:pt x="274" y="366"/>
                  <a:pt x="274" y="281"/>
                </a:cubicBezTo>
                <a:cubicBezTo>
                  <a:pt x="274" y="199"/>
                  <a:pt x="272" y="145"/>
                  <a:pt x="267" y="120"/>
                </a:cubicBezTo>
                <a:cubicBezTo>
                  <a:pt x="263" y="94"/>
                  <a:pt x="254" y="73"/>
                  <a:pt x="240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32" name=""/>
          <p:cNvSpPr/>
          <p:nvPr/>
        </p:nvSpPr>
        <p:spPr>
          <a:xfrm>
            <a:off x="8067600" y="3695400"/>
            <a:ext cx="86400" cy="143640"/>
          </a:xfrm>
          <a:custGeom>
            <a:avLst/>
            <a:gdLst/>
            <a:ahLst/>
            <a:rect l="0" t="0" r="r" b="b"/>
            <a:pathLst>
              <a:path w="240" h="399">
                <a:moveTo>
                  <a:pt x="36" y="142"/>
                </a:moveTo>
                <a:cubicBezTo>
                  <a:pt x="25" y="142"/>
                  <a:pt x="16" y="138"/>
                  <a:pt x="10" y="131"/>
                </a:cubicBezTo>
                <a:cubicBezTo>
                  <a:pt x="4" y="124"/>
                  <a:pt x="0" y="115"/>
                  <a:pt x="0" y="105"/>
                </a:cubicBezTo>
                <a:cubicBezTo>
                  <a:pt x="0" y="77"/>
                  <a:pt x="11" y="52"/>
                  <a:pt x="32" y="31"/>
                </a:cubicBezTo>
                <a:cubicBezTo>
                  <a:pt x="53" y="11"/>
                  <a:pt x="79" y="0"/>
                  <a:pt x="112" y="0"/>
                </a:cubicBezTo>
                <a:cubicBezTo>
                  <a:pt x="148" y="0"/>
                  <a:pt x="178" y="12"/>
                  <a:pt x="203" y="34"/>
                </a:cubicBezTo>
                <a:cubicBezTo>
                  <a:pt x="227" y="56"/>
                  <a:pt x="239" y="85"/>
                  <a:pt x="240" y="120"/>
                </a:cubicBezTo>
                <a:cubicBezTo>
                  <a:pt x="240" y="138"/>
                  <a:pt x="236" y="154"/>
                  <a:pt x="228" y="169"/>
                </a:cubicBezTo>
                <a:cubicBezTo>
                  <a:pt x="220" y="185"/>
                  <a:pt x="210" y="198"/>
                  <a:pt x="199" y="210"/>
                </a:cubicBezTo>
                <a:cubicBezTo>
                  <a:pt x="188" y="222"/>
                  <a:pt x="172" y="236"/>
                  <a:pt x="151" y="254"/>
                </a:cubicBezTo>
                <a:cubicBezTo>
                  <a:pt x="137" y="267"/>
                  <a:pt x="117" y="286"/>
                  <a:pt x="92" y="310"/>
                </a:cubicBezTo>
                <a:lnTo>
                  <a:pt x="55" y="344"/>
                </a:lnTo>
                <a:lnTo>
                  <a:pt x="102" y="344"/>
                </a:lnTo>
                <a:cubicBezTo>
                  <a:pt x="164" y="344"/>
                  <a:pt x="197" y="343"/>
                  <a:pt x="201" y="341"/>
                </a:cubicBezTo>
                <a:cubicBezTo>
                  <a:pt x="204" y="340"/>
                  <a:pt x="209" y="323"/>
                  <a:pt x="216" y="288"/>
                </a:cubicBezTo>
                <a:lnTo>
                  <a:pt x="216" y="286"/>
                </a:lnTo>
                <a:lnTo>
                  <a:pt x="240" y="286"/>
                </a:lnTo>
                <a:lnTo>
                  <a:pt x="240" y="288"/>
                </a:lnTo>
                <a:cubicBezTo>
                  <a:pt x="239" y="289"/>
                  <a:pt x="237" y="307"/>
                  <a:pt x="232" y="342"/>
                </a:cubicBezTo>
                <a:cubicBezTo>
                  <a:pt x="227" y="377"/>
                  <a:pt x="224" y="396"/>
                  <a:pt x="223" y="397"/>
                </a:cubicBezTo>
                <a:lnTo>
                  <a:pt x="223" y="399"/>
                </a:lnTo>
                <a:lnTo>
                  <a:pt x="0" y="399"/>
                </a:lnTo>
                <a:lnTo>
                  <a:pt x="0" y="388"/>
                </a:lnTo>
                <a:lnTo>
                  <a:pt x="0" y="381"/>
                </a:lnTo>
                <a:cubicBezTo>
                  <a:pt x="0" y="378"/>
                  <a:pt x="2" y="375"/>
                  <a:pt x="4" y="372"/>
                </a:cubicBezTo>
                <a:cubicBezTo>
                  <a:pt x="6" y="368"/>
                  <a:pt x="12" y="361"/>
                  <a:pt x="22" y="351"/>
                </a:cubicBezTo>
                <a:cubicBezTo>
                  <a:pt x="33" y="338"/>
                  <a:pt x="43" y="327"/>
                  <a:pt x="52" y="317"/>
                </a:cubicBezTo>
                <a:cubicBezTo>
                  <a:pt x="55" y="313"/>
                  <a:pt x="62" y="306"/>
                  <a:pt x="72" y="295"/>
                </a:cubicBezTo>
                <a:cubicBezTo>
                  <a:pt x="83" y="284"/>
                  <a:pt x="90" y="277"/>
                  <a:pt x="93" y="273"/>
                </a:cubicBezTo>
                <a:cubicBezTo>
                  <a:pt x="97" y="269"/>
                  <a:pt x="103" y="263"/>
                  <a:pt x="111" y="252"/>
                </a:cubicBezTo>
                <a:cubicBezTo>
                  <a:pt x="119" y="243"/>
                  <a:pt x="124" y="236"/>
                  <a:pt x="127" y="232"/>
                </a:cubicBezTo>
                <a:cubicBezTo>
                  <a:pt x="131" y="228"/>
                  <a:pt x="135" y="222"/>
                  <a:pt x="141" y="214"/>
                </a:cubicBezTo>
                <a:cubicBezTo>
                  <a:pt x="147" y="207"/>
                  <a:pt x="151" y="200"/>
                  <a:pt x="154" y="195"/>
                </a:cubicBezTo>
                <a:cubicBezTo>
                  <a:pt x="156" y="190"/>
                  <a:pt x="159" y="184"/>
                  <a:pt x="163" y="178"/>
                </a:cubicBezTo>
                <a:cubicBezTo>
                  <a:pt x="166" y="171"/>
                  <a:pt x="169" y="165"/>
                  <a:pt x="170" y="159"/>
                </a:cubicBezTo>
                <a:cubicBezTo>
                  <a:pt x="172" y="152"/>
                  <a:pt x="173" y="146"/>
                  <a:pt x="175" y="141"/>
                </a:cubicBezTo>
                <a:cubicBezTo>
                  <a:pt x="176" y="135"/>
                  <a:pt x="176" y="129"/>
                  <a:pt x="176" y="121"/>
                </a:cubicBezTo>
                <a:cubicBezTo>
                  <a:pt x="176" y="96"/>
                  <a:pt x="170" y="74"/>
                  <a:pt x="156" y="56"/>
                </a:cubicBezTo>
                <a:cubicBezTo>
                  <a:pt x="143" y="38"/>
                  <a:pt x="123" y="28"/>
                  <a:pt x="98" y="28"/>
                </a:cubicBezTo>
                <a:cubicBezTo>
                  <a:pt x="85" y="28"/>
                  <a:pt x="72" y="32"/>
                  <a:pt x="63" y="39"/>
                </a:cubicBezTo>
                <a:cubicBezTo>
                  <a:pt x="53" y="45"/>
                  <a:pt x="46" y="52"/>
                  <a:pt x="42" y="58"/>
                </a:cubicBezTo>
                <a:cubicBezTo>
                  <a:pt x="38" y="65"/>
                  <a:pt x="36" y="68"/>
                  <a:pt x="36" y="70"/>
                </a:cubicBezTo>
                <a:cubicBezTo>
                  <a:pt x="36" y="70"/>
                  <a:pt x="37" y="70"/>
                  <a:pt x="39" y="70"/>
                </a:cubicBezTo>
                <a:cubicBezTo>
                  <a:pt x="46" y="70"/>
                  <a:pt x="53" y="73"/>
                  <a:pt x="61" y="79"/>
                </a:cubicBezTo>
                <a:cubicBezTo>
                  <a:pt x="68" y="84"/>
                  <a:pt x="72" y="93"/>
                  <a:pt x="72" y="106"/>
                </a:cubicBezTo>
                <a:cubicBezTo>
                  <a:pt x="72" y="116"/>
                  <a:pt x="69" y="124"/>
                  <a:pt x="63" y="131"/>
                </a:cubicBezTo>
                <a:cubicBezTo>
                  <a:pt x="56" y="138"/>
                  <a:pt x="47" y="141"/>
                  <a:pt x="36" y="1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33" name=""/>
          <p:cNvSpPr/>
          <p:nvPr/>
        </p:nvSpPr>
        <p:spPr>
          <a:xfrm>
            <a:off x="8196480" y="3730320"/>
            <a:ext cx="73080" cy="304200"/>
          </a:xfrm>
          <a:custGeom>
            <a:avLst/>
            <a:gdLst/>
            <a:ahLst/>
            <a:rect l="0" t="0" r="r" b="b"/>
            <a:pathLst>
              <a:path w="203" h="845">
                <a:moveTo>
                  <a:pt x="4" y="0"/>
                </a:moveTo>
                <a:lnTo>
                  <a:pt x="7" y="0"/>
                </a:lnTo>
                <a:cubicBezTo>
                  <a:pt x="10" y="0"/>
                  <a:pt x="13" y="0"/>
                  <a:pt x="16" y="0"/>
                </a:cubicBezTo>
                <a:lnTo>
                  <a:pt x="26" y="0"/>
                </a:lnTo>
                <a:lnTo>
                  <a:pt x="51" y="20"/>
                </a:lnTo>
                <a:cubicBezTo>
                  <a:pt x="104" y="68"/>
                  <a:pt x="142" y="127"/>
                  <a:pt x="166" y="200"/>
                </a:cubicBezTo>
                <a:cubicBezTo>
                  <a:pt x="191" y="271"/>
                  <a:pt x="203" y="346"/>
                  <a:pt x="203" y="423"/>
                </a:cubicBezTo>
                <a:cubicBezTo>
                  <a:pt x="203" y="461"/>
                  <a:pt x="200" y="498"/>
                  <a:pt x="194" y="534"/>
                </a:cubicBezTo>
                <a:cubicBezTo>
                  <a:pt x="189" y="569"/>
                  <a:pt x="182" y="599"/>
                  <a:pt x="175" y="624"/>
                </a:cubicBezTo>
                <a:cubicBezTo>
                  <a:pt x="168" y="649"/>
                  <a:pt x="157" y="674"/>
                  <a:pt x="144" y="698"/>
                </a:cubicBezTo>
                <a:cubicBezTo>
                  <a:pt x="130" y="723"/>
                  <a:pt x="119" y="742"/>
                  <a:pt x="111" y="755"/>
                </a:cubicBezTo>
                <a:cubicBezTo>
                  <a:pt x="104" y="768"/>
                  <a:pt x="92" y="782"/>
                  <a:pt x="77" y="798"/>
                </a:cubicBezTo>
                <a:cubicBezTo>
                  <a:pt x="62" y="814"/>
                  <a:pt x="53" y="823"/>
                  <a:pt x="50" y="826"/>
                </a:cubicBezTo>
                <a:cubicBezTo>
                  <a:pt x="47" y="829"/>
                  <a:pt x="40" y="834"/>
                  <a:pt x="29" y="842"/>
                </a:cubicBezTo>
                <a:cubicBezTo>
                  <a:pt x="28" y="844"/>
                  <a:pt x="27" y="845"/>
                  <a:pt x="26" y="845"/>
                </a:cubicBezTo>
                <a:lnTo>
                  <a:pt x="16" y="845"/>
                </a:lnTo>
                <a:cubicBezTo>
                  <a:pt x="11" y="845"/>
                  <a:pt x="8" y="845"/>
                  <a:pt x="7" y="845"/>
                </a:cubicBezTo>
                <a:cubicBezTo>
                  <a:pt x="5" y="845"/>
                  <a:pt x="3" y="844"/>
                  <a:pt x="2" y="843"/>
                </a:cubicBezTo>
                <a:cubicBezTo>
                  <a:pt x="1" y="841"/>
                  <a:pt x="0" y="839"/>
                  <a:pt x="0" y="835"/>
                </a:cubicBezTo>
                <a:cubicBezTo>
                  <a:pt x="0" y="835"/>
                  <a:pt x="3" y="831"/>
                  <a:pt x="9" y="824"/>
                </a:cubicBezTo>
                <a:cubicBezTo>
                  <a:pt x="97" y="733"/>
                  <a:pt x="141" y="600"/>
                  <a:pt x="141" y="423"/>
                </a:cubicBezTo>
                <a:cubicBezTo>
                  <a:pt x="141" y="246"/>
                  <a:pt x="97" y="111"/>
                  <a:pt x="9" y="21"/>
                </a:cubicBezTo>
                <a:cubicBezTo>
                  <a:pt x="3" y="14"/>
                  <a:pt x="0" y="10"/>
                  <a:pt x="0" y="10"/>
                </a:cubicBezTo>
                <a:cubicBezTo>
                  <a:pt x="0" y="5"/>
                  <a:pt x="1" y="2"/>
                  <a:pt x="4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34" name=""/>
          <p:cNvSpPr txBox="1"/>
          <p:nvPr/>
        </p:nvSpPr>
        <p:spPr>
          <a:xfrm>
            <a:off x="1333080" y="3724200"/>
            <a:ext cx="898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位置 </a:t>
            </a:r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1.0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8901720" y="372420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0.656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733320" y="4228920"/>
            <a:ext cx="286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S5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37" name=""/>
          <p:cNvSpPr/>
          <p:nvPr/>
        </p:nvSpPr>
        <p:spPr>
          <a:xfrm>
            <a:off x="4943520" y="4255560"/>
            <a:ext cx="261000" cy="207720"/>
          </a:xfrm>
          <a:custGeom>
            <a:avLst/>
            <a:gdLst/>
            <a:ahLst/>
            <a:rect l="0" t="0" r="r" b="b"/>
            <a:pathLst>
              <a:path w="725" h="577">
                <a:moveTo>
                  <a:pt x="172" y="38"/>
                </a:moveTo>
                <a:cubicBezTo>
                  <a:pt x="170" y="38"/>
                  <a:pt x="168" y="38"/>
                  <a:pt x="165" y="38"/>
                </a:cubicBezTo>
                <a:cubicBezTo>
                  <a:pt x="151" y="38"/>
                  <a:pt x="142" y="38"/>
                  <a:pt x="139" y="38"/>
                </a:cubicBezTo>
                <a:cubicBezTo>
                  <a:pt x="137" y="37"/>
                  <a:pt x="135" y="34"/>
                  <a:pt x="135" y="28"/>
                </a:cubicBezTo>
                <a:cubicBezTo>
                  <a:pt x="135" y="13"/>
                  <a:pt x="138" y="4"/>
                  <a:pt x="144" y="0"/>
                </a:cubicBezTo>
                <a:cubicBezTo>
                  <a:pt x="146" y="0"/>
                  <a:pt x="173" y="0"/>
                  <a:pt x="226" y="0"/>
                </a:cubicBezTo>
                <a:cubicBezTo>
                  <a:pt x="270" y="0"/>
                  <a:pt x="295" y="0"/>
                  <a:pt x="301" y="0"/>
                </a:cubicBezTo>
                <a:cubicBezTo>
                  <a:pt x="307" y="0"/>
                  <a:pt x="311" y="1"/>
                  <a:pt x="313" y="5"/>
                </a:cubicBezTo>
                <a:cubicBezTo>
                  <a:pt x="432" y="284"/>
                  <a:pt x="493" y="427"/>
                  <a:pt x="495" y="434"/>
                </a:cubicBezTo>
                <a:lnTo>
                  <a:pt x="541" y="255"/>
                </a:lnTo>
                <a:cubicBezTo>
                  <a:pt x="571" y="136"/>
                  <a:pt x="586" y="72"/>
                  <a:pt x="586" y="65"/>
                </a:cubicBezTo>
                <a:cubicBezTo>
                  <a:pt x="586" y="49"/>
                  <a:pt x="568" y="41"/>
                  <a:pt x="531" y="38"/>
                </a:cubicBezTo>
                <a:cubicBezTo>
                  <a:pt x="518" y="38"/>
                  <a:pt x="511" y="35"/>
                  <a:pt x="511" y="29"/>
                </a:cubicBezTo>
                <a:cubicBezTo>
                  <a:pt x="511" y="28"/>
                  <a:pt x="512" y="25"/>
                  <a:pt x="513" y="19"/>
                </a:cubicBezTo>
                <a:cubicBezTo>
                  <a:pt x="515" y="10"/>
                  <a:pt x="517" y="5"/>
                  <a:pt x="518" y="3"/>
                </a:cubicBezTo>
                <a:cubicBezTo>
                  <a:pt x="519" y="1"/>
                  <a:pt x="522" y="0"/>
                  <a:pt x="526" y="0"/>
                </a:cubicBezTo>
                <a:cubicBezTo>
                  <a:pt x="528" y="0"/>
                  <a:pt x="537" y="0"/>
                  <a:pt x="553" y="0"/>
                </a:cubicBezTo>
                <a:cubicBezTo>
                  <a:pt x="568" y="1"/>
                  <a:pt x="592" y="1"/>
                  <a:pt x="623" y="2"/>
                </a:cubicBezTo>
                <a:cubicBezTo>
                  <a:pt x="651" y="2"/>
                  <a:pt x="672" y="2"/>
                  <a:pt x="687" y="1"/>
                </a:cubicBezTo>
                <a:cubicBezTo>
                  <a:pt x="702" y="1"/>
                  <a:pt x="710" y="0"/>
                  <a:pt x="712" y="0"/>
                </a:cubicBezTo>
                <a:cubicBezTo>
                  <a:pt x="721" y="0"/>
                  <a:pt x="725" y="3"/>
                  <a:pt x="725" y="9"/>
                </a:cubicBezTo>
                <a:cubicBezTo>
                  <a:pt x="725" y="21"/>
                  <a:pt x="723" y="30"/>
                  <a:pt x="718" y="34"/>
                </a:cubicBezTo>
                <a:cubicBezTo>
                  <a:pt x="717" y="37"/>
                  <a:pt x="711" y="38"/>
                  <a:pt x="700" y="38"/>
                </a:cubicBezTo>
                <a:cubicBezTo>
                  <a:pt x="660" y="41"/>
                  <a:pt x="635" y="52"/>
                  <a:pt x="624" y="72"/>
                </a:cubicBezTo>
                <a:lnTo>
                  <a:pt x="499" y="571"/>
                </a:lnTo>
                <a:cubicBezTo>
                  <a:pt x="497" y="575"/>
                  <a:pt x="492" y="577"/>
                  <a:pt x="481" y="577"/>
                </a:cubicBezTo>
                <a:cubicBezTo>
                  <a:pt x="473" y="577"/>
                  <a:pt x="468" y="577"/>
                  <a:pt x="466" y="576"/>
                </a:cubicBezTo>
                <a:cubicBezTo>
                  <a:pt x="465" y="574"/>
                  <a:pt x="428" y="488"/>
                  <a:pt x="357" y="319"/>
                </a:cubicBezTo>
                <a:lnTo>
                  <a:pt x="249" y="66"/>
                </a:lnTo>
                <a:lnTo>
                  <a:pt x="194" y="286"/>
                </a:lnTo>
                <a:cubicBezTo>
                  <a:pt x="158" y="430"/>
                  <a:pt x="139" y="505"/>
                  <a:pt x="139" y="510"/>
                </a:cubicBezTo>
                <a:cubicBezTo>
                  <a:pt x="142" y="528"/>
                  <a:pt x="163" y="538"/>
                  <a:pt x="200" y="538"/>
                </a:cubicBezTo>
                <a:lnTo>
                  <a:pt x="209" y="538"/>
                </a:lnTo>
                <a:cubicBezTo>
                  <a:pt x="212" y="540"/>
                  <a:pt x="214" y="543"/>
                  <a:pt x="214" y="544"/>
                </a:cubicBezTo>
                <a:cubicBezTo>
                  <a:pt x="214" y="546"/>
                  <a:pt x="213" y="551"/>
                  <a:pt x="212" y="560"/>
                </a:cubicBezTo>
                <a:cubicBezTo>
                  <a:pt x="210" y="569"/>
                  <a:pt x="207" y="574"/>
                  <a:pt x="204" y="577"/>
                </a:cubicBezTo>
                <a:lnTo>
                  <a:pt x="193" y="577"/>
                </a:lnTo>
                <a:cubicBezTo>
                  <a:pt x="175" y="576"/>
                  <a:pt x="145" y="576"/>
                  <a:pt x="101" y="576"/>
                </a:cubicBezTo>
                <a:cubicBezTo>
                  <a:pt x="86" y="576"/>
                  <a:pt x="71" y="576"/>
                  <a:pt x="58" y="576"/>
                </a:cubicBezTo>
                <a:cubicBezTo>
                  <a:pt x="45" y="576"/>
                  <a:pt x="35" y="576"/>
                  <a:pt x="27" y="576"/>
                </a:cubicBezTo>
                <a:cubicBezTo>
                  <a:pt x="19" y="576"/>
                  <a:pt x="14" y="576"/>
                  <a:pt x="13" y="577"/>
                </a:cubicBezTo>
                <a:cubicBezTo>
                  <a:pt x="4" y="577"/>
                  <a:pt x="0" y="574"/>
                  <a:pt x="0" y="569"/>
                </a:cubicBezTo>
                <a:cubicBezTo>
                  <a:pt x="0" y="567"/>
                  <a:pt x="1" y="561"/>
                  <a:pt x="3" y="554"/>
                </a:cubicBezTo>
                <a:cubicBezTo>
                  <a:pt x="4" y="548"/>
                  <a:pt x="6" y="544"/>
                  <a:pt x="7" y="543"/>
                </a:cubicBezTo>
                <a:cubicBezTo>
                  <a:pt x="8" y="539"/>
                  <a:pt x="14" y="538"/>
                  <a:pt x="26" y="538"/>
                </a:cubicBezTo>
                <a:cubicBezTo>
                  <a:pt x="65" y="536"/>
                  <a:pt x="89" y="525"/>
                  <a:pt x="101" y="505"/>
                </a:cubicBezTo>
                <a:cubicBezTo>
                  <a:pt x="103" y="501"/>
                  <a:pt x="123" y="423"/>
                  <a:pt x="161" y="271"/>
                </a:cubicBezTo>
                <a:lnTo>
                  <a:pt x="218" y="41"/>
                </a:lnTo>
                <a:cubicBezTo>
                  <a:pt x="217" y="40"/>
                  <a:pt x="201" y="39"/>
                  <a:pt x="172" y="3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38" name=""/>
          <p:cNvSpPr/>
          <p:nvPr/>
        </p:nvSpPr>
        <p:spPr>
          <a:xfrm>
            <a:off x="5232600" y="423504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0" y="422"/>
                </a:moveTo>
                <a:cubicBezTo>
                  <a:pt x="0" y="383"/>
                  <a:pt x="3" y="346"/>
                  <a:pt x="9" y="312"/>
                </a:cubicBezTo>
                <a:cubicBezTo>
                  <a:pt x="14" y="277"/>
                  <a:pt x="21" y="247"/>
                  <a:pt x="28" y="221"/>
                </a:cubicBezTo>
                <a:cubicBezTo>
                  <a:pt x="36" y="196"/>
                  <a:pt x="47" y="171"/>
                  <a:pt x="60" y="147"/>
                </a:cubicBezTo>
                <a:cubicBezTo>
                  <a:pt x="74" y="123"/>
                  <a:pt x="85" y="104"/>
                  <a:pt x="93" y="90"/>
                </a:cubicBezTo>
                <a:cubicBezTo>
                  <a:pt x="100" y="77"/>
                  <a:pt x="112" y="62"/>
                  <a:pt x="128" y="46"/>
                </a:cubicBezTo>
                <a:cubicBezTo>
                  <a:pt x="144" y="31"/>
                  <a:pt x="153" y="21"/>
                  <a:pt x="156" y="18"/>
                </a:cubicBezTo>
                <a:cubicBezTo>
                  <a:pt x="159" y="14"/>
                  <a:pt x="166" y="8"/>
                  <a:pt x="177" y="0"/>
                </a:cubicBezTo>
                <a:lnTo>
                  <a:pt x="188" y="0"/>
                </a:lnTo>
                <a:lnTo>
                  <a:pt x="191" y="0"/>
                </a:lnTo>
                <a:cubicBezTo>
                  <a:pt x="199" y="0"/>
                  <a:pt x="203" y="2"/>
                  <a:pt x="203" y="8"/>
                </a:cubicBezTo>
                <a:cubicBezTo>
                  <a:pt x="203" y="9"/>
                  <a:pt x="198" y="15"/>
                  <a:pt x="189" y="25"/>
                </a:cubicBezTo>
                <a:cubicBezTo>
                  <a:pt x="179" y="35"/>
                  <a:pt x="168" y="50"/>
                  <a:pt x="154" y="70"/>
                </a:cubicBezTo>
                <a:cubicBezTo>
                  <a:pt x="141" y="90"/>
                  <a:pt x="127" y="114"/>
                  <a:pt x="113" y="143"/>
                </a:cubicBezTo>
                <a:cubicBezTo>
                  <a:pt x="99" y="171"/>
                  <a:pt x="87" y="210"/>
                  <a:pt x="77" y="259"/>
                </a:cubicBezTo>
                <a:cubicBezTo>
                  <a:pt x="68" y="308"/>
                  <a:pt x="63" y="363"/>
                  <a:pt x="63" y="422"/>
                </a:cubicBezTo>
                <a:cubicBezTo>
                  <a:pt x="63" y="483"/>
                  <a:pt x="68" y="537"/>
                  <a:pt x="77" y="585"/>
                </a:cubicBezTo>
                <a:cubicBezTo>
                  <a:pt x="87" y="634"/>
                  <a:pt x="98" y="673"/>
                  <a:pt x="112" y="703"/>
                </a:cubicBezTo>
                <a:cubicBezTo>
                  <a:pt x="125" y="733"/>
                  <a:pt x="139" y="757"/>
                  <a:pt x="153" y="775"/>
                </a:cubicBezTo>
                <a:cubicBezTo>
                  <a:pt x="167" y="794"/>
                  <a:pt x="179" y="809"/>
                  <a:pt x="189" y="820"/>
                </a:cubicBezTo>
                <a:cubicBezTo>
                  <a:pt x="198" y="831"/>
                  <a:pt x="203" y="837"/>
                  <a:pt x="203" y="838"/>
                </a:cubicBezTo>
                <a:cubicBezTo>
                  <a:pt x="203" y="843"/>
                  <a:pt x="199" y="846"/>
                  <a:pt x="191" y="846"/>
                </a:cubicBezTo>
                <a:lnTo>
                  <a:pt x="188" y="846"/>
                </a:lnTo>
                <a:lnTo>
                  <a:pt x="177" y="846"/>
                </a:lnTo>
                <a:lnTo>
                  <a:pt x="153" y="825"/>
                </a:lnTo>
                <a:cubicBezTo>
                  <a:pt x="100" y="777"/>
                  <a:pt x="62" y="718"/>
                  <a:pt x="37" y="646"/>
                </a:cubicBezTo>
                <a:cubicBezTo>
                  <a:pt x="12" y="575"/>
                  <a:pt x="0" y="500"/>
                  <a:pt x="0" y="42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39" name=""/>
          <p:cNvSpPr/>
          <p:nvPr/>
        </p:nvSpPr>
        <p:spPr>
          <a:xfrm>
            <a:off x="5337720" y="426060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6" y="431"/>
                </a:moveTo>
                <a:cubicBezTo>
                  <a:pt x="96" y="444"/>
                  <a:pt x="91" y="456"/>
                  <a:pt x="82" y="465"/>
                </a:cubicBezTo>
                <a:cubicBezTo>
                  <a:pt x="73" y="474"/>
                  <a:pt x="62" y="478"/>
                  <a:pt x="50" y="478"/>
                </a:cubicBezTo>
                <a:lnTo>
                  <a:pt x="44" y="478"/>
                </a:lnTo>
                <a:cubicBezTo>
                  <a:pt x="70" y="523"/>
                  <a:pt x="104" y="545"/>
                  <a:pt x="147" y="545"/>
                </a:cubicBezTo>
                <a:cubicBezTo>
                  <a:pt x="187" y="545"/>
                  <a:pt x="216" y="528"/>
                  <a:pt x="234" y="494"/>
                </a:cubicBezTo>
                <a:cubicBezTo>
                  <a:pt x="245" y="476"/>
                  <a:pt x="250" y="440"/>
                  <a:pt x="250" y="386"/>
                </a:cubicBezTo>
                <a:cubicBezTo>
                  <a:pt x="250" y="328"/>
                  <a:pt x="242" y="289"/>
                  <a:pt x="227" y="269"/>
                </a:cubicBezTo>
                <a:cubicBezTo>
                  <a:pt x="212" y="250"/>
                  <a:pt x="196" y="241"/>
                  <a:pt x="178" y="241"/>
                </a:cubicBezTo>
                <a:lnTo>
                  <a:pt x="173" y="241"/>
                </a:lnTo>
                <a:cubicBezTo>
                  <a:pt x="128" y="241"/>
                  <a:pt x="95" y="260"/>
                  <a:pt x="72" y="298"/>
                </a:cubicBezTo>
                <a:cubicBezTo>
                  <a:pt x="70" y="302"/>
                  <a:pt x="68" y="304"/>
                  <a:pt x="66" y="305"/>
                </a:cubicBezTo>
                <a:cubicBezTo>
                  <a:pt x="65" y="305"/>
                  <a:pt x="61" y="306"/>
                  <a:pt x="54" y="307"/>
                </a:cubicBezTo>
                <a:cubicBezTo>
                  <a:pt x="44" y="307"/>
                  <a:pt x="39" y="305"/>
                  <a:pt x="38" y="302"/>
                </a:cubicBezTo>
                <a:cubicBezTo>
                  <a:pt x="37" y="299"/>
                  <a:pt x="36" y="250"/>
                  <a:pt x="36" y="154"/>
                </a:cubicBezTo>
                <a:lnTo>
                  <a:pt x="36" y="44"/>
                </a:lnTo>
                <a:cubicBezTo>
                  <a:pt x="36" y="16"/>
                  <a:pt x="37" y="2"/>
                  <a:pt x="40" y="2"/>
                </a:cubicBezTo>
                <a:cubicBezTo>
                  <a:pt x="41" y="0"/>
                  <a:pt x="43" y="0"/>
                  <a:pt x="44" y="0"/>
                </a:cubicBezTo>
                <a:cubicBezTo>
                  <a:pt x="44" y="0"/>
                  <a:pt x="50" y="2"/>
                  <a:pt x="61" y="7"/>
                </a:cubicBezTo>
                <a:cubicBezTo>
                  <a:pt x="73" y="11"/>
                  <a:pt x="88" y="16"/>
                  <a:pt x="108" y="20"/>
                </a:cubicBezTo>
                <a:cubicBezTo>
                  <a:pt x="128" y="25"/>
                  <a:pt x="149" y="27"/>
                  <a:pt x="172" y="27"/>
                </a:cubicBezTo>
                <a:cubicBezTo>
                  <a:pt x="212" y="27"/>
                  <a:pt x="250" y="19"/>
                  <a:pt x="287" y="3"/>
                </a:cubicBezTo>
                <a:cubicBezTo>
                  <a:pt x="292" y="1"/>
                  <a:pt x="295" y="0"/>
                  <a:pt x="298" y="0"/>
                </a:cubicBezTo>
                <a:cubicBezTo>
                  <a:pt x="303" y="0"/>
                  <a:pt x="305" y="5"/>
                  <a:pt x="305" y="15"/>
                </a:cubicBezTo>
                <a:lnTo>
                  <a:pt x="305" y="26"/>
                </a:lnTo>
                <a:cubicBezTo>
                  <a:pt x="259" y="82"/>
                  <a:pt x="201" y="109"/>
                  <a:pt x="131" y="109"/>
                </a:cubicBezTo>
                <a:cubicBezTo>
                  <a:pt x="113" y="109"/>
                  <a:pt x="97" y="107"/>
                  <a:pt x="83" y="104"/>
                </a:cubicBezTo>
                <a:lnTo>
                  <a:pt x="75" y="102"/>
                </a:lnTo>
                <a:lnTo>
                  <a:pt x="75" y="247"/>
                </a:lnTo>
                <a:cubicBezTo>
                  <a:pt x="86" y="240"/>
                  <a:pt x="94" y="233"/>
                  <a:pt x="100" y="229"/>
                </a:cubicBezTo>
                <a:cubicBezTo>
                  <a:pt x="106" y="224"/>
                  <a:pt x="117" y="220"/>
                  <a:pt x="131" y="215"/>
                </a:cubicBezTo>
                <a:cubicBezTo>
                  <a:pt x="145" y="211"/>
                  <a:pt x="159" y="209"/>
                  <a:pt x="175" y="209"/>
                </a:cubicBezTo>
                <a:cubicBezTo>
                  <a:pt x="220" y="209"/>
                  <a:pt x="259" y="227"/>
                  <a:pt x="290" y="264"/>
                </a:cubicBezTo>
                <a:cubicBezTo>
                  <a:pt x="322" y="300"/>
                  <a:pt x="338" y="344"/>
                  <a:pt x="338" y="394"/>
                </a:cubicBezTo>
                <a:cubicBezTo>
                  <a:pt x="338" y="445"/>
                  <a:pt x="320" y="490"/>
                  <a:pt x="284" y="526"/>
                </a:cubicBezTo>
                <a:cubicBezTo>
                  <a:pt x="248" y="563"/>
                  <a:pt x="204" y="581"/>
                  <a:pt x="151" y="582"/>
                </a:cubicBezTo>
                <a:cubicBezTo>
                  <a:pt x="105" y="582"/>
                  <a:pt x="69" y="567"/>
                  <a:pt x="41" y="536"/>
                </a:cubicBezTo>
                <a:cubicBezTo>
                  <a:pt x="14" y="506"/>
                  <a:pt x="0" y="472"/>
                  <a:pt x="0" y="433"/>
                </a:cubicBezTo>
                <a:cubicBezTo>
                  <a:pt x="0" y="420"/>
                  <a:pt x="3" y="409"/>
                  <a:pt x="9" y="401"/>
                </a:cubicBezTo>
                <a:cubicBezTo>
                  <a:pt x="15" y="393"/>
                  <a:pt x="22" y="388"/>
                  <a:pt x="28" y="386"/>
                </a:cubicBezTo>
                <a:cubicBezTo>
                  <a:pt x="35" y="384"/>
                  <a:pt x="42" y="383"/>
                  <a:pt x="48" y="383"/>
                </a:cubicBezTo>
                <a:cubicBezTo>
                  <a:pt x="62" y="383"/>
                  <a:pt x="73" y="387"/>
                  <a:pt x="82" y="397"/>
                </a:cubicBezTo>
                <a:cubicBezTo>
                  <a:pt x="91" y="407"/>
                  <a:pt x="96" y="418"/>
                  <a:pt x="96" y="4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40" name=""/>
          <p:cNvSpPr/>
          <p:nvPr/>
        </p:nvSpPr>
        <p:spPr>
          <a:xfrm>
            <a:off x="5486400" y="426060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8"/>
                </a:moveTo>
                <a:cubicBezTo>
                  <a:pt x="79" y="23"/>
                  <a:pt x="122" y="0"/>
                  <a:pt x="177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6"/>
                  <a:pt x="308" y="62"/>
                  <a:pt x="325" y="101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0"/>
                  <a:pt x="344" y="447"/>
                  <a:pt x="320" y="493"/>
                </a:cubicBezTo>
                <a:cubicBezTo>
                  <a:pt x="309" y="517"/>
                  <a:pt x="293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7" y="579"/>
                  <a:pt x="192" y="581"/>
                  <a:pt x="178" y="582"/>
                </a:cubicBezTo>
                <a:cubicBezTo>
                  <a:pt x="163" y="582"/>
                  <a:pt x="149" y="580"/>
                  <a:pt x="134" y="577"/>
                </a:cubicBezTo>
                <a:cubicBezTo>
                  <a:pt x="119" y="574"/>
                  <a:pt x="102" y="565"/>
                  <a:pt x="83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1"/>
                  <a:pt x="48" y="68"/>
                </a:cubicBezTo>
                <a:moveTo>
                  <a:pt x="239" y="58"/>
                </a:moveTo>
                <a:cubicBezTo>
                  <a:pt x="222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3"/>
                  <a:pt x="94" y="94"/>
                  <a:pt x="89" y="120"/>
                </a:cubicBezTo>
                <a:cubicBezTo>
                  <a:pt x="85" y="146"/>
                  <a:pt x="83" y="200"/>
                  <a:pt x="83" y="282"/>
                </a:cubicBezTo>
                <a:cubicBezTo>
                  <a:pt x="83" y="371"/>
                  <a:pt x="85" y="430"/>
                  <a:pt x="89" y="458"/>
                </a:cubicBezTo>
                <a:cubicBezTo>
                  <a:pt x="94" y="486"/>
                  <a:pt x="104" y="508"/>
                  <a:pt x="120" y="525"/>
                </a:cubicBezTo>
                <a:cubicBezTo>
                  <a:pt x="135" y="541"/>
                  <a:pt x="155" y="550"/>
                  <a:pt x="178" y="550"/>
                </a:cubicBezTo>
                <a:cubicBezTo>
                  <a:pt x="200" y="550"/>
                  <a:pt x="221" y="541"/>
                  <a:pt x="236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3" y="366"/>
                  <a:pt x="274" y="282"/>
                </a:cubicBezTo>
                <a:cubicBezTo>
                  <a:pt x="274" y="200"/>
                  <a:pt x="271" y="147"/>
                  <a:pt x="267" y="121"/>
                </a:cubicBezTo>
                <a:cubicBezTo>
                  <a:pt x="262" y="95"/>
                  <a:pt x="253" y="73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41" name=""/>
          <p:cNvSpPr/>
          <p:nvPr/>
        </p:nvSpPr>
        <p:spPr>
          <a:xfrm>
            <a:off x="5650200" y="4426200"/>
            <a:ext cx="40320" cy="96120"/>
          </a:xfrm>
          <a:custGeom>
            <a:avLst/>
            <a:gdLst/>
            <a:ahLst/>
            <a:rect l="0" t="0" r="r" b="b"/>
            <a:pathLst>
              <a:path w="112" h="267">
                <a:moveTo>
                  <a:pt x="0" y="73"/>
                </a:moveTo>
                <a:cubicBezTo>
                  <a:pt x="0" y="73"/>
                  <a:pt x="0" y="66"/>
                  <a:pt x="0" y="52"/>
                </a:cubicBezTo>
                <a:cubicBezTo>
                  <a:pt x="0" y="38"/>
                  <a:pt x="5" y="26"/>
                  <a:pt x="15" y="15"/>
                </a:cubicBezTo>
                <a:cubicBezTo>
                  <a:pt x="24" y="5"/>
                  <a:pt x="36" y="0"/>
                  <a:pt x="51" y="0"/>
                </a:cubicBezTo>
                <a:cubicBezTo>
                  <a:pt x="67" y="0"/>
                  <a:pt x="81" y="7"/>
                  <a:pt x="93" y="21"/>
                </a:cubicBezTo>
                <a:cubicBezTo>
                  <a:pt x="105" y="35"/>
                  <a:pt x="112" y="60"/>
                  <a:pt x="112" y="97"/>
                </a:cubicBezTo>
                <a:cubicBezTo>
                  <a:pt x="112" y="116"/>
                  <a:pt x="110" y="135"/>
                  <a:pt x="105" y="154"/>
                </a:cubicBezTo>
                <a:cubicBezTo>
                  <a:pt x="100" y="173"/>
                  <a:pt x="94" y="189"/>
                  <a:pt x="87" y="202"/>
                </a:cubicBezTo>
                <a:cubicBezTo>
                  <a:pt x="80" y="216"/>
                  <a:pt x="73" y="227"/>
                  <a:pt x="65" y="237"/>
                </a:cubicBezTo>
                <a:cubicBezTo>
                  <a:pt x="57" y="246"/>
                  <a:pt x="51" y="254"/>
                  <a:pt x="45" y="260"/>
                </a:cubicBezTo>
                <a:cubicBezTo>
                  <a:pt x="39" y="265"/>
                  <a:pt x="36" y="268"/>
                  <a:pt x="34" y="267"/>
                </a:cubicBezTo>
                <a:cubicBezTo>
                  <a:pt x="32" y="267"/>
                  <a:pt x="28" y="265"/>
                  <a:pt x="23" y="260"/>
                </a:cubicBezTo>
                <a:cubicBezTo>
                  <a:pt x="18" y="255"/>
                  <a:pt x="15" y="251"/>
                  <a:pt x="15" y="249"/>
                </a:cubicBezTo>
                <a:cubicBezTo>
                  <a:pt x="15" y="246"/>
                  <a:pt x="18" y="242"/>
                  <a:pt x="25" y="235"/>
                </a:cubicBezTo>
                <a:cubicBezTo>
                  <a:pt x="31" y="228"/>
                  <a:pt x="38" y="220"/>
                  <a:pt x="46" y="210"/>
                </a:cubicBezTo>
                <a:cubicBezTo>
                  <a:pt x="54" y="200"/>
                  <a:pt x="61" y="186"/>
                  <a:pt x="68" y="168"/>
                </a:cubicBezTo>
                <a:cubicBezTo>
                  <a:pt x="74" y="150"/>
                  <a:pt x="79" y="129"/>
                  <a:pt x="81" y="106"/>
                </a:cubicBezTo>
                <a:lnTo>
                  <a:pt x="81" y="96"/>
                </a:lnTo>
                <a:lnTo>
                  <a:pt x="80" y="97"/>
                </a:lnTo>
                <a:cubicBezTo>
                  <a:pt x="79" y="97"/>
                  <a:pt x="78" y="98"/>
                  <a:pt x="76" y="98"/>
                </a:cubicBezTo>
                <a:cubicBezTo>
                  <a:pt x="74" y="99"/>
                  <a:pt x="73" y="100"/>
                  <a:pt x="71" y="101"/>
                </a:cubicBezTo>
                <a:cubicBezTo>
                  <a:pt x="69" y="102"/>
                  <a:pt x="67" y="103"/>
                  <a:pt x="64" y="103"/>
                </a:cubicBezTo>
                <a:cubicBezTo>
                  <a:pt x="60" y="103"/>
                  <a:pt x="57" y="103"/>
                  <a:pt x="53" y="103"/>
                </a:cubicBezTo>
                <a:cubicBezTo>
                  <a:pt x="38" y="103"/>
                  <a:pt x="26" y="99"/>
                  <a:pt x="16" y="89"/>
                </a:cubicBezTo>
                <a:lnTo>
                  <a:pt x="0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42" name=""/>
          <p:cNvSpPr/>
          <p:nvPr/>
        </p:nvSpPr>
        <p:spPr>
          <a:xfrm>
            <a:off x="5787000" y="4260600"/>
            <a:ext cx="104760" cy="202680"/>
          </a:xfrm>
          <a:custGeom>
            <a:avLst/>
            <a:gdLst/>
            <a:ahLst/>
            <a:rect l="0" t="0" r="r" b="b"/>
            <a:pathLst>
              <a:path w="291" h="563">
                <a:moveTo>
                  <a:pt x="111" y="74"/>
                </a:moveTo>
                <a:lnTo>
                  <a:pt x="100" y="78"/>
                </a:lnTo>
                <a:cubicBezTo>
                  <a:pt x="92" y="81"/>
                  <a:pt x="81" y="84"/>
                  <a:pt x="66" y="87"/>
                </a:cubicBezTo>
                <a:cubicBezTo>
                  <a:pt x="51" y="90"/>
                  <a:pt x="35" y="92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3" y="53"/>
                  <a:pt x="68" y="49"/>
                  <a:pt x="90" y="41"/>
                </a:cubicBezTo>
                <a:cubicBezTo>
                  <a:pt x="113" y="34"/>
                  <a:pt x="129" y="27"/>
                  <a:pt x="138" y="21"/>
                </a:cubicBezTo>
                <a:cubicBezTo>
                  <a:pt x="147" y="15"/>
                  <a:pt x="155" y="9"/>
                  <a:pt x="161" y="2"/>
                </a:cubicBezTo>
                <a:cubicBezTo>
                  <a:pt x="162" y="1"/>
                  <a:pt x="166" y="0"/>
                  <a:pt x="171" y="0"/>
                </a:cubicBezTo>
                <a:cubicBezTo>
                  <a:pt x="177" y="0"/>
                  <a:pt x="181" y="2"/>
                  <a:pt x="186" y="5"/>
                </a:cubicBezTo>
                <a:lnTo>
                  <a:pt x="186" y="258"/>
                </a:lnTo>
                <a:lnTo>
                  <a:pt x="187" y="512"/>
                </a:lnTo>
                <a:cubicBezTo>
                  <a:pt x="191" y="516"/>
                  <a:pt x="194" y="518"/>
                  <a:pt x="197" y="519"/>
                </a:cubicBezTo>
                <a:cubicBezTo>
                  <a:pt x="200" y="521"/>
                  <a:pt x="206" y="522"/>
                  <a:pt x="217" y="523"/>
                </a:cubicBezTo>
                <a:cubicBezTo>
                  <a:pt x="228" y="524"/>
                  <a:pt x="245" y="525"/>
                  <a:pt x="269" y="525"/>
                </a:cubicBezTo>
                <a:lnTo>
                  <a:pt x="291" y="525"/>
                </a:lnTo>
                <a:lnTo>
                  <a:pt x="291" y="563"/>
                </a:lnTo>
                <a:lnTo>
                  <a:pt x="282" y="563"/>
                </a:lnTo>
                <a:cubicBezTo>
                  <a:pt x="270" y="562"/>
                  <a:pt x="226" y="561"/>
                  <a:pt x="148" y="561"/>
                </a:cubicBezTo>
                <a:cubicBezTo>
                  <a:pt x="71" y="561"/>
                  <a:pt x="27" y="562"/>
                  <a:pt x="14" y="563"/>
                </a:cubicBezTo>
                <a:lnTo>
                  <a:pt x="4" y="563"/>
                </a:lnTo>
                <a:lnTo>
                  <a:pt x="4" y="525"/>
                </a:lnTo>
                <a:lnTo>
                  <a:pt x="27" y="525"/>
                </a:lnTo>
                <a:cubicBezTo>
                  <a:pt x="39" y="525"/>
                  <a:pt x="50" y="525"/>
                  <a:pt x="59" y="525"/>
                </a:cubicBezTo>
                <a:cubicBezTo>
                  <a:pt x="68" y="525"/>
                  <a:pt x="75" y="524"/>
                  <a:pt x="80" y="524"/>
                </a:cubicBezTo>
                <a:cubicBezTo>
                  <a:pt x="85" y="523"/>
                  <a:pt x="90" y="522"/>
                  <a:pt x="94" y="521"/>
                </a:cubicBezTo>
                <a:cubicBezTo>
                  <a:pt x="98" y="520"/>
                  <a:pt x="100" y="519"/>
                  <a:pt x="100" y="519"/>
                </a:cubicBezTo>
                <a:cubicBezTo>
                  <a:pt x="101" y="519"/>
                  <a:pt x="103" y="518"/>
                  <a:pt x="106" y="515"/>
                </a:cubicBezTo>
                <a:cubicBezTo>
                  <a:pt x="108" y="512"/>
                  <a:pt x="110" y="511"/>
                  <a:pt x="111" y="512"/>
                </a:cubicBezTo>
                <a:lnTo>
                  <a:pt x="111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43" name=""/>
          <p:cNvSpPr/>
          <p:nvPr/>
        </p:nvSpPr>
        <p:spPr>
          <a:xfrm>
            <a:off x="5925600" y="426060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9" y="68"/>
                </a:moveTo>
                <a:cubicBezTo>
                  <a:pt x="81" y="23"/>
                  <a:pt x="124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6"/>
                  <a:pt x="308" y="62"/>
                  <a:pt x="325" y="101"/>
                </a:cubicBezTo>
                <a:cubicBezTo>
                  <a:pt x="346" y="147"/>
                  <a:pt x="357" y="211"/>
                  <a:pt x="357" y="293"/>
                </a:cubicBezTo>
                <a:cubicBezTo>
                  <a:pt x="357" y="380"/>
                  <a:pt x="344" y="447"/>
                  <a:pt x="320" y="493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8" y="579"/>
                  <a:pt x="193" y="581"/>
                  <a:pt x="179" y="582"/>
                </a:cubicBezTo>
                <a:cubicBezTo>
                  <a:pt x="165" y="582"/>
                  <a:pt x="150" y="580"/>
                  <a:pt x="135" y="577"/>
                </a:cubicBezTo>
                <a:cubicBezTo>
                  <a:pt x="121" y="574"/>
                  <a:pt x="103" y="565"/>
                  <a:pt x="84" y="550"/>
                </a:cubicBezTo>
                <a:cubicBezTo>
                  <a:pt x="64" y="535"/>
                  <a:pt x="49" y="516"/>
                  <a:pt x="36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1"/>
                  <a:pt x="49" y="68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6" y="31"/>
                  <a:pt x="135" y="40"/>
                  <a:pt x="118" y="58"/>
                </a:cubicBezTo>
                <a:cubicBezTo>
                  <a:pt x="104" y="73"/>
                  <a:pt x="95" y="94"/>
                  <a:pt x="91" y="120"/>
                </a:cubicBezTo>
                <a:cubicBezTo>
                  <a:pt x="86" y="146"/>
                  <a:pt x="84" y="200"/>
                  <a:pt x="84" y="282"/>
                </a:cubicBezTo>
                <a:cubicBezTo>
                  <a:pt x="84" y="371"/>
                  <a:pt x="86" y="430"/>
                  <a:pt x="91" y="458"/>
                </a:cubicBezTo>
                <a:cubicBezTo>
                  <a:pt x="95" y="486"/>
                  <a:pt x="105" y="508"/>
                  <a:pt x="121" y="525"/>
                </a:cubicBezTo>
                <a:cubicBezTo>
                  <a:pt x="137" y="541"/>
                  <a:pt x="156" y="550"/>
                  <a:pt x="179" y="550"/>
                </a:cubicBezTo>
                <a:cubicBezTo>
                  <a:pt x="202" y="550"/>
                  <a:pt x="221" y="541"/>
                  <a:pt x="237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3" y="366"/>
                  <a:pt x="274" y="282"/>
                </a:cubicBezTo>
                <a:cubicBezTo>
                  <a:pt x="274" y="200"/>
                  <a:pt x="272" y="147"/>
                  <a:pt x="267" y="121"/>
                </a:cubicBezTo>
                <a:cubicBezTo>
                  <a:pt x="263" y="95"/>
                  <a:pt x="253" y="73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44" name=""/>
          <p:cNvSpPr/>
          <p:nvPr/>
        </p:nvSpPr>
        <p:spPr>
          <a:xfrm>
            <a:off x="6086520" y="4200480"/>
            <a:ext cx="86040" cy="143280"/>
          </a:xfrm>
          <a:custGeom>
            <a:avLst/>
            <a:gdLst/>
            <a:ahLst/>
            <a:rect l="0" t="0" r="r" b="b"/>
            <a:pathLst>
              <a:path w="239" h="398">
                <a:moveTo>
                  <a:pt x="35" y="142"/>
                </a:moveTo>
                <a:cubicBezTo>
                  <a:pt x="25" y="142"/>
                  <a:pt x="16" y="139"/>
                  <a:pt x="10" y="131"/>
                </a:cubicBezTo>
                <a:cubicBezTo>
                  <a:pt x="3" y="124"/>
                  <a:pt x="0" y="116"/>
                  <a:pt x="0" y="105"/>
                </a:cubicBezTo>
                <a:cubicBezTo>
                  <a:pt x="0" y="77"/>
                  <a:pt x="11" y="52"/>
                  <a:pt x="32" y="31"/>
                </a:cubicBezTo>
                <a:cubicBezTo>
                  <a:pt x="53" y="10"/>
                  <a:pt x="79" y="0"/>
                  <a:pt x="112" y="0"/>
                </a:cubicBezTo>
                <a:cubicBezTo>
                  <a:pt x="148" y="0"/>
                  <a:pt x="178" y="11"/>
                  <a:pt x="202" y="33"/>
                </a:cubicBezTo>
                <a:cubicBezTo>
                  <a:pt x="227" y="56"/>
                  <a:pt x="239" y="85"/>
                  <a:pt x="239" y="121"/>
                </a:cubicBezTo>
                <a:cubicBezTo>
                  <a:pt x="239" y="138"/>
                  <a:pt x="235" y="154"/>
                  <a:pt x="227" y="170"/>
                </a:cubicBezTo>
                <a:cubicBezTo>
                  <a:pt x="219" y="185"/>
                  <a:pt x="210" y="199"/>
                  <a:pt x="199" y="210"/>
                </a:cubicBezTo>
                <a:cubicBezTo>
                  <a:pt x="188" y="222"/>
                  <a:pt x="172" y="237"/>
                  <a:pt x="151" y="254"/>
                </a:cubicBezTo>
                <a:cubicBezTo>
                  <a:pt x="137" y="267"/>
                  <a:pt x="117" y="285"/>
                  <a:pt x="90" y="309"/>
                </a:cubicBezTo>
                <a:lnTo>
                  <a:pt x="55" y="343"/>
                </a:lnTo>
                <a:lnTo>
                  <a:pt x="100" y="343"/>
                </a:lnTo>
                <a:cubicBezTo>
                  <a:pt x="164" y="343"/>
                  <a:pt x="197" y="342"/>
                  <a:pt x="201" y="340"/>
                </a:cubicBezTo>
                <a:cubicBezTo>
                  <a:pt x="204" y="340"/>
                  <a:pt x="209" y="322"/>
                  <a:pt x="215" y="287"/>
                </a:cubicBezTo>
                <a:lnTo>
                  <a:pt x="215" y="286"/>
                </a:lnTo>
                <a:lnTo>
                  <a:pt x="239" y="286"/>
                </a:lnTo>
                <a:lnTo>
                  <a:pt x="239" y="287"/>
                </a:lnTo>
                <a:cubicBezTo>
                  <a:pt x="239" y="288"/>
                  <a:pt x="236" y="307"/>
                  <a:pt x="232" y="342"/>
                </a:cubicBezTo>
                <a:cubicBezTo>
                  <a:pt x="227" y="377"/>
                  <a:pt x="224" y="395"/>
                  <a:pt x="223" y="397"/>
                </a:cubicBezTo>
                <a:lnTo>
                  <a:pt x="223" y="398"/>
                </a:lnTo>
                <a:lnTo>
                  <a:pt x="0" y="398"/>
                </a:lnTo>
                <a:lnTo>
                  <a:pt x="0" y="387"/>
                </a:lnTo>
                <a:lnTo>
                  <a:pt x="0" y="380"/>
                </a:lnTo>
                <a:cubicBezTo>
                  <a:pt x="0" y="377"/>
                  <a:pt x="1" y="374"/>
                  <a:pt x="4" y="371"/>
                </a:cubicBezTo>
                <a:cubicBezTo>
                  <a:pt x="6" y="368"/>
                  <a:pt x="12" y="361"/>
                  <a:pt x="22" y="350"/>
                </a:cubicBezTo>
                <a:cubicBezTo>
                  <a:pt x="33" y="337"/>
                  <a:pt x="43" y="326"/>
                  <a:pt x="51" y="317"/>
                </a:cubicBezTo>
                <a:cubicBezTo>
                  <a:pt x="55" y="313"/>
                  <a:pt x="62" y="305"/>
                  <a:pt x="72" y="294"/>
                </a:cubicBezTo>
                <a:cubicBezTo>
                  <a:pt x="82" y="284"/>
                  <a:pt x="88" y="276"/>
                  <a:pt x="92" y="272"/>
                </a:cubicBezTo>
                <a:cubicBezTo>
                  <a:pt x="96" y="268"/>
                  <a:pt x="101" y="262"/>
                  <a:pt x="109" y="253"/>
                </a:cubicBezTo>
                <a:cubicBezTo>
                  <a:pt x="118" y="244"/>
                  <a:pt x="124" y="237"/>
                  <a:pt x="127" y="232"/>
                </a:cubicBezTo>
                <a:cubicBezTo>
                  <a:pt x="130" y="228"/>
                  <a:pt x="135" y="222"/>
                  <a:pt x="141" y="214"/>
                </a:cubicBezTo>
                <a:cubicBezTo>
                  <a:pt x="147" y="207"/>
                  <a:pt x="151" y="201"/>
                  <a:pt x="153" y="195"/>
                </a:cubicBezTo>
                <a:cubicBezTo>
                  <a:pt x="156" y="190"/>
                  <a:pt x="159" y="184"/>
                  <a:pt x="162" y="178"/>
                </a:cubicBezTo>
                <a:cubicBezTo>
                  <a:pt x="166" y="172"/>
                  <a:pt x="168" y="165"/>
                  <a:pt x="170" y="159"/>
                </a:cubicBezTo>
                <a:cubicBezTo>
                  <a:pt x="172" y="153"/>
                  <a:pt x="173" y="147"/>
                  <a:pt x="174" y="141"/>
                </a:cubicBezTo>
                <a:cubicBezTo>
                  <a:pt x="175" y="135"/>
                  <a:pt x="176" y="129"/>
                  <a:pt x="176" y="121"/>
                </a:cubicBezTo>
                <a:cubicBezTo>
                  <a:pt x="176" y="96"/>
                  <a:pt x="169" y="75"/>
                  <a:pt x="156" y="56"/>
                </a:cubicBezTo>
                <a:cubicBezTo>
                  <a:pt x="142" y="37"/>
                  <a:pt x="123" y="28"/>
                  <a:pt x="97" y="28"/>
                </a:cubicBezTo>
                <a:cubicBezTo>
                  <a:pt x="84" y="28"/>
                  <a:pt x="72" y="31"/>
                  <a:pt x="62" y="38"/>
                </a:cubicBezTo>
                <a:cubicBezTo>
                  <a:pt x="52" y="46"/>
                  <a:pt x="45" y="52"/>
                  <a:pt x="41" y="59"/>
                </a:cubicBezTo>
                <a:cubicBezTo>
                  <a:pt x="37" y="65"/>
                  <a:pt x="35" y="69"/>
                  <a:pt x="35" y="70"/>
                </a:cubicBezTo>
                <a:cubicBezTo>
                  <a:pt x="35" y="70"/>
                  <a:pt x="36" y="71"/>
                  <a:pt x="38" y="71"/>
                </a:cubicBezTo>
                <a:cubicBezTo>
                  <a:pt x="45" y="71"/>
                  <a:pt x="53" y="73"/>
                  <a:pt x="60" y="79"/>
                </a:cubicBezTo>
                <a:cubicBezTo>
                  <a:pt x="68" y="84"/>
                  <a:pt x="72" y="94"/>
                  <a:pt x="72" y="106"/>
                </a:cubicBezTo>
                <a:cubicBezTo>
                  <a:pt x="72" y="116"/>
                  <a:pt x="69" y="125"/>
                  <a:pt x="62" y="131"/>
                </a:cubicBezTo>
                <a:cubicBezTo>
                  <a:pt x="56" y="138"/>
                  <a:pt x="47" y="142"/>
                  <a:pt x="35" y="1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45" name=""/>
          <p:cNvSpPr/>
          <p:nvPr/>
        </p:nvSpPr>
        <p:spPr>
          <a:xfrm>
            <a:off x="6215400" y="4235040"/>
            <a:ext cx="72720" cy="304560"/>
          </a:xfrm>
          <a:custGeom>
            <a:avLst/>
            <a:gdLst/>
            <a:ahLst/>
            <a:rect l="0" t="0" r="r" b="b"/>
            <a:pathLst>
              <a:path w="202" h="846">
                <a:moveTo>
                  <a:pt x="4" y="1"/>
                </a:moveTo>
                <a:lnTo>
                  <a:pt x="7" y="0"/>
                </a:lnTo>
                <a:cubicBezTo>
                  <a:pt x="10" y="0"/>
                  <a:pt x="13" y="0"/>
                  <a:pt x="16" y="0"/>
                </a:cubicBezTo>
                <a:lnTo>
                  <a:pt x="26" y="0"/>
                </a:lnTo>
                <a:lnTo>
                  <a:pt x="49" y="20"/>
                </a:lnTo>
                <a:cubicBezTo>
                  <a:pt x="102" y="68"/>
                  <a:pt x="142" y="128"/>
                  <a:pt x="166" y="199"/>
                </a:cubicBezTo>
                <a:cubicBezTo>
                  <a:pt x="190" y="271"/>
                  <a:pt x="202" y="345"/>
                  <a:pt x="202" y="422"/>
                </a:cubicBezTo>
                <a:cubicBezTo>
                  <a:pt x="202" y="461"/>
                  <a:pt x="200" y="498"/>
                  <a:pt x="194" y="534"/>
                </a:cubicBezTo>
                <a:cubicBezTo>
                  <a:pt x="188" y="569"/>
                  <a:pt x="182" y="599"/>
                  <a:pt x="174" y="624"/>
                </a:cubicBezTo>
                <a:cubicBezTo>
                  <a:pt x="167" y="649"/>
                  <a:pt x="157" y="674"/>
                  <a:pt x="143" y="699"/>
                </a:cubicBezTo>
                <a:cubicBezTo>
                  <a:pt x="130" y="723"/>
                  <a:pt x="118" y="742"/>
                  <a:pt x="110" y="755"/>
                </a:cubicBezTo>
                <a:cubicBezTo>
                  <a:pt x="102" y="768"/>
                  <a:pt x="91" y="782"/>
                  <a:pt x="76" y="798"/>
                </a:cubicBezTo>
                <a:cubicBezTo>
                  <a:pt x="60" y="814"/>
                  <a:pt x="51" y="823"/>
                  <a:pt x="48" y="826"/>
                </a:cubicBezTo>
                <a:cubicBezTo>
                  <a:pt x="46" y="829"/>
                  <a:pt x="39" y="834"/>
                  <a:pt x="29" y="842"/>
                </a:cubicBezTo>
                <a:cubicBezTo>
                  <a:pt x="27" y="844"/>
                  <a:pt x="26" y="845"/>
                  <a:pt x="26" y="846"/>
                </a:cubicBezTo>
                <a:lnTo>
                  <a:pt x="16" y="846"/>
                </a:lnTo>
                <a:cubicBezTo>
                  <a:pt x="11" y="846"/>
                  <a:pt x="8" y="846"/>
                  <a:pt x="6" y="846"/>
                </a:cubicBezTo>
                <a:cubicBezTo>
                  <a:pt x="5" y="846"/>
                  <a:pt x="3" y="845"/>
                  <a:pt x="2" y="843"/>
                </a:cubicBezTo>
                <a:cubicBezTo>
                  <a:pt x="1" y="841"/>
                  <a:pt x="0" y="839"/>
                  <a:pt x="0" y="835"/>
                </a:cubicBezTo>
                <a:cubicBezTo>
                  <a:pt x="0" y="835"/>
                  <a:pt x="3" y="831"/>
                  <a:pt x="9" y="824"/>
                </a:cubicBezTo>
                <a:cubicBezTo>
                  <a:pt x="96" y="734"/>
                  <a:pt x="141" y="600"/>
                  <a:pt x="141" y="422"/>
                </a:cubicBezTo>
                <a:cubicBezTo>
                  <a:pt x="141" y="245"/>
                  <a:pt x="96" y="112"/>
                  <a:pt x="9" y="21"/>
                </a:cubicBezTo>
                <a:cubicBezTo>
                  <a:pt x="3" y="14"/>
                  <a:pt x="0" y="11"/>
                  <a:pt x="0" y="10"/>
                </a:cubicBezTo>
                <a:cubicBezTo>
                  <a:pt x="0" y="6"/>
                  <a:pt x="1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46" name=""/>
          <p:cNvSpPr/>
          <p:nvPr/>
        </p:nvSpPr>
        <p:spPr>
          <a:xfrm>
            <a:off x="6924600" y="4255560"/>
            <a:ext cx="261000" cy="207720"/>
          </a:xfrm>
          <a:custGeom>
            <a:avLst/>
            <a:gdLst/>
            <a:ahLst/>
            <a:rect l="0" t="0" r="r" b="b"/>
            <a:pathLst>
              <a:path w="725" h="577">
                <a:moveTo>
                  <a:pt x="172" y="38"/>
                </a:moveTo>
                <a:cubicBezTo>
                  <a:pt x="170" y="38"/>
                  <a:pt x="168" y="38"/>
                  <a:pt x="165" y="38"/>
                </a:cubicBezTo>
                <a:cubicBezTo>
                  <a:pt x="151" y="38"/>
                  <a:pt x="143" y="38"/>
                  <a:pt x="140" y="38"/>
                </a:cubicBezTo>
                <a:cubicBezTo>
                  <a:pt x="137" y="37"/>
                  <a:pt x="136" y="34"/>
                  <a:pt x="136" y="28"/>
                </a:cubicBezTo>
                <a:cubicBezTo>
                  <a:pt x="136" y="13"/>
                  <a:pt x="139" y="4"/>
                  <a:pt x="145" y="0"/>
                </a:cubicBezTo>
                <a:cubicBezTo>
                  <a:pt x="146" y="0"/>
                  <a:pt x="173" y="0"/>
                  <a:pt x="227" y="0"/>
                </a:cubicBezTo>
                <a:cubicBezTo>
                  <a:pt x="270" y="0"/>
                  <a:pt x="295" y="0"/>
                  <a:pt x="301" y="0"/>
                </a:cubicBezTo>
                <a:cubicBezTo>
                  <a:pt x="307" y="0"/>
                  <a:pt x="311" y="1"/>
                  <a:pt x="313" y="5"/>
                </a:cubicBezTo>
                <a:cubicBezTo>
                  <a:pt x="432" y="284"/>
                  <a:pt x="492" y="427"/>
                  <a:pt x="495" y="434"/>
                </a:cubicBezTo>
                <a:lnTo>
                  <a:pt x="540" y="255"/>
                </a:lnTo>
                <a:cubicBezTo>
                  <a:pt x="570" y="136"/>
                  <a:pt x="585" y="72"/>
                  <a:pt x="585" y="65"/>
                </a:cubicBezTo>
                <a:cubicBezTo>
                  <a:pt x="585" y="49"/>
                  <a:pt x="567" y="41"/>
                  <a:pt x="531" y="38"/>
                </a:cubicBezTo>
                <a:cubicBezTo>
                  <a:pt x="517" y="38"/>
                  <a:pt x="511" y="35"/>
                  <a:pt x="511" y="29"/>
                </a:cubicBezTo>
                <a:cubicBezTo>
                  <a:pt x="511" y="28"/>
                  <a:pt x="511" y="25"/>
                  <a:pt x="512" y="19"/>
                </a:cubicBezTo>
                <a:cubicBezTo>
                  <a:pt x="514" y="10"/>
                  <a:pt x="516" y="5"/>
                  <a:pt x="517" y="3"/>
                </a:cubicBezTo>
                <a:cubicBezTo>
                  <a:pt x="518" y="1"/>
                  <a:pt x="521" y="0"/>
                  <a:pt x="526" y="0"/>
                </a:cubicBezTo>
                <a:cubicBezTo>
                  <a:pt x="527" y="0"/>
                  <a:pt x="536" y="0"/>
                  <a:pt x="552" y="0"/>
                </a:cubicBezTo>
                <a:cubicBezTo>
                  <a:pt x="568" y="1"/>
                  <a:pt x="591" y="1"/>
                  <a:pt x="622" y="2"/>
                </a:cubicBezTo>
                <a:cubicBezTo>
                  <a:pt x="651" y="2"/>
                  <a:pt x="673" y="2"/>
                  <a:pt x="687" y="1"/>
                </a:cubicBezTo>
                <a:cubicBezTo>
                  <a:pt x="702" y="1"/>
                  <a:pt x="710" y="0"/>
                  <a:pt x="713" y="0"/>
                </a:cubicBezTo>
                <a:cubicBezTo>
                  <a:pt x="721" y="0"/>
                  <a:pt x="725" y="3"/>
                  <a:pt x="725" y="9"/>
                </a:cubicBezTo>
                <a:cubicBezTo>
                  <a:pt x="725" y="21"/>
                  <a:pt x="723" y="30"/>
                  <a:pt x="718" y="34"/>
                </a:cubicBezTo>
                <a:cubicBezTo>
                  <a:pt x="717" y="37"/>
                  <a:pt x="711" y="38"/>
                  <a:pt x="700" y="38"/>
                </a:cubicBezTo>
                <a:cubicBezTo>
                  <a:pt x="660" y="41"/>
                  <a:pt x="634" y="52"/>
                  <a:pt x="624" y="72"/>
                </a:cubicBezTo>
                <a:lnTo>
                  <a:pt x="498" y="571"/>
                </a:lnTo>
                <a:cubicBezTo>
                  <a:pt x="497" y="575"/>
                  <a:pt x="491" y="577"/>
                  <a:pt x="480" y="577"/>
                </a:cubicBezTo>
                <a:cubicBezTo>
                  <a:pt x="472" y="577"/>
                  <a:pt x="467" y="577"/>
                  <a:pt x="466" y="576"/>
                </a:cubicBezTo>
                <a:cubicBezTo>
                  <a:pt x="464" y="574"/>
                  <a:pt x="428" y="488"/>
                  <a:pt x="357" y="319"/>
                </a:cubicBezTo>
                <a:lnTo>
                  <a:pt x="250" y="66"/>
                </a:lnTo>
                <a:lnTo>
                  <a:pt x="195" y="286"/>
                </a:lnTo>
                <a:cubicBezTo>
                  <a:pt x="158" y="430"/>
                  <a:pt x="140" y="505"/>
                  <a:pt x="140" y="510"/>
                </a:cubicBezTo>
                <a:cubicBezTo>
                  <a:pt x="143" y="528"/>
                  <a:pt x="163" y="538"/>
                  <a:pt x="201" y="538"/>
                </a:cubicBezTo>
                <a:lnTo>
                  <a:pt x="209" y="538"/>
                </a:lnTo>
                <a:cubicBezTo>
                  <a:pt x="212" y="540"/>
                  <a:pt x="214" y="543"/>
                  <a:pt x="214" y="544"/>
                </a:cubicBezTo>
                <a:cubicBezTo>
                  <a:pt x="214" y="546"/>
                  <a:pt x="214" y="551"/>
                  <a:pt x="212" y="560"/>
                </a:cubicBezTo>
                <a:cubicBezTo>
                  <a:pt x="210" y="569"/>
                  <a:pt x="207" y="574"/>
                  <a:pt x="204" y="577"/>
                </a:cubicBezTo>
                <a:lnTo>
                  <a:pt x="193" y="577"/>
                </a:lnTo>
                <a:cubicBezTo>
                  <a:pt x="176" y="576"/>
                  <a:pt x="145" y="576"/>
                  <a:pt x="102" y="576"/>
                </a:cubicBezTo>
                <a:cubicBezTo>
                  <a:pt x="86" y="576"/>
                  <a:pt x="72" y="576"/>
                  <a:pt x="59" y="576"/>
                </a:cubicBezTo>
                <a:cubicBezTo>
                  <a:pt x="46" y="576"/>
                  <a:pt x="35" y="576"/>
                  <a:pt x="27" y="576"/>
                </a:cubicBezTo>
                <a:cubicBezTo>
                  <a:pt x="20" y="576"/>
                  <a:pt x="15" y="576"/>
                  <a:pt x="13" y="577"/>
                </a:cubicBezTo>
                <a:cubicBezTo>
                  <a:pt x="5" y="577"/>
                  <a:pt x="0" y="574"/>
                  <a:pt x="0" y="569"/>
                </a:cubicBezTo>
                <a:cubicBezTo>
                  <a:pt x="0" y="567"/>
                  <a:pt x="1" y="561"/>
                  <a:pt x="3" y="554"/>
                </a:cubicBezTo>
                <a:cubicBezTo>
                  <a:pt x="5" y="548"/>
                  <a:pt x="6" y="544"/>
                  <a:pt x="7" y="543"/>
                </a:cubicBezTo>
                <a:cubicBezTo>
                  <a:pt x="8" y="539"/>
                  <a:pt x="15" y="538"/>
                  <a:pt x="27" y="538"/>
                </a:cubicBezTo>
                <a:cubicBezTo>
                  <a:pt x="65" y="536"/>
                  <a:pt x="90" y="525"/>
                  <a:pt x="101" y="505"/>
                </a:cubicBezTo>
                <a:cubicBezTo>
                  <a:pt x="103" y="501"/>
                  <a:pt x="123" y="423"/>
                  <a:pt x="161" y="271"/>
                </a:cubicBezTo>
                <a:lnTo>
                  <a:pt x="218" y="41"/>
                </a:lnTo>
                <a:cubicBezTo>
                  <a:pt x="217" y="40"/>
                  <a:pt x="202" y="39"/>
                  <a:pt x="172" y="3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47" name=""/>
          <p:cNvSpPr/>
          <p:nvPr/>
        </p:nvSpPr>
        <p:spPr>
          <a:xfrm>
            <a:off x="7214040" y="423504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0" y="422"/>
                </a:moveTo>
                <a:cubicBezTo>
                  <a:pt x="0" y="383"/>
                  <a:pt x="2" y="346"/>
                  <a:pt x="8" y="312"/>
                </a:cubicBezTo>
                <a:cubicBezTo>
                  <a:pt x="14" y="277"/>
                  <a:pt x="20" y="247"/>
                  <a:pt x="28" y="221"/>
                </a:cubicBezTo>
                <a:cubicBezTo>
                  <a:pt x="35" y="196"/>
                  <a:pt x="45" y="171"/>
                  <a:pt x="59" y="147"/>
                </a:cubicBezTo>
                <a:cubicBezTo>
                  <a:pt x="72" y="123"/>
                  <a:pt x="83" y="104"/>
                  <a:pt x="91" y="90"/>
                </a:cubicBezTo>
                <a:cubicBezTo>
                  <a:pt x="99" y="77"/>
                  <a:pt x="111" y="62"/>
                  <a:pt x="126" y="46"/>
                </a:cubicBezTo>
                <a:cubicBezTo>
                  <a:pt x="142" y="31"/>
                  <a:pt x="151" y="21"/>
                  <a:pt x="154" y="18"/>
                </a:cubicBezTo>
                <a:cubicBezTo>
                  <a:pt x="157" y="14"/>
                  <a:pt x="165" y="8"/>
                  <a:pt x="176" y="0"/>
                </a:cubicBezTo>
                <a:lnTo>
                  <a:pt x="187" y="0"/>
                </a:lnTo>
                <a:lnTo>
                  <a:pt x="191" y="0"/>
                </a:lnTo>
                <a:cubicBezTo>
                  <a:pt x="199" y="0"/>
                  <a:pt x="203" y="2"/>
                  <a:pt x="203" y="8"/>
                </a:cubicBezTo>
                <a:cubicBezTo>
                  <a:pt x="203" y="9"/>
                  <a:pt x="198" y="15"/>
                  <a:pt x="188" y="25"/>
                </a:cubicBezTo>
                <a:cubicBezTo>
                  <a:pt x="179" y="35"/>
                  <a:pt x="167" y="50"/>
                  <a:pt x="153" y="70"/>
                </a:cubicBezTo>
                <a:cubicBezTo>
                  <a:pt x="139" y="90"/>
                  <a:pt x="125" y="114"/>
                  <a:pt x="111" y="143"/>
                </a:cubicBezTo>
                <a:cubicBezTo>
                  <a:pt x="97" y="171"/>
                  <a:pt x="85" y="210"/>
                  <a:pt x="76" y="259"/>
                </a:cubicBezTo>
                <a:cubicBezTo>
                  <a:pt x="66" y="308"/>
                  <a:pt x="61" y="363"/>
                  <a:pt x="61" y="422"/>
                </a:cubicBezTo>
                <a:cubicBezTo>
                  <a:pt x="61" y="483"/>
                  <a:pt x="66" y="537"/>
                  <a:pt x="76" y="585"/>
                </a:cubicBezTo>
                <a:cubicBezTo>
                  <a:pt x="85" y="634"/>
                  <a:pt x="97" y="673"/>
                  <a:pt x="110" y="703"/>
                </a:cubicBezTo>
                <a:cubicBezTo>
                  <a:pt x="124" y="733"/>
                  <a:pt x="138" y="757"/>
                  <a:pt x="152" y="775"/>
                </a:cubicBezTo>
                <a:cubicBezTo>
                  <a:pt x="167" y="794"/>
                  <a:pt x="179" y="809"/>
                  <a:pt x="188" y="820"/>
                </a:cubicBezTo>
                <a:cubicBezTo>
                  <a:pt x="198" y="831"/>
                  <a:pt x="203" y="837"/>
                  <a:pt x="203" y="838"/>
                </a:cubicBezTo>
                <a:cubicBezTo>
                  <a:pt x="203" y="843"/>
                  <a:pt x="198" y="846"/>
                  <a:pt x="190" y="846"/>
                </a:cubicBezTo>
                <a:lnTo>
                  <a:pt x="187" y="846"/>
                </a:lnTo>
                <a:lnTo>
                  <a:pt x="176" y="846"/>
                </a:lnTo>
                <a:lnTo>
                  <a:pt x="152" y="825"/>
                </a:lnTo>
                <a:cubicBezTo>
                  <a:pt x="99" y="777"/>
                  <a:pt x="60" y="718"/>
                  <a:pt x="36" y="646"/>
                </a:cubicBezTo>
                <a:cubicBezTo>
                  <a:pt x="12" y="575"/>
                  <a:pt x="0" y="500"/>
                  <a:pt x="0" y="42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48" name=""/>
          <p:cNvSpPr/>
          <p:nvPr/>
        </p:nvSpPr>
        <p:spPr>
          <a:xfrm>
            <a:off x="7318800" y="426060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7" y="431"/>
                </a:moveTo>
                <a:cubicBezTo>
                  <a:pt x="97" y="444"/>
                  <a:pt x="93" y="456"/>
                  <a:pt x="84" y="465"/>
                </a:cubicBezTo>
                <a:cubicBezTo>
                  <a:pt x="75" y="474"/>
                  <a:pt x="64" y="478"/>
                  <a:pt x="50" y="478"/>
                </a:cubicBezTo>
                <a:lnTo>
                  <a:pt x="44" y="478"/>
                </a:lnTo>
                <a:cubicBezTo>
                  <a:pt x="71" y="523"/>
                  <a:pt x="105" y="545"/>
                  <a:pt x="148" y="545"/>
                </a:cubicBezTo>
                <a:cubicBezTo>
                  <a:pt x="187" y="545"/>
                  <a:pt x="216" y="528"/>
                  <a:pt x="234" y="494"/>
                </a:cubicBezTo>
                <a:cubicBezTo>
                  <a:pt x="245" y="476"/>
                  <a:pt x="250" y="440"/>
                  <a:pt x="250" y="386"/>
                </a:cubicBezTo>
                <a:cubicBezTo>
                  <a:pt x="250" y="328"/>
                  <a:pt x="243" y="289"/>
                  <a:pt x="227" y="269"/>
                </a:cubicBezTo>
                <a:cubicBezTo>
                  <a:pt x="213" y="250"/>
                  <a:pt x="196" y="241"/>
                  <a:pt x="178" y="241"/>
                </a:cubicBezTo>
                <a:lnTo>
                  <a:pt x="173" y="241"/>
                </a:lnTo>
                <a:cubicBezTo>
                  <a:pt x="129" y="241"/>
                  <a:pt x="96" y="260"/>
                  <a:pt x="74" y="298"/>
                </a:cubicBezTo>
                <a:cubicBezTo>
                  <a:pt x="71" y="302"/>
                  <a:pt x="69" y="304"/>
                  <a:pt x="68" y="305"/>
                </a:cubicBezTo>
                <a:cubicBezTo>
                  <a:pt x="66" y="305"/>
                  <a:pt x="62" y="306"/>
                  <a:pt x="54" y="307"/>
                </a:cubicBezTo>
                <a:cubicBezTo>
                  <a:pt x="45" y="307"/>
                  <a:pt x="39" y="305"/>
                  <a:pt x="38" y="302"/>
                </a:cubicBezTo>
                <a:cubicBezTo>
                  <a:pt x="37" y="299"/>
                  <a:pt x="36" y="250"/>
                  <a:pt x="36" y="154"/>
                </a:cubicBezTo>
                <a:lnTo>
                  <a:pt x="36" y="44"/>
                </a:lnTo>
                <a:cubicBezTo>
                  <a:pt x="36" y="16"/>
                  <a:pt x="38" y="2"/>
                  <a:pt x="41" y="2"/>
                </a:cubicBezTo>
                <a:cubicBezTo>
                  <a:pt x="42" y="0"/>
                  <a:pt x="43" y="0"/>
                  <a:pt x="44" y="0"/>
                </a:cubicBezTo>
                <a:cubicBezTo>
                  <a:pt x="45" y="0"/>
                  <a:pt x="50" y="2"/>
                  <a:pt x="63" y="7"/>
                </a:cubicBezTo>
                <a:cubicBezTo>
                  <a:pt x="74" y="11"/>
                  <a:pt x="89" y="16"/>
                  <a:pt x="109" y="20"/>
                </a:cubicBezTo>
                <a:cubicBezTo>
                  <a:pt x="129" y="25"/>
                  <a:pt x="150" y="27"/>
                  <a:pt x="173" y="27"/>
                </a:cubicBezTo>
                <a:cubicBezTo>
                  <a:pt x="212" y="27"/>
                  <a:pt x="251" y="19"/>
                  <a:pt x="287" y="3"/>
                </a:cubicBezTo>
                <a:cubicBezTo>
                  <a:pt x="292" y="1"/>
                  <a:pt x="296" y="0"/>
                  <a:pt x="298" y="0"/>
                </a:cubicBezTo>
                <a:cubicBezTo>
                  <a:pt x="303" y="0"/>
                  <a:pt x="305" y="5"/>
                  <a:pt x="305" y="15"/>
                </a:cubicBezTo>
                <a:lnTo>
                  <a:pt x="305" y="26"/>
                </a:lnTo>
                <a:cubicBezTo>
                  <a:pt x="259" y="82"/>
                  <a:pt x="201" y="109"/>
                  <a:pt x="132" y="109"/>
                </a:cubicBezTo>
                <a:cubicBezTo>
                  <a:pt x="115" y="109"/>
                  <a:pt x="99" y="107"/>
                  <a:pt x="85" y="104"/>
                </a:cubicBezTo>
                <a:lnTo>
                  <a:pt x="76" y="102"/>
                </a:lnTo>
                <a:lnTo>
                  <a:pt x="76" y="247"/>
                </a:lnTo>
                <a:cubicBezTo>
                  <a:pt x="87" y="240"/>
                  <a:pt x="95" y="233"/>
                  <a:pt x="102" y="229"/>
                </a:cubicBezTo>
                <a:cubicBezTo>
                  <a:pt x="108" y="224"/>
                  <a:pt x="118" y="220"/>
                  <a:pt x="132" y="215"/>
                </a:cubicBezTo>
                <a:cubicBezTo>
                  <a:pt x="146" y="211"/>
                  <a:pt x="160" y="209"/>
                  <a:pt x="175" y="209"/>
                </a:cubicBezTo>
                <a:cubicBezTo>
                  <a:pt x="221" y="209"/>
                  <a:pt x="259" y="227"/>
                  <a:pt x="291" y="264"/>
                </a:cubicBezTo>
                <a:cubicBezTo>
                  <a:pt x="322" y="300"/>
                  <a:pt x="338" y="344"/>
                  <a:pt x="338" y="394"/>
                </a:cubicBezTo>
                <a:cubicBezTo>
                  <a:pt x="338" y="445"/>
                  <a:pt x="320" y="490"/>
                  <a:pt x="284" y="526"/>
                </a:cubicBezTo>
                <a:cubicBezTo>
                  <a:pt x="248" y="563"/>
                  <a:pt x="204" y="581"/>
                  <a:pt x="152" y="582"/>
                </a:cubicBezTo>
                <a:cubicBezTo>
                  <a:pt x="107" y="582"/>
                  <a:pt x="70" y="567"/>
                  <a:pt x="41" y="536"/>
                </a:cubicBezTo>
                <a:cubicBezTo>
                  <a:pt x="14" y="506"/>
                  <a:pt x="0" y="472"/>
                  <a:pt x="0" y="433"/>
                </a:cubicBezTo>
                <a:cubicBezTo>
                  <a:pt x="0" y="420"/>
                  <a:pt x="3" y="409"/>
                  <a:pt x="9" y="401"/>
                </a:cubicBezTo>
                <a:cubicBezTo>
                  <a:pt x="16" y="393"/>
                  <a:pt x="22" y="388"/>
                  <a:pt x="29" y="386"/>
                </a:cubicBezTo>
                <a:cubicBezTo>
                  <a:pt x="36" y="384"/>
                  <a:pt x="42" y="383"/>
                  <a:pt x="48" y="383"/>
                </a:cubicBezTo>
                <a:cubicBezTo>
                  <a:pt x="63" y="383"/>
                  <a:pt x="75" y="387"/>
                  <a:pt x="84" y="397"/>
                </a:cubicBezTo>
                <a:cubicBezTo>
                  <a:pt x="93" y="407"/>
                  <a:pt x="97" y="418"/>
                  <a:pt x="97" y="4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49" name=""/>
          <p:cNvSpPr/>
          <p:nvPr/>
        </p:nvSpPr>
        <p:spPr>
          <a:xfrm>
            <a:off x="7467480" y="426060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9" y="68"/>
                </a:moveTo>
                <a:cubicBezTo>
                  <a:pt x="81" y="23"/>
                  <a:pt x="124" y="0"/>
                  <a:pt x="178" y="0"/>
                </a:cubicBezTo>
                <a:cubicBezTo>
                  <a:pt x="205" y="0"/>
                  <a:pt x="233" y="7"/>
                  <a:pt x="260" y="22"/>
                </a:cubicBezTo>
                <a:cubicBezTo>
                  <a:pt x="287" y="36"/>
                  <a:pt x="309" y="62"/>
                  <a:pt x="325" y="101"/>
                </a:cubicBezTo>
                <a:cubicBezTo>
                  <a:pt x="346" y="147"/>
                  <a:pt x="357" y="211"/>
                  <a:pt x="357" y="293"/>
                </a:cubicBezTo>
                <a:cubicBezTo>
                  <a:pt x="357" y="380"/>
                  <a:pt x="345" y="447"/>
                  <a:pt x="320" y="493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8" y="579"/>
                  <a:pt x="193" y="581"/>
                  <a:pt x="179" y="582"/>
                </a:cubicBezTo>
                <a:cubicBezTo>
                  <a:pt x="165" y="582"/>
                  <a:pt x="150" y="580"/>
                  <a:pt x="135" y="577"/>
                </a:cubicBezTo>
                <a:cubicBezTo>
                  <a:pt x="121" y="574"/>
                  <a:pt x="104" y="565"/>
                  <a:pt x="84" y="550"/>
                </a:cubicBezTo>
                <a:cubicBezTo>
                  <a:pt x="64" y="535"/>
                  <a:pt x="49" y="516"/>
                  <a:pt x="37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1"/>
                  <a:pt x="49" y="68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6" y="31"/>
                  <a:pt x="135" y="40"/>
                  <a:pt x="118" y="58"/>
                </a:cubicBezTo>
                <a:cubicBezTo>
                  <a:pt x="104" y="73"/>
                  <a:pt x="95" y="94"/>
                  <a:pt x="91" y="120"/>
                </a:cubicBezTo>
                <a:cubicBezTo>
                  <a:pt x="86" y="146"/>
                  <a:pt x="84" y="200"/>
                  <a:pt x="84" y="282"/>
                </a:cubicBezTo>
                <a:cubicBezTo>
                  <a:pt x="84" y="371"/>
                  <a:pt x="86" y="430"/>
                  <a:pt x="91" y="458"/>
                </a:cubicBezTo>
                <a:cubicBezTo>
                  <a:pt x="95" y="486"/>
                  <a:pt x="105" y="508"/>
                  <a:pt x="121" y="525"/>
                </a:cubicBezTo>
                <a:cubicBezTo>
                  <a:pt x="137" y="541"/>
                  <a:pt x="156" y="550"/>
                  <a:pt x="179" y="550"/>
                </a:cubicBezTo>
                <a:cubicBezTo>
                  <a:pt x="202" y="550"/>
                  <a:pt x="221" y="541"/>
                  <a:pt x="237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3" y="366"/>
                  <a:pt x="274" y="282"/>
                </a:cubicBezTo>
                <a:cubicBezTo>
                  <a:pt x="274" y="200"/>
                  <a:pt x="272" y="147"/>
                  <a:pt x="267" y="121"/>
                </a:cubicBezTo>
                <a:cubicBezTo>
                  <a:pt x="263" y="95"/>
                  <a:pt x="253" y="73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50" name=""/>
          <p:cNvSpPr/>
          <p:nvPr/>
        </p:nvSpPr>
        <p:spPr>
          <a:xfrm>
            <a:off x="7631280" y="4426200"/>
            <a:ext cx="40680" cy="96120"/>
          </a:xfrm>
          <a:custGeom>
            <a:avLst/>
            <a:gdLst/>
            <a:ahLst/>
            <a:rect l="0" t="0" r="r" b="b"/>
            <a:pathLst>
              <a:path w="113" h="267">
                <a:moveTo>
                  <a:pt x="0" y="73"/>
                </a:moveTo>
                <a:cubicBezTo>
                  <a:pt x="0" y="73"/>
                  <a:pt x="0" y="66"/>
                  <a:pt x="0" y="52"/>
                </a:cubicBezTo>
                <a:cubicBezTo>
                  <a:pt x="0" y="38"/>
                  <a:pt x="5" y="26"/>
                  <a:pt x="14" y="15"/>
                </a:cubicBezTo>
                <a:cubicBezTo>
                  <a:pt x="23" y="5"/>
                  <a:pt x="35" y="0"/>
                  <a:pt x="50" y="0"/>
                </a:cubicBezTo>
                <a:cubicBezTo>
                  <a:pt x="67" y="0"/>
                  <a:pt x="81" y="7"/>
                  <a:pt x="93" y="21"/>
                </a:cubicBezTo>
                <a:cubicBezTo>
                  <a:pt x="106" y="35"/>
                  <a:pt x="112" y="60"/>
                  <a:pt x="113" y="97"/>
                </a:cubicBezTo>
                <a:cubicBezTo>
                  <a:pt x="113" y="116"/>
                  <a:pt x="110" y="135"/>
                  <a:pt x="105" y="154"/>
                </a:cubicBezTo>
                <a:cubicBezTo>
                  <a:pt x="100" y="173"/>
                  <a:pt x="94" y="189"/>
                  <a:pt x="87" y="202"/>
                </a:cubicBezTo>
                <a:cubicBezTo>
                  <a:pt x="81" y="216"/>
                  <a:pt x="73" y="227"/>
                  <a:pt x="66" y="237"/>
                </a:cubicBezTo>
                <a:cubicBezTo>
                  <a:pt x="57" y="246"/>
                  <a:pt x="50" y="254"/>
                  <a:pt x="44" y="260"/>
                </a:cubicBezTo>
                <a:cubicBezTo>
                  <a:pt x="39" y="265"/>
                  <a:pt x="35" y="268"/>
                  <a:pt x="33" y="267"/>
                </a:cubicBezTo>
                <a:cubicBezTo>
                  <a:pt x="31" y="267"/>
                  <a:pt x="27" y="265"/>
                  <a:pt x="22" y="260"/>
                </a:cubicBezTo>
                <a:cubicBezTo>
                  <a:pt x="17" y="255"/>
                  <a:pt x="15" y="251"/>
                  <a:pt x="15" y="249"/>
                </a:cubicBezTo>
                <a:cubicBezTo>
                  <a:pt x="15" y="246"/>
                  <a:pt x="18" y="242"/>
                  <a:pt x="24" y="235"/>
                </a:cubicBezTo>
                <a:cubicBezTo>
                  <a:pt x="30" y="228"/>
                  <a:pt x="37" y="220"/>
                  <a:pt x="45" y="210"/>
                </a:cubicBezTo>
                <a:cubicBezTo>
                  <a:pt x="53" y="200"/>
                  <a:pt x="61" y="186"/>
                  <a:pt x="68" y="168"/>
                </a:cubicBezTo>
                <a:cubicBezTo>
                  <a:pt x="75" y="150"/>
                  <a:pt x="79" y="129"/>
                  <a:pt x="82" y="106"/>
                </a:cubicBezTo>
                <a:lnTo>
                  <a:pt x="82" y="96"/>
                </a:lnTo>
                <a:lnTo>
                  <a:pt x="81" y="97"/>
                </a:lnTo>
                <a:cubicBezTo>
                  <a:pt x="80" y="97"/>
                  <a:pt x="78" y="98"/>
                  <a:pt x="77" y="98"/>
                </a:cubicBezTo>
                <a:cubicBezTo>
                  <a:pt x="75" y="99"/>
                  <a:pt x="73" y="100"/>
                  <a:pt x="71" y="101"/>
                </a:cubicBezTo>
                <a:cubicBezTo>
                  <a:pt x="70" y="102"/>
                  <a:pt x="67" y="103"/>
                  <a:pt x="64" y="103"/>
                </a:cubicBezTo>
                <a:cubicBezTo>
                  <a:pt x="60" y="103"/>
                  <a:pt x="56" y="103"/>
                  <a:pt x="53" y="103"/>
                </a:cubicBezTo>
                <a:cubicBezTo>
                  <a:pt x="37" y="103"/>
                  <a:pt x="25" y="99"/>
                  <a:pt x="16" y="89"/>
                </a:cubicBezTo>
                <a:lnTo>
                  <a:pt x="0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51" name=""/>
          <p:cNvSpPr/>
          <p:nvPr/>
        </p:nvSpPr>
        <p:spPr>
          <a:xfrm>
            <a:off x="7768080" y="4260600"/>
            <a:ext cx="105120" cy="202680"/>
          </a:xfrm>
          <a:custGeom>
            <a:avLst/>
            <a:gdLst/>
            <a:ahLst/>
            <a:rect l="0" t="0" r="r" b="b"/>
            <a:pathLst>
              <a:path w="292" h="563">
                <a:moveTo>
                  <a:pt x="111" y="74"/>
                </a:moveTo>
                <a:lnTo>
                  <a:pt x="100" y="78"/>
                </a:lnTo>
                <a:cubicBezTo>
                  <a:pt x="92" y="81"/>
                  <a:pt x="81" y="84"/>
                  <a:pt x="66" y="87"/>
                </a:cubicBezTo>
                <a:cubicBezTo>
                  <a:pt x="52" y="90"/>
                  <a:pt x="35" y="92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4" y="53"/>
                  <a:pt x="68" y="49"/>
                  <a:pt x="91" y="41"/>
                </a:cubicBezTo>
                <a:cubicBezTo>
                  <a:pt x="113" y="34"/>
                  <a:pt x="129" y="27"/>
                  <a:pt x="138" y="21"/>
                </a:cubicBezTo>
                <a:cubicBezTo>
                  <a:pt x="147" y="15"/>
                  <a:pt x="155" y="9"/>
                  <a:pt x="162" y="2"/>
                </a:cubicBezTo>
                <a:cubicBezTo>
                  <a:pt x="163" y="1"/>
                  <a:pt x="166" y="0"/>
                  <a:pt x="172" y="0"/>
                </a:cubicBezTo>
                <a:cubicBezTo>
                  <a:pt x="177" y="0"/>
                  <a:pt x="182" y="2"/>
                  <a:pt x="186" y="5"/>
                </a:cubicBezTo>
                <a:lnTo>
                  <a:pt x="186" y="258"/>
                </a:lnTo>
                <a:lnTo>
                  <a:pt x="187" y="512"/>
                </a:lnTo>
                <a:cubicBezTo>
                  <a:pt x="191" y="516"/>
                  <a:pt x="194" y="518"/>
                  <a:pt x="197" y="519"/>
                </a:cubicBezTo>
                <a:cubicBezTo>
                  <a:pt x="200" y="521"/>
                  <a:pt x="207" y="522"/>
                  <a:pt x="217" y="523"/>
                </a:cubicBezTo>
                <a:cubicBezTo>
                  <a:pt x="228" y="524"/>
                  <a:pt x="246" y="525"/>
                  <a:pt x="270" y="525"/>
                </a:cubicBezTo>
                <a:lnTo>
                  <a:pt x="292" y="525"/>
                </a:lnTo>
                <a:lnTo>
                  <a:pt x="292" y="563"/>
                </a:lnTo>
                <a:lnTo>
                  <a:pt x="282" y="563"/>
                </a:lnTo>
                <a:cubicBezTo>
                  <a:pt x="271" y="562"/>
                  <a:pt x="226" y="561"/>
                  <a:pt x="148" y="561"/>
                </a:cubicBezTo>
                <a:cubicBezTo>
                  <a:pt x="72" y="561"/>
                  <a:pt x="26" y="562"/>
                  <a:pt x="15" y="563"/>
                </a:cubicBezTo>
                <a:lnTo>
                  <a:pt x="4" y="563"/>
                </a:lnTo>
                <a:lnTo>
                  <a:pt x="4" y="525"/>
                </a:lnTo>
                <a:lnTo>
                  <a:pt x="26" y="525"/>
                </a:lnTo>
                <a:cubicBezTo>
                  <a:pt x="40" y="525"/>
                  <a:pt x="50" y="525"/>
                  <a:pt x="59" y="525"/>
                </a:cubicBezTo>
                <a:cubicBezTo>
                  <a:pt x="68" y="525"/>
                  <a:pt x="75" y="524"/>
                  <a:pt x="81" y="524"/>
                </a:cubicBezTo>
                <a:cubicBezTo>
                  <a:pt x="86" y="523"/>
                  <a:pt x="90" y="522"/>
                  <a:pt x="94" y="521"/>
                </a:cubicBezTo>
                <a:cubicBezTo>
                  <a:pt x="98" y="520"/>
                  <a:pt x="100" y="519"/>
                  <a:pt x="101" y="519"/>
                </a:cubicBezTo>
                <a:cubicBezTo>
                  <a:pt x="101" y="519"/>
                  <a:pt x="103" y="518"/>
                  <a:pt x="106" y="515"/>
                </a:cubicBezTo>
                <a:cubicBezTo>
                  <a:pt x="109" y="512"/>
                  <a:pt x="110" y="511"/>
                  <a:pt x="111" y="512"/>
                </a:cubicBezTo>
                <a:lnTo>
                  <a:pt x="111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52" name=""/>
          <p:cNvSpPr/>
          <p:nvPr/>
        </p:nvSpPr>
        <p:spPr>
          <a:xfrm>
            <a:off x="7910280" y="426060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6" y="431"/>
                </a:moveTo>
                <a:cubicBezTo>
                  <a:pt x="96" y="444"/>
                  <a:pt x="91" y="456"/>
                  <a:pt x="82" y="465"/>
                </a:cubicBezTo>
                <a:cubicBezTo>
                  <a:pt x="73" y="474"/>
                  <a:pt x="62" y="478"/>
                  <a:pt x="49" y="478"/>
                </a:cubicBezTo>
                <a:lnTo>
                  <a:pt x="44" y="478"/>
                </a:lnTo>
                <a:cubicBezTo>
                  <a:pt x="69" y="523"/>
                  <a:pt x="105" y="545"/>
                  <a:pt x="148" y="545"/>
                </a:cubicBezTo>
                <a:cubicBezTo>
                  <a:pt x="187" y="545"/>
                  <a:pt x="216" y="528"/>
                  <a:pt x="234" y="494"/>
                </a:cubicBezTo>
                <a:cubicBezTo>
                  <a:pt x="244" y="476"/>
                  <a:pt x="250" y="440"/>
                  <a:pt x="250" y="386"/>
                </a:cubicBezTo>
                <a:cubicBezTo>
                  <a:pt x="250" y="328"/>
                  <a:pt x="242" y="289"/>
                  <a:pt x="227" y="269"/>
                </a:cubicBezTo>
                <a:cubicBezTo>
                  <a:pt x="212" y="250"/>
                  <a:pt x="196" y="241"/>
                  <a:pt x="178" y="241"/>
                </a:cubicBezTo>
                <a:lnTo>
                  <a:pt x="173" y="241"/>
                </a:lnTo>
                <a:cubicBezTo>
                  <a:pt x="129" y="241"/>
                  <a:pt x="95" y="260"/>
                  <a:pt x="72" y="298"/>
                </a:cubicBezTo>
                <a:cubicBezTo>
                  <a:pt x="70" y="302"/>
                  <a:pt x="68" y="304"/>
                  <a:pt x="66" y="305"/>
                </a:cubicBezTo>
                <a:cubicBezTo>
                  <a:pt x="65" y="305"/>
                  <a:pt x="60" y="306"/>
                  <a:pt x="54" y="307"/>
                </a:cubicBezTo>
                <a:cubicBezTo>
                  <a:pt x="44" y="307"/>
                  <a:pt x="39" y="305"/>
                  <a:pt x="38" y="302"/>
                </a:cubicBezTo>
                <a:cubicBezTo>
                  <a:pt x="36" y="299"/>
                  <a:pt x="36" y="250"/>
                  <a:pt x="36" y="154"/>
                </a:cubicBezTo>
                <a:lnTo>
                  <a:pt x="36" y="44"/>
                </a:lnTo>
                <a:cubicBezTo>
                  <a:pt x="36" y="16"/>
                  <a:pt x="37" y="2"/>
                  <a:pt x="40" y="2"/>
                </a:cubicBezTo>
                <a:cubicBezTo>
                  <a:pt x="41" y="0"/>
                  <a:pt x="42" y="0"/>
                  <a:pt x="44" y="0"/>
                </a:cubicBezTo>
                <a:cubicBezTo>
                  <a:pt x="44" y="0"/>
                  <a:pt x="50" y="2"/>
                  <a:pt x="61" y="7"/>
                </a:cubicBezTo>
                <a:cubicBezTo>
                  <a:pt x="73" y="11"/>
                  <a:pt x="88" y="16"/>
                  <a:pt x="109" y="20"/>
                </a:cubicBezTo>
                <a:cubicBezTo>
                  <a:pt x="128" y="25"/>
                  <a:pt x="150" y="27"/>
                  <a:pt x="172" y="27"/>
                </a:cubicBezTo>
                <a:cubicBezTo>
                  <a:pt x="212" y="27"/>
                  <a:pt x="250" y="19"/>
                  <a:pt x="287" y="3"/>
                </a:cubicBezTo>
                <a:cubicBezTo>
                  <a:pt x="291" y="1"/>
                  <a:pt x="295" y="0"/>
                  <a:pt x="298" y="0"/>
                </a:cubicBezTo>
                <a:cubicBezTo>
                  <a:pt x="302" y="0"/>
                  <a:pt x="305" y="5"/>
                  <a:pt x="305" y="15"/>
                </a:cubicBezTo>
                <a:lnTo>
                  <a:pt x="305" y="26"/>
                </a:lnTo>
                <a:cubicBezTo>
                  <a:pt x="259" y="82"/>
                  <a:pt x="201" y="109"/>
                  <a:pt x="132" y="109"/>
                </a:cubicBezTo>
                <a:cubicBezTo>
                  <a:pt x="114" y="109"/>
                  <a:pt x="97" y="107"/>
                  <a:pt x="83" y="104"/>
                </a:cubicBezTo>
                <a:lnTo>
                  <a:pt x="75" y="102"/>
                </a:lnTo>
                <a:lnTo>
                  <a:pt x="75" y="247"/>
                </a:lnTo>
                <a:cubicBezTo>
                  <a:pt x="85" y="240"/>
                  <a:pt x="94" y="233"/>
                  <a:pt x="100" y="229"/>
                </a:cubicBezTo>
                <a:cubicBezTo>
                  <a:pt x="107" y="224"/>
                  <a:pt x="117" y="220"/>
                  <a:pt x="132" y="215"/>
                </a:cubicBezTo>
                <a:cubicBezTo>
                  <a:pt x="146" y="211"/>
                  <a:pt x="160" y="209"/>
                  <a:pt x="175" y="209"/>
                </a:cubicBezTo>
                <a:cubicBezTo>
                  <a:pt x="220" y="209"/>
                  <a:pt x="259" y="227"/>
                  <a:pt x="290" y="264"/>
                </a:cubicBezTo>
                <a:cubicBezTo>
                  <a:pt x="322" y="300"/>
                  <a:pt x="338" y="344"/>
                  <a:pt x="338" y="394"/>
                </a:cubicBezTo>
                <a:cubicBezTo>
                  <a:pt x="338" y="445"/>
                  <a:pt x="320" y="490"/>
                  <a:pt x="284" y="526"/>
                </a:cubicBezTo>
                <a:cubicBezTo>
                  <a:pt x="248" y="563"/>
                  <a:pt x="204" y="581"/>
                  <a:pt x="152" y="582"/>
                </a:cubicBezTo>
                <a:cubicBezTo>
                  <a:pt x="106" y="582"/>
                  <a:pt x="69" y="567"/>
                  <a:pt x="41" y="536"/>
                </a:cubicBezTo>
                <a:cubicBezTo>
                  <a:pt x="13" y="506"/>
                  <a:pt x="0" y="472"/>
                  <a:pt x="0" y="433"/>
                </a:cubicBezTo>
                <a:cubicBezTo>
                  <a:pt x="0" y="420"/>
                  <a:pt x="3" y="409"/>
                  <a:pt x="9" y="401"/>
                </a:cubicBezTo>
                <a:cubicBezTo>
                  <a:pt x="15" y="393"/>
                  <a:pt x="22" y="388"/>
                  <a:pt x="28" y="386"/>
                </a:cubicBezTo>
                <a:cubicBezTo>
                  <a:pt x="35" y="384"/>
                  <a:pt x="42" y="383"/>
                  <a:pt x="48" y="383"/>
                </a:cubicBezTo>
                <a:cubicBezTo>
                  <a:pt x="62" y="383"/>
                  <a:pt x="73" y="387"/>
                  <a:pt x="82" y="397"/>
                </a:cubicBezTo>
                <a:cubicBezTo>
                  <a:pt x="91" y="407"/>
                  <a:pt x="96" y="418"/>
                  <a:pt x="96" y="4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53" name=""/>
          <p:cNvSpPr/>
          <p:nvPr/>
        </p:nvSpPr>
        <p:spPr>
          <a:xfrm>
            <a:off x="8067600" y="4200480"/>
            <a:ext cx="86400" cy="143280"/>
          </a:xfrm>
          <a:custGeom>
            <a:avLst/>
            <a:gdLst/>
            <a:ahLst/>
            <a:rect l="0" t="0" r="r" b="b"/>
            <a:pathLst>
              <a:path w="240" h="398">
                <a:moveTo>
                  <a:pt x="36" y="142"/>
                </a:moveTo>
                <a:cubicBezTo>
                  <a:pt x="25" y="142"/>
                  <a:pt x="16" y="139"/>
                  <a:pt x="10" y="131"/>
                </a:cubicBezTo>
                <a:cubicBezTo>
                  <a:pt x="4" y="124"/>
                  <a:pt x="0" y="116"/>
                  <a:pt x="0" y="105"/>
                </a:cubicBezTo>
                <a:cubicBezTo>
                  <a:pt x="0" y="77"/>
                  <a:pt x="11" y="52"/>
                  <a:pt x="32" y="31"/>
                </a:cubicBezTo>
                <a:cubicBezTo>
                  <a:pt x="53" y="10"/>
                  <a:pt x="79" y="0"/>
                  <a:pt x="112" y="0"/>
                </a:cubicBezTo>
                <a:cubicBezTo>
                  <a:pt x="148" y="0"/>
                  <a:pt x="178" y="11"/>
                  <a:pt x="203" y="33"/>
                </a:cubicBezTo>
                <a:cubicBezTo>
                  <a:pt x="227" y="56"/>
                  <a:pt x="239" y="85"/>
                  <a:pt x="240" y="121"/>
                </a:cubicBezTo>
                <a:cubicBezTo>
                  <a:pt x="240" y="138"/>
                  <a:pt x="236" y="154"/>
                  <a:pt x="228" y="170"/>
                </a:cubicBezTo>
                <a:cubicBezTo>
                  <a:pt x="220" y="185"/>
                  <a:pt x="210" y="199"/>
                  <a:pt x="199" y="210"/>
                </a:cubicBezTo>
                <a:cubicBezTo>
                  <a:pt x="188" y="222"/>
                  <a:pt x="172" y="237"/>
                  <a:pt x="151" y="254"/>
                </a:cubicBezTo>
                <a:cubicBezTo>
                  <a:pt x="137" y="267"/>
                  <a:pt x="117" y="285"/>
                  <a:pt x="92" y="309"/>
                </a:cubicBezTo>
                <a:lnTo>
                  <a:pt x="55" y="343"/>
                </a:lnTo>
                <a:lnTo>
                  <a:pt x="102" y="343"/>
                </a:lnTo>
                <a:cubicBezTo>
                  <a:pt x="164" y="343"/>
                  <a:pt x="197" y="342"/>
                  <a:pt x="201" y="340"/>
                </a:cubicBezTo>
                <a:cubicBezTo>
                  <a:pt x="204" y="340"/>
                  <a:pt x="209" y="322"/>
                  <a:pt x="216" y="287"/>
                </a:cubicBezTo>
                <a:lnTo>
                  <a:pt x="216" y="286"/>
                </a:lnTo>
                <a:lnTo>
                  <a:pt x="240" y="286"/>
                </a:lnTo>
                <a:lnTo>
                  <a:pt x="240" y="287"/>
                </a:lnTo>
                <a:cubicBezTo>
                  <a:pt x="239" y="288"/>
                  <a:pt x="237" y="307"/>
                  <a:pt x="232" y="342"/>
                </a:cubicBezTo>
                <a:cubicBezTo>
                  <a:pt x="227" y="377"/>
                  <a:pt x="224" y="395"/>
                  <a:pt x="223" y="397"/>
                </a:cubicBezTo>
                <a:lnTo>
                  <a:pt x="223" y="398"/>
                </a:lnTo>
                <a:lnTo>
                  <a:pt x="0" y="398"/>
                </a:lnTo>
                <a:lnTo>
                  <a:pt x="0" y="387"/>
                </a:lnTo>
                <a:lnTo>
                  <a:pt x="0" y="380"/>
                </a:lnTo>
                <a:cubicBezTo>
                  <a:pt x="0" y="377"/>
                  <a:pt x="2" y="374"/>
                  <a:pt x="4" y="371"/>
                </a:cubicBezTo>
                <a:cubicBezTo>
                  <a:pt x="6" y="368"/>
                  <a:pt x="12" y="361"/>
                  <a:pt x="22" y="350"/>
                </a:cubicBezTo>
                <a:cubicBezTo>
                  <a:pt x="33" y="337"/>
                  <a:pt x="43" y="326"/>
                  <a:pt x="52" y="317"/>
                </a:cubicBezTo>
                <a:cubicBezTo>
                  <a:pt x="55" y="313"/>
                  <a:pt x="62" y="305"/>
                  <a:pt x="72" y="294"/>
                </a:cubicBezTo>
                <a:cubicBezTo>
                  <a:pt x="83" y="284"/>
                  <a:pt x="90" y="276"/>
                  <a:pt x="93" y="272"/>
                </a:cubicBezTo>
                <a:cubicBezTo>
                  <a:pt x="97" y="268"/>
                  <a:pt x="103" y="262"/>
                  <a:pt x="111" y="253"/>
                </a:cubicBezTo>
                <a:cubicBezTo>
                  <a:pt x="119" y="244"/>
                  <a:pt x="124" y="237"/>
                  <a:pt x="127" y="232"/>
                </a:cubicBezTo>
                <a:cubicBezTo>
                  <a:pt x="131" y="228"/>
                  <a:pt x="135" y="222"/>
                  <a:pt x="141" y="214"/>
                </a:cubicBezTo>
                <a:cubicBezTo>
                  <a:pt x="147" y="207"/>
                  <a:pt x="151" y="201"/>
                  <a:pt x="154" y="195"/>
                </a:cubicBezTo>
                <a:cubicBezTo>
                  <a:pt x="156" y="190"/>
                  <a:pt x="159" y="184"/>
                  <a:pt x="163" y="178"/>
                </a:cubicBezTo>
                <a:cubicBezTo>
                  <a:pt x="166" y="172"/>
                  <a:pt x="169" y="165"/>
                  <a:pt x="170" y="159"/>
                </a:cubicBezTo>
                <a:cubicBezTo>
                  <a:pt x="172" y="153"/>
                  <a:pt x="173" y="147"/>
                  <a:pt x="175" y="141"/>
                </a:cubicBezTo>
                <a:cubicBezTo>
                  <a:pt x="176" y="135"/>
                  <a:pt x="176" y="129"/>
                  <a:pt x="176" y="121"/>
                </a:cubicBezTo>
                <a:cubicBezTo>
                  <a:pt x="176" y="96"/>
                  <a:pt x="170" y="75"/>
                  <a:pt x="156" y="56"/>
                </a:cubicBezTo>
                <a:cubicBezTo>
                  <a:pt x="143" y="37"/>
                  <a:pt x="123" y="28"/>
                  <a:pt x="98" y="28"/>
                </a:cubicBezTo>
                <a:cubicBezTo>
                  <a:pt x="85" y="28"/>
                  <a:pt x="72" y="31"/>
                  <a:pt x="63" y="38"/>
                </a:cubicBezTo>
                <a:cubicBezTo>
                  <a:pt x="53" y="46"/>
                  <a:pt x="46" y="52"/>
                  <a:pt x="42" y="59"/>
                </a:cubicBezTo>
                <a:cubicBezTo>
                  <a:pt x="38" y="65"/>
                  <a:pt x="36" y="69"/>
                  <a:pt x="36" y="70"/>
                </a:cubicBezTo>
                <a:cubicBezTo>
                  <a:pt x="36" y="70"/>
                  <a:pt x="37" y="71"/>
                  <a:pt x="39" y="71"/>
                </a:cubicBezTo>
                <a:cubicBezTo>
                  <a:pt x="46" y="71"/>
                  <a:pt x="53" y="73"/>
                  <a:pt x="61" y="79"/>
                </a:cubicBezTo>
                <a:cubicBezTo>
                  <a:pt x="68" y="84"/>
                  <a:pt x="72" y="94"/>
                  <a:pt x="72" y="106"/>
                </a:cubicBezTo>
                <a:cubicBezTo>
                  <a:pt x="72" y="116"/>
                  <a:pt x="69" y="125"/>
                  <a:pt x="63" y="131"/>
                </a:cubicBezTo>
                <a:cubicBezTo>
                  <a:pt x="56" y="138"/>
                  <a:pt x="47" y="142"/>
                  <a:pt x="36" y="1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54" name=""/>
          <p:cNvSpPr/>
          <p:nvPr/>
        </p:nvSpPr>
        <p:spPr>
          <a:xfrm>
            <a:off x="8196480" y="423504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4" y="1"/>
                </a:moveTo>
                <a:lnTo>
                  <a:pt x="7" y="0"/>
                </a:lnTo>
                <a:cubicBezTo>
                  <a:pt x="10" y="0"/>
                  <a:pt x="13" y="0"/>
                  <a:pt x="16" y="0"/>
                </a:cubicBezTo>
                <a:lnTo>
                  <a:pt x="26" y="0"/>
                </a:lnTo>
                <a:lnTo>
                  <a:pt x="51" y="20"/>
                </a:lnTo>
                <a:cubicBezTo>
                  <a:pt x="104" y="68"/>
                  <a:pt x="142" y="128"/>
                  <a:pt x="166" y="199"/>
                </a:cubicBezTo>
                <a:cubicBezTo>
                  <a:pt x="191" y="271"/>
                  <a:pt x="203" y="345"/>
                  <a:pt x="203" y="422"/>
                </a:cubicBezTo>
                <a:cubicBezTo>
                  <a:pt x="203" y="461"/>
                  <a:pt x="200" y="498"/>
                  <a:pt x="194" y="534"/>
                </a:cubicBezTo>
                <a:cubicBezTo>
                  <a:pt x="189" y="569"/>
                  <a:pt x="182" y="599"/>
                  <a:pt x="175" y="624"/>
                </a:cubicBezTo>
                <a:cubicBezTo>
                  <a:pt x="168" y="649"/>
                  <a:pt x="157" y="674"/>
                  <a:pt x="144" y="699"/>
                </a:cubicBezTo>
                <a:cubicBezTo>
                  <a:pt x="130" y="723"/>
                  <a:pt x="119" y="742"/>
                  <a:pt x="111" y="755"/>
                </a:cubicBezTo>
                <a:cubicBezTo>
                  <a:pt x="104" y="768"/>
                  <a:pt x="92" y="782"/>
                  <a:pt x="77" y="798"/>
                </a:cubicBezTo>
                <a:cubicBezTo>
                  <a:pt x="62" y="814"/>
                  <a:pt x="53" y="823"/>
                  <a:pt x="50" y="826"/>
                </a:cubicBezTo>
                <a:cubicBezTo>
                  <a:pt x="47" y="829"/>
                  <a:pt x="40" y="834"/>
                  <a:pt x="29" y="842"/>
                </a:cubicBezTo>
                <a:cubicBezTo>
                  <a:pt x="28" y="844"/>
                  <a:pt x="27" y="845"/>
                  <a:pt x="26" y="846"/>
                </a:cubicBezTo>
                <a:lnTo>
                  <a:pt x="16" y="846"/>
                </a:lnTo>
                <a:cubicBezTo>
                  <a:pt x="11" y="846"/>
                  <a:pt x="8" y="846"/>
                  <a:pt x="7" y="846"/>
                </a:cubicBezTo>
                <a:cubicBezTo>
                  <a:pt x="5" y="846"/>
                  <a:pt x="3" y="845"/>
                  <a:pt x="2" y="843"/>
                </a:cubicBezTo>
                <a:cubicBezTo>
                  <a:pt x="1" y="841"/>
                  <a:pt x="0" y="839"/>
                  <a:pt x="0" y="835"/>
                </a:cubicBezTo>
                <a:cubicBezTo>
                  <a:pt x="0" y="835"/>
                  <a:pt x="3" y="831"/>
                  <a:pt x="9" y="824"/>
                </a:cubicBezTo>
                <a:cubicBezTo>
                  <a:pt x="97" y="734"/>
                  <a:pt x="141" y="600"/>
                  <a:pt x="141" y="422"/>
                </a:cubicBezTo>
                <a:cubicBezTo>
                  <a:pt x="141" y="245"/>
                  <a:pt x="97" y="112"/>
                  <a:pt x="9" y="21"/>
                </a:cubicBezTo>
                <a:cubicBezTo>
                  <a:pt x="3" y="14"/>
                  <a:pt x="0" y="11"/>
                  <a:pt x="0" y="10"/>
                </a:cubicBezTo>
                <a:cubicBezTo>
                  <a:pt x="0" y="6"/>
                  <a:pt x="1" y="2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1333080" y="4228920"/>
            <a:ext cx="1021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尺度 </a:t>
            </a:r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1.5x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8901720" y="422892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0.244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733320" y="4734000"/>
            <a:ext cx="286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S6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58" name=""/>
          <p:cNvSpPr/>
          <p:nvPr/>
        </p:nvSpPr>
        <p:spPr>
          <a:xfrm>
            <a:off x="3371760" y="4852800"/>
            <a:ext cx="164880" cy="134640"/>
          </a:xfrm>
          <a:custGeom>
            <a:avLst/>
            <a:gdLst/>
            <a:ahLst/>
            <a:rect l="0" t="0" r="r" b="b"/>
            <a:pathLst>
              <a:path w="458" h="374">
                <a:moveTo>
                  <a:pt x="131" y="374"/>
                </a:moveTo>
                <a:cubicBezTo>
                  <a:pt x="92" y="374"/>
                  <a:pt x="61" y="362"/>
                  <a:pt x="38" y="336"/>
                </a:cubicBezTo>
                <a:cubicBezTo>
                  <a:pt x="14" y="311"/>
                  <a:pt x="1" y="279"/>
                  <a:pt x="0" y="241"/>
                </a:cubicBezTo>
                <a:cubicBezTo>
                  <a:pt x="0" y="185"/>
                  <a:pt x="22" y="131"/>
                  <a:pt x="63" y="83"/>
                </a:cubicBezTo>
                <a:cubicBezTo>
                  <a:pt x="104" y="34"/>
                  <a:pt x="152" y="7"/>
                  <a:pt x="207" y="1"/>
                </a:cubicBezTo>
                <a:cubicBezTo>
                  <a:pt x="207" y="0"/>
                  <a:pt x="247" y="0"/>
                  <a:pt x="325" y="0"/>
                </a:cubicBezTo>
                <a:lnTo>
                  <a:pt x="441" y="0"/>
                </a:lnTo>
                <a:cubicBezTo>
                  <a:pt x="442" y="1"/>
                  <a:pt x="443" y="1"/>
                  <a:pt x="444" y="2"/>
                </a:cubicBezTo>
                <a:cubicBezTo>
                  <a:pt x="445" y="2"/>
                  <a:pt x="446" y="3"/>
                  <a:pt x="447" y="3"/>
                </a:cubicBezTo>
                <a:cubicBezTo>
                  <a:pt x="448" y="4"/>
                  <a:pt x="449" y="5"/>
                  <a:pt x="450" y="5"/>
                </a:cubicBezTo>
                <a:cubicBezTo>
                  <a:pt x="450" y="6"/>
                  <a:pt x="451" y="7"/>
                  <a:pt x="452" y="8"/>
                </a:cubicBezTo>
                <a:cubicBezTo>
                  <a:pt x="453" y="9"/>
                  <a:pt x="454" y="9"/>
                  <a:pt x="454" y="9"/>
                </a:cubicBezTo>
                <a:cubicBezTo>
                  <a:pt x="454" y="9"/>
                  <a:pt x="455" y="10"/>
                  <a:pt x="456" y="13"/>
                </a:cubicBezTo>
                <a:cubicBezTo>
                  <a:pt x="457" y="15"/>
                  <a:pt x="457" y="16"/>
                  <a:pt x="457" y="16"/>
                </a:cubicBezTo>
                <a:cubicBezTo>
                  <a:pt x="456" y="16"/>
                  <a:pt x="456" y="18"/>
                  <a:pt x="457" y="20"/>
                </a:cubicBezTo>
                <a:cubicBezTo>
                  <a:pt x="458" y="23"/>
                  <a:pt x="459" y="25"/>
                  <a:pt x="458" y="25"/>
                </a:cubicBezTo>
                <a:cubicBezTo>
                  <a:pt x="458" y="50"/>
                  <a:pt x="440" y="63"/>
                  <a:pt x="403" y="63"/>
                </a:cubicBezTo>
                <a:cubicBezTo>
                  <a:pt x="399" y="63"/>
                  <a:pt x="395" y="63"/>
                  <a:pt x="389" y="63"/>
                </a:cubicBezTo>
                <a:cubicBezTo>
                  <a:pt x="383" y="63"/>
                  <a:pt x="379" y="62"/>
                  <a:pt x="377" y="62"/>
                </a:cubicBezTo>
                <a:lnTo>
                  <a:pt x="326" y="62"/>
                </a:lnTo>
                <a:lnTo>
                  <a:pt x="331" y="70"/>
                </a:lnTo>
                <a:cubicBezTo>
                  <a:pt x="341" y="92"/>
                  <a:pt x="346" y="115"/>
                  <a:pt x="346" y="143"/>
                </a:cubicBezTo>
                <a:cubicBezTo>
                  <a:pt x="346" y="205"/>
                  <a:pt x="323" y="259"/>
                  <a:pt x="278" y="305"/>
                </a:cubicBezTo>
                <a:cubicBezTo>
                  <a:pt x="233" y="351"/>
                  <a:pt x="184" y="374"/>
                  <a:pt x="131" y="374"/>
                </a:cubicBezTo>
                <a:moveTo>
                  <a:pt x="280" y="129"/>
                </a:moveTo>
                <a:cubicBezTo>
                  <a:pt x="280" y="84"/>
                  <a:pt x="256" y="62"/>
                  <a:pt x="208" y="62"/>
                </a:cubicBezTo>
                <a:cubicBezTo>
                  <a:pt x="138" y="62"/>
                  <a:pt x="93" y="111"/>
                  <a:pt x="72" y="210"/>
                </a:cubicBezTo>
                <a:cubicBezTo>
                  <a:pt x="72" y="212"/>
                  <a:pt x="71" y="214"/>
                  <a:pt x="71" y="215"/>
                </a:cubicBezTo>
                <a:cubicBezTo>
                  <a:pt x="67" y="236"/>
                  <a:pt x="65" y="253"/>
                  <a:pt x="65" y="266"/>
                </a:cubicBezTo>
                <a:cubicBezTo>
                  <a:pt x="65" y="294"/>
                  <a:pt x="72" y="314"/>
                  <a:pt x="86" y="325"/>
                </a:cubicBezTo>
                <a:cubicBezTo>
                  <a:pt x="100" y="337"/>
                  <a:pt x="116" y="343"/>
                  <a:pt x="134" y="343"/>
                </a:cubicBezTo>
                <a:cubicBezTo>
                  <a:pt x="164" y="343"/>
                  <a:pt x="192" y="330"/>
                  <a:pt x="218" y="303"/>
                </a:cubicBezTo>
                <a:cubicBezTo>
                  <a:pt x="234" y="287"/>
                  <a:pt x="247" y="264"/>
                  <a:pt x="257" y="236"/>
                </a:cubicBezTo>
                <a:cubicBezTo>
                  <a:pt x="267" y="208"/>
                  <a:pt x="274" y="185"/>
                  <a:pt x="276" y="168"/>
                </a:cubicBezTo>
                <a:cubicBezTo>
                  <a:pt x="278" y="151"/>
                  <a:pt x="279" y="139"/>
                  <a:pt x="280" y="1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59" name=""/>
          <p:cNvSpPr/>
          <p:nvPr/>
        </p:nvSpPr>
        <p:spPr>
          <a:xfrm>
            <a:off x="3551760" y="4880160"/>
            <a:ext cx="51120" cy="149760"/>
          </a:xfrm>
          <a:custGeom>
            <a:avLst/>
            <a:gdLst/>
            <a:ahLst/>
            <a:rect l="0" t="0" r="r" b="b"/>
            <a:pathLst>
              <a:path w="142" h="416">
                <a:moveTo>
                  <a:pt x="9" y="388"/>
                </a:moveTo>
                <a:lnTo>
                  <a:pt x="18" y="388"/>
                </a:lnTo>
                <a:cubicBezTo>
                  <a:pt x="33" y="388"/>
                  <a:pt x="43" y="385"/>
                  <a:pt x="46" y="380"/>
                </a:cubicBezTo>
                <a:lnTo>
                  <a:pt x="46" y="375"/>
                </a:lnTo>
                <a:cubicBezTo>
                  <a:pt x="46" y="372"/>
                  <a:pt x="46" y="367"/>
                  <a:pt x="46" y="361"/>
                </a:cubicBezTo>
                <a:cubicBezTo>
                  <a:pt x="46" y="356"/>
                  <a:pt x="46" y="349"/>
                  <a:pt x="46" y="342"/>
                </a:cubicBezTo>
                <a:cubicBezTo>
                  <a:pt x="46" y="334"/>
                  <a:pt x="46" y="326"/>
                  <a:pt x="46" y="316"/>
                </a:cubicBezTo>
                <a:cubicBezTo>
                  <a:pt x="47" y="305"/>
                  <a:pt x="47" y="296"/>
                  <a:pt x="46" y="285"/>
                </a:cubicBezTo>
                <a:cubicBezTo>
                  <a:pt x="46" y="275"/>
                  <a:pt x="46" y="264"/>
                  <a:pt x="46" y="252"/>
                </a:cubicBezTo>
                <a:cubicBezTo>
                  <a:pt x="47" y="241"/>
                  <a:pt x="47" y="229"/>
                  <a:pt x="46" y="218"/>
                </a:cubicBezTo>
                <a:cubicBezTo>
                  <a:pt x="46" y="204"/>
                  <a:pt x="46" y="188"/>
                  <a:pt x="46" y="172"/>
                </a:cubicBezTo>
                <a:cubicBezTo>
                  <a:pt x="46" y="155"/>
                  <a:pt x="46" y="140"/>
                  <a:pt x="46" y="127"/>
                </a:cubicBezTo>
                <a:cubicBezTo>
                  <a:pt x="46" y="113"/>
                  <a:pt x="46" y="101"/>
                  <a:pt x="46" y="91"/>
                </a:cubicBezTo>
                <a:cubicBezTo>
                  <a:pt x="46" y="81"/>
                  <a:pt x="46" y="72"/>
                  <a:pt x="46" y="65"/>
                </a:cubicBezTo>
                <a:cubicBezTo>
                  <a:pt x="45" y="58"/>
                  <a:pt x="45" y="54"/>
                  <a:pt x="46" y="55"/>
                </a:cubicBezTo>
                <a:cubicBezTo>
                  <a:pt x="45" y="47"/>
                  <a:pt x="42" y="42"/>
                  <a:pt x="37" y="40"/>
                </a:cubicBezTo>
                <a:cubicBezTo>
                  <a:pt x="33" y="37"/>
                  <a:pt x="24" y="36"/>
                  <a:pt x="11" y="34"/>
                </a:cubicBezTo>
                <a:lnTo>
                  <a:pt x="0" y="34"/>
                </a:lnTo>
                <a:lnTo>
                  <a:pt x="0" y="21"/>
                </a:lnTo>
                <a:cubicBezTo>
                  <a:pt x="0" y="11"/>
                  <a:pt x="0" y="7"/>
                  <a:pt x="1" y="7"/>
                </a:cubicBezTo>
                <a:lnTo>
                  <a:pt x="7" y="6"/>
                </a:lnTo>
                <a:cubicBezTo>
                  <a:pt x="11" y="6"/>
                  <a:pt x="17" y="6"/>
                  <a:pt x="24" y="5"/>
                </a:cubicBezTo>
                <a:cubicBezTo>
                  <a:pt x="32" y="5"/>
                  <a:pt x="39" y="4"/>
                  <a:pt x="46" y="4"/>
                </a:cubicBezTo>
                <a:cubicBezTo>
                  <a:pt x="53" y="4"/>
                  <a:pt x="60" y="3"/>
                  <a:pt x="68" y="3"/>
                </a:cubicBezTo>
                <a:cubicBezTo>
                  <a:pt x="77" y="2"/>
                  <a:pt x="83" y="2"/>
                  <a:pt x="87" y="1"/>
                </a:cubicBezTo>
                <a:cubicBezTo>
                  <a:pt x="91" y="0"/>
                  <a:pt x="94" y="0"/>
                  <a:pt x="94" y="0"/>
                </a:cubicBezTo>
                <a:lnTo>
                  <a:pt x="96" y="0"/>
                </a:lnTo>
                <a:lnTo>
                  <a:pt x="96" y="188"/>
                </a:lnTo>
                <a:cubicBezTo>
                  <a:pt x="96" y="316"/>
                  <a:pt x="96" y="379"/>
                  <a:pt x="96" y="380"/>
                </a:cubicBezTo>
                <a:cubicBezTo>
                  <a:pt x="98" y="383"/>
                  <a:pt x="100" y="385"/>
                  <a:pt x="103" y="386"/>
                </a:cubicBezTo>
                <a:cubicBezTo>
                  <a:pt x="112" y="388"/>
                  <a:pt x="122" y="388"/>
                  <a:pt x="133" y="388"/>
                </a:cubicBezTo>
                <a:lnTo>
                  <a:pt x="142" y="388"/>
                </a:lnTo>
                <a:lnTo>
                  <a:pt x="142" y="416"/>
                </a:lnTo>
                <a:lnTo>
                  <a:pt x="137" y="416"/>
                </a:lnTo>
                <a:lnTo>
                  <a:pt x="124" y="415"/>
                </a:lnTo>
                <a:cubicBezTo>
                  <a:pt x="115" y="415"/>
                  <a:pt x="105" y="415"/>
                  <a:pt x="95" y="415"/>
                </a:cubicBezTo>
                <a:cubicBezTo>
                  <a:pt x="84" y="415"/>
                  <a:pt x="77" y="414"/>
                  <a:pt x="71" y="414"/>
                </a:cubicBezTo>
                <a:cubicBezTo>
                  <a:pt x="66" y="414"/>
                  <a:pt x="58" y="414"/>
                  <a:pt x="48" y="414"/>
                </a:cubicBezTo>
                <a:cubicBezTo>
                  <a:pt x="38" y="414"/>
                  <a:pt x="28" y="415"/>
                  <a:pt x="18" y="415"/>
                </a:cubicBezTo>
                <a:lnTo>
                  <a:pt x="5" y="416"/>
                </a:lnTo>
                <a:lnTo>
                  <a:pt x="0" y="416"/>
                </a:lnTo>
                <a:lnTo>
                  <a:pt x="0" y="388"/>
                </a:lnTo>
                <a:lnTo>
                  <a:pt x="9" y="38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60" name=""/>
          <p:cNvSpPr/>
          <p:nvPr/>
        </p:nvSpPr>
        <p:spPr>
          <a:xfrm>
            <a:off x="3611160" y="4934520"/>
            <a:ext cx="111600" cy="95400"/>
          </a:xfrm>
          <a:custGeom>
            <a:avLst/>
            <a:gdLst/>
            <a:ahLst/>
            <a:rect l="0" t="0" r="r" b="b"/>
            <a:pathLst>
              <a:path w="310" h="265">
                <a:moveTo>
                  <a:pt x="10" y="237"/>
                </a:moveTo>
                <a:lnTo>
                  <a:pt x="18" y="237"/>
                </a:lnTo>
                <a:cubicBezTo>
                  <a:pt x="34" y="237"/>
                  <a:pt x="43" y="234"/>
                  <a:pt x="46" y="229"/>
                </a:cubicBezTo>
                <a:lnTo>
                  <a:pt x="46" y="224"/>
                </a:lnTo>
                <a:cubicBezTo>
                  <a:pt x="46" y="221"/>
                  <a:pt x="46" y="216"/>
                  <a:pt x="46" y="210"/>
                </a:cubicBezTo>
                <a:cubicBezTo>
                  <a:pt x="46" y="205"/>
                  <a:pt x="46" y="199"/>
                  <a:pt x="46" y="192"/>
                </a:cubicBezTo>
                <a:cubicBezTo>
                  <a:pt x="46" y="185"/>
                  <a:pt x="46" y="177"/>
                  <a:pt x="47" y="169"/>
                </a:cubicBezTo>
                <a:cubicBezTo>
                  <a:pt x="47" y="160"/>
                  <a:pt x="47" y="150"/>
                  <a:pt x="47" y="143"/>
                </a:cubicBezTo>
                <a:cubicBezTo>
                  <a:pt x="47" y="130"/>
                  <a:pt x="47" y="117"/>
                  <a:pt x="47" y="103"/>
                </a:cubicBezTo>
                <a:cubicBezTo>
                  <a:pt x="47" y="89"/>
                  <a:pt x="47" y="77"/>
                  <a:pt x="46" y="68"/>
                </a:cubicBezTo>
                <a:lnTo>
                  <a:pt x="46" y="54"/>
                </a:lnTo>
                <a:cubicBezTo>
                  <a:pt x="45" y="47"/>
                  <a:pt x="42" y="42"/>
                  <a:pt x="38" y="39"/>
                </a:cubicBezTo>
                <a:cubicBezTo>
                  <a:pt x="33" y="37"/>
                  <a:pt x="24" y="35"/>
                  <a:pt x="11" y="34"/>
                </a:cubicBezTo>
                <a:lnTo>
                  <a:pt x="0" y="34"/>
                </a:lnTo>
                <a:lnTo>
                  <a:pt x="0" y="20"/>
                </a:lnTo>
                <a:cubicBezTo>
                  <a:pt x="0" y="11"/>
                  <a:pt x="1" y="6"/>
                  <a:pt x="1" y="6"/>
                </a:cubicBezTo>
                <a:lnTo>
                  <a:pt x="7" y="6"/>
                </a:lnTo>
                <a:cubicBezTo>
                  <a:pt x="11" y="5"/>
                  <a:pt x="17" y="5"/>
                  <a:pt x="24" y="5"/>
                </a:cubicBezTo>
                <a:cubicBezTo>
                  <a:pt x="31" y="4"/>
                  <a:pt x="39" y="4"/>
                  <a:pt x="46" y="3"/>
                </a:cubicBezTo>
                <a:cubicBezTo>
                  <a:pt x="53" y="3"/>
                  <a:pt x="60" y="3"/>
                  <a:pt x="68" y="2"/>
                </a:cubicBezTo>
                <a:cubicBezTo>
                  <a:pt x="75" y="2"/>
                  <a:pt x="81" y="1"/>
                  <a:pt x="85" y="0"/>
                </a:cubicBezTo>
                <a:cubicBezTo>
                  <a:pt x="89" y="0"/>
                  <a:pt x="91" y="-1"/>
                  <a:pt x="92" y="0"/>
                </a:cubicBezTo>
                <a:lnTo>
                  <a:pt x="93" y="0"/>
                </a:lnTo>
                <a:lnTo>
                  <a:pt x="93" y="24"/>
                </a:lnTo>
                <a:cubicBezTo>
                  <a:pt x="93" y="39"/>
                  <a:pt x="94" y="46"/>
                  <a:pt x="94" y="46"/>
                </a:cubicBezTo>
                <a:cubicBezTo>
                  <a:pt x="94" y="46"/>
                  <a:pt x="95" y="45"/>
                  <a:pt x="97" y="43"/>
                </a:cubicBezTo>
                <a:cubicBezTo>
                  <a:pt x="98" y="41"/>
                  <a:pt x="101" y="38"/>
                  <a:pt x="104" y="34"/>
                </a:cubicBezTo>
                <a:cubicBezTo>
                  <a:pt x="107" y="30"/>
                  <a:pt x="111" y="27"/>
                  <a:pt x="115" y="24"/>
                </a:cubicBezTo>
                <a:cubicBezTo>
                  <a:pt x="120" y="21"/>
                  <a:pt x="126" y="17"/>
                  <a:pt x="133" y="12"/>
                </a:cubicBezTo>
                <a:cubicBezTo>
                  <a:pt x="140" y="8"/>
                  <a:pt x="147" y="5"/>
                  <a:pt x="155" y="3"/>
                </a:cubicBezTo>
                <a:cubicBezTo>
                  <a:pt x="163" y="1"/>
                  <a:pt x="174" y="0"/>
                  <a:pt x="186" y="0"/>
                </a:cubicBezTo>
                <a:cubicBezTo>
                  <a:pt x="231" y="1"/>
                  <a:pt x="257" y="24"/>
                  <a:pt x="262" y="67"/>
                </a:cubicBezTo>
                <a:cubicBezTo>
                  <a:pt x="262" y="70"/>
                  <a:pt x="262" y="98"/>
                  <a:pt x="262" y="150"/>
                </a:cubicBezTo>
                <a:lnTo>
                  <a:pt x="262" y="203"/>
                </a:lnTo>
                <a:cubicBezTo>
                  <a:pt x="262" y="218"/>
                  <a:pt x="263" y="227"/>
                  <a:pt x="263" y="230"/>
                </a:cubicBezTo>
                <a:cubicBezTo>
                  <a:pt x="264" y="232"/>
                  <a:pt x="266" y="234"/>
                  <a:pt x="270" y="235"/>
                </a:cubicBezTo>
                <a:cubicBezTo>
                  <a:pt x="278" y="237"/>
                  <a:pt x="289" y="237"/>
                  <a:pt x="300" y="237"/>
                </a:cubicBezTo>
                <a:lnTo>
                  <a:pt x="310" y="237"/>
                </a:lnTo>
                <a:lnTo>
                  <a:pt x="310" y="265"/>
                </a:lnTo>
                <a:lnTo>
                  <a:pt x="305" y="265"/>
                </a:lnTo>
                <a:lnTo>
                  <a:pt x="291" y="264"/>
                </a:lnTo>
                <a:cubicBezTo>
                  <a:pt x="281" y="264"/>
                  <a:pt x="271" y="264"/>
                  <a:pt x="260" y="264"/>
                </a:cubicBezTo>
                <a:cubicBezTo>
                  <a:pt x="249" y="264"/>
                  <a:pt x="242" y="263"/>
                  <a:pt x="237" y="263"/>
                </a:cubicBezTo>
                <a:cubicBezTo>
                  <a:pt x="196" y="263"/>
                  <a:pt x="174" y="264"/>
                  <a:pt x="170" y="265"/>
                </a:cubicBezTo>
                <a:lnTo>
                  <a:pt x="166" y="265"/>
                </a:lnTo>
                <a:lnTo>
                  <a:pt x="166" y="237"/>
                </a:lnTo>
                <a:lnTo>
                  <a:pt x="175" y="237"/>
                </a:lnTo>
                <a:cubicBezTo>
                  <a:pt x="199" y="237"/>
                  <a:pt x="212" y="234"/>
                  <a:pt x="212" y="228"/>
                </a:cubicBezTo>
                <a:cubicBezTo>
                  <a:pt x="212" y="227"/>
                  <a:pt x="212" y="199"/>
                  <a:pt x="212" y="144"/>
                </a:cubicBezTo>
                <a:cubicBezTo>
                  <a:pt x="212" y="91"/>
                  <a:pt x="211" y="62"/>
                  <a:pt x="211" y="59"/>
                </a:cubicBezTo>
                <a:cubicBezTo>
                  <a:pt x="209" y="48"/>
                  <a:pt x="205" y="39"/>
                  <a:pt x="199" y="34"/>
                </a:cubicBezTo>
                <a:cubicBezTo>
                  <a:pt x="193" y="28"/>
                  <a:pt x="189" y="25"/>
                  <a:pt x="185" y="24"/>
                </a:cubicBezTo>
                <a:cubicBezTo>
                  <a:pt x="181" y="23"/>
                  <a:pt x="176" y="22"/>
                  <a:pt x="169" y="23"/>
                </a:cubicBezTo>
                <a:cubicBezTo>
                  <a:pt x="151" y="23"/>
                  <a:pt x="136" y="29"/>
                  <a:pt x="122" y="43"/>
                </a:cubicBezTo>
                <a:cubicBezTo>
                  <a:pt x="111" y="54"/>
                  <a:pt x="104" y="65"/>
                  <a:pt x="102" y="76"/>
                </a:cubicBezTo>
                <a:cubicBezTo>
                  <a:pt x="99" y="87"/>
                  <a:pt x="97" y="103"/>
                  <a:pt x="97" y="125"/>
                </a:cubicBezTo>
                <a:lnTo>
                  <a:pt x="97" y="164"/>
                </a:lnTo>
                <a:lnTo>
                  <a:pt x="97" y="200"/>
                </a:lnTo>
                <a:cubicBezTo>
                  <a:pt x="97" y="212"/>
                  <a:pt x="97" y="220"/>
                  <a:pt x="97" y="224"/>
                </a:cubicBezTo>
                <a:cubicBezTo>
                  <a:pt x="98" y="228"/>
                  <a:pt x="98" y="231"/>
                  <a:pt x="99" y="232"/>
                </a:cubicBezTo>
                <a:cubicBezTo>
                  <a:pt x="100" y="233"/>
                  <a:pt x="102" y="234"/>
                  <a:pt x="105" y="235"/>
                </a:cubicBezTo>
                <a:cubicBezTo>
                  <a:pt x="113" y="237"/>
                  <a:pt x="123" y="237"/>
                  <a:pt x="134" y="237"/>
                </a:cubicBezTo>
                <a:lnTo>
                  <a:pt x="143" y="237"/>
                </a:lnTo>
                <a:lnTo>
                  <a:pt x="143" y="265"/>
                </a:lnTo>
                <a:lnTo>
                  <a:pt x="139" y="265"/>
                </a:lnTo>
                <a:lnTo>
                  <a:pt x="125" y="264"/>
                </a:lnTo>
                <a:cubicBezTo>
                  <a:pt x="115" y="264"/>
                  <a:pt x="105" y="264"/>
                  <a:pt x="95" y="264"/>
                </a:cubicBezTo>
                <a:cubicBezTo>
                  <a:pt x="84" y="264"/>
                  <a:pt x="76" y="263"/>
                  <a:pt x="72" y="263"/>
                </a:cubicBezTo>
                <a:cubicBezTo>
                  <a:pt x="31" y="263"/>
                  <a:pt x="9" y="264"/>
                  <a:pt x="5" y="265"/>
                </a:cubicBezTo>
                <a:lnTo>
                  <a:pt x="0" y="265"/>
                </a:lnTo>
                <a:lnTo>
                  <a:pt x="0" y="237"/>
                </a:lnTo>
                <a:lnTo>
                  <a:pt x="10" y="23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61" name=""/>
          <p:cNvSpPr/>
          <p:nvPr/>
        </p:nvSpPr>
        <p:spPr>
          <a:xfrm>
            <a:off x="3841920" y="4872240"/>
            <a:ext cx="203040" cy="71640"/>
          </a:xfrm>
          <a:custGeom>
            <a:avLst/>
            <a:gdLst/>
            <a:ahLst/>
            <a:rect l="0" t="0" r="r" b="b"/>
            <a:pathLst>
              <a:path w="564" h="199">
                <a:moveTo>
                  <a:pt x="0" y="17"/>
                </a:moveTo>
                <a:cubicBezTo>
                  <a:pt x="0" y="10"/>
                  <a:pt x="4" y="4"/>
                  <a:pt x="12" y="0"/>
                </a:cubicBezTo>
                <a:lnTo>
                  <a:pt x="551" y="0"/>
                </a:lnTo>
                <a:cubicBezTo>
                  <a:pt x="560" y="5"/>
                  <a:pt x="564" y="10"/>
                  <a:pt x="564" y="17"/>
                </a:cubicBezTo>
                <a:cubicBezTo>
                  <a:pt x="564" y="23"/>
                  <a:pt x="560" y="29"/>
                  <a:pt x="552" y="33"/>
                </a:cubicBezTo>
                <a:lnTo>
                  <a:pt x="282" y="34"/>
                </a:lnTo>
                <a:lnTo>
                  <a:pt x="14" y="34"/>
                </a:lnTo>
                <a:cubicBezTo>
                  <a:pt x="5" y="31"/>
                  <a:pt x="0" y="25"/>
                  <a:pt x="0" y="17"/>
                </a:cubicBezTo>
                <a:moveTo>
                  <a:pt x="0" y="182"/>
                </a:moveTo>
                <a:cubicBezTo>
                  <a:pt x="0" y="173"/>
                  <a:pt x="5" y="168"/>
                  <a:pt x="14" y="165"/>
                </a:cubicBezTo>
                <a:lnTo>
                  <a:pt x="552" y="165"/>
                </a:lnTo>
                <a:cubicBezTo>
                  <a:pt x="560" y="171"/>
                  <a:pt x="564" y="176"/>
                  <a:pt x="564" y="182"/>
                </a:cubicBezTo>
                <a:cubicBezTo>
                  <a:pt x="564" y="189"/>
                  <a:pt x="560" y="195"/>
                  <a:pt x="551" y="199"/>
                </a:cubicBezTo>
                <a:lnTo>
                  <a:pt x="12" y="199"/>
                </a:lnTo>
                <a:cubicBezTo>
                  <a:pt x="4" y="195"/>
                  <a:pt x="0" y="189"/>
                  <a:pt x="0" y="18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62" name=""/>
          <p:cNvSpPr/>
          <p:nvPr/>
        </p:nvSpPr>
        <p:spPr>
          <a:xfrm>
            <a:off x="4158000" y="478152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8"/>
                </a:moveTo>
                <a:cubicBezTo>
                  <a:pt x="79" y="22"/>
                  <a:pt x="122" y="0"/>
                  <a:pt x="177" y="0"/>
                </a:cubicBezTo>
                <a:cubicBezTo>
                  <a:pt x="204" y="0"/>
                  <a:pt x="231" y="7"/>
                  <a:pt x="258" y="22"/>
                </a:cubicBezTo>
                <a:cubicBezTo>
                  <a:pt x="285" y="36"/>
                  <a:pt x="307" y="62"/>
                  <a:pt x="324" y="99"/>
                </a:cubicBezTo>
                <a:cubicBezTo>
                  <a:pt x="346" y="146"/>
                  <a:pt x="356" y="210"/>
                  <a:pt x="356" y="292"/>
                </a:cubicBezTo>
                <a:cubicBezTo>
                  <a:pt x="356" y="380"/>
                  <a:pt x="344" y="447"/>
                  <a:pt x="319" y="493"/>
                </a:cubicBezTo>
                <a:cubicBezTo>
                  <a:pt x="308" y="517"/>
                  <a:pt x="292" y="535"/>
                  <a:pt x="273" y="550"/>
                </a:cubicBezTo>
                <a:cubicBezTo>
                  <a:pt x="253" y="564"/>
                  <a:pt x="236" y="572"/>
                  <a:pt x="221" y="576"/>
                </a:cubicBezTo>
                <a:cubicBezTo>
                  <a:pt x="206" y="579"/>
                  <a:pt x="192" y="581"/>
                  <a:pt x="178" y="582"/>
                </a:cubicBezTo>
                <a:cubicBezTo>
                  <a:pt x="163" y="582"/>
                  <a:pt x="149" y="580"/>
                  <a:pt x="134" y="577"/>
                </a:cubicBezTo>
                <a:cubicBezTo>
                  <a:pt x="119" y="573"/>
                  <a:pt x="102" y="564"/>
                  <a:pt x="83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7"/>
                  <a:pt x="0" y="380"/>
                  <a:pt x="0" y="292"/>
                </a:cubicBezTo>
                <a:cubicBezTo>
                  <a:pt x="0" y="194"/>
                  <a:pt x="16" y="119"/>
                  <a:pt x="48" y="68"/>
                </a:cubicBezTo>
                <a:moveTo>
                  <a:pt x="238" y="58"/>
                </a:moveTo>
                <a:cubicBezTo>
                  <a:pt x="221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2"/>
                  <a:pt x="94" y="93"/>
                  <a:pt x="89" y="119"/>
                </a:cubicBezTo>
                <a:cubicBezTo>
                  <a:pt x="85" y="145"/>
                  <a:pt x="83" y="199"/>
                  <a:pt x="83" y="281"/>
                </a:cubicBezTo>
                <a:cubicBezTo>
                  <a:pt x="83" y="370"/>
                  <a:pt x="85" y="429"/>
                  <a:pt x="89" y="457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5" y="541"/>
                  <a:pt x="155" y="550"/>
                  <a:pt x="178" y="550"/>
                </a:cubicBezTo>
                <a:cubicBezTo>
                  <a:pt x="200" y="550"/>
                  <a:pt x="220" y="541"/>
                  <a:pt x="235" y="524"/>
                </a:cubicBezTo>
                <a:cubicBezTo>
                  <a:pt x="252" y="507"/>
                  <a:pt x="262" y="484"/>
                  <a:pt x="266" y="453"/>
                </a:cubicBezTo>
                <a:cubicBezTo>
                  <a:pt x="270" y="423"/>
                  <a:pt x="272" y="365"/>
                  <a:pt x="273" y="281"/>
                </a:cubicBezTo>
                <a:cubicBezTo>
                  <a:pt x="273" y="199"/>
                  <a:pt x="270" y="145"/>
                  <a:pt x="266" y="120"/>
                </a:cubicBezTo>
                <a:cubicBezTo>
                  <a:pt x="261" y="94"/>
                  <a:pt x="252" y="73"/>
                  <a:pt x="238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63" name=""/>
          <p:cNvSpPr/>
          <p:nvPr/>
        </p:nvSpPr>
        <p:spPr>
          <a:xfrm>
            <a:off x="4321800" y="4947480"/>
            <a:ext cx="37080" cy="36720"/>
          </a:xfrm>
          <a:custGeom>
            <a:avLst/>
            <a:gdLst/>
            <a:ahLst/>
            <a:rect l="0" t="0" r="r" b="b"/>
            <a:pathLst>
              <a:path w="103" h="102">
                <a:moveTo>
                  <a:pt x="0" y="51"/>
                </a:moveTo>
                <a:cubicBezTo>
                  <a:pt x="0" y="37"/>
                  <a:pt x="5" y="25"/>
                  <a:pt x="14" y="15"/>
                </a:cubicBezTo>
                <a:cubicBezTo>
                  <a:pt x="24" y="5"/>
                  <a:pt x="36" y="0"/>
                  <a:pt x="51" y="0"/>
                </a:cubicBezTo>
                <a:cubicBezTo>
                  <a:pt x="64" y="0"/>
                  <a:pt x="76" y="4"/>
                  <a:pt x="87" y="13"/>
                </a:cubicBezTo>
                <a:cubicBezTo>
                  <a:pt x="97" y="22"/>
                  <a:pt x="103" y="34"/>
                  <a:pt x="103" y="51"/>
                </a:cubicBezTo>
                <a:cubicBezTo>
                  <a:pt x="103" y="65"/>
                  <a:pt x="98" y="77"/>
                  <a:pt x="89" y="87"/>
                </a:cubicBezTo>
                <a:cubicBezTo>
                  <a:pt x="78" y="97"/>
                  <a:pt x="66" y="102"/>
                  <a:pt x="51" y="102"/>
                </a:cubicBezTo>
                <a:cubicBezTo>
                  <a:pt x="37" y="102"/>
                  <a:pt x="25" y="97"/>
                  <a:pt x="15" y="88"/>
                </a:cubicBezTo>
                <a:cubicBezTo>
                  <a:pt x="6" y="78"/>
                  <a:pt x="1" y="66"/>
                  <a:pt x="0" y="5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64" name=""/>
          <p:cNvSpPr/>
          <p:nvPr/>
        </p:nvSpPr>
        <p:spPr>
          <a:xfrm>
            <a:off x="4397760" y="478152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7" y="430"/>
                </a:moveTo>
                <a:cubicBezTo>
                  <a:pt x="97" y="444"/>
                  <a:pt x="93" y="455"/>
                  <a:pt x="84" y="464"/>
                </a:cubicBezTo>
                <a:cubicBezTo>
                  <a:pt x="75" y="473"/>
                  <a:pt x="64" y="478"/>
                  <a:pt x="51" y="478"/>
                </a:cubicBezTo>
                <a:lnTo>
                  <a:pt x="44" y="478"/>
                </a:lnTo>
                <a:cubicBezTo>
                  <a:pt x="71" y="522"/>
                  <a:pt x="105" y="544"/>
                  <a:pt x="148" y="544"/>
                </a:cubicBezTo>
                <a:cubicBezTo>
                  <a:pt x="187" y="544"/>
                  <a:pt x="216" y="528"/>
                  <a:pt x="234" y="494"/>
                </a:cubicBezTo>
                <a:cubicBezTo>
                  <a:pt x="245" y="475"/>
                  <a:pt x="250" y="439"/>
                  <a:pt x="250" y="386"/>
                </a:cubicBezTo>
                <a:cubicBezTo>
                  <a:pt x="250" y="327"/>
                  <a:pt x="243" y="288"/>
                  <a:pt x="227" y="267"/>
                </a:cubicBezTo>
                <a:cubicBezTo>
                  <a:pt x="213" y="249"/>
                  <a:pt x="196" y="239"/>
                  <a:pt x="178" y="239"/>
                </a:cubicBezTo>
                <a:lnTo>
                  <a:pt x="173" y="239"/>
                </a:lnTo>
                <a:cubicBezTo>
                  <a:pt x="129" y="239"/>
                  <a:pt x="96" y="259"/>
                  <a:pt x="74" y="297"/>
                </a:cubicBezTo>
                <a:cubicBezTo>
                  <a:pt x="71" y="301"/>
                  <a:pt x="69" y="303"/>
                  <a:pt x="68" y="304"/>
                </a:cubicBezTo>
                <a:cubicBezTo>
                  <a:pt x="66" y="304"/>
                  <a:pt x="62" y="305"/>
                  <a:pt x="55" y="305"/>
                </a:cubicBezTo>
                <a:cubicBezTo>
                  <a:pt x="45" y="305"/>
                  <a:pt x="39" y="304"/>
                  <a:pt x="38" y="300"/>
                </a:cubicBezTo>
                <a:cubicBezTo>
                  <a:pt x="37" y="298"/>
                  <a:pt x="36" y="249"/>
                  <a:pt x="36" y="152"/>
                </a:cubicBezTo>
                <a:lnTo>
                  <a:pt x="36" y="44"/>
                </a:lnTo>
                <a:cubicBezTo>
                  <a:pt x="36" y="15"/>
                  <a:pt x="38" y="1"/>
                  <a:pt x="41" y="1"/>
                </a:cubicBezTo>
                <a:cubicBezTo>
                  <a:pt x="42" y="0"/>
                  <a:pt x="43" y="0"/>
                  <a:pt x="44" y="0"/>
                </a:cubicBezTo>
                <a:cubicBezTo>
                  <a:pt x="45" y="0"/>
                  <a:pt x="51" y="2"/>
                  <a:pt x="63" y="6"/>
                </a:cubicBezTo>
                <a:cubicBezTo>
                  <a:pt x="74" y="11"/>
                  <a:pt x="89" y="15"/>
                  <a:pt x="109" y="20"/>
                </a:cubicBezTo>
                <a:cubicBezTo>
                  <a:pt x="129" y="24"/>
                  <a:pt x="150" y="27"/>
                  <a:pt x="173" y="27"/>
                </a:cubicBezTo>
                <a:cubicBezTo>
                  <a:pt x="213" y="27"/>
                  <a:pt x="251" y="19"/>
                  <a:pt x="287" y="3"/>
                </a:cubicBezTo>
                <a:cubicBezTo>
                  <a:pt x="292" y="1"/>
                  <a:pt x="296" y="0"/>
                  <a:pt x="298" y="0"/>
                </a:cubicBezTo>
                <a:cubicBezTo>
                  <a:pt x="303" y="0"/>
                  <a:pt x="305" y="5"/>
                  <a:pt x="305" y="15"/>
                </a:cubicBezTo>
                <a:lnTo>
                  <a:pt x="305" y="26"/>
                </a:lnTo>
                <a:cubicBezTo>
                  <a:pt x="259" y="80"/>
                  <a:pt x="201" y="108"/>
                  <a:pt x="132" y="108"/>
                </a:cubicBezTo>
                <a:cubicBezTo>
                  <a:pt x="115" y="108"/>
                  <a:pt x="99" y="106"/>
                  <a:pt x="85" y="103"/>
                </a:cubicBezTo>
                <a:lnTo>
                  <a:pt x="76" y="101"/>
                </a:lnTo>
                <a:lnTo>
                  <a:pt x="76" y="246"/>
                </a:lnTo>
                <a:cubicBezTo>
                  <a:pt x="87" y="238"/>
                  <a:pt x="95" y="232"/>
                  <a:pt x="102" y="228"/>
                </a:cubicBezTo>
                <a:cubicBezTo>
                  <a:pt x="108" y="223"/>
                  <a:pt x="118" y="219"/>
                  <a:pt x="132" y="214"/>
                </a:cubicBezTo>
                <a:cubicBezTo>
                  <a:pt x="146" y="210"/>
                  <a:pt x="160" y="207"/>
                  <a:pt x="175" y="207"/>
                </a:cubicBezTo>
                <a:cubicBezTo>
                  <a:pt x="221" y="207"/>
                  <a:pt x="259" y="226"/>
                  <a:pt x="291" y="262"/>
                </a:cubicBezTo>
                <a:cubicBezTo>
                  <a:pt x="322" y="299"/>
                  <a:pt x="338" y="342"/>
                  <a:pt x="338" y="393"/>
                </a:cubicBezTo>
                <a:cubicBezTo>
                  <a:pt x="338" y="445"/>
                  <a:pt x="320" y="489"/>
                  <a:pt x="284" y="526"/>
                </a:cubicBezTo>
                <a:cubicBezTo>
                  <a:pt x="248" y="562"/>
                  <a:pt x="204" y="581"/>
                  <a:pt x="152" y="582"/>
                </a:cubicBezTo>
                <a:cubicBezTo>
                  <a:pt x="107" y="582"/>
                  <a:pt x="70" y="566"/>
                  <a:pt x="41" y="536"/>
                </a:cubicBezTo>
                <a:cubicBezTo>
                  <a:pt x="14" y="506"/>
                  <a:pt x="0" y="471"/>
                  <a:pt x="0" y="433"/>
                </a:cubicBezTo>
                <a:cubicBezTo>
                  <a:pt x="0" y="419"/>
                  <a:pt x="3" y="409"/>
                  <a:pt x="9" y="401"/>
                </a:cubicBezTo>
                <a:cubicBezTo>
                  <a:pt x="16" y="393"/>
                  <a:pt x="22" y="388"/>
                  <a:pt x="29" y="386"/>
                </a:cubicBezTo>
                <a:cubicBezTo>
                  <a:pt x="36" y="383"/>
                  <a:pt x="42" y="382"/>
                  <a:pt x="49" y="382"/>
                </a:cubicBezTo>
                <a:cubicBezTo>
                  <a:pt x="63" y="382"/>
                  <a:pt x="75" y="387"/>
                  <a:pt x="84" y="397"/>
                </a:cubicBezTo>
                <a:cubicBezTo>
                  <a:pt x="93" y="406"/>
                  <a:pt x="97" y="418"/>
                  <a:pt x="97" y="4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65" name=""/>
          <p:cNvSpPr txBox="1"/>
          <p:nvPr/>
        </p:nvSpPr>
        <p:spPr>
          <a:xfrm>
            <a:off x="1333080" y="4734000"/>
            <a:ext cx="2043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歪度 </a:t>
            </a:r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(Log-normal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66" name=""/>
          <p:cNvSpPr/>
          <p:nvPr/>
        </p:nvSpPr>
        <p:spPr>
          <a:xfrm>
            <a:off x="4943520" y="476028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2" y="39"/>
                </a:moveTo>
                <a:cubicBezTo>
                  <a:pt x="170" y="39"/>
                  <a:pt x="168" y="39"/>
                  <a:pt x="165" y="39"/>
                </a:cubicBezTo>
                <a:cubicBezTo>
                  <a:pt x="151" y="39"/>
                  <a:pt x="142" y="38"/>
                  <a:pt x="139" y="38"/>
                </a:cubicBezTo>
                <a:cubicBezTo>
                  <a:pt x="137" y="37"/>
                  <a:pt x="135" y="34"/>
                  <a:pt x="135" y="29"/>
                </a:cubicBezTo>
                <a:cubicBezTo>
                  <a:pt x="135" y="13"/>
                  <a:pt x="138" y="4"/>
                  <a:pt x="144" y="1"/>
                </a:cubicBezTo>
                <a:cubicBezTo>
                  <a:pt x="146" y="0"/>
                  <a:pt x="173" y="0"/>
                  <a:pt x="226" y="0"/>
                </a:cubicBezTo>
                <a:cubicBezTo>
                  <a:pt x="270" y="0"/>
                  <a:pt x="295" y="0"/>
                  <a:pt x="301" y="0"/>
                </a:cubicBezTo>
                <a:cubicBezTo>
                  <a:pt x="307" y="0"/>
                  <a:pt x="311" y="1"/>
                  <a:pt x="313" y="5"/>
                </a:cubicBezTo>
                <a:cubicBezTo>
                  <a:pt x="432" y="284"/>
                  <a:pt x="493" y="428"/>
                  <a:pt x="495" y="436"/>
                </a:cubicBezTo>
                <a:lnTo>
                  <a:pt x="541" y="255"/>
                </a:lnTo>
                <a:cubicBezTo>
                  <a:pt x="571" y="136"/>
                  <a:pt x="586" y="73"/>
                  <a:pt x="586" y="65"/>
                </a:cubicBezTo>
                <a:cubicBezTo>
                  <a:pt x="586" y="50"/>
                  <a:pt x="568" y="41"/>
                  <a:pt x="531" y="39"/>
                </a:cubicBezTo>
                <a:cubicBezTo>
                  <a:pt x="518" y="39"/>
                  <a:pt x="511" y="36"/>
                  <a:pt x="511" y="29"/>
                </a:cubicBezTo>
                <a:cubicBezTo>
                  <a:pt x="511" y="28"/>
                  <a:pt x="512" y="25"/>
                  <a:pt x="513" y="19"/>
                </a:cubicBezTo>
                <a:cubicBezTo>
                  <a:pt x="515" y="10"/>
                  <a:pt x="517" y="5"/>
                  <a:pt x="518" y="3"/>
                </a:cubicBezTo>
                <a:cubicBezTo>
                  <a:pt x="519" y="1"/>
                  <a:pt x="522" y="0"/>
                  <a:pt x="526" y="0"/>
                </a:cubicBezTo>
                <a:cubicBezTo>
                  <a:pt x="528" y="0"/>
                  <a:pt x="537" y="0"/>
                  <a:pt x="553" y="1"/>
                </a:cubicBezTo>
                <a:cubicBezTo>
                  <a:pt x="568" y="1"/>
                  <a:pt x="592" y="2"/>
                  <a:pt x="623" y="2"/>
                </a:cubicBezTo>
                <a:cubicBezTo>
                  <a:pt x="651" y="2"/>
                  <a:pt x="672" y="2"/>
                  <a:pt x="687" y="1"/>
                </a:cubicBezTo>
                <a:cubicBezTo>
                  <a:pt x="702" y="1"/>
                  <a:pt x="710" y="1"/>
                  <a:pt x="712" y="1"/>
                </a:cubicBezTo>
                <a:cubicBezTo>
                  <a:pt x="721" y="1"/>
                  <a:pt x="725" y="3"/>
                  <a:pt x="725" y="9"/>
                </a:cubicBezTo>
                <a:cubicBezTo>
                  <a:pt x="725" y="21"/>
                  <a:pt x="723" y="30"/>
                  <a:pt x="718" y="34"/>
                </a:cubicBezTo>
                <a:cubicBezTo>
                  <a:pt x="717" y="37"/>
                  <a:pt x="711" y="39"/>
                  <a:pt x="700" y="39"/>
                </a:cubicBezTo>
                <a:cubicBezTo>
                  <a:pt x="660" y="41"/>
                  <a:pt x="635" y="52"/>
                  <a:pt x="624" y="72"/>
                </a:cubicBezTo>
                <a:lnTo>
                  <a:pt x="499" y="572"/>
                </a:lnTo>
                <a:cubicBezTo>
                  <a:pt x="497" y="576"/>
                  <a:pt x="492" y="578"/>
                  <a:pt x="481" y="578"/>
                </a:cubicBezTo>
                <a:cubicBezTo>
                  <a:pt x="473" y="578"/>
                  <a:pt x="468" y="577"/>
                  <a:pt x="466" y="576"/>
                </a:cubicBezTo>
                <a:cubicBezTo>
                  <a:pt x="465" y="574"/>
                  <a:pt x="428" y="489"/>
                  <a:pt x="357" y="320"/>
                </a:cubicBezTo>
                <a:lnTo>
                  <a:pt x="249" y="67"/>
                </a:lnTo>
                <a:lnTo>
                  <a:pt x="194" y="286"/>
                </a:lnTo>
                <a:cubicBezTo>
                  <a:pt x="158" y="431"/>
                  <a:pt x="139" y="506"/>
                  <a:pt x="139" y="511"/>
                </a:cubicBezTo>
                <a:cubicBezTo>
                  <a:pt x="142" y="530"/>
                  <a:pt x="163" y="539"/>
                  <a:pt x="200" y="539"/>
                </a:cubicBezTo>
                <a:lnTo>
                  <a:pt x="209" y="539"/>
                </a:lnTo>
                <a:cubicBezTo>
                  <a:pt x="212" y="542"/>
                  <a:pt x="214" y="544"/>
                  <a:pt x="214" y="546"/>
                </a:cubicBezTo>
                <a:cubicBezTo>
                  <a:pt x="214" y="547"/>
                  <a:pt x="213" y="553"/>
                  <a:pt x="212" y="562"/>
                </a:cubicBezTo>
                <a:cubicBezTo>
                  <a:pt x="210" y="569"/>
                  <a:pt x="207" y="574"/>
                  <a:pt x="204" y="578"/>
                </a:cubicBezTo>
                <a:lnTo>
                  <a:pt x="193" y="578"/>
                </a:lnTo>
                <a:cubicBezTo>
                  <a:pt x="175" y="577"/>
                  <a:pt x="145" y="576"/>
                  <a:pt x="101" y="576"/>
                </a:cubicBezTo>
                <a:cubicBezTo>
                  <a:pt x="86" y="576"/>
                  <a:pt x="71" y="576"/>
                  <a:pt x="58" y="576"/>
                </a:cubicBezTo>
                <a:cubicBezTo>
                  <a:pt x="45" y="576"/>
                  <a:pt x="35" y="576"/>
                  <a:pt x="27" y="576"/>
                </a:cubicBezTo>
                <a:cubicBezTo>
                  <a:pt x="19" y="576"/>
                  <a:pt x="14" y="576"/>
                  <a:pt x="13" y="577"/>
                </a:cubicBezTo>
                <a:cubicBezTo>
                  <a:pt x="4" y="577"/>
                  <a:pt x="0" y="574"/>
                  <a:pt x="0" y="569"/>
                </a:cubicBezTo>
                <a:cubicBezTo>
                  <a:pt x="0" y="567"/>
                  <a:pt x="1" y="562"/>
                  <a:pt x="3" y="556"/>
                </a:cubicBezTo>
                <a:cubicBezTo>
                  <a:pt x="4" y="549"/>
                  <a:pt x="6" y="545"/>
                  <a:pt x="7" y="544"/>
                </a:cubicBezTo>
                <a:cubicBezTo>
                  <a:pt x="8" y="541"/>
                  <a:pt x="14" y="539"/>
                  <a:pt x="26" y="539"/>
                </a:cubicBezTo>
                <a:cubicBezTo>
                  <a:pt x="65" y="537"/>
                  <a:pt x="89" y="526"/>
                  <a:pt x="101" y="506"/>
                </a:cubicBezTo>
                <a:cubicBezTo>
                  <a:pt x="103" y="503"/>
                  <a:pt x="123" y="425"/>
                  <a:pt x="161" y="271"/>
                </a:cubicBezTo>
                <a:lnTo>
                  <a:pt x="218" y="41"/>
                </a:lnTo>
                <a:cubicBezTo>
                  <a:pt x="217" y="41"/>
                  <a:pt x="201" y="40"/>
                  <a:pt x="172" y="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67" name=""/>
          <p:cNvSpPr/>
          <p:nvPr/>
        </p:nvSpPr>
        <p:spPr>
          <a:xfrm>
            <a:off x="5232600" y="473976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0" y="423"/>
                </a:moveTo>
                <a:cubicBezTo>
                  <a:pt x="0" y="384"/>
                  <a:pt x="3" y="347"/>
                  <a:pt x="9" y="312"/>
                </a:cubicBezTo>
                <a:cubicBezTo>
                  <a:pt x="14" y="277"/>
                  <a:pt x="21" y="247"/>
                  <a:pt x="28" y="221"/>
                </a:cubicBezTo>
                <a:cubicBezTo>
                  <a:pt x="36" y="196"/>
                  <a:pt x="47" y="171"/>
                  <a:pt x="60" y="147"/>
                </a:cubicBezTo>
                <a:cubicBezTo>
                  <a:pt x="74" y="123"/>
                  <a:pt x="85" y="104"/>
                  <a:pt x="93" y="91"/>
                </a:cubicBezTo>
                <a:cubicBezTo>
                  <a:pt x="100" y="77"/>
                  <a:pt x="112" y="62"/>
                  <a:pt x="128" y="47"/>
                </a:cubicBezTo>
                <a:cubicBezTo>
                  <a:pt x="144" y="31"/>
                  <a:pt x="153" y="21"/>
                  <a:pt x="156" y="18"/>
                </a:cubicBezTo>
                <a:cubicBezTo>
                  <a:pt x="159" y="15"/>
                  <a:pt x="166" y="9"/>
                  <a:pt x="177" y="0"/>
                </a:cubicBezTo>
                <a:lnTo>
                  <a:pt x="188" y="0"/>
                </a:lnTo>
                <a:lnTo>
                  <a:pt x="191" y="0"/>
                </a:lnTo>
                <a:cubicBezTo>
                  <a:pt x="199" y="0"/>
                  <a:pt x="203" y="3"/>
                  <a:pt x="203" y="8"/>
                </a:cubicBezTo>
                <a:cubicBezTo>
                  <a:pt x="203" y="9"/>
                  <a:pt x="198" y="15"/>
                  <a:pt x="189" y="26"/>
                </a:cubicBezTo>
                <a:cubicBezTo>
                  <a:pt x="179" y="36"/>
                  <a:pt x="168" y="51"/>
                  <a:pt x="154" y="70"/>
                </a:cubicBezTo>
                <a:cubicBezTo>
                  <a:pt x="141" y="90"/>
                  <a:pt x="127" y="114"/>
                  <a:pt x="113" y="143"/>
                </a:cubicBezTo>
                <a:cubicBezTo>
                  <a:pt x="99" y="172"/>
                  <a:pt x="87" y="211"/>
                  <a:pt x="77" y="260"/>
                </a:cubicBezTo>
                <a:cubicBezTo>
                  <a:pt x="68" y="308"/>
                  <a:pt x="63" y="363"/>
                  <a:pt x="63" y="423"/>
                </a:cubicBezTo>
                <a:cubicBezTo>
                  <a:pt x="63" y="482"/>
                  <a:pt x="68" y="536"/>
                  <a:pt x="77" y="585"/>
                </a:cubicBezTo>
                <a:cubicBezTo>
                  <a:pt x="87" y="633"/>
                  <a:pt x="98" y="672"/>
                  <a:pt x="112" y="702"/>
                </a:cubicBezTo>
                <a:cubicBezTo>
                  <a:pt x="125" y="732"/>
                  <a:pt x="139" y="756"/>
                  <a:pt x="153" y="776"/>
                </a:cubicBezTo>
                <a:cubicBezTo>
                  <a:pt x="167" y="794"/>
                  <a:pt x="179" y="809"/>
                  <a:pt x="189" y="821"/>
                </a:cubicBezTo>
                <a:cubicBezTo>
                  <a:pt x="198" y="832"/>
                  <a:pt x="203" y="838"/>
                  <a:pt x="203" y="838"/>
                </a:cubicBezTo>
                <a:cubicBezTo>
                  <a:pt x="203" y="843"/>
                  <a:pt x="199" y="846"/>
                  <a:pt x="191" y="846"/>
                </a:cubicBezTo>
                <a:lnTo>
                  <a:pt x="188" y="846"/>
                </a:lnTo>
                <a:lnTo>
                  <a:pt x="177" y="846"/>
                </a:lnTo>
                <a:lnTo>
                  <a:pt x="153" y="826"/>
                </a:lnTo>
                <a:cubicBezTo>
                  <a:pt x="100" y="778"/>
                  <a:pt x="62" y="717"/>
                  <a:pt x="37" y="646"/>
                </a:cubicBezTo>
                <a:cubicBezTo>
                  <a:pt x="12" y="574"/>
                  <a:pt x="0" y="500"/>
                  <a:pt x="0" y="42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68" name=""/>
          <p:cNvSpPr/>
          <p:nvPr/>
        </p:nvSpPr>
        <p:spPr>
          <a:xfrm>
            <a:off x="5337720" y="476532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6" y="431"/>
                </a:moveTo>
                <a:cubicBezTo>
                  <a:pt x="96" y="445"/>
                  <a:pt x="91" y="456"/>
                  <a:pt x="82" y="465"/>
                </a:cubicBezTo>
                <a:cubicBezTo>
                  <a:pt x="73" y="474"/>
                  <a:pt x="62" y="478"/>
                  <a:pt x="50" y="478"/>
                </a:cubicBezTo>
                <a:lnTo>
                  <a:pt x="44" y="478"/>
                </a:lnTo>
                <a:cubicBezTo>
                  <a:pt x="70" y="523"/>
                  <a:pt x="104" y="545"/>
                  <a:pt x="147" y="545"/>
                </a:cubicBezTo>
                <a:cubicBezTo>
                  <a:pt x="187" y="545"/>
                  <a:pt x="216" y="528"/>
                  <a:pt x="234" y="494"/>
                </a:cubicBezTo>
                <a:cubicBezTo>
                  <a:pt x="245" y="476"/>
                  <a:pt x="250" y="440"/>
                  <a:pt x="250" y="385"/>
                </a:cubicBezTo>
                <a:cubicBezTo>
                  <a:pt x="250" y="327"/>
                  <a:pt x="242" y="288"/>
                  <a:pt x="227" y="268"/>
                </a:cubicBezTo>
                <a:cubicBezTo>
                  <a:pt x="212" y="249"/>
                  <a:pt x="196" y="240"/>
                  <a:pt x="178" y="240"/>
                </a:cubicBezTo>
                <a:lnTo>
                  <a:pt x="173" y="240"/>
                </a:lnTo>
                <a:cubicBezTo>
                  <a:pt x="128" y="240"/>
                  <a:pt x="95" y="259"/>
                  <a:pt x="72" y="297"/>
                </a:cubicBezTo>
                <a:cubicBezTo>
                  <a:pt x="70" y="301"/>
                  <a:pt x="68" y="304"/>
                  <a:pt x="66" y="304"/>
                </a:cubicBezTo>
                <a:cubicBezTo>
                  <a:pt x="65" y="305"/>
                  <a:pt x="61" y="305"/>
                  <a:pt x="54" y="306"/>
                </a:cubicBezTo>
                <a:cubicBezTo>
                  <a:pt x="44" y="306"/>
                  <a:pt x="39" y="304"/>
                  <a:pt x="38" y="301"/>
                </a:cubicBezTo>
                <a:cubicBezTo>
                  <a:pt x="37" y="299"/>
                  <a:pt x="36" y="249"/>
                  <a:pt x="36" y="153"/>
                </a:cubicBezTo>
                <a:lnTo>
                  <a:pt x="36" y="44"/>
                </a:lnTo>
                <a:cubicBezTo>
                  <a:pt x="36" y="16"/>
                  <a:pt x="37" y="2"/>
                  <a:pt x="40" y="2"/>
                </a:cubicBezTo>
                <a:cubicBezTo>
                  <a:pt x="41" y="1"/>
                  <a:pt x="43" y="0"/>
                  <a:pt x="44" y="0"/>
                </a:cubicBezTo>
                <a:cubicBezTo>
                  <a:pt x="44" y="0"/>
                  <a:pt x="50" y="2"/>
                  <a:pt x="61" y="7"/>
                </a:cubicBezTo>
                <a:cubicBezTo>
                  <a:pt x="73" y="11"/>
                  <a:pt x="88" y="16"/>
                  <a:pt x="108" y="20"/>
                </a:cubicBezTo>
                <a:cubicBezTo>
                  <a:pt x="128" y="25"/>
                  <a:pt x="149" y="27"/>
                  <a:pt x="172" y="27"/>
                </a:cubicBezTo>
                <a:cubicBezTo>
                  <a:pt x="212" y="27"/>
                  <a:pt x="250" y="19"/>
                  <a:pt x="287" y="4"/>
                </a:cubicBezTo>
                <a:cubicBezTo>
                  <a:pt x="292" y="1"/>
                  <a:pt x="295" y="0"/>
                  <a:pt x="298" y="0"/>
                </a:cubicBezTo>
                <a:cubicBezTo>
                  <a:pt x="303" y="0"/>
                  <a:pt x="305" y="5"/>
                  <a:pt x="305" y="15"/>
                </a:cubicBezTo>
                <a:lnTo>
                  <a:pt x="305" y="26"/>
                </a:lnTo>
                <a:cubicBezTo>
                  <a:pt x="259" y="81"/>
                  <a:pt x="201" y="108"/>
                  <a:pt x="131" y="108"/>
                </a:cubicBezTo>
                <a:cubicBezTo>
                  <a:pt x="113" y="108"/>
                  <a:pt x="97" y="107"/>
                  <a:pt x="83" y="103"/>
                </a:cubicBezTo>
                <a:lnTo>
                  <a:pt x="75" y="102"/>
                </a:lnTo>
                <a:lnTo>
                  <a:pt x="75" y="247"/>
                </a:lnTo>
                <a:cubicBezTo>
                  <a:pt x="86" y="239"/>
                  <a:pt x="94" y="233"/>
                  <a:pt x="100" y="228"/>
                </a:cubicBezTo>
                <a:cubicBezTo>
                  <a:pt x="106" y="224"/>
                  <a:pt x="117" y="219"/>
                  <a:pt x="131" y="215"/>
                </a:cubicBezTo>
                <a:cubicBezTo>
                  <a:pt x="145" y="210"/>
                  <a:pt x="159" y="208"/>
                  <a:pt x="175" y="208"/>
                </a:cubicBezTo>
                <a:cubicBezTo>
                  <a:pt x="220" y="208"/>
                  <a:pt x="259" y="226"/>
                  <a:pt x="290" y="263"/>
                </a:cubicBezTo>
                <a:cubicBezTo>
                  <a:pt x="322" y="299"/>
                  <a:pt x="338" y="343"/>
                  <a:pt x="338" y="393"/>
                </a:cubicBezTo>
                <a:cubicBezTo>
                  <a:pt x="338" y="446"/>
                  <a:pt x="320" y="490"/>
                  <a:pt x="284" y="527"/>
                </a:cubicBezTo>
                <a:cubicBezTo>
                  <a:pt x="248" y="563"/>
                  <a:pt x="204" y="582"/>
                  <a:pt x="151" y="582"/>
                </a:cubicBezTo>
                <a:cubicBezTo>
                  <a:pt x="105" y="582"/>
                  <a:pt x="69" y="567"/>
                  <a:pt x="41" y="537"/>
                </a:cubicBezTo>
                <a:cubicBezTo>
                  <a:pt x="14" y="506"/>
                  <a:pt x="0" y="472"/>
                  <a:pt x="0" y="434"/>
                </a:cubicBezTo>
                <a:cubicBezTo>
                  <a:pt x="0" y="420"/>
                  <a:pt x="3" y="408"/>
                  <a:pt x="9" y="401"/>
                </a:cubicBezTo>
                <a:cubicBezTo>
                  <a:pt x="15" y="393"/>
                  <a:pt x="22" y="388"/>
                  <a:pt x="28" y="385"/>
                </a:cubicBezTo>
                <a:cubicBezTo>
                  <a:pt x="35" y="383"/>
                  <a:pt x="42" y="382"/>
                  <a:pt x="48" y="382"/>
                </a:cubicBezTo>
                <a:cubicBezTo>
                  <a:pt x="62" y="382"/>
                  <a:pt x="73" y="387"/>
                  <a:pt x="82" y="396"/>
                </a:cubicBezTo>
                <a:cubicBezTo>
                  <a:pt x="91" y="406"/>
                  <a:pt x="96" y="418"/>
                  <a:pt x="96" y="4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69" name=""/>
          <p:cNvSpPr/>
          <p:nvPr/>
        </p:nvSpPr>
        <p:spPr>
          <a:xfrm>
            <a:off x="5486400" y="476532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79" y="23"/>
                  <a:pt x="122" y="0"/>
                  <a:pt x="177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7"/>
                  <a:pt x="356" y="211"/>
                  <a:pt x="356" y="292"/>
                </a:cubicBezTo>
                <a:cubicBezTo>
                  <a:pt x="356" y="380"/>
                  <a:pt x="344" y="447"/>
                  <a:pt x="320" y="494"/>
                </a:cubicBezTo>
                <a:cubicBezTo>
                  <a:pt x="309" y="517"/>
                  <a:pt x="293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7" y="580"/>
                  <a:pt x="192" y="582"/>
                  <a:pt x="178" y="582"/>
                </a:cubicBezTo>
                <a:cubicBezTo>
                  <a:pt x="163" y="582"/>
                  <a:pt x="149" y="581"/>
                  <a:pt x="134" y="577"/>
                </a:cubicBezTo>
                <a:cubicBezTo>
                  <a:pt x="119" y="574"/>
                  <a:pt x="102" y="565"/>
                  <a:pt x="83" y="550"/>
                </a:cubicBezTo>
                <a:cubicBezTo>
                  <a:pt x="63" y="536"/>
                  <a:pt x="47" y="517"/>
                  <a:pt x="36" y="494"/>
                </a:cubicBezTo>
                <a:cubicBezTo>
                  <a:pt x="12" y="447"/>
                  <a:pt x="0" y="380"/>
                  <a:pt x="0" y="292"/>
                </a:cubicBezTo>
                <a:cubicBezTo>
                  <a:pt x="0" y="194"/>
                  <a:pt x="16" y="120"/>
                  <a:pt x="48" y="69"/>
                </a:cubicBezTo>
                <a:moveTo>
                  <a:pt x="239" y="58"/>
                </a:moveTo>
                <a:cubicBezTo>
                  <a:pt x="222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5"/>
                  <a:pt x="83" y="199"/>
                  <a:pt x="83" y="281"/>
                </a:cubicBezTo>
                <a:cubicBezTo>
                  <a:pt x="83" y="370"/>
                  <a:pt x="85" y="430"/>
                  <a:pt x="89" y="458"/>
                </a:cubicBezTo>
                <a:cubicBezTo>
                  <a:pt x="94" y="486"/>
                  <a:pt x="104" y="508"/>
                  <a:pt x="120" y="525"/>
                </a:cubicBezTo>
                <a:cubicBezTo>
                  <a:pt x="135" y="542"/>
                  <a:pt x="155" y="550"/>
                  <a:pt x="178" y="550"/>
                </a:cubicBezTo>
                <a:cubicBezTo>
                  <a:pt x="200" y="550"/>
                  <a:pt x="221" y="542"/>
                  <a:pt x="236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3" y="365"/>
                  <a:pt x="274" y="281"/>
                </a:cubicBezTo>
                <a:cubicBezTo>
                  <a:pt x="274" y="200"/>
                  <a:pt x="271" y="146"/>
                  <a:pt x="267" y="120"/>
                </a:cubicBezTo>
                <a:cubicBezTo>
                  <a:pt x="262" y="94"/>
                  <a:pt x="253" y="74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70" name=""/>
          <p:cNvSpPr/>
          <p:nvPr/>
        </p:nvSpPr>
        <p:spPr>
          <a:xfrm>
            <a:off x="5650200" y="4930920"/>
            <a:ext cx="40320" cy="96480"/>
          </a:xfrm>
          <a:custGeom>
            <a:avLst/>
            <a:gdLst/>
            <a:ahLst/>
            <a:rect l="0" t="0" r="r" b="b"/>
            <a:pathLst>
              <a:path w="112" h="268">
                <a:moveTo>
                  <a:pt x="0" y="74"/>
                </a:moveTo>
                <a:cubicBezTo>
                  <a:pt x="0" y="74"/>
                  <a:pt x="0" y="67"/>
                  <a:pt x="0" y="53"/>
                </a:cubicBezTo>
                <a:cubicBezTo>
                  <a:pt x="0" y="39"/>
                  <a:pt x="5" y="27"/>
                  <a:pt x="15" y="17"/>
                </a:cubicBezTo>
                <a:cubicBezTo>
                  <a:pt x="24" y="7"/>
                  <a:pt x="36" y="0"/>
                  <a:pt x="51" y="0"/>
                </a:cubicBezTo>
                <a:cubicBezTo>
                  <a:pt x="67" y="0"/>
                  <a:pt x="81" y="9"/>
                  <a:pt x="93" y="23"/>
                </a:cubicBezTo>
                <a:cubicBezTo>
                  <a:pt x="105" y="37"/>
                  <a:pt x="112" y="61"/>
                  <a:pt x="112" y="97"/>
                </a:cubicBezTo>
                <a:cubicBezTo>
                  <a:pt x="112" y="117"/>
                  <a:pt x="110" y="136"/>
                  <a:pt x="105" y="154"/>
                </a:cubicBezTo>
                <a:cubicBezTo>
                  <a:pt x="100" y="173"/>
                  <a:pt x="94" y="189"/>
                  <a:pt x="87" y="203"/>
                </a:cubicBezTo>
                <a:cubicBezTo>
                  <a:pt x="80" y="216"/>
                  <a:pt x="73" y="228"/>
                  <a:pt x="65" y="237"/>
                </a:cubicBezTo>
                <a:cubicBezTo>
                  <a:pt x="57" y="247"/>
                  <a:pt x="51" y="254"/>
                  <a:pt x="45" y="260"/>
                </a:cubicBezTo>
                <a:cubicBezTo>
                  <a:pt x="39" y="266"/>
                  <a:pt x="36" y="268"/>
                  <a:pt x="34" y="268"/>
                </a:cubicBezTo>
                <a:cubicBezTo>
                  <a:pt x="32" y="268"/>
                  <a:pt x="28" y="265"/>
                  <a:pt x="23" y="260"/>
                </a:cubicBezTo>
                <a:cubicBezTo>
                  <a:pt x="18" y="255"/>
                  <a:pt x="15" y="251"/>
                  <a:pt x="15" y="249"/>
                </a:cubicBezTo>
                <a:cubicBezTo>
                  <a:pt x="15" y="247"/>
                  <a:pt x="18" y="242"/>
                  <a:pt x="25" y="235"/>
                </a:cubicBezTo>
                <a:cubicBezTo>
                  <a:pt x="31" y="229"/>
                  <a:pt x="38" y="220"/>
                  <a:pt x="46" y="210"/>
                </a:cubicBezTo>
                <a:cubicBezTo>
                  <a:pt x="54" y="200"/>
                  <a:pt x="61" y="186"/>
                  <a:pt x="68" y="168"/>
                </a:cubicBezTo>
                <a:cubicBezTo>
                  <a:pt x="74" y="150"/>
                  <a:pt x="79" y="129"/>
                  <a:pt x="81" y="106"/>
                </a:cubicBezTo>
                <a:lnTo>
                  <a:pt x="81" y="96"/>
                </a:lnTo>
                <a:lnTo>
                  <a:pt x="80" y="97"/>
                </a:lnTo>
                <a:cubicBezTo>
                  <a:pt x="79" y="97"/>
                  <a:pt x="78" y="98"/>
                  <a:pt x="76" y="99"/>
                </a:cubicBezTo>
                <a:cubicBezTo>
                  <a:pt x="74" y="99"/>
                  <a:pt x="73" y="100"/>
                  <a:pt x="71" y="101"/>
                </a:cubicBezTo>
                <a:cubicBezTo>
                  <a:pt x="69" y="102"/>
                  <a:pt x="67" y="103"/>
                  <a:pt x="64" y="103"/>
                </a:cubicBezTo>
                <a:cubicBezTo>
                  <a:pt x="60" y="103"/>
                  <a:pt x="57" y="103"/>
                  <a:pt x="53" y="104"/>
                </a:cubicBezTo>
                <a:cubicBezTo>
                  <a:pt x="38" y="104"/>
                  <a:pt x="26" y="99"/>
                  <a:pt x="16" y="89"/>
                </a:cubicBezTo>
                <a:lnTo>
                  <a:pt x="0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71" name=""/>
          <p:cNvSpPr/>
          <p:nvPr/>
        </p:nvSpPr>
        <p:spPr>
          <a:xfrm>
            <a:off x="5787000" y="4765320"/>
            <a:ext cx="104760" cy="203040"/>
          </a:xfrm>
          <a:custGeom>
            <a:avLst/>
            <a:gdLst/>
            <a:ahLst/>
            <a:rect l="0" t="0" r="r" b="b"/>
            <a:pathLst>
              <a:path w="291" h="564">
                <a:moveTo>
                  <a:pt x="111" y="74"/>
                </a:moveTo>
                <a:lnTo>
                  <a:pt x="100" y="79"/>
                </a:lnTo>
                <a:cubicBezTo>
                  <a:pt x="92" y="82"/>
                  <a:pt x="81" y="84"/>
                  <a:pt x="66" y="87"/>
                </a:cubicBezTo>
                <a:cubicBezTo>
                  <a:pt x="51" y="90"/>
                  <a:pt x="35" y="92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3" y="53"/>
                  <a:pt x="68" y="49"/>
                  <a:pt x="90" y="42"/>
                </a:cubicBezTo>
                <a:cubicBezTo>
                  <a:pt x="113" y="34"/>
                  <a:pt x="129" y="27"/>
                  <a:pt x="138" y="21"/>
                </a:cubicBezTo>
                <a:cubicBezTo>
                  <a:pt x="147" y="15"/>
                  <a:pt x="155" y="9"/>
                  <a:pt x="161" y="3"/>
                </a:cubicBezTo>
                <a:cubicBezTo>
                  <a:pt x="162" y="1"/>
                  <a:pt x="166" y="0"/>
                  <a:pt x="171" y="0"/>
                </a:cubicBezTo>
                <a:cubicBezTo>
                  <a:pt x="177" y="0"/>
                  <a:pt x="181" y="2"/>
                  <a:pt x="186" y="5"/>
                </a:cubicBezTo>
                <a:lnTo>
                  <a:pt x="186" y="258"/>
                </a:lnTo>
                <a:lnTo>
                  <a:pt x="187" y="511"/>
                </a:lnTo>
                <a:cubicBezTo>
                  <a:pt x="191" y="515"/>
                  <a:pt x="194" y="518"/>
                  <a:pt x="197" y="519"/>
                </a:cubicBezTo>
                <a:cubicBezTo>
                  <a:pt x="200" y="520"/>
                  <a:pt x="206" y="521"/>
                  <a:pt x="217" y="522"/>
                </a:cubicBezTo>
                <a:cubicBezTo>
                  <a:pt x="228" y="523"/>
                  <a:pt x="245" y="524"/>
                  <a:pt x="269" y="524"/>
                </a:cubicBezTo>
                <a:lnTo>
                  <a:pt x="291" y="524"/>
                </a:lnTo>
                <a:lnTo>
                  <a:pt x="291" y="564"/>
                </a:lnTo>
                <a:lnTo>
                  <a:pt x="282" y="564"/>
                </a:lnTo>
                <a:cubicBezTo>
                  <a:pt x="270" y="562"/>
                  <a:pt x="226" y="561"/>
                  <a:pt x="148" y="561"/>
                </a:cubicBezTo>
                <a:cubicBezTo>
                  <a:pt x="71" y="561"/>
                  <a:pt x="27" y="562"/>
                  <a:pt x="14" y="564"/>
                </a:cubicBezTo>
                <a:lnTo>
                  <a:pt x="4" y="564"/>
                </a:lnTo>
                <a:lnTo>
                  <a:pt x="4" y="524"/>
                </a:lnTo>
                <a:lnTo>
                  <a:pt x="27" y="524"/>
                </a:lnTo>
                <a:cubicBezTo>
                  <a:pt x="39" y="524"/>
                  <a:pt x="50" y="524"/>
                  <a:pt x="59" y="524"/>
                </a:cubicBezTo>
                <a:cubicBezTo>
                  <a:pt x="68" y="524"/>
                  <a:pt x="75" y="524"/>
                  <a:pt x="80" y="523"/>
                </a:cubicBezTo>
                <a:cubicBezTo>
                  <a:pt x="85" y="522"/>
                  <a:pt x="90" y="522"/>
                  <a:pt x="94" y="520"/>
                </a:cubicBezTo>
                <a:cubicBezTo>
                  <a:pt x="98" y="519"/>
                  <a:pt x="100" y="519"/>
                  <a:pt x="100" y="519"/>
                </a:cubicBezTo>
                <a:cubicBezTo>
                  <a:pt x="101" y="519"/>
                  <a:pt x="103" y="517"/>
                  <a:pt x="106" y="515"/>
                </a:cubicBezTo>
                <a:cubicBezTo>
                  <a:pt x="108" y="512"/>
                  <a:pt x="110" y="511"/>
                  <a:pt x="111" y="511"/>
                </a:cubicBezTo>
                <a:lnTo>
                  <a:pt x="111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72" name=""/>
          <p:cNvSpPr/>
          <p:nvPr/>
        </p:nvSpPr>
        <p:spPr>
          <a:xfrm>
            <a:off x="5925600" y="476532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9" y="69"/>
                </a:moveTo>
                <a:cubicBezTo>
                  <a:pt x="81" y="23"/>
                  <a:pt x="124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7"/>
                  <a:pt x="357" y="211"/>
                  <a:pt x="357" y="292"/>
                </a:cubicBezTo>
                <a:cubicBezTo>
                  <a:pt x="357" y="380"/>
                  <a:pt x="344" y="447"/>
                  <a:pt x="320" y="494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8" y="580"/>
                  <a:pt x="193" y="582"/>
                  <a:pt x="179" y="582"/>
                </a:cubicBezTo>
                <a:cubicBezTo>
                  <a:pt x="165" y="582"/>
                  <a:pt x="150" y="581"/>
                  <a:pt x="135" y="577"/>
                </a:cubicBezTo>
                <a:cubicBezTo>
                  <a:pt x="121" y="574"/>
                  <a:pt x="103" y="565"/>
                  <a:pt x="84" y="550"/>
                </a:cubicBezTo>
                <a:cubicBezTo>
                  <a:pt x="64" y="536"/>
                  <a:pt x="49" y="517"/>
                  <a:pt x="36" y="494"/>
                </a:cubicBezTo>
                <a:cubicBezTo>
                  <a:pt x="12" y="447"/>
                  <a:pt x="0" y="380"/>
                  <a:pt x="0" y="292"/>
                </a:cubicBezTo>
                <a:cubicBezTo>
                  <a:pt x="0" y="194"/>
                  <a:pt x="16" y="120"/>
                  <a:pt x="49" y="69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6" y="31"/>
                  <a:pt x="135" y="40"/>
                  <a:pt x="118" y="58"/>
                </a:cubicBezTo>
                <a:cubicBezTo>
                  <a:pt x="104" y="73"/>
                  <a:pt x="95" y="93"/>
                  <a:pt x="91" y="119"/>
                </a:cubicBezTo>
                <a:cubicBezTo>
                  <a:pt x="86" y="145"/>
                  <a:pt x="84" y="199"/>
                  <a:pt x="84" y="281"/>
                </a:cubicBezTo>
                <a:cubicBezTo>
                  <a:pt x="84" y="370"/>
                  <a:pt x="86" y="430"/>
                  <a:pt x="91" y="458"/>
                </a:cubicBezTo>
                <a:cubicBezTo>
                  <a:pt x="95" y="486"/>
                  <a:pt x="105" y="508"/>
                  <a:pt x="121" y="525"/>
                </a:cubicBezTo>
                <a:cubicBezTo>
                  <a:pt x="137" y="542"/>
                  <a:pt x="156" y="550"/>
                  <a:pt x="179" y="550"/>
                </a:cubicBezTo>
                <a:cubicBezTo>
                  <a:pt x="202" y="550"/>
                  <a:pt x="221" y="542"/>
                  <a:pt x="237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3" y="365"/>
                  <a:pt x="274" y="281"/>
                </a:cubicBezTo>
                <a:cubicBezTo>
                  <a:pt x="274" y="200"/>
                  <a:pt x="272" y="146"/>
                  <a:pt x="267" y="120"/>
                </a:cubicBezTo>
                <a:cubicBezTo>
                  <a:pt x="263" y="94"/>
                  <a:pt x="253" y="74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73" name=""/>
          <p:cNvSpPr/>
          <p:nvPr/>
        </p:nvSpPr>
        <p:spPr>
          <a:xfrm>
            <a:off x="6086520" y="4705200"/>
            <a:ext cx="86040" cy="143640"/>
          </a:xfrm>
          <a:custGeom>
            <a:avLst/>
            <a:gdLst/>
            <a:ahLst/>
            <a:rect l="0" t="0" r="r" b="b"/>
            <a:pathLst>
              <a:path w="239" h="399">
                <a:moveTo>
                  <a:pt x="35" y="141"/>
                </a:moveTo>
                <a:cubicBezTo>
                  <a:pt x="25" y="141"/>
                  <a:pt x="16" y="138"/>
                  <a:pt x="10" y="131"/>
                </a:cubicBezTo>
                <a:cubicBezTo>
                  <a:pt x="3" y="124"/>
                  <a:pt x="0" y="115"/>
                  <a:pt x="0" y="104"/>
                </a:cubicBezTo>
                <a:cubicBezTo>
                  <a:pt x="0" y="76"/>
                  <a:pt x="11" y="52"/>
                  <a:pt x="32" y="31"/>
                </a:cubicBezTo>
                <a:cubicBezTo>
                  <a:pt x="53" y="10"/>
                  <a:pt x="79" y="0"/>
                  <a:pt x="112" y="0"/>
                </a:cubicBezTo>
                <a:cubicBezTo>
                  <a:pt x="148" y="0"/>
                  <a:pt x="178" y="11"/>
                  <a:pt x="202" y="33"/>
                </a:cubicBezTo>
                <a:cubicBezTo>
                  <a:pt x="227" y="56"/>
                  <a:pt x="239" y="85"/>
                  <a:pt x="239" y="120"/>
                </a:cubicBezTo>
                <a:cubicBezTo>
                  <a:pt x="239" y="137"/>
                  <a:pt x="235" y="153"/>
                  <a:pt x="227" y="169"/>
                </a:cubicBezTo>
                <a:cubicBezTo>
                  <a:pt x="219" y="184"/>
                  <a:pt x="210" y="198"/>
                  <a:pt x="199" y="210"/>
                </a:cubicBezTo>
                <a:cubicBezTo>
                  <a:pt x="188" y="221"/>
                  <a:pt x="172" y="237"/>
                  <a:pt x="151" y="255"/>
                </a:cubicBezTo>
                <a:cubicBezTo>
                  <a:pt x="137" y="267"/>
                  <a:pt x="117" y="285"/>
                  <a:pt x="90" y="310"/>
                </a:cubicBezTo>
                <a:lnTo>
                  <a:pt x="55" y="343"/>
                </a:lnTo>
                <a:lnTo>
                  <a:pt x="100" y="344"/>
                </a:lnTo>
                <a:cubicBezTo>
                  <a:pt x="164" y="344"/>
                  <a:pt x="197" y="343"/>
                  <a:pt x="201" y="341"/>
                </a:cubicBezTo>
                <a:cubicBezTo>
                  <a:pt x="204" y="340"/>
                  <a:pt x="209" y="322"/>
                  <a:pt x="215" y="288"/>
                </a:cubicBezTo>
                <a:lnTo>
                  <a:pt x="215" y="286"/>
                </a:lnTo>
                <a:lnTo>
                  <a:pt x="239" y="286"/>
                </a:lnTo>
                <a:lnTo>
                  <a:pt x="239" y="288"/>
                </a:lnTo>
                <a:cubicBezTo>
                  <a:pt x="239" y="289"/>
                  <a:pt x="236" y="307"/>
                  <a:pt x="232" y="342"/>
                </a:cubicBezTo>
                <a:cubicBezTo>
                  <a:pt x="227" y="377"/>
                  <a:pt x="224" y="395"/>
                  <a:pt x="223" y="397"/>
                </a:cubicBezTo>
                <a:lnTo>
                  <a:pt x="223" y="399"/>
                </a:lnTo>
                <a:lnTo>
                  <a:pt x="0" y="399"/>
                </a:lnTo>
                <a:lnTo>
                  <a:pt x="0" y="387"/>
                </a:lnTo>
                <a:lnTo>
                  <a:pt x="0" y="380"/>
                </a:lnTo>
                <a:cubicBezTo>
                  <a:pt x="0" y="377"/>
                  <a:pt x="1" y="374"/>
                  <a:pt x="4" y="371"/>
                </a:cubicBezTo>
                <a:cubicBezTo>
                  <a:pt x="6" y="368"/>
                  <a:pt x="12" y="361"/>
                  <a:pt x="22" y="350"/>
                </a:cubicBezTo>
                <a:cubicBezTo>
                  <a:pt x="33" y="338"/>
                  <a:pt x="43" y="326"/>
                  <a:pt x="51" y="317"/>
                </a:cubicBezTo>
                <a:cubicBezTo>
                  <a:pt x="55" y="313"/>
                  <a:pt x="62" y="305"/>
                  <a:pt x="72" y="295"/>
                </a:cubicBezTo>
                <a:cubicBezTo>
                  <a:pt x="82" y="284"/>
                  <a:pt x="88" y="277"/>
                  <a:pt x="92" y="273"/>
                </a:cubicBezTo>
                <a:cubicBezTo>
                  <a:pt x="96" y="269"/>
                  <a:pt x="101" y="262"/>
                  <a:pt x="109" y="253"/>
                </a:cubicBezTo>
                <a:cubicBezTo>
                  <a:pt x="118" y="244"/>
                  <a:pt x="124" y="237"/>
                  <a:pt x="127" y="233"/>
                </a:cubicBezTo>
                <a:cubicBezTo>
                  <a:pt x="130" y="227"/>
                  <a:pt x="135" y="221"/>
                  <a:pt x="141" y="214"/>
                </a:cubicBezTo>
                <a:cubicBezTo>
                  <a:pt x="147" y="206"/>
                  <a:pt x="151" y="200"/>
                  <a:pt x="153" y="195"/>
                </a:cubicBezTo>
                <a:cubicBezTo>
                  <a:pt x="156" y="189"/>
                  <a:pt x="159" y="184"/>
                  <a:pt x="162" y="177"/>
                </a:cubicBezTo>
                <a:cubicBezTo>
                  <a:pt x="166" y="171"/>
                  <a:pt x="168" y="165"/>
                  <a:pt x="170" y="158"/>
                </a:cubicBezTo>
                <a:cubicBezTo>
                  <a:pt x="172" y="152"/>
                  <a:pt x="173" y="146"/>
                  <a:pt x="174" y="140"/>
                </a:cubicBezTo>
                <a:cubicBezTo>
                  <a:pt x="175" y="135"/>
                  <a:pt x="176" y="128"/>
                  <a:pt x="176" y="121"/>
                </a:cubicBezTo>
                <a:cubicBezTo>
                  <a:pt x="176" y="95"/>
                  <a:pt x="169" y="74"/>
                  <a:pt x="156" y="55"/>
                </a:cubicBezTo>
                <a:cubicBezTo>
                  <a:pt x="142" y="37"/>
                  <a:pt x="123" y="28"/>
                  <a:pt x="97" y="28"/>
                </a:cubicBezTo>
                <a:cubicBezTo>
                  <a:pt x="84" y="28"/>
                  <a:pt x="72" y="31"/>
                  <a:pt x="62" y="38"/>
                </a:cubicBezTo>
                <a:cubicBezTo>
                  <a:pt x="52" y="45"/>
                  <a:pt x="45" y="52"/>
                  <a:pt x="41" y="58"/>
                </a:cubicBezTo>
                <a:cubicBezTo>
                  <a:pt x="37" y="64"/>
                  <a:pt x="35" y="68"/>
                  <a:pt x="35" y="69"/>
                </a:cubicBezTo>
                <a:cubicBezTo>
                  <a:pt x="35" y="70"/>
                  <a:pt x="36" y="70"/>
                  <a:pt x="38" y="70"/>
                </a:cubicBezTo>
                <a:cubicBezTo>
                  <a:pt x="45" y="70"/>
                  <a:pt x="53" y="73"/>
                  <a:pt x="60" y="78"/>
                </a:cubicBezTo>
                <a:cubicBezTo>
                  <a:pt x="68" y="84"/>
                  <a:pt x="72" y="93"/>
                  <a:pt x="72" y="106"/>
                </a:cubicBezTo>
                <a:cubicBezTo>
                  <a:pt x="72" y="116"/>
                  <a:pt x="69" y="124"/>
                  <a:pt x="62" y="131"/>
                </a:cubicBezTo>
                <a:cubicBezTo>
                  <a:pt x="56" y="137"/>
                  <a:pt x="47" y="141"/>
                  <a:pt x="35" y="1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74" name=""/>
          <p:cNvSpPr/>
          <p:nvPr/>
        </p:nvSpPr>
        <p:spPr>
          <a:xfrm>
            <a:off x="6215400" y="4739760"/>
            <a:ext cx="72720" cy="304560"/>
          </a:xfrm>
          <a:custGeom>
            <a:avLst/>
            <a:gdLst/>
            <a:ahLst/>
            <a:rect l="0" t="0" r="r" b="b"/>
            <a:pathLst>
              <a:path w="202" h="846">
                <a:moveTo>
                  <a:pt x="4" y="1"/>
                </a:moveTo>
                <a:lnTo>
                  <a:pt x="7" y="0"/>
                </a:lnTo>
                <a:cubicBezTo>
                  <a:pt x="10" y="0"/>
                  <a:pt x="13" y="0"/>
                  <a:pt x="16" y="0"/>
                </a:cubicBezTo>
                <a:lnTo>
                  <a:pt x="26" y="0"/>
                </a:lnTo>
                <a:lnTo>
                  <a:pt x="49" y="20"/>
                </a:lnTo>
                <a:cubicBezTo>
                  <a:pt x="102" y="68"/>
                  <a:pt x="142" y="128"/>
                  <a:pt x="166" y="200"/>
                </a:cubicBezTo>
                <a:cubicBezTo>
                  <a:pt x="190" y="271"/>
                  <a:pt x="202" y="345"/>
                  <a:pt x="202" y="423"/>
                </a:cubicBezTo>
                <a:cubicBezTo>
                  <a:pt x="202" y="461"/>
                  <a:pt x="200" y="498"/>
                  <a:pt x="194" y="533"/>
                </a:cubicBezTo>
                <a:cubicBezTo>
                  <a:pt x="188" y="569"/>
                  <a:pt x="182" y="599"/>
                  <a:pt x="174" y="624"/>
                </a:cubicBezTo>
                <a:cubicBezTo>
                  <a:pt x="167" y="648"/>
                  <a:pt x="157" y="673"/>
                  <a:pt x="143" y="698"/>
                </a:cubicBezTo>
                <a:cubicBezTo>
                  <a:pt x="130" y="723"/>
                  <a:pt x="118" y="742"/>
                  <a:pt x="110" y="754"/>
                </a:cubicBezTo>
                <a:cubicBezTo>
                  <a:pt x="102" y="768"/>
                  <a:pt x="91" y="783"/>
                  <a:pt x="76" y="799"/>
                </a:cubicBezTo>
                <a:cubicBezTo>
                  <a:pt x="60" y="814"/>
                  <a:pt x="51" y="824"/>
                  <a:pt x="48" y="826"/>
                </a:cubicBezTo>
                <a:cubicBezTo>
                  <a:pt x="46" y="829"/>
                  <a:pt x="39" y="835"/>
                  <a:pt x="29" y="842"/>
                </a:cubicBezTo>
                <a:cubicBezTo>
                  <a:pt x="27" y="844"/>
                  <a:pt x="26" y="845"/>
                  <a:pt x="26" y="846"/>
                </a:cubicBezTo>
                <a:lnTo>
                  <a:pt x="16" y="846"/>
                </a:lnTo>
                <a:cubicBezTo>
                  <a:pt x="11" y="846"/>
                  <a:pt x="8" y="846"/>
                  <a:pt x="6" y="846"/>
                </a:cubicBezTo>
                <a:cubicBezTo>
                  <a:pt x="5" y="846"/>
                  <a:pt x="3" y="845"/>
                  <a:pt x="2" y="843"/>
                </a:cubicBezTo>
                <a:cubicBezTo>
                  <a:pt x="1" y="842"/>
                  <a:pt x="0" y="839"/>
                  <a:pt x="0" y="836"/>
                </a:cubicBezTo>
                <a:cubicBezTo>
                  <a:pt x="0" y="835"/>
                  <a:pt x="3" y="831"/>
                  <a:pt x="9" y="825"/>
                </a:cubicBezTo>
                <a:cubicBezTo>
                  <a:pt x="96" y="733"/>
                  <a:pt x="141" y="599"/>
                  <a:pt x="141" y="423"/>
                </a:cubicBezTo>
                <a:cubicBezTo>
                  <a:pt x="141" y="246"/>
                  <a:pt x="96" y="112"/>
                  <a:pt x="9" y="21"/>
                </a:cubicBezTo>
                <a:cubicBezTo>
                  <a:pt x="3" y="15"/>
                  <a:pt x="0" y="11"/>
                  <a:pt x="0" y="10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4538160" y="47340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76" name=""/>
          <p:cNvSpPr txBox="1"/>
          <p:nvPr/>
        </p:nvSpPr>
        <p:spPr>
          <a:xfrm>
            <a:off x="6918840" y="4734000"/>
            <a:ext cx="605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LogN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8901720" y="473400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0.606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733320" y="5238720"/>
            <a:ext cx="286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S7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79" name=""/>
          <p:cNvSpPr/>
          <p:nvPr/>
        </p:nvSpPr>
        <p:spPr>
          <a:xfrm>
            <a:off x="4943520" y="526500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2" y="39"/>
                </a:moveTo>
                <a:cubicBezTo>
                  <a:pt x="170" y="39"/>
                  <a:pt x="168" y="39"/>
                  <a:pt x="165" y="39"/>
                </a:cubicBezTo>
                <a:cubicBezTo>
                  <a:pt x="151" y="39"/>
                  <a:pt x="142" y="39"/>
                  <a:pt x="139" y="38"/>
                </a:cubicBezTo>
                <a:cubicBezTo>
                  <a:pt x="137" y="38"/>
                  <a:pt x="135" y="34"/>
                  <a:pt x="135" y="29"/>
                </a:cubicBezTo>
                <a:cubicBezTo>
                  <a:pt x="135" y="14"/>
                  <a:pt x="138" y="4"/>
                  <a:pt x="144" y="1"/>
                </a:cubicBezTo>
                <a:cubicBezTo>
                  <a:pt x="146" y="0"/>
                  <a:pt x="173" y="0"/>
                  <a:pt x="226" y="0"/>
                </a:cubicBezTo>
                <a:cubicBezTo>
                  <a:pt x="270" y="0"/>
                  <a:pt x="295" y="0"/>
                  <a:pt x="301" y="0"/>
                </a:cubicBezTo>
                <a:cubicBezTo>
                  <a:pt x="307" y="0"/>
                  <a:pt x="311" y="2"/>
                  <a:pt x="313" y="5"/>
                </a:cubicBezTo>
                <a:cubicBezTo>
                  <a:pt x="432" y="285"/>
                  <a:pt x="493" y="429"/>
                  <a:pt x="495" y="436"/>
                </a:cubicBezTo>
                <a:lnTo>
                  <a:pt x="541" y="256"/>
                </a:lnTo>
                <a:cubicBezTo>
                  <a:pt x="571" y="137"/>
                  <a:pt x="586" y="74"/>
                  <a:pt x="586" y="66"/>
                </a:cubicBezTo>
                <a:cubicBezTo>
                  <a:pt x="586" y="50"/>
                  <a:pt x="568" y="41"/>
                  <a:pt x="531" y="39"/>
                </a:cubicBezTo>
                <a:cubicBezTo>
                  <a:pt x="518" y="39"/>
                  <a:pt x="511" y="36"/>
                  <a:pt x="511" y="30"/>
                </a:cubicBezTo>
                <a:cubicBezTo>
                  <a:pt x="511" y="29"/>
                  <a:pt x="512" y="25"/>
                  <a:pt x="513" y="20"/>
                </a:cubicBezTo>
                <a:cubicBezTo>
                  <a:pt x="515" y="11"/>
                  <a:pt x="517" y="5"/>
                  <a:pt x="518" y="3"/>
                </a:cubicBezTo>
                <a:cubicBezTo>
                  <a:pt x="519" y="2"/>
                  <a:pt x="522" y="1"/>
                  <a:pt x="526" y="0"/>
                </a:cubicBezTo>
                <a:cubicBezTo>
                  <a:pt x="528" y="0"/>
                  <a:pt x="537" y="0"/>
                  <a:pt x="553" y="1"/>
                </a:cubicBezTo>
                <a:cubicBezTo>
                  <a:pt x="568" y="1"/>
                  <a:pt x="592" y="2"/>
                  <a:pt x="623" y="3"/>
                </a:cubicBezTo>
                <a:cubicBezTo>
                  <a:pt x="651" y="3"/>
                  <a:pt x="672" y="2"/>
                  <a:pt x="687" y="2"/>
                </a:cubicBezTo>
                <a:cubicBezTo>
                  <a:pt x="702" y="1"/>
                  <a:pt x="710" y="1"/>
                  <a:pt x="712" y="1"/>
                </a:cubicBezTo>
                <a:cubicBezTo>
                  <a:pt x="721" y="1"/>
                  <a:pt x="725" y="4"/>
                  <a:pt x="725" y="9"/>
                </a:cubicBezTo>
                <a:cubicBezTo>
                  <a:pt x="725" y="22"/>
                  <a:pt x="723" y="30"/>
                  <a:pt x="718" y="35"/>
                </a:cubicBezTo>
                <a:cubicBezTo>
                  <a:pt x="717" y="38"/>
                  <a:pt x="711" y="39"/>
                  <a:pt x="700" y="39"/>
                </a:cubicBezTo>
                <a:cubicBezTo>
                  <a:pt x="660" y="41"/>
                  <a:pt x="635" y="52"/>
                  <a:pt x="624" y="74"/>
                </a:cubicBezTo>
                <a:lnTo>
                  <a:pt x="499" y="572"/>
                </a:lnTo>
                <a:cubicBezTo>
                  <a:pt x="497" y="576"/>
                  <a:pt x="492" y="578"/>
                  <a:pt x="481" y="578"/>
                </a:cubicBezTo>
                <a:cubicBezTo>
                  <a:pt x="473" y="578"/>
                  <a:pt x="468" y="577"/>
                  <a:pt x="466" y="576"/>
                </a:cubicBezTo>
                <a:cubicBezTo>
                  <a:pt x="465" y="575"/>
                  <a:pt x="428" y="489"/>
                  <a:pt x="357" y="320"/>
                </a:cubicBezTo>
                <a:lnTo>
                  <a:pt x="249" y="68"/>
                </a:lnTo>
                <a:lnTo>
                  <a:pt x="194" y="287"/>
                </a:lnTo>
                <a:cubicBezTo>
                  <a:pt x="158" y="432"/>
                  <a:pt x="139" y="506"/>
                  <a:pt x="139" y="511"/>
                </a:cubicBezTo>
                <a:cubicBezTo>
                  <a:pt x="142" y="530"/>
                  <a:pt x="163" y="539"/>
                  <a:pt x="200" y="539"/>
                </a:cubicBezTo>
                <a:lnTo>
                  <a:pt x="209" y="539"/>
                </a:lnTo>
                <a:cubicBezTo>
                  <a:pt x="212" y="542"/>
                  <a:pt x="214" y="544"/>
                  <a:pt x="214" y="546"/>
                </a:cubicBezTo>
                <a:cubicBezTo>
                  <a:pt x="214" y="548"/>
                  <a:pt x="213" y="553"/>
                  <a:pt x="212" y="562"/>
                </a:cubicBezTo>
                <a:cubicBezTo>
                  <a:pt x="210" y="569"/>
                  <a:pt x="207" y="575"/>
                  <a:pt x="204" y="578"/>
                </a:cubicBezTo>
                <a:lnTo>
                  <a:pt x="193" y="578"/>
                </a:lnTo>
                <a:cubicBezTo>
                  <a:pt x="175" y="577"/>
                  <a:pt x="145" y="576"/>
                  <a:pt x="101" y="576"/>
                </a:cubicBezTo>
                <a:cubicBezTo>
                  <a:pt x="86" y="576"/>
                  <a:pt x="71" y="576"/>
                  <a:pt x="58" y="576"/>
                </a:cubicBezTo>
                <a:cubicBezTo>
                  <a:pt x="45" y="576"/>
                  <a:pt x="35" y="576"/>
                  <a:pt x="27" y="576"/>
                </a:cubicBezTo>
                <a:cubicBezTo>
                  <a:pt x="19" y="576"/>
                  <a:pt x="14" y="577"/>
                  <a:pt x="13" y="577"/>
                </a:cubicBezTo>
                <a:cubicBezTo>
                  <a:pt x="4" y="577"/>
                  <a:pt x="0" y="575"/>
                  <a:pt x="0" y="570"/>
                </a:cubicBezTo>
                <a:cubicBezTo>
                  <a:pt x="0" y="567"/>
                  <a:pt x="1" y="563"/>
                  <a:pt x="3" y="556"/>
                </a:cubicBezTo>
                <a:cubicBezTo>
                  <a:pt x="4" y="549"/>
                  <a:pt x="6" y="545"/>
                  <a:pt x="7" y="544"/>
                </a:cubicBezTo>
                <a:cubicBezTo>
                  <a:pt x="8" y="541"/>
                  <a:pt x="14" y="539"/>
                  <a:pt x="26" y="539"/>
                </a:cubicBezTo>
                <a:cubicBezTo>
                  <a:pt x="65" y="537"/>
                  <a:pt x="89" y="526"/>
                  <a:pt x="101" y="506"/>
                </a:cubicBezTo>
                <a:cubicBezTo>
                  <a:pt x="103" y="503"/>
                  <a:pt x="123" y="425"/>
                  <a:pt x="161" y="272"/>
                </a:cubicBezTo>
                <a:lnTo>
                  <a:pt x="218" y="41"/>
                </a:lnTo>
                <a:cubicBezTo>
                  <a:pt x="217" y="41"/>
                  <a:pt x="201" y="40"/>
                  <a:pt x="172" y="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80" name=""/>
          <p:cNvSpPr/>
          <p:nvPr/>
        </p:nvSpPr>
        <p:spPr>
          <a:xfrm>
            <a:off x="5232600" y="524448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0" y="424"/>
                </a:moveTo>
                <a:cubicBezTo>
                  <a:pt x="0" y="385"/>
                  <a:pt x="3" y="348"/>
                  <a:pt x="9" y="313"/>
                </a:cubicBezTo>
                <a:cubicBezTo>
                  <a:pt x="14" y="278"/>
                  <a:pt x="21" y="248"/>
                  <a:pt x="28" y="223"/>
                </a:cubicBezTo>
                <a:cubicBezTo>
                  <a:pt x="36" y="196"/>
                  <a:pt x="47" y="172"/>
                  <a:pt x="60" y="147"/>
                </a:cubicBezTo>
                <a:cubicBezTo>
                  <a:pt x="74" y="123"/>
                  <a:pt x="85" y="104"/>
                  <a:pt x="93" y="91"/>
                </a:cubicBezTo>
                <a:cubicBezTo>
                  <a:pt x="100" y="77"/>
                  <a:pt x="112" y="63"/>
                  <a:pt x="128" y="47"/>
                </a:cubicBezTo>
                <a:cubicBezTo>
                  <a:pt x="144" y="31"/>
                  <a:pt x="153" y="22"/>
                  <a:pt x="156" y="18"/>
                </a:cubicBezTo>
                <a:cubicBezTo>
                  <a:pt x="159" y="15"/>
                  <a:pt x="166" y="9"/>
                  <a:pt x="177" y="0"/>
                </a:cubicBezTo>
                <a:lnTo>
                  <a:pt x="188" y="0"/>
                </a:lnTo>
                <a:lnTo>
                  <a:pt x="191" y="0"/>
                </a:lnTo>
                <a:cubicBezTo>
                  <a:pt x="199" y="0"/>
                  <a:pt x="203" y="3"/>
                  <a:pt x="203" y="8"/>
                </a:cubicBezTo>
                <a:cubicBezTo>
                  <a:pt x="203" y="10"/>
                  <a:pt x="198" y="16"/>
                  <a:pt x="189" y="26"/>
                </a:cubicBezTo>
                <a:cubicBezTo>
                  <a:pt x="179" y="36"/>
                  <a:pt x="168" y="51"/>
                  <a:pt x="154" y="71"/>
                </a:cubicBezTo>
                <a:cubicBezTo>
                  <a:pt x="141" y="90"/>
                  <a:pt x="127" y="115"/>
                  <a:pt x="113" y="143"/>
                </a:cubicBezTo>
                <a:cubicBezTo>
                  <a:pt x="99" y="172"/>
                  <a:pt x="87" y="212"/>
                  <a:pt x="77" y="261"/>
                </a:cubicBezTo>
                <a:cubicBezTo>
                  <a:pt x="68" y="310"/>
                  <a:pt x="63" y="364"/>
                  <a:pt x="63" y="424"/>
                </a:cubicBezTo>
                <a:cubicBezTo>
                  <a:pt x="63" y="484"/>
                  <a:pt x="68" y="538"/>
                  <a:pt x="77" y="586"/>
                </a:cubicBezTo>
                <a:cubicBezTo>
                  <a:pt x="87" y="634"/>
                  <a:pt x="98" y="674"/>
                  <a:pt x="112" y="703"/>
                </a:cubicBezTo>
                <a:cubicBezTo>
                  <a:pt x="125" y="733"/>
                  <a:pt x="139" y="757"/>
                  <a:pt x="153" y="776"/>
                </a:cubicBezTo>
                <a:cubicBezTo>
                  <a:pt x="167" y="795"/>
                  <a:pt x="179" y="810"/>
                  <a:pt x="189" y="821"/>
                </a:cubicBezTo>
                <a:cubicBezTo>
                  <a:pt x="198" y="832"/>
                  <a:pt x="203" y="838"/>
                  <a:pt x="203" y="839"/>
                </a:cubicBezTo>
                <a:cubicBezTo>
                  <a:pt x="203" y="844"/>
                  <a:pt x="199" y="846"/>
                  <a:pt x="191" y="846"/>
                </a:cubicBezTo>
                <a:lnTo>
                  <a:pt x="188" y="846"/>
                </a:lnTo>
                <a:lnTo>
                  <a:pt x="177" y="846"/>
                </a:lnTo>
                <a:lnTo>
                  <a:pt x="153" y="826"/>
                </a:lnTo>
                <a:cubicBezTo>
                  <a:pt x="100" y="778"/>
                  <a:pt x="62" y="718"/>
                  <a:pt x="37" y="647"/>
                </a:cubicBezTo>
                <a:cubicBezTo>
                  <a:pt x="12" y="575"/>
                  <a:pt x="0" y="501"/>
                  <a:pt x="0" y="42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81" name=""/>
          <p:cNvSpPr/>
          <p:nvPr/>
        </p:nvSpPr>
        <p:spPr>
          <a:xfrm>
            <a:off x="5337720" y="5270040"/>
            <a:ext cx="121680" cy="209880"/>
          </a:xfrm>
          <a:custGeom>
            <a:avLst/>
            <a:gdLst/>
            <a:ahLst/>
            <a:rect l="0" t="0" r="r" b="b"/>
            <a:pathLst>
              <a:path w="338" h="583">
                <a:moveTo>
                  <a:pt x="96" y="431"/>
                </a:moveTo>
                <a:cubicBezTo>
                  <a:pt x="96" y="445"/>
                  <a:pt x="91" y="456"/>
                  <a:pt x="82" y="465"/>
                </a:cubicBezTo>
                <a:cubicBezTo>
                  <a:pt x="73" y="474"/>
                  <a:pt x="62" y="479"/>
                  <a:pt x="50" y="479"/>
                </a:cubicBezTo>
                <a:lnTo>
                  <a:pt x="44" y="479"/>
                </a:lnTo>
                <a:cubicBezTo>
                  <a:pt x="70" y="523"/>
                  <a:pt x="104" y="545"/>
                  <a:pt x="147" y="545"/>
                </a:cubicBezTo>
                <a:cubicBezTo>
                  <a:pt x="187" y="545"/>
                  <a:pt x="216" y="528"/>
                  <a:pt x="234" y="495"/>
                </a:cubicBezTo>
                <a:cubicBezTo>
                  <a:pt x="245" y="476"/>
                  <a:pt x="250" y="440"/>
                  <a:pt x="250" y="387"/>
                </a:cubicBezTo>
                <a:cubicBezTo>
                  <a:pt x="250" y="329"/>
                  <a:pt x="242" y="289"/>
                  <a:pt x="227" y="269"/>
                </a:cubicBezTo>
                <a:cubicBezTo>
                  <a:pt x="212" y="251"/>
                  <a:pt x="196" y="241"/>
                  <a:pt x="178" y="241"/>
                </a:cubicBezTo>
                <a:lnTo>
                  <a:pt x="173" y="241"/>
                </a:lnTo>
                <a:cubicBezTo>
                  <a:pt x="128" y="241"/>
                  <a:pt x="95" y="260"/>
                  <a:pt x="72" y="299"/>
                </a:cubicBezTo>
                <a:cubicBezTo>
                  <a:pt x="70" y="303"/>
                  <a:pt x="68" y="305"/>
                  <a:pt x="66" y="306"/>
                </a:cubicBezTo>
                <a:cubicBezTo>
                  <a:pt x="65" y="306"/>
                  <a:pt x="61" y="307"/>
                  <a:pt x="54" y="307"/>
                </a:cubicBezTo>
                <a:cubicBezTo>
                  <a:pt x="44" y="307"/>
                  <a:pt x="39" y="306"/>
                  <a:pt x="38" y="302"/>
                </a:cubicBezTo>
                <a:cubicBezTo>
                  <a:pt x="37" y="300"/>
                  <a:pt x="36" y="251"/>
                  <a:pt x="36" y="153"/>
                </a:cubicBezTo>
                <a:lnTo>
                  <a:pt x="36" y="44"/>
                </a:lnTo>
                <a:cubicBezTo>
                  <a:pt x="36" y="16"/>
                  <a:pt x="37" y="2"/>
                  <a:pt x="40" y="2"/>
                </a:cubicBezTo>
                <a:cubicBezTo>
                  <a:pt x="41" y="1"/>
                  <a:pt x="43" y="0"/>
                  <a:pt x="44" y="0"/>
                </a:cubicBezTo>
                <a:cubicBezTo>
                  <a:pt x="44" y="0"/>
                  <a:pt x="50" y="3"/>
                  <a:pt x="61" y="7"/>
                </a:cubicBezTo>
                <a:cubicBezTo>
                  <a:pt x="73" y="12"/>
                  <a:pt x="88" y="16"/>
                  <a:pt x="108" y="21"/>
                </a:cubicBezTo>
                <a:cubicBezTo>
                  <a:pt x="128" y="25"/>
                  <a:pt x="149" y="27"/>
                  <a:pt x="172" y="27"/>
                </a:cubicBezTo>
                <a:cubicBezTo>
                  <a:pt x="212" y="27"/>
                  <a:pt x="250" y="20"/>
                  <a:pt x="287" y="4"/>
                </a:cubicBezTo>
                <a:cubicBezTo>
                  <a:pt x="292" y="2"/>
                  <a:pt x="295" y="0"/>
                  <a:pt x="298" y="0"/>
                </a:cubicBezTo>
                <a:cubicBezTo>
                  <a:pt x="303" y="0"/>
                  <a:pt x="305" y="6"/>
                  <a:pt x="305" y="16"/>
                </a:cubicBezTo>
                <a:lnTo>
                  <a:pt x="305" y="27"/>
                </a:lnTo>
                <a:cubicBezTo>
                  <a:pt x="259" y="81"/>
                  <a:pt x="201" y="109"/>
                  <a:pt x="131" y="109"/>
                </a:cubicBezTo>
                <a:cubicBezTo>
                  <a:pt x="113" y="109"/>
                  <a:pt x="97" y="107"/>
                  <a:pt x="83" y="103"/>
                </a:cubicBezTo>
                <a:lnTo>
                  <a:pt x="75" y="102"/>
                </a:lnTo>
                <a:lnTo>
                  <a:pt x="75" y="248"/>
                </a:lnTo>
                <a:cubicBezTo>
                  <a:pt x="86" y="240"/>
                  <a:pt x="94" y="234"/>
                  <a:pt x="100" y="229"/>
                </a:cubicBezTo>
                <a:cubicBezTo>
                  <a:pt x="106" y="225"/>
                  <a:pt x="117" y="220"/>
                  <a:pt x="131" y="216"/>
                </a:cubicBezTo>
                <a:cubicBezTo>
                  <a:pt x="145" y="211"/>
                  <a:pt x="159" y="209"/>
                  <a:pt x="175" y="209"/>
                </a:cubicBezTo>
                <a:cubicBezTo>
                  <a:pt x="220" y="209"/>
                  <a:pt x="259" y="228"/>
                  <a:pt x="290" y="264"/>
                </a:cubicBezTo>
                <a:cubicBezTo>
                  <a:pt x="322" y="301"/>
                  <a:pt x="338" y="344"/>
                  <a:pt x="338" y="394"/>
                </a:cubicBezTo>
                <a:cubicBezTo>
                  <a:pt x="338" y="446"/>
                  <a:pt x="320" y="490"/>
                  <a:pt x="284" y="527"/>
                </a:cubicBezTo>
                <a:cubicBezTo>
                  <a:pt x="248" y="563"/>
                  <a:pt x="204" y="582"/>
                  <a:pt x="151" y="583"/>
                </a:cubicBezTo>
                <a:cubicBezTo>
                  <a:pt x="105" y="583"/>
                  <a:pt x="69" y="567"/>
                  <a:pt x="41" y="537"/>
                </a:cubicBezTo>
                <a:cubicBezTo>
                  <a:pt x="14" y="507"/>
                  <a:pt x="0" y="472"/>
                  <a:pt x="0" y="434"/>
                </a:cubicBezTo>
                <a:cubicBezTo>
                  <a:pt x="0" y="420"/>
                  <a:pt x="3" y="410"/>
                  <a:pt x="9" y="402"/>
                </a:cubicBezTo>
                <a:cubicBezTo>
                  <a:pt x="15" y="394"/>
                  <a:pt x="22" y="389"/>
                  <a:pt x="28" y="387"/>
                </a:cubicBezTo>
                <a:cubicBezTo>
                  <a:pt x="35" y="384"/>
                  <a:pt x="42" y="383"/>
                  <a:pt x="48" y="383"/>
                </a:cubicBezTo>
                <a:cubicBezTo>
                  <a:pt x="62" y="383"/>
                  <a:pt x="73" y="388"/>
                  <a:pt x="82" y="398"/>
                </a:cubicBezTo>
                <a:cubicBezTo>
                  <a:pt x="91" y="407"/>
                  <a:pt x="96" y="418"/>
                  <a:pt x="96" y="4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82" name=""/>
          <p:cNvSpPr/>
          <p:nvPr/>
        </p:nvSpPr>
        <p:spPr>
          <a:xfrm>
            <a:off x="5486400" y="5270040"/>
            <a:ext cx="128160" cy="209880"/>
          </a:xfrm>
          <a:custGeom>
            <a:avLst/>
            <a:gdLst/>
            <a:ahLst/>
            <a:rect l="0" t="0" r="r" b="b"/>
            <a:pathLst>
              <a:path w="356" h="583">
                <a:moveTo>
                  <a:pt x="48" y="69"/>
                </a:moveTo>
                <a:cubicBezTo>
                  <a:pt x="79" y="23"/>
                  <a:pt x="122" y="0"/>
                  <a:pt x="177" y="0"/>
                </a:cubicBezTo>
                <a:cubicBezTo>
                  <a:pt x="205" y="0"/>
                  <a:pt x="232" y="8"/>
                  <a:pt x="259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7"/>
                  <a:pt x="356" y="212"/>
                  <a:pt x="356" y="294"/>
                </a:cubicBezTo>
                <a:cubicBezTo>
                  <a:pt x="356" y="381"/>
                  <a:pt x="344" y="448"/>
                  <a:pt x="320" y="494"/>
                </a:cubicBezTo>
                <a:cubicBezTo>
                  <a:pt x="309" y="518"/>
                  <a:pt x="293" y="536"/>
                  <a:pt x="274" y="550"/>
                </a:cubicBezTo>
                <a:cubicBezTo>
                  <a:pt x="254" y="565"/>
                  <a:pt x="237" y="573"/>
                  <a:pt x="222" y="577"/>
                </a:cubicBezTo>
                <a:cubicBezTo>
                  <a:pt x="207" y="580"/>
                  <a:pt x="192" y="582"/>
                  <a:pt x="178" y="583"/>
                </a:cubicBezTo>
                <a:cubicBezTo>
                  <a:pt x="163" y="583"/>
                  <a:pt x="149" y="581"/>
                  <a:pt x="134" y="577"/>
                </a:cubicBezTo>
                <a:cubicBezTo>
                  <a:pt x="119" y="574"/>
                  <a:pt x="102" y="565"/>
                  <a:pt x="83" y="550"/>
                </a:cubicBezTo>
                <a:cubicBezTo>
                  <a:pt x="63" y="536"/>
                  <a:pt x="47" y="517"/>
                  <a:pt x="36" y="494"/>
                </a:cubicBezTo>
                <a:cubicBezTo>
                  <a:pt x="12" y="448"/>
                  <a:pt x="0" y="381"/>
                  <a:pt x="0" y="294"/>
                </a:cubicBezTo>
                <a:cubicBezTo>
                  <a:pt x="0" y="196"/>
                  <a:pt x="16" y="120"/>
                  <a:pt x="48" y="69"/>
                </a:cubicBezTo>
                <a:moveTo>
                  <a:pt x="239" y="59"/>
                </a:moveTo>
                <a:cubicBezTo>
                  <a:pt x="222" y="41"/>
                  <a:pt x="201" y="32"/>
                  <a:pt x="178" y="32"/>
                </a:cubicBezTo>
                <a:cubicBezTo>
                  <a:pt x="154" y="32"/>
                  <a:pt x="134" y="41"/>
                  <a:pt x="117" y="59"/>
                </a:cubicBezTo>
                <a:cubicBezTo>
                  <a:pt x="103" y="73"/>
                  <a:pt x="94" y="94"/>
                  <a:pt x="89" y="120"/>
                </a:cubicBezTo>
                <a:cubicBezTo>
                  <a:pt x="85" y="145"/>
                  <a:pt x="83" y="200"/>
                  <a:pt x="83" y="283"/>
                </a:cubicBezTo>
                <a:cubicBezTo>
                  <a:pt x="83" y="372"/>
                  <a:pt x="85" y="430"/>
                  <a:pt x="89" y="458"/>
                </a:cubicBezTo>
                <a:cubicBezTo>
                  <a:pt x="94" y="487"/>
                  <a:pt x="104" y="509"/>
                  <a:pt x="120" y="525"/>
                </a:cubicBezTo>
                <a:cubicBezTo>
                  <a:pt x="135" y="542"/>
                  <a:pt x="155" y="550"/>
                  <a:pt x="178" y="550"/>
                </a:cubicBezTo>
                <a:cubicBezTo>
                  <a:pt x="200" y="550"/>
                  <a:pt x="221" y="542"/>
                  <a:pt x="236" y="525"/>
                </a:cubicBezTo>
                <a:cubicBezTo>
                  <a:pt x="253" y="508"/>
                  <a:pt x="263" y="485"/>
                  <a:pt x="267" y="454"/>
                </a:cubicBezTo>
                <a:cubicBezTo>
                  <a:pt x="271" y="424"/>
                  <a:pt x="273" y="367"/>
                  <a:pt x="274" y="283"/>
                </a:cubicBezTo>
                <a:cubicBezTo>
                  <a:pt x="274" y="201"/>
                  <a:pt x="271" y="146"/>
                  <a:pt x="267" y="120"/>
                </a:cubicBezTo>
                <a:cubicBezTo>
                  <a:pt x="262" y="94"/>
                  <a:pt x="253" y="74"/>
                  <a:pt x="239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83" name=""/>
          <p:cNvSpPr/>
          <p:nvPr/>
        </p:nvSpPr>
        <p:spPr>
          <a:xfrm>
            <a:off x="5650200" y="5436000"/>
            <a:ext cx="40320" cy="96120"/>
          </a:xfrm>
          <a:custGeom>
            <a:avLst/>
            <a:gdLst/>
            <a:ahLst/>
            <a:rect l="0" t="0" r="r" b="b"/>
            <a:pathLst>
              <a:path w="112" h="267">
                <a:moveTo>
                  <a:pt x="0" y="72"/>
                </a:moveTo>
                <a:cubicBezTo>
                  <a:pt x="0" y="72"/>
                  <a:pt x="0" y="65"/>
                  <a:pt x="0" y="51"/>
                </a:cubicBezTo>
                <a:cubicBezTo>
                  <a:pt x="0" y="37"/>
                  <a:pt x="5" y="25"/>
                  <a:pt x="15" y="15"/>
                </a:cubicBezTo>
                <a:cubicBezTo>
                  <a:pt x="24" y="5"/>
                  <a:pt x="36" y="0"/>
                  <a:pt x="51" y="0"/>
                </a:cubicBezTo>
                <a:cubicBezTo>
                  <a:pt x="67" y="0"/>
                  <a:pt x="81" y="7"/>
                  <a:pt x="93" y="21"/>
                </a:cubicBezTo>
                <a:cubicBezTo>
                  <a:pt x="105" y="35"/>
                  <a:pt x="112" y="60"/>
                  <a:pt x="112" y="95"/>
                </a:cubicBezTo>
                <a:cubicBezTo>
                  <a:pt x="112" y="115"/>
                  <a:pt x="110" y="134"/>
                  <a:pt x="105" y="153"/>
                </a:cubicBezTo>
                <a:cubicBezTo>
                  <a:pt x="100" y="171"/>
                  <a:pt x="94" y="187"/>
                  <a:pt x="87" y="202"/>
                </a:cubicBezTo>
                <a:cubicBezTo>
                  <a:pt x="80" y="215"/>
                  <a:pt x="73" y="227"/>
                  <a:pt x="65" y="236"/>
                </a:cubicBezTo>
                <a:cubicBezTo>
                  <a:pt x="57" y="246"/>
                  <a:pt x="51" y="254"/>
                  <a:pt x="45" y="259"/>
                </a:cubicBezTo>
                <a:cubicBezTo>
                  <a:pt x="39" y="265"/>
                  <a:pt x="36" y="267"/>
                  <a:pt x="34" y="267"/>
                </a:cubicBezTo>
                <a:cubicBezTo>
                  <a:pt x="32" y="267"/>
                  <a:pt x="28" y="264"/>
                  <a:pt x="23" y="259"/>
                </a:cubicBezTo>
                <a:cubicBezTo>
                  <a:pt x="18" y="254"/>
                  <a:pt x="15" y="251"/>
                  <a:pt x="15" y="248"/>
                </a:cubicBezTo>
                <a:cubicBezTo>
                  <a:pt x="15" y="246"/>
                  <a:pt x="18" y="241"/>
                  <a:pt x="25" y="235"/>
                </a:cubicBezTo>
                <a:cubicBezTo>
                  <a:pt x="31" y="228"/>
                  <a:pt x="38" y="220"/>
                  <a:pt x="46" y="209"/>
                </a:cubicBezTo>
                <a:cubicBezTo>
                  <a:pt x="54" y="199"/>
                  <a:pt x="61" y="184"/>
                  <a:pt x="68" y="166"/>
                </a:cubicBezTo>
                <a:cubicBezTo>
                  <a:pt x="74" y="148"/>
                  <a:pt x="79" y="128"/>
                  <a:pt x="81" y="105"/>
                </a:cubicBezTo>
                <a:lnTo>
                  <a:pt x="81" y="94"/>
                </a:lnTo>
                <a:lnTo>
                  <a:pt x="80" y="95"/>
                </a:lnTo>
                <a:cubicBezTo>
                  <a:pt x="79" y="96"/>
                  <a:pt x="78" y="96"/>
                  <a:pt x="76" y="97"/>
                </a:cubicBezTo>
                <a:cubicBezTo>
                  <a:pt x="74" y="97"/>
                  <a:pt x="73" y="98"/>
                  <a:pt x="71" y="99"/>
                </a:cubicBezTo>
                <a:cubicBezTo>
                  <a:pt x="69" y="101"/>
                  <a:pt x="67" y="101"/>
                  <a:pt x="64" y="101"/>
                </a:cubicBezTo>
                <a:cubicBezTo>
                  <a:pt x="60" y="101"/>
                  <a:pt x="57" y="101"/>
                  <a:pt x="53" y="102"/>
                </a:cubicBezTo>
                <a:cubicBezTo>
                  <a:pt x="38" y="102"/>
                  <a:pt x="26" y="97"/>
                  <a:pt x="16" y="88"/>
                </a:cubicBez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84" name=""/>
          <p:cNvSpPr/>
          <p:nvPr/>
        </p:nvSpPr>
        <p:spPr>
          <a:xfrm>
            <a:off x="5787000" y="5270040"/>
            <a:ext cx="104760" cy="203040"/>
          </a:xfrm>
          <a:custGeom>
            <a:avLst/>
            <a:gdLst/>
            <a:ahLst/>
            <a:rect l="0" t="0" r="r" b="b"/>
            <a:pathLst>
              <a:path w="291" h="564">
                <a:moveTo>
                  <a:pt x="111" y="75"/>
                </a:moveTo>
                <a:lnTo>
                  <a:pt x="100" y="79"/>
                </a:lnTo>
                <a:cubicBezTo>
                  <a:pt x="92" y="82"/>
                  <a:pt x="81" y="85"/>
                  <a:pt x="66" y="87"/>
                </a:cubicBezTo>
                <a:cubicBezTo>
                  <a:pt x="51" y="90"/>
                  <a:pt x="35" y="92"/>
                  <a:pt x="16" y="93"/>
                </a:cubicBezTo>
                <a:lnTo>
                  <a:pt x="0" y="93"/>
                </a:lnTo>
                <a:lnTo>
                  <a:pt x="0" y="55"/>
                </a:lnTo>
                <a:lnTo>
                  <a:pt x="16" y="55"/>
                </a:lnTo>
                <a:cubicBezTo>
                  <a:pt x="43" y="53"/>
                  <a:pt x="68" y="49"/>
                  <a:pt x="90" y="42"/>
                </a:cubicBezTo>
                <a:cubicBezTo>
                  <a:pt x="113" y="35"/>
                  <a:pt x="129" y="28"/>
                  <a:pt x="138" y="22"/>
                </a:cubicBezTo>
                <a:cubicBezTo>
                  <a:pt x="147" y="15"/>
                  <a:pt x="155" y="9"/>
                  <a:pt x="161" y="3"/>
                </a:cubicBezTo>
                <a:cubicBezTo>
                  <a:pt x="162" y="1"/>
                  <a:pt x="166" y="0"/>
                  <a:pt x="171" y="0"/>
                </a:cubicBezTo>
                <a:cubicBezTo>
                  <a:pt x="177" y="0"/>
                  <a:pt x="181" y="2"/>
                  <a:pt x="186" y="6"/>
                </a:cubicBezTo>
                <a:lnTo>
                  <a:pt x="186" y="259"/>
                </a:lnTo>
                <a:lnTo>
                  <a:pt x="187" y="512"/>
                </a:lnTo>
                <a:cubicBezTo>
                  <a:pt x="191" y="516"/>
                  <a:pt x="194" y="519"/>
                  <a:pt x="197" y="520"/>
                </a:cubicBezTo>
                <a:cubicBezTo>
                  <a:pt x="200" y="521"/>
                  <a:pt x="206" y="522"/>
                  <a:pt x="217" y="523"/>
                </a:cubicBezTo>
                <a:cubicBezTo>
                  <a:pt x="228" y="525"/>
                  <a:pt x="245" y="525"/>
                  <a:pt x="269" y="525"/>
                </a:cubicBezTo>
                <a:lnTo>
                  <a:pt x="291" y="525"/>
                </a:lnTo>
                <a:lnTo>
                  <a:pt x="291" y="564"/>
                </a:lnTo>
                <a:lnTo>
                  <a:pt x="282" y="564"/>
                </a:lnTo>
                <a:cubicBezTo>
                  <a:pt x="270" y="562"/>
                  <a:pt x="226" y="561"/>
                  <a:pt x="148" y="561"/>
                </a:cubicBezTo>
                <a:cubicBezTo>
                  <a:pt x="71" y="561"/>
                  <a:pt x="27" y="562"/>
                  <a:pt x="14" y="564"/>
                </a:cubicBezTo>
                <a:lnTo>
                  <a:pt x="4" y="564"/>
                </a:lnTo>
                <a:lnTo>
                  <a:pt x="4" y="525"/>
                </a:lnTo>
                <a:lnTo>
                  <a:pt x="27" y="525"/>
                </a:lnTo>
                <a:cubicBezTo>
                  <a:pt x="39" y="525"/>
                  <a:pt x="50" y="525"/>
                  <a:pt x="59" y="525"/>
                </a:cubicBezTo>
                <a:cubicBezTo>
                  <a:pt x="68" y="525"/>
                  <a:pt x="75" y="525"/>
                  <a:pt x="80" y="524"/>
                </a:cubicBezTo>
                <a:cubicBezTo>
                  <a:pt x="85" y="524"/>
                  <a:pt x="90" y="523"/>
                  <a:pt x="94" y="522"/>
                </a:cubicBezTo>
                <a:cubicBezTo>
                  <a:pt x="98" y="521"/>
                  <a:pt x="100" y="520"/>
                  <a:pt x="100" y="520"/>
                </a:cubicBezTo>
                <a:cubicBezTo>
                  <a:pt x="101" y="520"/>
                  <a:pt x="103" y="519"/>
                  <a:pt x="106" y="516"/>
                </a:cubicBezTo>
                <a:cubicBezTo>
                  <a:pt x="108" y="513"/>
                  <a:pt x="110" y="512"/>
                  <a:pt x="111" y="512"/>
                </a:cubicBezTo>
                <a:lnTo>
                  <a:pt x="111" y="7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85" name=""/>
          <p:cNvSpPr/>
          <p:nvPr/>
        </p:nvSpPr>
        <p:spPr>
          <a:xfrm>
            <a:off x="5925600" y="5270040"/>
            <a:ext cx="128520" cy="209880"/>
          </a:xfrm>
          <a:custGeom>
            <a:avLst/>
            <a:gdLst/>
            <a:ahLst/>
            <a:rect l="0" t="0" r="r" b="b"/>
            <a:pathLst>
              <a:path w="357" h="583">
                <a:moveTo>
                  <a:pt x="49" y="69"/>
                </a:moveTo>
                <a:cubicBezTo>
                  <a:pt x="81" y="23"/>
                  <a:pt x="124" y="0"/>
                  <a:pt x="178" y="0"/>
                </a:cubicBezTo>
                <a:cubicBezTo>
                  <a:pt x="205" y="0"/>
                  <a:pt x="232" y="8"/>
                  <a:pt x="259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7"/>
                  <a:pt x="357" y="212"/>
                  <a:pt x="357" y="294"/>
                </a:cubicBezTo>
                <a:cubicBezTo>
                  <a:pt x="357" y="381"/>
                  <a:pt x="344" y="448"/>
                  <a:pt x="320" y="494"/>
                </a:cubicBezTo>
                <a:cubicBezTo>
                  <a:pt x="309" y="518"/>
                  <a:pt x="294" y="536"/>
                  <a:pt x="274" y="550"/>
                </a:cubicBezTo>
                <a:cubicBezTo>
                  <a:pt x="254" y="565"/>
                  <a:pt x="237" y="573"/>
                  <a:pt x="222" y="577"/>
                </a:cubicBezTo>
                <a:cubicBezTo>
                  <a:pt x="208" y="580"/>
                  <a:pt x="193" y="582"/>
                  <a:pt x="179" y="583"/>
                </a:cubicBezTo>
                <a:cubicBezTo>
                  <a:pt x="165" y="583"/>
                  <a:pt x="150" y="581"/>
                  <a:pt x="135" y="577"/>
                </a:cubicBezTo>
                <a:cubicBezTo>
                  <a:pt x="121" y="574"/>
                  <a:pt x="103" y="565"/>
                  <a:pt x="84" y="550"/>
                </a:cubicBezTo>
                <a:cubicBezTo>
                  <a:pt x="64" y="536"/>
                  <a:pt x="49" y="517"/>
                  <a:pt x="36" y="494"/>
                </a:cubicBezTo>
                <a:cubicBezTo>
                  <a:pt x="12" y="448"/>
                  <a:pt x="0" y="381"/>
                  <a:pt x="0" y="294"/>
                </a:cubicBezTo>
                <a:cubicBezTo>
                  <a:pt x="0" y="196"/>
                  <a:pt x="16" y="120"/>
                  <a:pt x="49" y="69"/>
                </a:cubicBezTo>
                <a:moveTo>
                  <a:pt x="239" y="59"/>
                </a:moveTo>
                <a:cubicBezTo>
                  <a:pt x="222" y="41"/>
                  <a:pt x="202" y="32"/>
                  <a:pt x="179" y="32"/>
                </a:cubicBezTo>
                <a:cubicBezTo>
                  <a:pt x="156" y="32"/>
                  <a:pt x="135" y="41"/>
                  <a:pt x="118" y="59"/>
                </a:cubicBezTo>
                <a:cubicBezTo>
                  <a:pt x="104" y="73"/>
                  <a:pt x="95" y="94"/>
                  <a:pt x="91" y="120"/>
                </a:cubicBezTo>
                <a:cubicBezTo>
                  <a:pt x="86" y="145"/>
                  <a:pt x="84" y="200"/>
                  <a:pt x="84" y="283"/>
                </a:cubicBezTo>
                <a:cubicBezTo>
                  <a:pt x="84" y="372"/>
                  <a:pt x="86" y="430"/>
                  <a:pt x="91" y="458"/>
                </a:cubicBezTo>
                <a:cubicBezTo>
                  <a:pt x="95" y="487"/>
                  <a:pt x="105" y="509"/>
                  <a:pt x="121" y="525"/>
                </a:cubicBezTo>
                <a:cubicBezTo>
                  <a:pt x="137" y="542"/>
                  <a:pt x="156" y="550"/>
                  <a:pt x="179" y="550"/>
                </a:cubicBezTo>
                <a:cubicBezTo>
                  <a:pt x="202" y="550"/>
                  <a:pt x="221" y="542"/>
                  <a:pt x="237" y="525"/>
                </a:cubicBezTo>
                <a:cubicBezTo>
                  <a:pt x="253" y="508"/>
                  <a:pt x="263" y="485"/>
                  <a:pt x="267" y="454"/>
                </a:cubicBezTo>
                <a:cubicBezTo>
                  <a:pt x="271" y="424"/>
                  <a:pt x="273" y="367"/>
                  <a:pt x="274" y="283"/>
                </a:cubicBezTo>
                <a:cubicBezTo>
                  <a:pt x="274" y="201"/>
                  <a:pt x="272" y="146"/>
                  <a:pt x="267" y="120"/>
                </a:cubicBezTo>
                <a:cubicBezTo>
                  <a:pt x="263" y="94"/>
                  <a:pt x="253" y="74"/>
                  <a:pt x="239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86" name=""/>
          <p:cNvSpPr/>
          <p:nvPr/>
        </p:nvSpPr>
        <p:spPr>
          <a:xfrm>
            <a:off x="6086520" y="5209920"/>
            <a:ext cx="86040" cy="143640"/>
          </a:xfrm>
          <a:custGeom>
            <a:avLst/>
            <a:gdLst/>
            <a:ahLst/>
            <a:rect l="0" t="0" r="r" b="b"/>
            <a:pathLst>
              <a:path w="239" h="399">
                <a:moveTo>
                  <a:pt x="35" y="143"/>
                </a:moveTo>
                <a:cubicBezTo>
                  <a:pt x="25" y="143"/>
                  <a:pt x="16" y="139"/>
                  <a:pt x="10" y="132"/>
                </a:cubicBezTo>
                <a:cubicBezTo>
                  <a:pt x="3" y="125"/>
                  <a:pt x="0" y="116"/>
                  <a:pt x="0" y="106"/>
                </a:cubicBezTo>
                <a:cubicBezTo>
                  <a:pt x="0" y="77"/>
                  <a:pt x="11" y="53"/>
                  <a:pt x="32" y="32"/>
                </a:cubicBezTo>
                <a:cubicBezTo>
                  <a:pt x="53" y="11"/>
                  <a:pt x="79" y="0"/>
                  <a:pt x="112" y="0"/>
                </a:cubicBezTo>
                <a:cubicBezTo>
                  <a:pt x="148" y="0"/>
                  <a:pt x="178" y="11"/>
                  <a:pt x="202" y="35"/>
                </a:cubicBezTo>
                <a:cubicBezTo>
                  <a:pt x="227" y="57"/>
                  <a:pt x="239" y="86"/>
                  <a:pt x="239" y="121"/>
                </a:cubicBezTo>
                <a:cubicBezTo>
                  <a:pt x="239" y="138"/>
                  <a:pt x="235" y="155"/>
                  <a:pt x="227" y="170"/>
                </a:cubicBezTo>
                <a:cubicBezTo>
                  <a:pt x="219" y="186"/>
                  <a:pt x="210" y="199"/>
                  <a:pt x="199" y="211"/>
                </a:cubicBezTo>
                <a:cubicBezTo>
                  <a:pt x="188" y="222"/>
                  <a:pt x="172" y="237"/>
                  <a:pt x="151" y="255"/>
                </a:cubicBezTo>
                <a:cubicBezTo>
                  <a:pt x="137" y="267"/>
                  <a:pt x="117" y="286"/>
                  <a:pt x="90" y="310"/>
                </a:cubicBezTo>
                <a:lnTo>
                  <a:pt x="55" y="343"/>
                </a:lnTo>
                <a:lnTo>
                  <a:pt x="100" y="344"/>
                </a:lnTo>
                <a:cubicBezTo>
                  <a:pt x="164" y="344"/>
                  <a:pt x="197" y="343"/>
                  <a:pt x="201" y="341"/>
                </a:cubicBezTo>
                <a:cubicBezTo>
                  <a:pt x="204" y="340"/>
                  <a:pt x="209" y="323"/>
                  <a:pt x="215" y="288"/>
                </a:cubicBezTo>
                <a:lnTo>
                  <a:pt x="215" y="286"/>
                </a:lnTo>
                <a:lnTo>
                  <a:pt x="239" y="286"/>
                </a:lnTo>
                <a:lnTo>
                  <a:pt x="239" y="288"/>
                </a:lnTo>
                <a:cubicBezTo>
                  <a:pt x="239" y="289"/>
                  <a:pt x="236" y="307"/>
                  <a:pt x="232" y="342"/>
                </a:cubicBezTo>
                <a:cubicBezTo>
                  <a:pt x="227" y="377"/>
                  <a:pt x="224" y="396"/>
                  <a:pt x="223" y="397"/>
                </a:cubicBezTo>
                <a:lnTo>
                  <a:pt x="223" y="399"/>
                </a:lnTo>
                <a:lnTo>
                  <a:pt x="0" y="399"/>
                </a:lnTo>
                <a:lnTo>
                  <a:pt x="0" y="388"/>
                </a:lnTo>
                <a:lnTo>
                  <a:pt x="0" y="380"/>
                </a:lnTo>
                <a:cubicBezTo>
                  <a:pt x="0" y="378"/>
                  <a:pt x="1" y="375"/>
                  <a:pt x="4" y="371"/>
                </a:cubicBezTo>
                <a:cubicBezTo>
                  <a:pt x="6" y="368"/>
                  <a:pt x="12" y="361"/>
                  <a:pt x="22" y="351"/>
                </a:cubicBezTo>
                <a:cubicBezTo>
                  <a:pt x="33" y="338"/>
                  <a:pt x="43" y="327"/>
                  <a:pt x="51" y="317"/>
                </a:cubicBezTo>
                <a:cubicBezTo>
                  <a:pt x="55" y="313"/>
                  <a:pt x="62" y="306"/>
                  <a:pt x="72" y="295"/>
                </a:cubicBezTo>
                <a:cubicBezTo>
                  <a:pt x="82" y="284"/>
                  <a:pt x="88" y="277"/>
                  <a:pt x="92" y="273"/>
                </a:cubicBezTo>
                <a:cubicBezTo>
                  <a:pt x="96" y="269"/>
                  <a:pt x="101" y="262"/>
                  <a:pt x="109" y="253"/>
                </a:cubicBezTo>
                <a:cubicBezTo>
                  <a:pt x="118" y="244"/>
                  <a:pt x="124" y="237"/>
                  <a:pt x="127" y="233"/>
                </a:cubicBezTo>
                <a:cubicBezTo>
                  <a:pt x="130" y="229"/>
                  <a:pt x="135" y="223"/>
                  <a:pt x="141" y="215"/>
                </a:cubicBezTo>
                <a:cubicBezTo>
                  <a:pt x="147" y="207"/>
                  <a:pt x="151" y="201"/>
                  <a:pt x="153" y="196"/>
                </a:cubicBezTo>
                <a:cubicBezTo>
                  <a:pt x="156" y="191"/>
                  <a:pt x="159" y="185"/>
                  <a:pt x="162" y="179"/>
                </a:cubicBezTo>
                <a:cubicBezTo>
                  <a:pt x="166" y="172"/>
                  <a:pt x="168" y="166"/>
                  <a:pt x="170" y="159"/>
                </a:cubicBezTo>
                <a:cubicBezTo>
                  <a:pt x="172" y="153"/>
                  <a:pt x="173" y="147"/>
                  <a:pt x="174" y="142"/>
                </a:cubicBezTo>
                <a:cubicBezTo>
                  <a:pt x="175" y="136"/>
                  <a:pt x="176" y="129"/>
                  <a:pt x="176" y="122"/>
                </a:cubicBezTo>
                <a:cubicBezTo>
                  <a:pt x="176" y="97"/>
                  <a:pt x="169" y="75"/>
                  <a:pt x="156" y="57"/>
                </a:cubicBezTo>
                <a:cubicBezTo>
                  <a:pt x="142" y="38"/>
                  <a:pt x="123" y="29"/>
                  <a:pt x="97" y="29"/>
                </a:cubicBezTo>
                <a:cubicBezTo>
                  <a:pt x="84" y="29"/>
                  <a:pt x="72" y="33"/>
                  <a:pt x="62" y="39"/>
                </a:cubicBezTo>
                <a:cubicBezTo>
                  <a:pt x="52" y="46"/>
                  <a:pt x="45" y="53"/>
                  <a:pt x="41" y="59"/>
                </a:cubicBezTo>
                <a:cubicBezTo>
                  <a:pt x="37" y="66"/>
                  <a:pt x="35" y="69"/>
                  <a:pt x="35" y="71"/>
                </a:cubicBezTo>
                <a:cubicBezTo>
                  <a:pt x="35" y="71"/>
                  <a:pt x="36" y="71"/>
                  <a:pt x="38" y="71"/>
                </a:cubicBezTo>
                <a:cubicBezTo>
                  <a:pt x="45" y="71"/>
                  <a:pt x="53" y="74"/>
                  <a:pt x="60" y="79"/>
                </a:cubicBezTo>
                <a:cubicBezTo>
                  <a:pt x="68" y="85"/>
                  <a:pt x="72" y="94"/>
                  <a:pt x="72" y="107"/>
                </a:cubicBezTo>
                <a:cubicBezTo>
                  <a:pt x="72" y="117"/>
                  <a:pt x="69" y="125"/>
                  <a:pt x="62" y="132"/>
                </a:cubicBezTo>
                <a:cubicBezTo>
                  <a:pt x="56" y="139"/>
                  <a:pt x="47" y="142"/>
                  <a:pt x="35" y="14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87" name=""/>
          <p:cNvSpPr/>
          <p:nvPr/>
        </p:nvSpPr>
        <p:spPr>
          <a:xfrm>
            <a:off x="6215400" y="5244480"/>
            <a:ext cx="72720" cy="304560"/>
          </a:xfrm>
          <a:custGeom>
            <a:avLst/>
            <a:gdLst/>
            <a:ahLst/>
            <a:rect l="0" t="0" r="r" b="b"/>
            <a:pathLst>
              <a:path w="202" h="846">
                <a:moveTo>
                  <a:pt x="4" y="1"/>
                </a:moveTo>
                <a:lnTo>
                  <a:pt x="7" y="0"/>
                </a:lnTo>
                <a:cubicBezTo>
                  <a:pt x="10" y="0"/>
                  <a:pt x="13" y="0"/>
                  <a:pt x="16" y="0"/>
                </a:cubicBezTo>
                <a:lnTo>
                  <a:pt x="26" y="0"/>
                </a:lnTo>
                <a:lnTo>
                  <a:pt x="49" y="21"/>
                </a:lnTo>
                <a:cubicBezTo>
                  <a:pt x="102" y="69"/>
                  <a:pt x="142" y="128"/>
                  <a:pt x="166" y="200"/>
                </a:cubicBezTo>
                <a:cubicBezTo>
                  <a:pt x="190" y="272"/>
                  <a:pt x="202" y="347"/>
                  <a:pt x="202" y="424"/>
                </a:cubicBezTo>
                <a:cubicBezTo>
                  <a:pt x="202" y="462"/>
                  <a:pt x="200" y="499"/>
                  <a:pt x="194" y="534"/>
                </a:cubicBezTo>
                <a:cubicBezTo>
                  <a:pt x="188" y="570"/>
                  <a:pt x="182" y="600"/>
                  <a:pt x="174" y="625"/>
                </a:cubicBezTo>
                <a:cubicBezTo>
                  <a:pt x="167" y="650"/>
                  <a:pt x="157" y="674"/>
                  <a:pt x="143" y="699"/>
                </a:cubicBezTo>
                <a:cubicBezTo>
                  <a:pt x="130" y="724"/>
                  <a:pt x="118" y="743"/>
                  <a:pt x="110" y="756"/>
                </a:cubicBezTo>
                <a:cubicBezTo>
                  <a:pt x="102" y="769"/>
                  <a:pt x="91" y="783"/>
                  <a:pt x="76" y="799"/>
                </a:cubicBezTo>
                <a:cubicBezTo>
                  <a:pt x="60" y="815"/>
                  <a:pt x="51" y="824"/>
                  <a:pt x="48" y="827"/>
                </a:cubicBezTo>
                <a:cubicBezTo>
                  <a:pt x="46" y="830"/>
                  <a:pt x="39" y="835"/>
                  <a:pt x="29" y="843"/>
                </a:cubicBezTo>
                <a:cubicBezTo>
                  <a:pt x="27" y="844"/>
                  <a:pt x="26" y="846"/>
                  <a:pt x="26" y="846"/>
                </a:cubicBezTo>
                <a:lnTo>
                  <a:pt x="16" y="846"/>
                </a:lnTo>
                <a:cubicBezTo>
                  <a:pt x="11" y="846"/>
                  <a:pt x="8" y="846"/>
                  <a:pt x="6" y="846"/>
                </a:cubicBezTo>
                <a:cubicBezTo>
                  <a:pt x="5" y="846"/>
                  <a:pt x="3" y="845"/>
                  <a:pt x="2" y="844"/>
                </a:cubicBezTo>
                <a:cubicBezTo>
                  <a:pt x="1" y="842"/>
                  <a:pt x="0" y="839"/>
                  <a:pt x="0" y="836"/>
                </a:cubicBezTo>
                <a:cubicBezTo>
                  <a:pt x="0" y="835"/>
                  <a:pt x="3" y="832"/>
                  <a:pt x="9" y="825"/>
                </a:cubicBezTo>
                <a:cubicBezTo>
                  <a:pt x="96" y="734"/>
                  <a:pt x="141" y="601"/>
                  <a:pt x="141" y="424"/>
                </a:cubicBezTo>
                <a:cubicBezTo>
                  <a:pt x="141" y="247"/>
                  <a:pt x="96" y="112"/>
                  <a:pt x="9" y="22"/>
                </a:cubicBezTo>
                <a:cubicBezTo>
                  <a:pt x="3" y="15"/>
                  <a:pt x="0" y="11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88" name=""/>
          <p:cNvSpPr/>
          <p:nvPr/>
        </p:nvSpPr>
        <p:spPr>
          <a:xfrm>
            <a:off x="6924600" y="5265000"/>
            <a:ext cx="261000" cy="208080"/>
          </a:xfrm>
          <a:custGeom>
            <a:avLst/>
            <a:gdLst/>
            <a:ahLst/>
            <a:rect l="0" t="0" r="r" b="b"/>
            <a:pathLst>
              <a:path w="725" h="578">
                <a:moveTo>
                  <a:pt x="172" y="39"/>
                </a:moveTo>
                <a:cubicBezTo>
                  <a:pt x="170" y="39"/>
                  <a:pt x="168" y="39"/>
                  <a:pt x="165" y="39"/>
                </a:cubicBezTo>
                <a:cubicBezTo>
                  <a:pt x="151" y="39"/>
                  <a:pt x="143" y="39"/>
                  <a:pt x="140" y="38"/>
                </a:cubicBezTo>
                <a:cubicBezTo>
                  <a:pt x="137" y="38"/>
                  <a:pt x="136" y="34"/>
                  <a:pt x="136" y="29"/>
                </a:cubicBezTo>
                <a:cubicBezTo>
                  <a:pt x="136" y="14"/>
                  <a:pt x="139" y="4"/>
                  <a:pt x="145" y="1"/>
                </a:cubicBezTo>
                <a:cubicBezTo>
                  <a:pt x="146" y="0"/>
                  <a:pt x="173" y="0"/>
                  <a:pt x="227" y="0"/>
                </a:cubicBezTo>
                <a:cubicBezTo>
                  <a:pt x="270" y="0"/>
                  <a:pt x="295" y="0"/>
                  <a:pt x="301" y="0"/>
                </a:cubicBezTo>
                <a:cubicBezTo>
                  <a:pt x="307" y="0"/>
                  <a:pt x="311" y="2"/>
                  <a:pt x="313" y="5"/>
                </a:cubicBezTo>
                <a:cubicBezTo>
                  <a:pt x="432" y="285"/>
                  <a:pt x="492" y="429"/>
                  <a:pt x="495" y="436"/>
                </a:cubicBezTo>
                <a:lnTo>
                  <a:pt x="540" y="256"/>
                </a:lnTo>
                <a:cubicBezTo>
                  <a:pt x="570" y="137"/>
                  <a:pt x="585" y="74"/>
                  <a:pt x="585" y="66"/>
                </a:cubicBezTo>
                <a:cubicBezTo>
                  <a:pt x="585" y="50"/>
                  <a:pt x="567" y="41"/>
                  <a:pt x="531" y="39"/>
                </a:cubicBezTo>
                <a:cubicBezTo>
                  <a:pt x="517" y="39"/>
                  <a:pt x="511" y="36"/>
                  <a:pt x="511" y="30"/>
                </a:cubicBezTo>
                <a:cubicBezTo>
                  <a:pt x="511" y="29"/>
                  <a:pt x="511" y="25"/>
                  <a:pt x="512" y="20"/>
                </a:cubicBezTo>
                <a:cubicBezTo>
                  <a:pt x="514" y="11"/>
                  <a:pt x="516" y="5"/>
                  <a:pt x="517" y="3"/>
                </a:cubicBezTo>
                <a:cubicBezTo>
                  <a:pt x="518" y="2"/>
                  <a:pt x="521" y="1"/>
                  <a:pt x="526" y="0"/>
                </a:cubicBezTo>
                <a:cubicBezTo>
                  <a:pt x="527" y="0"/>
                  <a:pt x="536" y="0"/>
                  <a:pt x="552" y="1"/>
                </a:cubicBezTo>
                <a:cubicBezTo>
                  <a:pt x="568" y="1"/>
                  <a:pt x="591" y="2"/>
                  <a:pt x="622" y="3"/>
                </a:cubicBezTo>
                <a:cubicBezTo>
                  <a:pt x="651" y="3"/>
                  <a:pt x="673" y="2"/>
                  <a:pt x="687" y="2"/>
                </a:cubicBezTo>
                <a:cubicBezTo>
                  <a:pt x="702" y="1"/>
                  <a:pt x="710" y="1"/>
                  <a:pt x="713" y="1"/>
                </a:cubicBezTo>
                <a:cubicBezTo>
                  <a:pt x="721" y="1"/>
                  <a:pt x="725" y="4"/>
                  <a:pt x="725" y="9"/>
                </a:cubicBezTo>
                <a:cubicBezTo>
                  <a:pt x="725" y="22"/>
                  <a:pt x="723" y="30"/>
                  <a:pt x="718" y="35"/>
                </a:cubicBezTo>
                <a:cubicBezTo>
                  <a:pt x="717" y="38"/>
                  <a:pt x="711" y="39"/>
                  <a:pt x="700" y="39"/>
                </a:cubicBezTo>
                <a:cubicBezTo>
                  <a:pt x="660" y="41"/>
                  <a:pt x="634" y="52"/>
                  <a:pt x="624" y="74"/>
                </a:cubicBezTo>
                <a:lnTo>
                  <a:pt x="498" y="572"/>
                </a:lnTo>
                <a:cubicBezTo>
                  <a:pt x="497" y="576"/>
                  <a:pt x="491" y="578"/>
                  <a:pt x="480" y="578"/>
                </a:cubicBezTo>
                <a:cubicBezTo>
                  <a:pt x="472" y="578"/>
                  <a:pt x="467" y="577"/>
                  <a:pt x="466" y="576"/>
                </a:cubicBezTo>
                <a:cubicBezTo>
                  <a:pt x="464" y="575"/>
                  <a:pt x="428" y="489"/>
                  <a:pt x="357" y="320"/>
                </a:cubicBezTo>
                <a:lnTo>
                  <a:pt x="250" y="68"/>
                </a:lnTo>
                <a:lnTo>
                  <a:pt x="195" y="287"/>
                </a:lnTo>
                <a:cubicBezTo>
                  <a:pt x="158" y="432"/>
                  <a:pt x="140" y="506"/>
                  <a:pt x="140" y="511"/>
                </a:cubicBezTo>
                <a:cubicBezTo>
                  <a:pt x="143" y="530"/>
                  <a:pt x="163" y="539"/>
                  <a:pt x="201" y="539"/>
                </a:cubicBezTo>
                <a:lnTo>
                  <a:pt x="209" y="539"/>
                </a:lnTo>
                <a:cubicBezTo>
                  <a:pt x="212" y="542"/>
                  <a:pt x="214" y="544"/>
                  <a:pt x="214" y="546"/>
                </a:cubicBezTo>
                <a:cubicBezTo>
                  <a:pt x="214" y="548"/>
                  <a:pt x="214" y="553"/>
                  <a:pt x="212" y="562"/>
                </a:cubicBezTo>
                <a:cubicBezTo>
                  <a:pt x="210" y="569"/>
                  <a:pt x="207" y="575"/>
                  <a:pt x="204" y="578"/>
                </a:cubicBezTo>
                <a:lnTo>
                  <a:pt x="193" y="578"/>
                </a:lnTo>
                <a:cubicBezTo>
                  <a:pt x="176" y="577"/>
                  <a:pt x="145" y="576"/>
                  <a:pt x="102" y="576"/>
                </a:cubicBezTo>
                <a:cubicBezTo>
                  <a:pt x="86" y="576"/>
                  <a:pt x="72" y="576"/>
                  <a:pt x="59" y="576"/>
                </a:cubicBezTo>
                <a:cubicBezTo>
                  <a:pt x="46" y="576"/>
                  <a:pt x="35" y="576"/>
                  <a:pt x="27" y="576"/>
                </a:cubicBezTo>
                <a:cubicBezTo>
                  <a:pt x="20" y="576"/>
                  <a:pt x="15" y="577"/>
                  <a:pt x="13" y="577"/>
                </a:cubicBezTo>
                <a:cubicBezTo>
                  <a:pt x="5" y="577"/>
                  <a:pt x="0" y="575"/>
                  <a:pt x="0" y="570"/>
                </a:cubicBezTo>
                <a:cubicBezTo>
                  <a:pt x="0" y="567"/>
                  <a:pt x="1" y="563"/>
                  <a:pt x="3" y="556"/>
                </a:cubicBezTo>
                <a:cubicBezTo>
                  <a:pt x="5" y="549"/>
                  <a:pt x="6" y="545"/>
                  <a:pt x="7" y="544"/>
                </a:cubicBezTo>
                <a:cubicBezTo>
                  <a:pt x="8" y="541"/>
                  <a:pt x="15" y="539"/>
                  <a:pt x="27" y="539"/>
                </a:cubicBezTo>
                <a:cubicBezTo>
                  <a:pt x="65" y="537"/>
                  <a:pt x="90" y="526"/>
                  <a:pt x="101" y="506"/>
                </a:cubicBezTo>
                <a:cubicBezTo>
                  <a:pt x="103" y="503"/>
                  <a:pt x="123" y="425"/>
                  <a:pt x="161" y="272"/>
                </a:cubicBezTo>
                <a:lnTo>
                  <a:pt x="218" y="41"/>
                </a:lnTo>
                <a:cubicBezTo>
                  <a:pt x="217" y="41"/>
                  <a:pt x="202" y="40"/>
                  <a:pt x="172" y="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89" name=""/>
          <p:cNvSpPr/>
          <p:nvPr/>
        </p:nvSpPr>
        <p:spPr>
          <a:xfrm>
            <a:off x="7214040" y="524448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0" y="424"/>
                </a:moveTo>
                <a:cubicBezTo>
                  <a:pt x="0" y="385"/>
                  <a:pt x="2" y="348"/>
                  <a:pt x="8" y="313"/>
                </a:cubicBezTo>
                <a:cubicBezTo>
                  <a:pt x="14" y="278"/>
                  <a:pt x="20" y="248"/>
                  <a:pt x="28" y="223"/>
                </a:cubicBezTo>
                <a:cubicBezTo>
                  <a:pt x="35" y="196"/>
                  <a:pt x="45" y="172"/>
                  <a:pt x="59" y="147"/>
                </a:cubicBezTo>
                <a:cubicBezTo>
                  <a:pt x="72" y="123"/>
                  <a:pt x="83" y="104"/>
                  <a:pt x="91" y="91"/>
                </a:cubicBezTo>
                <a:cubicBezTo>
                  <a:pt x="99" y="77"/>
                  <a:pt x="111" y="63"/>
                  <a:pt x="126" y="47"/>
                </a:cubicBezTo>
                <a:cubicBezTo>
                  <a:pt x="142" y="31"/>
                  <a:pt x="151" y="22"/>
                  <a:pt x="154" y="18"/>
                </a:cubicBezTo>
                <a:cubicBezTo>
                  <a:pt x="157" y="15"/>
                  <a:pt x="165" y="9"/>
                  <a:pt x="176" y="0"/>
                </a:cubicBezTo>
                <a:lnTo>
                  <a:pt x="187" y="0"/>
                </a:lnTo>
                <a:lnTo>
                  <a:pt x="191" y="0"/>
                </a:lnTo>
                <a:cubicBezTo>
                  <a:pt x="199" y="0"/>
                  <a:pt x="203" y="3"/>
                  <a:pt x="203" y="8"/>
                </a:cubicBezTo>
                <a:cubicBezTo>
                  <a:pt x="203" y="10"/>
                  <a:pt x="198" y="16"/>
                  <a:pt x="188" y="26"/>
                </a:cubicBezTo>
                <a:cubicBezTo>
                  <a:pt x="179" y="36"/>
                  <a:pt x="167" y="51"/>
                  <a:pt x="153" y="71"/>
                </a:cubicBezTo>
                <a:cubicBezTo>
                  <a:pt x="139" y="90"/>
                  <a:pt x="125" y="115"/>
                  <a:pt x="111" y="143"/>
                </a:cubicBezTo>
                <a:cubicBezTo>
                  <a:pt x="97" y="172"/>
                  <a:pt x="85" y="212"/>
                  <a:pt x="76" y="261"/>
                </a:cubicBezTo>
                <a:cubicBezTo>
                  <a:pt x="66" y="310"/>
                  <a:pt x="61" y="364"/>
                  <a:pt x="61" y="424"/>
                </a:cubicBezTo>
                <a:cubicBezTo>
                  <a:pt x="61" y="484"/>
                  <a:pt x="66" y="538"/>
                  <a:pt x="76" y="586"/>
                </a:cubicBezTo>
                <a:cubicBezTo>
                  <a:pt x="85" y="634"/>
                  <a:pt x="97" y="674"/>
                  <a:pt x="110" y="703"/>
                </a:cubicBezTo>
                <a:cubicBezTo>
                  <a:pt x="124" y="733"/>
                  <a:pt x="138" y="757"/>
                  <a:pt x="152" y="776"/>
                </a:cubicBezTo>
                <a:cubicBezTo>
                  <a:pt x="167" y="795"/>
                  <a:pt x="179" y="810"/>
                  <a:pt x="188" y="821"/>
                </a:cubicBezTo>
                <a:cubicBezTo>
                  <a:pt x="198" y="832"/>
                  <a:pt x="203" y="838"/>
                  <a:pt x="203" y="839"/>
                </a:cubicBezTo>
                <a:cubicBezTo>
                  <a:pt x="203" y="844"/>
                  <a:pt x="198" y="846"/>
                  <a:pt x="190" y="846"/>
                </a:cubicBezTo>
                <a:lnTo>
                  <a:pt x="187" y="846"/>
                </a:lnTo>
                <a:lnTo>
                  <a:pt x="176" y="846"/>
                </a:lnTo>
                <a:lnTo>
                  <a:pt x="152" y="826"/>
                </a:lnTo>
                <a:cubicBezTo>
                  <a:pt x="99" y="778"/>
                  <a:pt x="60" y="718"/>
                  <a:pt x="36" y="647"/>
                </a:cubicBezTo>
                <a:cubicBezTo>
                  <a:pt x="12" y="575"/>
                  <a:pt x="0" y="501"/>
                  <a:pt x="0" y="42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90" name=""/>
          <p:cNvSpPr/>
          <p:nvPr/>
        </p:nvSpPr>
        <p:spPr>
          <a:xfrm>
            <a:off x="7318800" y="5270040"/>
            <a:ext cx="121680" cy="209880"/>
          </a:xfrm>
          <a:custGeom>
            <a:avLst/>
            <a:gdLst/>
            <a:ahLst/>
            <a:rect l="0" t="0" r="r" b="b"/>
            <a:pathLst>
              <a:path w="338" h="583">
                <a:moveTo>
                  <a:pt x="97" y="431"/>
                </a:moveTo>
                <a:cubicBezTo>
                  <a:pt x="97" y="445"/>
                  <a:pt x="93" y="456"/>
                  <a:pt x="84" y="465"/>
                </a:cubicBezTo>
                <a:cubicBezTo>
                  <a:pt x="75" y="474"/>
                  <a:pt x="64" y="479"/>
                  <a:pt x="50" y="479"/>
                </a:cubicBezTo>
                <a:lnTo>
                  <a:pt x="44" y="479"/>
                </a:lnTo>
                <a:cubicBezTo>
                  <a:pt x="71" y="523"/>
                  <a:pt x="105" y="545"/>
                  <a:pt x="148" y="545"/>
                </a:cubicBezTo>
                <a:cubicBezTo>
                  <a:pt x="187" y="545"/>
                  <a:pt x="216" y="528"/>
                  <a:pt x="234" y="495"/>
                </a:cubicBezTo>
                <a:cubicBezTo>
                  <a:pt x="245" y="476"/>
                  <a:pt x="250" y="440"/>
                  <a:pt x="250" y="387"/>
                </a:cubicBezTo>
                <a:cubicBezTo>
                  <a:pt x="250" y="329"/>
                  <a:pt x="243" y="289"/>
                  <a:pt x="227" y="269"/>
                </a:cubicBezTo>
                <a:cubicBezTo>
                  <a:pt x="213" y="251"/>
                  <a:pt x="196" y="241"/>
                  <a:pt x="178" y="241"/>
                </a:cubicBezTo>
                <a:lnTo>
                  <a:pt x="173" y="241"/>
                </a:lnTo>
                <a:cubicBezTo>
                  <a:pt x="129" y="241"/>
                  <a:pt x="96" y="260"/>
                  <a:pt x="74" y="299"/>
                </a:cubicBezTo>
                <a:cubicBezTo>
                  <a:pt x="71" y="303"/>
                  <a:pt x="69" y="305"/>
                  <a:pt x="68" y="306"/>
                </a:cubicBezTo>
                <a:cubicBezTo>
                  <a:pt x="66" y="306"/>
                  <a:pt x="62" y="307"/>
                  <a:pt x="54" y="307"/>
                </a:cubicBezTo>
                <a:cubicBezTo>
                  <a:pt x="45" y="307"/>
                  <a:pt x="39" y="306"/>
                  <a:pt x="38" y="302"/>
                </a:cubicBezTo>
                <a:cubicBezTo>
                  <a:pt x="37" y="300"/>
                  <a:pt x="36" y="251"/>
                  <a:pt x="36" y="153"/>
                </a:cubicBezTo>
                <a:lnTo>
                  <a:pt x="36" y="44"/>
                </a:lnTo>
                <a:cubicBezTo>
                  <a:pt x="36" y="16"/>
                  <a:pt x="38" y="2"/>
                  <a:pt x="41" y="2"/>
                </a:cubicBezTo>
                <a:cubicBezTo>
                  <a:pt x="42" y="1"/>
                  <a:pt x="43" y="0"/>
                  <a:pt x="44" y="0"/>
                </a:cubicBezTo>
                <a:cubicBezTo>
                  <a:pt x="45" y="0"/>
                  <a:pt x="50" y="3"/>
                  <a:pt x="63" y="7"/>
                </a:cubicBezTo>
                <a:cubicBezTo>
                  <a:pt x="74" y="12"/>
                  <a:pt x="89" y="16"/>
                  <a:pt x="109" y="21"/>
                </a:cubicBezTo>
                <a:cubicBezTo>
                  <a:pt x="129" y="25"/>
                  <a:pt x="150" y="27"/>
                  <a:pt x="173" y="27"/>
                </a:cubicBezTo>
                <a:cubicBezTo>
                  <a:pt x="212" y="27"/>
                  <a:pt x="251" y="20"/>
                  <a:pt x="287" y="4"/>
                </a:cubicBezTo>
                <a:cubicBezTo>
                  <a:pt x="292" y="2"/>
                  <a:pt x="296" y="0"/>
                  <a:pt x="298" y="0"/>
                </a:cubicBezTo>
                <a:cubicBezTo>
                  <a:pt x="303" y="0"/>
                  <a:pt x="305" y="6"/>
                  <a:pt x="305" y="16"/>
                </a:cubicBezTo>
                <a:lnTo>
                  <a:pt x="305" y="27"/>
                </a:lnTo>
                <a:cubicBezTo>
                  <a:pt x="259" y="81"/>
                  <a:pt x="201" y="109"/>
                  <a:pt x="132" y="109"/>
                </a:cubicBezTo>
                <a:cubicBezTo>
                  <a:pt x="115" y="109"/>
                  <a:pt x="99" y="107"/>
                  <a:pt x="85" y="103"/>
                </a:cubicBezTo>
                <a:lnTo>
                  <a:pt x="76" y="102"/>
                </a:lnTo>
                <a:lnTo>
                  <a:pt x="76" y="248"/>
                </a:lnTo>
                <a:cubicBezTo>
                  <a:pt x="87" y="240"/>
                  <a:pt x="95" y="234"/>
                  <a:pt x="102" y="229"/>
                </a:cubicBezTo>
                <a:cubicBezTo>
                  <a:pt x="108" y="225"/>
                  <a:pt x="118" y="220"/>
                  <a:pt x="132" y="216"/>
                </a:cubicBezTo>
                <a:cubicBezTo>
                  <a:pt x="146" y="211"/>
                  <a:pt x="160" y="209"/>
                  <a:pt x="175" y="209"/>
                </a:cubicBezTo>
                <a:cubicBezTo>
                  <a:pt x="221" y="209"/>
                  <a:pt x="259" y="228"/>
                  <a:pt x="291" y="264"/>
                </a:cubicBezTo>
                <a:cubicBezTo>
                  <a:pt x="322" y="301"/>
                  <a:pt x="338" y="344"/>
                  <a:pt x="338" y="394"/>
                </a:cubicBezTo>
                <a:cubicBezTo>
                  <a:pt x="338" y="446"/>
                  <a:pt x="320" y="490"/>
                  <a:pt x="284" y="527"/>
                </a:cubicBezTo>
                <a:cubicBezTo>
                  <a:pt x="248" y="563"/>
                  <a:pt x="204" y="582"/>
                  <a:pt x="152" y="583"/>
                </a:cubicBezTo>
                <a:cubicBezTo>
                  <a:pt x="107" y="583"/>
                  <a:pt x="70" y="567"/>
                  <a:pt x="41" y="537"/>
                </a:cubicBezTo>
                <a:cubicBezTo>
                  <a:pt x="14" y="507"/>
                  <a:pt x="0" y="472"/>
                  <a:pt x="0" y="434"/>
                </a:cubicBezTo>
                <a:cubicBezTo>
                  <a:pt x="0" y="420"/>
                  <a:pt x="3" y="410"/>
                  <a:pt x="9" y="402"/>
                </a:cubicBezTo>
                <a:cubicBezTo>
                  <a:pt x="16" y="394"/>
                  <a:pt x="22" y="389"/>
                  <a:pt x="29" y="387"/>
                </a:cubicBezTo>
                <a:cubicBezTo>
                  <a:pt x="36" y="384"/>
                  <a:pt x="42" y="383"/>
                  <a:pt x="48" y="383"/>
                </a:cubicBezTo>
                <a:cubicBezTo>
                  <a:pt x="63" y="383"/>
                  <a:pt x="75" y="388"/>
                  <a:pt x="84" y="398"/>
                </a:cubicBezTo>
                <a:cubicBezTo>
                  <a:pt x="93" y="407"/>
                  <a:pt x="97" y="418"/>
                  <a:pt x="97" y="4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91" name=""/>
          <p:cNvSpPr/>
          <p:nvPr/>
        </p:nvSpPr>
        <p:spPr>
          <a:xfrm>
            <a:off x="7470720" y="5270040"/>
            <a:ext cx="121680" cy="209880"/>
          </a:xfrm>
          <a:custGeom>
            <a:avLst/>
            <a:gdLst/>
            <a:ahLst/>
            <a:rect l="0" t="0" r="r" b="b"/>
            <a:pathLst>
              <a:path w="338" h="583">
                <a:moveTo>
                  <a:pt x="97" y="431"/>
                </a:moveTo>
                <a:cubicBezTo>
                  <a:pt x="97" y="445"/>
                  <a:pt x="92" y="456"/>
                  <a:pt x="83" y="465"/>
                </a:cubicBezTo>
                <a:cubicBezTo>
                  <a:pt x="74" y="474"/>
                  <a:pt x="63" y="479"/>
                  <a:pt x="50" y="479"/>
                </a:cubicBezTo>
                <a:lnTo>
                  <a:pt x="44" y="479"/>
                </a:lnTo>
                <a:cubicBezTo>
                  <a:pt x="70" y="523"/>
                  <a:pt x="105" y="545"/>
                  <a:pt x="147" y="545"/>
                </a:cubicBezTo>
                <a:cubicBezTo>
                  <a:pt x="187" y="545"/>
                  <a:pt x="215" y="528"/>
                  <a:pt x="233" y="495"/>
                </a:cubicBezTo>
                <a:cubicBezTo>
                  <a:pt x="244" y="476"/>
                  <a:pt x="250" y="440"/>
                  <a:pt x="250" y="387"/>
                </a:cubicBezTo>
                <a:cubicBezTo>
                  <a:pt x="250" y="329"/>
                  <a:pt x="242" y="289"/>
                  <a:pt x="227" y="269"/>
                </a:cubicBezTo>
                <a:cubicBezTo>
                  <a:pt x="212" y="251"/>
                  <a:pt x="196" y="241"/>
                  <a:pt x="178" y="241"/>
                </a:cubicBezTo>
                <a:lnTo>
                  <a:pt x="173" y="241"/>
                </a:lnTo>
                <a:cubicBezTo>
                  <a:pt x="129" y="241"/>
                  <a:pt x="96" y="260"/>
                  <a:pt x="73" y="299"/>
                </a:cubicBezTo>
                <a:cubicBezTo>
                  <a:pt x="71" y="303"/>
                  <a:pt x="69" y="305"/>
                  <a:pt x="67" y="306"/>
                </a:cubicBezTo>
                <a:cubicBezTo>
                  <a:pt x="65" y="306"/>
                  <a:pt x="61" y="307"/>
                  <a:pt x="54" y="307"/>
                </a:cubicBezTo>
                <a:cubicBezTo>
                  <a:pt x="45" y="307"/>
                  <a:pt x="39" y="306"/>
                  <a:pt x="38" y="302"/>
                </a:cubicBezTo>
                <a:cubicBezTo>
                  <a:pt x="37" y="300"/>
                  <a:pt x="37" y="251"/>
                  <a:pt x="37" y="153"/>
                </a:cubicBezTo>
                <a:lnTo>
                  <a:pt x="37" y="44"/>
                </a:lnTo>
                <a:cubicBezTo>
                  <a:pt x="37" y="16"/>
                  <a:pt x="38" y="2"/>
                  <a:pt x="41" y="2"/>
                </a:cubicBezTo>
                <a:cubicBezTo>
                  <a:pt x="42" y="1"/>
                  <a:pt x="43" y="0"/>
                  <a:pt x="44" y="0"/>
                </a:cubicBezTo>
                <a:cubicBezTo>
                  <a:pt x="45" y="0"/>
                  <a:pt x="51" y="3"/>
                  <a:pt x="62" y="7"/>
                </a:cubicBezTo>
                <a:cubicBezTo>
                  <a:pt x="73" y="12"/>
                  <a:pt x="89" y="16"/>
                  <a:pt x="108" y="21"/>
                </a:cubicBezTo>
                <a:cubicBezTo>
                  <a:pt x="128" y="25"/>
                  <a:pt x="149" y="27"/>
                  <a:pt x="172" y="27"/>
                </a:cubicBezTo>
                <a:cubicBezTo>
                  <a:pt x="212" y="27"/>
                  <a:pt x="250" y="20"/>
                  <a:pt x="287" y="4"/>
                </a:cubicBezTo>
                <a:cubicBezTo>
                  <a:pt x="291" y="2"/>
                  <a:pt x="295" y="0"/>
                  <a:pt x="298" y="0"/>
                </a:cubicBezTo>
                <a:cubicBezTo>
                  <a:pt x="302" y="0"/>
                  <a:pt x="304" y="6"/>
                  <a:pt x="304" y="16"/>
                </a:cubicBezTo>
                <a:lnTo>
                  <a:pt x="304" y="27"/>
                </a:lnTo>
                <a:cubicBezTo>
                  <a:pt x="258" y="81"/>
                  <a:pt x="201" y="109"/>
                  <a:pt x="131" y="109"/>
                </a:cubicBezTo>
                <a:cubicBezTo>
                  <a:pt x="114" y="109"/>
                  <a:pt x="98" y="107"/>
                  <a:pt x="84" y="103"/>
                </a:cubicBezTo>
                <a:lnTo>
                  <a:pt x="76" y="102"/>
                </a:lnTo>
                <a:lnTo>
                  <a:pt x="76" y="248"/>
                </a:lnTo>
                <a:cubicBezTo>
                  <a:pt x="86" y="240"/>
                  <a:pt x="95" y="234"/>
                  <a:pt x="101" y="229"/>
                </a:cubicBezTo>
                <a:cubicBezTo>
                  <a:pt x="107" y="225"/>
                  <a:pt x="117" y="220"/>
                  <a:pt x="131" y="216"/>
                </a:cubicBezTo>
                <a:cubicBezTo>
                  <a:pt x="145" y="211"/>
                  <a:pt x="160" y="209"/>
                  <a:pt x="174" y="209"/>
                </a:cubicBezTo>
                <a:cubicBezTo>
                  <a:pt x="220" y="209"/>
                  <a:pt x="259" y="228"/>
                  <a:pt x="290" y="264"/>
                </a:cubicBezTo>
                <a:cubicBezTo>
                  <a:pt x="323" y="301"/>
                  <a:pt x="338" y="344"/>
                  <a:pt x="338" y="394"/>
                </a:cubicBezTo>
                <a:cubicBezTo>
                  <a:pt x="338" y="446"/>
                  <a:pt x="320" y="490"/>
                  <a:pt x="283" y="527"/>
                </a:cubicBezTo>
                <a:cubicBezTo>
                  <a:pt x="247" y="563"/>
                  <a:pt x="203" y="582"/>
                  <a:pt x="152" y="583"/>
                </a:cubicBezTo>
                <a:cubicBezTo>
                  <a:pt x="106" y="583"/>
                  <a:pt x="69" y="567"/>
                  <a:pt x="42" y="537"/>
                </a:cubicBezTo>
                <a:cubicBezTo>
                  <a:pt x="14" y="507"/>
                  <a:pt x="0" y="472"/>
                  <a:pt x="0" y="434"/>
                </a:cubicBezTo>
                <a:cubicBezTo>
                  <a:pt x="0" y="420"/>
                  <a:pt x="3" y="410"/>
                  <a:pt x="10" y="402"/>
                </a:cubicBezTo>
                <a:cubicBezTo>
                  <a:pt x="16" y="394"/>
                  <a:pt x="22" y="389"/>
                  <a:pt x="29" y="387"/>
                </a:cubicBezTo>
                <a:cubicBezTo>
                  <a:pt x="36" y="384"/>
                  <a:pt x="42" y="383"/>
                  <a:pt x="49" y="383"/>
                </a:cubicBezTo>
                <a:cubicBezTo>
                  <a:pt x="63" y="383"/>
                  <a:pt x="74" y="388"/>
                  <a:pt x="83" y="398"/>
                </a:cubicBezTo>
                <a:cubicBezTo>
                  <a:pt x="92" y="407"/>
                  <a:pt x="97" y="418"/>
                  <a:pt x="97" y="4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92" name=""/>
          <p:cNvSpPr/>
          <p:nvPr/>
        </p:nvSpPr>
        <p:spPr>
          <a:xfrm>
            <a:off x="7631280" y="5436000"/>
            <a:ext cx="40680" cy="96120"/>
          </a:xfrm>
          <a:custGeom>
            <a:avLst/>
            <a:gdLst/>
            <a:ahLst/>
            <a:rect l="0" t="0" r="r" b="b"/>
            <a:pathLst>
              <a:path w="113" h="267">
                <a:moveTo>
                  <a:pt x="0" y="72"/>
                </a:moveTo>
                <a:cubicBezTo>
                  <a:pt x="0" y="72"/>
                  <a:pt x="0" y="65"/>
                  <a:pt x="0" y="51"/>
                </a:cubicBezTo>
                <a:cubicBezTo>
                  <a:pt x="0" y="37"/>
                  <a:pt x="5" y="25"/>
                  <a:pt x="14" y="15"/>
                </a:cubicBezTo>
                <a:cubicBezTo>
                  <a:pt x="23" y="5"/>
                  <a:pt x="35" y="0"/>
                  <a:pt x="50" y="0"/>
                </a:cubicBezTo>
                <a:cubicBezTo>
                  <a:pt x="67" y="0"/>
                  <a:pt x="81" y="7"/>
                  <a:pt x="93" y="21"/>
                </a:cubicBezTo>
                <a:cubicBezTo>
                  <a:pt x="106" y="35"/>
                  <a:pt x="112" y="60"/>
                  <a:pt x="113" y="95"/>
                </a:cubicBezTo>
                <a:cubicBezTo>
                  <a:pt x="113" y="115"/>
                  <a:pt x="110" y="134"/>
                  <a:pt x="105" y="153"/>
                </a:cubicBezTo>
                <a:cubicBezTo>
                  <a:pt x="100" y="171"/>
                  <a:pt x="94" y="187"/>
                  <a:pt x="87" y="202"/>
                </a:cubicBezTo>
                <a:cubicBezTo>
                  <a:pt x="81" y="215"/>
                  <a:pt x="73" y="227"/>
                  <a:pt x="66" y="236"/>
                </a:cubicBezTo>
                <a:cubicBezTo>
                  <a:pt x="57" y="246"/>
                  <a:pt x="50" y="254"/>
                  <a:pt x="44" y="259"/>
                </a:cubicBezTo>
                <a:cubicBezTo>
                  <a:pt x="39" y="265"/>
                  <a:pt x="35" y="267"/>
                  <a:pt x="33" y="267"/>
                </a:cubicBezTo>
                <a:cubicBezTo>
                  <a:pt x="31" y="267"/>
                  <a:pt x="27" y="264"/>
                  <a:pt x="22" y="259"/>
                </a:cubicBezTo>
                <a:cubicBezTo>
                  <a:pt x="17" y="254"/>
                  <a:pt x="15" y="251"/>
                  <a:pt x="15" y="248"/>
                </a:cubicBezTo>
                <a:cubicBezTo>
                  <a:pt x="15" y="246"/>
                  <a:pt x="18" y="241"/>
                  <a:pt x="24" y="235"/>
                </a:cubicBezTo>
                <a:cubicBezTo>
                  <a:pt x="30" y="228"/>
                  <a:pt x="37" y="220"/>
                  <a:pt x="45" y="209"/>
                </a:cubicBezTo>
                <a:cubicBezTo>
                  <a:pt x="53" y="199"/>
                  <a:pt x="61" y="184"/>
                  <a:pt x="68" y="166"/>
                </a:cubicBezTo>
                <a:cubicBezTo>
                  <a:pt x="75" y="148"/>
                  <a:pt x="79" y="128"/>
                  <a:pt x="82" y="105"/>
                </a:cubicBezTo>
                <a:lnTo>
                  <a:pt x="82" y="94"/>
                </a:lnTo>
                <a:lnTo>
                  <a:pt x="81" y="95"/>
                </a:lnTo>
                <a:cubicBezTo>
                  <a:pt x="80" y="96"/>
                  <a:pt x="78" y="96"/>
                  <a:pt x="77" y="97"/>
                </a:cubicBezTo>
                <a:cubicBezTo>
                  <a:pt x="75" y="97"/>
                  <a:pt x="73" y="98"/>
                  <a:pt x="71" y="99"/>
                </a:cubicBezTo>
                <a:cubicBezTo>
                  <a:pt x="70" y="101"/>
                  <a:pt x="67" y="101"/>
                  <a:pt x="64" y="101"/>
                </a:cubicBezTo>
                <a:cubicBezTo>
                  <a:pt x="60" y="101"/>
                  <a:pt x="56" y="101"/>
                  <a:pt x="53" y="102"/>
                </a:cubicBezTo>
                <a:cubicBezTo>
                  <a:pt x="37" y="102"/>
                  <a:pt x="25" y="97"/>
                  <a:pt x="16" y="88"/>
                </a:cubicBez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93" name=""/>
          <p:cNvSpPr/>
          <p:nvPr/>
        </p:nvSpPr>
        <p:spPr>
          <a:xfrm>
            <a:off x="7768080" y="5270040"/>
            <a:ext cx="105120" cy="203040"/>
          </a:xfrm>
          <a:custGeom>
            <a:avLst/>
            <a:gdLst/>
            <a:ahLst/>
            <a:rect l="0" t="0" r="r" b="b"/>
            <a:pathLst>
              <a:path w="292" h="564">
                <a:moveTo>
                  <a:pt x="111" y="75"/>
                </a:moveTo>
                <a:lnTo>
                  <a:pt x="100" y="79"/>
                </a:lnTo>
                <a:cubicBezTo>
                  <a:pt x="92" y="82"/>
                  <a:pt x="81" y="85"/>
                  <a:pt x="66" y="87"/>
                </a:cubicBezTo>
                <a:cubicBezTo>
                  <a:pt x="52" y="90"/>
                  <a:pt x="35" y="92"/>
                  <a:pt x="16" y="93"/>
                </a:cubicBezTo>
                <a:lnTo>
                  <a:pt x="0" y="93"/>
                </a:lnTo>
                <a:lnTo>
                  <a:pt x="0" y="55"/>
                </a:lnTo>
                <a:lnTo>
                  <a:pt x="16" y="55"/>
                </a:lnTo>
                <a:cubicBezTo>
                  <a:pt x="44" y="53"/>
                  <a:pt x="68" y="49"/>
                  <a:pt x="91" y="42"/>
                </a:cubicBezTo>
                <a:cubicBezTo>
                  <a:pt x="113" y="35"/>
                  <a:pt x="129" y="28"/>
                  <a:pt x="138" y="22"/>
                </a:cubicBezTo>
                <a:cubicBezTo>
                  <a:pt x="147" y="15"/>
                  <a:pt x="155" y="9"/>
                  <a:pt x="162" y="3"/>
                </a:cubicBezTo>
                <a:cubicBezTo>
                  <a:pt x="163" y="1"/>
                  <a:pt x="166" y="0"/>
                  <a:pt x="172" y="0"/>
                </a:cubicBezTo>
                <a:cubicBezTo>
                  <a:pt x="177" y="0"/>
                  <a:pt x="182" y="2"/>
                  <a:pt x="186" y="6"/>
                </a:cubicBezTo>
                <a:lnTo>
                  <a:pt x="186" y="259"/>
                </a:lnTo>
                <a:lnTo>
                  <a:pt x="187" y="512"/>
                </a:lnTo>
                <a:cubicBezTo>
                  <a:pt x="191" y="516"/>
                  <a:pt x="194" y="519"/>
                  <a:pt x="197" y="520"/>
                </a:cubicBezTo>
                <a:cubicBezTo>
                  <a:pt x="200" y="521"/>
                  <a:pt x="207" y="522"/>
                  <a:pt x="217" y="523"/>
                </a:cubicBezTo>
                <a:cubicBezTo>
                  <a:pt x="228" y="525"/>
                  <a:pt x="246" y="525"/>
                  <a:pt x="270" y="525"/>
                </a:cubicBezTo>
                <a:lnTo>
                  <a:pt x="292" y="525"/>
                </a:lnTo>
                <a:lnTo>
                  <a:pt x="292" y="564"/>
                </a:lnTo>
                <a:lnTo>
                  <a:pt x="282" y="564"/>
                </a:lnTo>
                <a:cubicBezTo>
                  <a:pt x="271" y="562"/>
                  <a:pt x="226" y="561"/>
                  <a:pt x="148" y="561"/>
                </a:cubicBezTo>
                <a:cubicBezTo>
                  <a:pt x="72" y="561"/>
                  <a:pt x="26" y="562"/>
                  <a:pt x="15" y="564"/>
                </a:cubicBezTo>
                <a:lnTo>
                  <a:pt x="4" y="564"/>
                </a:lnTo>
                <a:lnTo>
                  <a:pt x="4" y="525"/>
                </a:lnTo>
                <a:lnTo>
                  <a:pt x="26" y="525"/>
                </a:lnTo>
                <a:cubicBezTo>
                  <a:pt x="40" y="525"/>
                  <a:pt x="50" y="525"/>
                  <a:pt x="59" y="525"/>
                </a:cubicBezTo>
                <a:cubicBezTo>
                  <a:pt x="68" y="525"/>
                  <a:pt x="75" y="525"/>
                  <a:pt x="81" y="524"/>
                </a:cubicBezTo>
                <a:cubicBezTo>
                  <a:pt x="86" y="524"/>
                  <a:pt x="90" y="523"/>
                  <a:pt x="94" y="522"/>
                </a:cubicBezTo>
                <a:cubicBezTo>
                  <a:pt x="98" y="521"/>
                  <a:pt x="100" y="520"/>
                  <a:pt x="101" y="520"/>
                </a:cubicBezTo>
                <a:cubicBezTo>
                  <a:pt x="101" y="520"/>
                  <a:pt x="103" y="519"/>
                  <a:pt x="106" y="516"/>
                </a:cubicBezTo>
                <a:cubicBezTo>
                  <a:pt x="109" y="513"/>
                  <a:pt x="110" y="512"/>
                  <a:pt x="111" y="512"/>
                </a:cubicBezTo>
                <a:lnTo>
                  <a:pt x="111" y="7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94" name=""/>
          <p:cNvSpPr/>
          <p:nvPr/>
        </p:nvSpPr>
        <p:spPr>
          <a:xfrm>
            <a:off x="7910280" y="5270040"/>
            <a:ext cx="121680" cy="209880"/>
          </a:xfrm>
          <a:custGeom>
            <a:avLst/>
            <a:gdLst/>
            <a:ahLst/>
            <a:rect l="0" t="0" r="r" b="b"/>
            <a:pathLst>
              <a:path w="338" h="583">
                <a:moveTo>
                  <a:pt x="96" y="431"/>
                </a:moveTo>
                <a:cubicBezTo>
                  <a:pt x="96" y="445"/>
                  <a:pt x="91" y="456"/>
                  <a:pt x="82" y="465"/>
                </a:cubicBezTo>
                <a:cubicBezTo>
                  <a:pt x="73" y="474"/>
                  <a:pt x="62" y="479"/>
                  <a:pt x="49" y="479"/>
                </a:cubicBezTo>
                <a:lnTo>
                  <a:pt x="44" y="479"/>
                </a:lnTo>
                <a:cubicBezTo>
                  <a:pt x="69" y="523"/>
                  <a:pt x="105" y="545"/>
                  <a:pt x="148" y="545"/>
                </a:cubicBezTo>
                <a:cubicBezTo>
                  <a:pt x="187" y="545"/>
                  <a:pt x="216" y="528"/>
                  <a:pt x="234" y="495"/>
                </a:cubicBezTo>
                <a:cubicBezTo>
                  <a:pt x="244" y="476"/>
                  <a:pt x="250" y="440"/>
                  <a:pt x="250" y="387"/>
                </a:cubicBezTo>
                <a:cubicBezTo>
                  <a:pt x="250" y="329"/>
                  <a:pt x="242" y="289"/>
                  <a:pt x="227" y="269"/>
                </a:cubicBezTo>
                <a:cubicBezTo>
                  <a:pt x="212" y="251"/>
                  <a:pt x="196" y="241"/>
                  <a:pt x="178" y="241"/>
                </a:cubicBezTo>
                <a:lnTo>
                  <a:pt x="173" y="241"/>
                </a:lnTo>
                <a:cubicBezTo>
                  <a:pt x="129" y="241"/>
                  <a:pt x="95" y="260"/>
                  <a:pt x="72" y="299"/>
                </a:cubicBezTo>
                <a:cubicBezTo>
                  <a:pt x="70" y="303"/>
                  <a:pt x="68" y="305"/>
                  <a:pt x="66" y="306"/>
                </a:cubicBezTo>
                <a:cubicBezTo>
                  <a:pt x="65" y="306"/>
                  <a:pt x="60" y="307"/>
                  <a:pt x="54" y="307"/>
                </a:cubicBezTo>
                <a:cubicBezTo>
                  <a:pt x="44" y="307"/>
                  <a:pt x="39" y="306"/>
                  <a:pt x="38" y="302"/>
                </a:cubicBezTo>
                <a:cubicBezTo>
                  <a:pt x="36" y="300"/>
                  <a:pt x="36" y="251"/>
                  <a:pt x="36" y="153"/>
                </a:cubicBezTo>
                <a:lnTo>
                  <a:pt x="36" y="44"/>
                </a:lnTo>
                <a:cubicBezTo>
                  <a:pt x="36" y="16"/>
                  <a:pt x="37" y="2"/>
                  <a:pt x="40" y="2"/>
                </a:cubicBezTo>
                <a:cubicBezTo>
                  <a:pt x="41" y="1"/>
                  <a:pt x="42" y="0"/>
                  <a:pt x="44" y="0"/>
                </a:cubicBezTo>
                <a:cubicBezTo>
                  <a:pt x="44" y="0"/>
                  <a:pt x="50" y="3"/>
                  <a:pt x="61" y="7"/>
                </a:cubicBezTo>
                <a:cubicBezTo>
                  <a:pt x="73" y="12"/>
                  <a:pt x="88" y="16"/>
                  <a:pt x="109" y="21"/>
                </a:cubicBezTo>
                <a:cubicBezTo>
                  <a:pt x="128" y="25"/>
                  <a:pt x="150" y="27"/>
                  <a:pt x="172" y="27"/>
                </a:cubicBezTo>
                <a:cubicBezTo>
                  <a:pt x="212" y="27"/>
                  <a:pt x="250" y="20"/>
                  <a:pt x="287" y="4"/>
                </a:cubicBezTo>
                <a:cubicBezTo>
                  <a:pt x="291" y="2"/>
                  <a:pt x="295" y="0"/>
                  <a:pt x="298" y="0"/>
                </a:cubicBezTo>
                <a:cubicBezTo>
                  <a:pt x="302" y="0"/>
                  <a:pt x="305" y="6"/>
                  <a:pt x="305" y="16"/>
                </a:cubicBezTo>
                <a:lnTo>
                  <a:pt x="305" y="27"/>
                </a:lnTo>
                <a:cubicBezTo>
                  <a:pt x="259" y="81"/>
                  <a:pt x="201" y="109"/>
                  <a:pt x="132" y="109"/>
                </a:cubicBezTo>
                <a:cubicBezTo>
                  <a:pt x="114" y="109"/>
                  <a:pt x="97" y="107"/>
                  <a:pt x="83" y="103"/>
                </a:cubicBezTo>
                <a:lnTo>
                  <a:pt x="75" y="102"/>
                </a:lnTo>
                <a:lnTo>
                  <a:pt x="75" y="248"/>
                </a:lnTo>
                <a:cubicBezTo>
                  <a:pt x="85" y="240"/>
                  <a:pt x="94" y="234"/>
                  <a:pt x="100" y="229"/>
                </a:cubicBezTo>
                <a:cubicBezTo>
                  <a:pt x="107" y="225"/>
                  <a:pt x="117" y="220"/>
                  <a:pt x="132" y="216"/>
                </a:cubicBezTo>
                <a:cubicBezTo>
                  <a:pt x="146" y="211"/>
                  <a:pt x="160" y="209"/>
                  <a:pt x="175" y="209"/>
                </a:cubicBezTo>
                <a:cubicBezTo>
                  <a:pt x="220" y="209"/>
                  <a:pt x="259" y="228"/>
                  <a:pt x="290" y="264"/>
                </a:cubicBezTo>
                <a:cubicBezTo>
                  <a:pt x="322" y="301"/>
                  <a:pt x="338" y="344"/>
                  <a:pt x="338" y="394"/>
                </a:cubicBezTo>
                <a:cubicBezTo>
                  <a:pt x="338" y="446"/>
                  <a:pt x="320" y="490"/>
                  <a:pt x="284" y="527"/>
                </a:cubicBezTo>
                <a:cubicBezTo>
                  <a:pt x="248" y="563"/>
                  <a:pt x="204" y="582"/>
                  <a:pt x="152" y="583"/>
                </a:cubicBezTo>
                <a:cubicBezTo>
                  <a:pt x="106" y="583"/>
                  <a:pt x="69" y="567"/>
                  <a:pt x="41" y="537"/>
                </a:cubicBezTo>
                <a:cubicBezTo>
                  <a:pt x="13" y="507"/>
                  <a:pt x="0" y="472"/>
                  <a:pt x="0" y="434"/>
                </a:cubicBezTo>
                <a:cubicBezTo>
                  <a:pt x="0" y="420"/>
                  <a:pt x="3" y="410"/>
                  <a:pt x="9" y="402"/>
                </a:cubicBezTo>
                <a:cubicBezTo>
                  <a:pt x="15" y="394"/>
                  <a:pt x="22" y="389"/>
                  <a:pt x="28" y="387"/>
                </a:cubicBezTo>
                <a:cubicBezTo>
                  <a:pt x="35" y="384"/>
                  <a:pt x="42" y="383"/>
                  <a:pt x="48" y="383"/>
                </a:cubicBezTo>
                <a:cubicBezTo>
                  <a:pt x="62" y="383"/>
                  <a:pt x="73" y="388"/>
                  <a:pt x="82" y="398"/>
                </a:cubicBezTo>
                <a:cubicBezTo>
                  <a:pt x="91" y="407"/>
                  <a:pt x="96" y="418"/>
                  <a:pt x="96" y="4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95" name=""/>
          <p:cNvSpPr/>
          <p:nvPr/>
        </p:nvSpPr>
        <p:spPr>
          <a:xfrm>
            <a:off x="8067600" y="5209920"/>
            <a:ext cx="86400" cy="143640"/>
          </a:xfrm>
          <a:custGeom>
            <a:avLst/>
            <a:gdLst/>
            <a:ahLst/>
            <a:rect l="0" t="0" r="r" b="b"/>
            <a:pathLst>
              <a:path w="240" h="399">
                <a:moveTo>
                  <a:pt x="36" y="143"/>
                </a:moveTo>
                <a:cubicBezTo>
                  <a:pt x="25" y="143"/>
                  <a:pt x="16" y="139"/>
                  <a:pt x="10" y="132"/>
                </a:cubicBezTo>
                <a:cubicBezTo>
                  <a:pt x="4" y="125"/>
                  <a:pt x="0" y="116"/>
                  <a:pt x="0" y="106"/>
                </a:cubicBezTo>
                <a:cubicBezTo>
                  <a:pt x="0" y="77"/>
                  <a:pt x="11" y="53"/>
                  <a:pt x="32" y="32"/>
                </a:cubicBezTo>
                <a:cubicBezTo>
                  <a:pt x="53" y="11"/>
                  <a:pt x="79" y="0"/>
                  <a:pt x="112" y="0"/>
                </a:cubicBezTo>
                <a:cubicBezTo>
                  <a:pt x="148" y="0"/>
                  <a:pt x="178" y="11"/>
                  <a:pt x="203" y="35"/>
                </a:cubicBezTo>
                <a:cubicBezTo>
                  <a:pt x="227" y="57"/>
                  <a:pt x="239" y="86"/>
                  <a:pt x="240" y="121"/>
                </a:cubicBezTo>
                <a:cubicBezTo>
                  <a:pt x="240" y="138"/>
                  <a:pt x="236" y="155"/>
                  <a:pt x="228" y="170"/>
                </a:cubicBezTo>
                <a:cubicBezTo>
                  <a:pt x="220" y="186"/>
                  <a:pt x="210" y="199"/>
                  <a:pt x="199" y="211"/>
                </a:cubicBezTo>
                <a:cubicBezTo>
                  <a:pt x="188" y="222"/>
                  <a:pt x="172" y="237"/>
                  <a:pt x="151" y="255"/>
                </a:cubicBezTo>
                <a:cubicBezTo>
                  <a:pt x="137" y="267"/>
                  <a:pt x="117" y="286"/>
                  <a:pt x="92" y="310"/>
                </a:cubicBezTo>
                <a:lnTo>
                  <a:pt x="55" y="343"/>
                </a:lnTo>
                <a:lnTo>
                  <a:pt x="102" y="344"/>
                </a:lnTo>
                <a:cubicBezTo>
                  <a:pt x="164" y="344"/>
                  <a:pt x="197" y="343"/>
                  <a:pt x="201" y="341"/>
                </a:cubicBezTo>
                <a:cubicBezTo>
                  <a:pt x="204" y="340"/>
                  <a:pt x="209" y="323"/>
                  <a:pt x="216" y="288"/>
                </a:cubicBezTo>
                <a:lnTo>
                  <a:pt x="216" y="286"/>
                </a:lnTo>
                <a:lnTo>
                  <a:pt x="240" y="286"/>
                </a:lnTo>
                <a:lnTo>
                  <a:pt x="240" y="288"/>
                </a:lnTo>
                <a:cubicBezTo>
                  <a:pt x="239" y="289"/>
                  <a:pt x="237" y="307"/>
                  <a:pt x="232" y="342"/>
                </a:cubicBezTo>
                <a:cubicBezTo>
                  <a:pt x="227" y="377"/>
                  <a:pt x="224" y="396"/>
                  <a:pt x="223" y="397"/>
                </a:cubicBezTo>
                <a:lnTo>
                  <a:pt x="223" y="399"/>
                </a:lnTo>
                <a:lnTo>
                  <a:pt x="0" y="399"/>
                </a:lnTo>
                <a:lnTo>
                  <a:pt x="0" y="388"/>
                </a:lnTo>
                <a:lnTo>
                  <a:pt x="0" y="380"/>
                </a:lnTo>
                <a:cubicBezTo>
                  <a:pt x="0" y="378"/>
                  <a:pt x="2" y="375"/>
                  <a:pt x="4" y="371"/>
                </a:cubicBezTo>
                <a:cubicBezTo>
                  <a:pt x="6" y="368"/>
                  <a:pt x="12" y="361"/>
                  <a:pt x="22" y="351"/>
                </a:cubicBezTo>
                <a:cubicBezTo>
                  <a:pt x="33" y="338"/>
                  <a:pt x="43" y="327"/>
                  <a:pt x="52" y="317"/>
                </a:cubicBezTo>
                <a:cubicBezTo>
                  <a:pt x="55" y="313"/>
                  <a:pt x="62" y="306"/>
                  <a:pt x="72" y="295"/>
                </a:cubicBezTo>
                <a:cubicBezTo>
                  <a:pt x="83" y="284"/>
                  <a:pt x="90" y="277"/>
                  <a:pt x="93" y="273"/>
                </a:cubicBezTo>
                <a:cubicBezTo>
                  <a:pt x="97" y="269"/>
                  <a:pt x="103" y="262"/>
                  <a:pt x="111" y="253"/>
                </a:cubicBezTo>
                <a:cubicBezTo>
                  <a:pt x="119" y="244"/>
                  <a:pt x="124" y="237"/>
                  <a:pt x="127" y="233"/>
                </a:cubicBezTo>
                <a:cubicBezTo>
                  <a:pt x="131" y="229"/>
                  <a:pt x="135" y="223"/>
                  <a:pt x="141" y="215"/>
                </a:cubicBezTo>
                <a:cubicBezTo>
                  <a:pt x="147" y="207"/>
                  <a:pt x="151" y="201"/>
                  <a:pt x="154" y="196"/>
                </a:cubicBezTo>
                <a:cubicBezTo>
                  <a:pt x="156" y="191"/>
                  <a:pt x="159" y="185"/>
                  <a:pt x="163" y="179"/>
                </a:cubicBezTo>
                <a:cubicBezTo>
                  <a:pt x="166" y="172"/>
                  <a:pt x="169" y="166"/>
                  <a:pt x="170" y="159"/>
                </a:cubicBezTo>
                <a:cubicBezTo>
                  <a:pt x="172" y="153"/>
                  <a:pt x="173" y="147"/>
                  <a:pt x="175" y="142"/>
                </a:cubicBezTo>
                <a:cubicBezTo>
                  <a:pt x="176" y="136"/>
                  <a:pt x="176" y="129"/>
                  <a:pt x="176" y="122"/>
                </a:cubicBezTo>
                <a:cubicBezTo>
                  <a:pt x="176" y="97"/>
                  <a:pt x="170" y="75"/>
                  <a:pt x="156" y="57"/>
                </a:cubicBezTo>
                <a:cubicBezTo>
                  <a:pt x="143" y="38"/>
                  <a:pt x="123" y="29"/>
                  <a:pt x="98" y="29"/>
                </a:cubicBezTo>
                <a:cubicBezTo>
                  <a:pt x="85" y="29"/>
                  <a:pt x="72" y="33"/>
                  <a:pt x="63" y="39"/>
                </a:cubicBezTo>
                <a:cubicBezTo>
                  <a:pt x="53" y="46"/>
                  <a:pt x="46" y="53"/>
                  <a:pt x="42" y="59"/>
                </a:cubicBezTo>
                <a:cubicBezTo>
                  <a:pt x="38" y="66"/>
                  <a:pt x="36" y="69"/>
                  <a:pt x="36" y="71"/>
                </a:cubicBezTo>
                <a:cubicBezTo>
                  <a:pt x="36" y="71"/>
                  <a:pt x="37" y="71"/>
                  <a:pt x="39" y="71"/>
                </a:cubicBezTo>
                <a:cubicBezTo>
                  <a:pt x="46" y="71"/>
                  <a:pt x="53" y="74"/>
                  <a:pt x="61" y="79"/>
                </a:cubicBezTo>
                <a:cubicBezTo>
                  <a:pt x="68" y="85"/>
                  <a:pt x="72" y="94"/>
                  <a:pt x="72" y="107"/>
                </a:cubicBezTo>
                <a:cubicBezTo>
                  <a:pt x="72" y="117"/>
                  <a:pt x="69" y="125"/>
                  <a:pt x="63" y="132"/>
                </a:cubicBezTo>
                <a:cubicBezTo>
                  <a:pt x="56" y="139"/>
                  <a:pt x="47" y="142"/>
                  <a:pt x="36" y="14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96" name=""/>
          <p:cNvSpPr/>
          <p:nvPr/>
        </p:nvSpPr>
        <p:spPr>
          <a:xfrm>
            <a:off x="8196480" y="5244480"/>
            <a:ext cx="73080" cy="304560"/>
          </a:xfrm>
          <a:custGeom>
            <a:avLst/>
            <a:gdLst/>
            <a:ahLst/>
            <a:rect l="0" t="0" r="r" b="b"/>
            <a:pathLst>
              <a:path w="203" h="846">
                <a:moveTo>
                  <a:pt x="4" y="1"/>
                </a:moveTo>
                <a:lnTo>
                  <a:pt x="7" y="0"/>
                </a:lnTo>
                <a:cubicBezTo>
                  <a:pt x="10" y="0"/>
                  <a:pt x="13" y="0"/>
                  <a:pt x="16" y="0"/>
                </a:cubicBezTo>
                <a:lnTo>
                  <a:pt x="26" y="0"/>
                </a:lnTo>
                <a:lnTo>
                  <a:pt x="51" y="21"/>
                </a:lnTo>
                <a:cubicBezTo>
                  <a:pt x="104" y="69"/>
                  <a:pt x="142" y="128"/>
                  <a:pt x="166" y="200"/>
                </a:cubicBezTo>
                <a:cubicBezTo>
                  <a:pt x="191" y="272"/>
                  <a:pt x="203" y="347"/>
                  <a:pt x="203" y="424"/>
                </a:cubicBezTo>
                <a:cubicBezTo>
                  <a:pt x="203" y="462"/>
                  <a:pt x="200" y="499"/>
                  <a:pt x="194" y="534"/>
                </a:cubicBezTo>
                <a:cubicBezTo>
                  <a:pt x="189" y="570"/>
                  <a:pt x="182" y="600"/>
                  <a:pt x="175" y="625"/>
                </a:cubicBezTo>
                <a:cubicBezTo>
                  <a:pt x="168" y="650"/>
                  <a:pt x="157" y="674"/>
                  <a:pt x="144" y="699"/>
                </a:cubicBezTo>
                <a:cubicBezTo>
                  <a:pt x="130" y="724"/>
                  <a:pt x="119" y="743"/>
                  <a:pt x="111" y="756"/>
                </a:cubicBezTo>
                <a:cubicBezTo>
                  <a:pt x="104" y="769"/>
                  <a:pt x="92" y="783"/>
                  <a:pt x="77" y="799"/>
                </a:cubicBezTo>
                <a:cubicBezTo>
                  <a:pt x="62" y="815"/>
                  <a:pt x="53" y="824"/>
                  <a:pt x="50" y="827"/>
                </a:cubicBezTo>
                <a:cubicBezTo>
                  <a:pt x="47" y="830"/>
                  <a:pt x="40" y="835"/>
                  <a:pt x="29" y="843"/>
                </a:cubicBezTo>
                <a:cubicBezTo>
                  <a:pt x="28" y="844"/>
                  <a:pt x="27" y="846"/>
                  <a:pt x="26" y="846"/>
                </a:cubicBezTo>
                <a:lnTo>
                  <a:pt x="16" y="846"/>
                </a:lnTo>
                <a:cubicBezTo>
                  <a:pt x="11" y="846"/>
                  <a:pt x="8" y="846"/>
                  <a:pt x="7" y="846"/>
                </a:cubicBezTo>
                <a:cubicBezTo>
                  <a:pt x="5" y="846"/>
                  <a:pt x="3" y="845"/>
                  <a:pt x="2" y="844"/>
                </a:cubicBezTo>
                <a:cubicBezTo>
                  <a:pt x="1" y="842"/>
                  <a:pt x="0" y="839"/>
                  <a:pt x="0" y="836"/>
                </a:cubicBezTo>
                <a:cubicBezTo>
                  <a:pt x="0" y="835"/>
                  <a:pt x="3" y="832"/>
                  <a:pt x="9" y="825"/>
                </a:cubicBezTo>
                <a:cubicBezTo>
                  <a:pt x="97" y="734"/>
                  <a:pt x="141" y="601"/>
                  <a:pt x="141" y="424"/>
                </a:cubicBezTo>
                <a:cubicBezTo>
                  <a:pt x="141" y="247"/>
                  <a:pt x="97" y="112"/>
                  <a:pt x="9" y="22"/>
                </a:cubicBezTo>
                <a:cubicBezTo>
                  <a:pt x="3" y="15"/>
                  <a:pt x="0" y="11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1333080" y="5238720"/>
            <a:ext cx="1132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位置</a:t>
            </a:r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+</a:t>
            </a:r>
            <a:r>
              <a:rPr lang="ja-JP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尺度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98" name=""/>
          <p:cNvSpPr/>
          <p:nvPr/>
        </p:nvSpPr>
        <p:spPr>
          <a:xfrm>
            <a:off x="578160" y="5931000"/>
            <a:ext cx="183600" cy="148680"/>
          </a:xfrm>
          <a:custGeom>
            <a:avLst/>
            <a:gdLst/>
            <a:ahLst/>
            <a:rect l="0" t="0" r="r" b="b"/>
            <a:pathLst>
              <a:path w="510" h="413">
                <a:moveTo>
                  <a:pt x="0" y="141"/>
                </a:moveTo>
                <a:cubicBezTo>
                  <a:pt x="1" y="138"/>
                  <a:pt x="2" y="133"/>
                  <a:pt x="3" y="127"/>
                </a:cubicBezTo>
                <a:cubicBezTo>
                  <a:pt x="4" y="121"/>
                  <a:pt x="8" y="109"/>
                  <a:pt x="14" y="92"/>
                </a:cubicBezTo>
                <a:cubicBezTo>
                  <a:pt x="20" y="75"/>
                  <a:pt x="26" y="61"/>
                  <a:pt x="32" y="49"/>
                </a:cubicBezTo>
                <a:cubicBezTo>
                  <a:pt x="38" y="38"/>
                  <a:pt x="48" y="27"/>
                  <a:pt x="62" y="16"/>
                </a:cubicBezTo>
                <a:cubicBezTo>
                  <a:pt x="76" y="5"/>
                  <a:pt x="90" y="0"/>
                  <a:pt x="104" y="0"/>
                </a:cubicBezTo>
                <a:cubicBezTo>
                  <a:pt x="126" y="0"/>
                  <a:pt x="144" y="6"/>
                  <a:pt x="159" y="17"/>
                </a:cubicBezTo>
                <a:cubicBezTo>
                  <a:pt x="174" y="28"/>
                  <a:pt x="183" y="38"/>
                  <a:pt x="187" y="48"/>
                </a:cubicBezTo>
                <a:cubicBezTo>
                  <a:pt x="191" y="57"/>
                  <a:pt x="193" y="64"/>
                  <a:pt x="193" y="67"/>
                </a:cubicBezTo>
                <a:cubicBezTo>
                  <a:pt x="193" y="68"/>
                  <a:pt x="193" y="68"/>
                  <a:pt x="193" y="68"/>
                </a:cubicBezTo>
                <a:lnTo>
                  <a:pt x="203" y="58"/>
                </a:lnTo>
                <a:cubicBezTo>
                  <a:pt x="240" y="20"/>
                  <a:pt x="283" y="0"/>
                  <a:pt x="330" y="0"/>
                </a:cubicBezTo>
                <a:cubicBezTo>
                  <a:pt x="363" y="0"/>
                  <a:pt x="389" y="8"/>
                  <a:pt x="409" y="25"/>
                </a:cubicBezTo>
                <a:cubicBezTo>
                  <a:pt x="429" y="41"/>
                  <a:pt x="439" y="65"/>
                  <a:pt x="440" y="97"/>
                </a:cubicBezTo>
                <a:cubicBezTo>
                  <a:pt x="441" y="128"/>
                  <a:pt x="429" y="176"/>
                  <a:pt x="405" y="241"/>
                </a:cubicBezTo>
                <a:cubicBezTo>
                  <a:pt x="382" y="304"/>
                  <a:pt x="370" y="343"/>
                  <a:pt x="371" y="356"/>
                </a:cubicBezTo>
                <a:cubicBezTo>
                  <a:pt x="371" y="372"/>
                  <a:pt x="376" y="380"/>
                  <a:pt x="386" y="380"/>
                </a:cubicBezTo>
                <a:cubicBezTo>
                  <a:pt x="390" y="380"/>
                  <a:pt x="393" y="379"/>
                  <a:pt x="395" y="379"/>
                </a:cubicBezTo>
                <a:cubicBezTo>
                  <a:pt x="412" y="376"/>
                  <a:pt x="428" y="364"/>
                  <a:pt x="442" y="344"/>
                </a:cubicBezTo>
                <a:cubicBezTo>
                  <a:pt x="456" y="324"/>
                  <a:pt x="466" y="300"/>
                  <a:pt x="474" y="271"/>
                </a:cubicBezTo>
                <a:cubicBezTo>
                  <a:pt x="475" y="267"/>
                  <a:pt x="481" y="264"/>
                  <a:pt x="492" y="264"/>
                </a:cubicBezTo>
                <a:cubicBezTo>
                  <a:pt x="504" y="264"/>
                  <a:pt x="510" y="267"/>
                  <a:pt x="510" y="271"/>
                </a:cubicBezTo>
                <a:cubicBezTo>
                  <a:pt x="510" y="272"/>
                  <a:pt x="509" y="277"/>
                  <a:pt x="507" y="285"/>
                </a:cubicBezTo>
                <a:cubicBezTo>
                  <a:pt x="502" y="303"/>
                  <a:pt x="495" y="320"/>
                  <a:pt x="486" y="337"/>
                </a:cubicBezTo>
                <a:cubicBezTo>
                  <a:pt x="478" y="354"/>
                  <a:pt x="464" y="371"/>
                  <a:pt x="445" y="388"/>
                </a:cubicBezTo>
                <a:cubicBezTo>
                  <a:pt x="425" y="405"/>
                  <a:pt x="404" y="413"/>
                  <a:pt x="382" y="413"/>
                </a:cubicBezTo>
                <a:cubicBezTo>
                  <a:pt x="353" y="413"/>
                  <a:pt x="333" y="404"/>
                  <a:pt x="320" y="388"/>
                </a:cubicBezTo>
                <a:cubicBezTo>
                  <a:pt x="307" y="372"/>
                  <a:pt x="301" y="355"/>
                  <a:pt x="301" y="337"/>
                </a:cubicBezTo>
                <a:cubicBezTo>
                  <a:pt x="301" y="325"/>
                  <a:pt x="312" y="289"/>
                  <a:pt x="334" y="228"/>
                </a:cubicBezTo>
                <a:cubicBezTo>
                  <a:pt x="355" y="166"/>
                  <a:pt x="367" y="119"/>
                  <a:pt x="367" y="88"/>
                </a:cubicBezTo>
                <a:cubicBezTo>
                  <a:pt x="367" y="53"/>
                  <a:pt x="354" y="35"/>
                  <a:pt x="327" y="35"/>
                </a:cubicBezTo>
                <a:lnTo>
                  <a:pt x="323" y="35"/>
                </a:lnTo>
                <a:cubicBezTo>
                  <a:pt x="271" y="35"/>
                  <a:pt x="227" y="65"/>
                  <a:pt x="191" y="127"/>
                </a:cubicBezTo>
                <a:lnTo>
                  <a:pt x="184" y="138"/>
                </a:lnTo>
                <a:lnTo>
                  <a:pt x="153" y="261"/>
                </a:lnTo>
                <a:cubicBezTo>
                  <a:pt x="133" y="340"/>
                  <a:pt x="122" y="383"/>
                  <a:pt x="119" y="389"/>
                </a:cubicBezTo>
                <a:cubicBezTo>
                  <a:pt x="111" y="405"/>
                  <a:pt x="98" y="413"/>
                  <a:pt x="80" y="413"/>
                </a:cubicBezTo>
                <a:cubicBezTo>
                  <a:pt x="72" y="413"/>
                  <a:pt x="65" y="412"/>
                  <a:pt x="61" y="408"/>
                </a:cubicBezTo>
                <a:cubicBezTo>
                  <a:pt x="56" y="404"/>
                  <a:pt x="52" y="401"/>
                  <a:pt x="51" y="397"/>
                </a:cubicBezTo>
                <a:cubicBezTo>
                  <a:pt x="49" y="393"/>
                  <a:pt x="48" y="390"/>
                  <a:pt x="49" y="388"/>
                </a:cubicBezTo>
                <a:cubicBezTo>
                  <a:pt x="49" y="380"/>
                  <a:pt x="60" y="331"/>
                  <a:pt x="83" y="240"/>
                </a:cubicBezTo>
                <a:cubicBezTo>
                  <a:pt x="106" y="148"/>
                  <a:pt x="118" y="98"/>
                  <a:pt x="120" y="90"/>
                </a:cubicBezTo>
                <a:cubicBezTo>
                  <a:pt x="120" y="87"/>
                  <a:pt x="121" y="80"/>
                  <a:pt x="121" y="69"/>
                </a:cubicBezTo>
                <a:cubicBezTo>
                  <a:pt x="121" y="46"/>
                  <a:pt x="113" y="34"/>
                  <a:pt x="99" y="34"/>
                </a:cubicBezTo>
                <a:cubicBezTo>
                  <a:pt x="76" y="34"/>
                  <a:pt x="57" y="64"/>
                  <a:pt x="41" y="125"/>
                </a:cubicBezTo>
                <a:cubicBezTo>
                  <a:pt x="38" y="137"/>
                  <a:pt x="36" y="143"/>
                  <a:pt x="36" y="144"/>
                </a:cubicBezTo>
                <a:cubicBezTo>
                  <a:pt x="35" y="148"/>
                  <a:pt x="29" y="149"/>
                  <a:pt x="19" y="149"/>
                </a:cubicBezTo>
                <a:lnTo>
                  <a:pt x="6" y="149"/>
                </a:lnTo>
                <a:cubicBezTo>
                  <a:pt x="2" y="146"/>
                  <a:pt x="0" y="143"/>
                  <a:pt x="0" y="1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999" name=""/>
          <p:cNvSpPr/>
          <p:nvPr/>
        </p:nvSpPr>
        <p:spPr>
          <a:xfrm>
            <a:off x="877320" y="5955480"/>
            <a:ext cx="218520" cy="77040"/>
          </a:xfrm>
          <a:custGeom>
            <a:avLst/>
            <a:gdLst/>
            <a:ahLst/>
            <a:rect l="0" t="0" r="r" b="b"/>
            <a:pathLst>
              <a:path w="607" h="214">
                <a:moveTo>
                  <a:pt x="0" y="19"/>
                </a:moveTo>
                <a:cubicBezTo>
                  <a:pt x="0" y="11"/>
                  <a:pt x="4" y="5"/>
                  <a:pt x="13" y="0"/>
                </a:cubicBezTo>
                <a:lnTo>
                  <a:pt x="593" y="0"/>
                </a:lnTo>
                <a:cubicBezTo>
                  <a:pt x="603" y="5"/>
                  <a:pt x="607" y="11"/>
                  <a:pt x="607" y="19"/>
                </a:cubicBezTo>
                <a:cubicBezTo>
                  <a:pt x="607" y="25"/>
                  <a:pt x="603" y="31"/>
                  <a:pt x="594" y="36"/>
                </a:cubicBezTo>
                <a:lnTo>
                  <a:pt x="305" y="37"/>
                </a:lnTo>
                <a:lnTo>
                  <a:pt x="15" y="37"/>
                </a:lnTo>
                <a:cubicBezTo>
                  <a:pt x="5" y="34"/>
                  <a:pt x="0" y="28"/>
                  <a:pt x="0" y="19"/>
                </a:cubicBezTo>
                <a:moveTo>
                  <a:pt x="0" y="196"/>
                </a:moveTo>
                <a:cubicBezTo>
                  <a:pt x="0" y="187"/>
                  <a:pt x="5" y="181"/>
                  <a:pt x="15" y="178"/>
                </a:cubicBezTo>
                <a:lnTo>
                  <a:pt x="594" y="178"/>
                </a:lnTo>
                <a:cubicBezTo>
                  <a:pt x="603" y="184"/>
                  <a:pt x="607" y="190"/>
                  <a:pt x="607" y="196"/>
                </a:cubicBezTo>
                <a:cubicBezTo>
                  <a:pt x="607" y="204"/>
                  <a:pt x="603" y="210"/>
                  <a:pt x="593" y="214"/>
                </a:cubicBezTo>
                <a:lnTo>
                  <a:pt x="13" y="214"/>
                </a:lnTo>
                <a:cubicBezTo>
                  <a:pt x="4" y="210"/>
                  <a:pt x="0" y="204"/>
                  <a:pt x="0" y="19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0" name=""/>
          <p:cNvSpPr/>
          <p:nvPr/>
        </p:nvSpPr>
        <p:spPr>
          <a:xfrm>
            <a:off x="1221120" y="5857560"/>
            <a:ext cx="131040" cy="225720"/>
          </a:xfrm>
          <a:custGeom>
            <a:avLst/>
            <a:gdLst/>
            <a:ahLst/>
            <a:rect l="0" t="0" r="r" b="b"/>
            <a:pathLst>
              <a:path w="364" h="627">
                <a:moveTo>
                  <a:pt x="105" y="465"/>
                </a:moveTo>
                <a:cubicBezTo>
                  <a:pt x="105" y="479"/>
                  <a:pt x="100" y="491"/>
                  <a:pt x="91" y="501"/>
                </a:cubicBezTo>
                <a:cubicBezTo>
                  <a:pt x="81" y="511"/>
                  <a:pt x="69" y="516"/>
                  <a:pt x="54" y="516"/>
                </a:cubicBezTo>
                <a:lnTo>
                  <a:pt x="48" y="516"/>
                </a:lnTo>
                <a:cubicBezTo>
                  <a:pt x="77" y="563"/>
                  <a:pt x="114" y="587"/>
                  <a:pt x="160" y="587"/>
                </a:cubicBezTo>
                <a:cubicBezTo>
                  <a:pt x="202" y="587"/>
                  <a:pt x="233" y="569"/>
                  <a:pt x="253" y="533"/>
                </a:cubicBezTo>
                <a:cubicBezTo>
                  <a:pt x="264" y="513"/>
                  <a:pt x="270" y="474"/>
                  <a:pt x="270" y="416"/>
                </a:cubicBezTo>
                <a:cubicBezTo>
                  <a:pt x="270" y="354"/>
                  <a:pt x="262" y="311"/>
                  <a:pt x="245" y="289"/>
                </a:cubicBezTo>
                <a:cubicBezTo>
                  <a:pt x="229" y="269"/>
                  <a:pt x="212" y="259"/>
                  <a:pt x="192" y="259"/>
                </a:cubicBezTo>
                <a:lnTo>
                  <a:pt x="187" y="259"/>
                </a:lnTo>
                <a:cubicBezTo>
                  <a:pt x="140" y="259"/>
                  <a:pt x="104" y="279"/>
                  <a:pt x="80" y="322"/>
                </a:cubicBezTo>
                <a:cubicBezTo>
                  <a:pt x="77" y="326"/>
                  <a:pt x="75" y="328"/>
                  <a:pt x="73" y="329"/>
                </a:cubicBezTo>
                <a:cubicBezTo>
                  <a:pt x="71" y="330"/>
                  <a:pt x="67" y="330"/>
                  <a:pt x="60" y="331"/>
                </a:cubicBezTo>
                <a:cubicBezTo>
                  <a:pt x="48" y="331"/>
                  <a:pt x="43" y="329"/>
                  <a:pt x="41" y="325"/>
                </a:cubicBezTo>
                <a:cubicBezTo>
                  <a:pt x="40" y="323"/>
                  <a:pt x="40" y="269"/>
                  <a:pt x="40" y="165"/>
                </a:cubicBezTo>
                <a:lnTo>
                  <a:pt x="40" y="48"/>
                </a:lnTo>
                <a:cubicBezTo>
                  <a:pt x="40" y="17"/>
                  <a:pt x="41" y="2"/>
                  <a:pt x="44" y="2"/>
                </a:cubicBezTo>
                <a:cubicBezTo>
                  <a:pt x="45" y="1"/>
                  <a:pt x="47" y="0"/>
                  <a:pt x="48" y="0"/>
                </a:cubicBezTo>
                <a:cubicBezTo>
                  <a:pt x="48" y="0"/>
                  <a:pt x="55" y="3"/>
                  <a:pt x="68" y="8"/>
                </a:cubicBezTo>
                <a:cubicBezTo>
                  <a:pt x="80" y="13"/>
                  <a:pt x="97" y="17"/>
                  <a:pt x="118" y="22"/>
                </a:cubicBezTo>
                <a:cubicBezTo>
                  <a:pt x="139" y="27"/>
                  <a:pt x="162" y="29"/>
                  <a:pt x="186" y="29"/>
                </a:cubicBezTo>
                <a:cubicBezTo>
                  <a:pt x="229" y="29"/>
                  <a:pt x="270" y="21"/>
                  <a:pt x="310" y="4"/>
                </a:cubicBezTo>
                <a:cubicBezTo>
                  <a:pt x="315" y="2"/>
                  <a:pt x="319" y="0"/>
                  <a:pt x="322" y="0"/>
                </a:cubicBezTo>
                <a:cubicBezTo>
                  <a:pt x="327" y="0"/>
                  <a:pt x="329" y="6"/>
                  <a:pt x="329" y="17"/>
                </a:cubicBezTo>
                <a:lnTo>
                  <a:pt x="329" y="29"/>
                </a:lnTo>
                <a:cubicBezTo>
                  <a:pt x="279" y="87"/>
                  <a:pt x="217" y="117"/>
                  <a:pt x="142" y="117"/>
                </a:cubicBezTo>
                <a:cubicBezTo>
                  <a:pt x="124" y="117"/>
                  <a:pt x="107" y="115"/>
                  <a:pt x="91" y="111"/>
                </a:cubicBezTo>
                <a:lnTo>
                  <a:pt x="82" y="110"/>
                </a:lnTo>
                <a:lnTo>
                  <a:pt x="82" y="266"/>
                </a:lnTo>
                <a:cubicBezTo>
                  <a:pt x="94" y="258"/>
                  <a:pt x="103" y="251"/>
                  <a:pt x="110" y="246"/>
                </a:cubicBezTo>
                <a:cubicBezTo>
                  <a:pt x="116" y="241"/>
                  <a:pt x="127" y="236"/>
                  <a:pt x="142" y="232"/>
                </a:cubicBezTo>
                <a:cubicBezTo>
                  <a:pt x="158" y="227"/>
                  <a:pt x="173" y="224"/>
                  <a:pt x="189" y="224"/>
                </a:cubicBezTo>
                <a:cubicBezTo>
                  <a:pt x="238" y="224"/>
                  <a:pt x="280" y="244"/>
                  <a:pt x="314" y="283"/>
                </a:cubicBezTo>
                <a:cubicBezTo>
                  <a:pt x="347" y="324"/>
                  <a:pt x="364" y="371"/>
                  <a:pt x="364" y="425"/>
                </a:cubicBezTo>
                <a:cubicBezTo>
                  <a:pt x="364" y="480"/>
                  <a:pt x="345" y="528"/>
                  <a:pt x="306" y="567"/>
                </a:cubicBezTo>
                <a:cubicBezTo>
                  <a:pt x="267" y="607"/>
                  <a:pt x="220" y="627"/>
                  <a:pt x="164" y="627"/>
                </a:cubicBezTo>
                <a:cubicBezTo>
                  <a:pt x="115" y="627"/>
                  <a:pt x="76" y="611"/>
                  <a:pt x="45" y="578"/>
                </a:cubicBezTo>
                <a:cubicBezTo>
                  <a:pt x="15" y="546"/>
                  <a:pt x="0" y="509"/>
                  <a:pt x="0" y="467"/>
                </a:cubicBezTo>
                <a:cubicBezTo>
                  <a:pt x="0" y="453"/>
                  <a:pt x="4" y="441"/>
                  <a:pt x="10" y="433"/>
                </a:cubicBezTo>
                <a:cubicBezTo>
                  <a:pt x="17" y="424"/>
                  <a:pt x="24" y="419"/>
                  <a:pt x="31" y="416"/>
                </a:cubicBezTo>
                <a:cubicBezTo>
                  <a:pt x="39" y="414"/>
                  <a:pt x="46" y="413"/>
                  <a:pt x="52" y="413"/>
                </a:cubicBezTo>
                <a:cubicBezTo>
                  <a:pt x="68" y="413"/>
                  <a:pt x="81" y="418"/>
                  <a:pt x="91" y="428"/>
                </a:cubicBezTo>
                <a:cubicBezTo>
                  <a:pt x="100" y="438"/>
                  <a:pt x="105" y="451"/>
                  <a:pt x="105" y="46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1" name=""/>
          <p:cNvSpPr/>
          <p:nvPr/>
        </p:nvSpPr>
        <p:spPr>
          <a:xfrm>
            <a:off x="1381320" y="585756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2" y="74"/>
                </a:moveTo>
                <a:cubicBezTo>
                  <a:pt x="86" y="25"/>
                  <a:pt x="133" y="0"/>
                  <a:pt x="192" y="0"/>
                </a:cubicBezTo>
                <a:cubicBezTo>
                  <a:pt x="222" y="0"/>
                  <a:pt x="251" y="8"/>
                  <a:pt x="280" y="24"/>
                </a:cubicBezTo>
                <a:cubicBezTo>
                  <a:pt x="309" y="40"/>
                  <a:pt x="333" y="68"/>
                  <a:pt x="351" y="108"/>
                </a:cubicBezTo>
                <a:cubicBezTo>
                  <a:pt x="373" y="158"/>
                  <a:pt x="384" y="227"/>
                  <a:pt x="384" y="315"/>
                </a:cubicBezTo>
                <a:cubicBezTo>
                  <a:pt x="384" y="410"/>
                  <a:pt x="371" y="482"/>
                  <a:pt x="345" y="532"/>
                </a:cubicBezTo>
                <a:cubicBezTo>
                  <a:pt x="333" y="557"/>
                  <a:pt x="317" y="578"/>
                  <a:pt x="295" y="593"/>
                </a:cubicBezTo>
                <a:cubicBezTo>
                  <a:pt x="274" y="608"/>
                  <a:pt x="256" y="617"/>
                  <a:pt x="240" y="621"/>
                </a:cubicBezTo>
                <a:cubicBezTo>
                  <a:pt x="224" y="625"/>
                  <a:pt x="209" y="627"/>
                  <a:pt x="193" y="627"/>
                </a:cubicBezTo>
                <a:cubicBezTo>
                  <a:pt x="177" y="627"/>
                  <a:pt x="161" y="626"/>
                  <a:pt x="145" y="622"/>
                </a:cubicBezTo>
                <a:cubicBezTo>
                  <a:pt x="129" y="618"/>
                  <a:pt x="111" y="609"/>
                  <a:pt x="90" y="593"/>
                </a:cubicBezTo>
                <a:cubicBezTo>
                  <a:pt x="68" y="577"/>
                  <a:pt x="52" y="557"/>
                  <a:pt x="40" y="532"/>
                </a:cubicBezTo>
                <a:cubicBezTo>
                  <a:pt x="13" y="482"/>
                  <a:pt x="0" y="410"/>
                  <a:pt x="0" y="315"/>
                </a:cubicBezTo>
                <a:cubicBezTo>
                  <a:pt x="0" y="210"/>
                  <a:pt x="18" y="129"/>
                  <a:pt x="52" y="74"/>
                </a:cubicBezTo>
                <a:moveTo>
                  <a:pt x="258" y="63"/>
                </a:moveTo>
                <a:cubicBezTo>
                  <a:pt x="240" y="44"/>
                  <a:pt x="218" y="34"/>
                  <a:pt x="193" y="34"/>
                </a:cubicBezTo>
                <a:cubicBezTo>
                  <a:pt x="167" y="34"/>
                  <a:pt x="145" y="44"/>
                  <a:pt x="127" y="63"/>
                </a:cubicBezTo>
                <a:cubicBezTo>
                  <a:pt x="112" y="79"/>
                  <a:pt x="102" y="101"/>
                  <a:pt x="97" y="129"/>
                </a:cubicBezTo>
                <a:cubicBezTo>
                  <a:pt x="92" y="157"/>
                  <a:pt x="90" y="215"/>
                  <a:pt x="90" y="303"/>
                </a:cubicBezTo>
                <a:cubicBezTo>
                  <a:pt x="90" y="400"/>
                  <a:pt x="92" y="463"/>
                  <a:pt x="97" y="494"/>
                </a:cubicBezTo>
                <a:cubicBezTo>
                  <a:pt x="102" y="524"/>
                  <a:pt x="113" y="548"/>
                  <a:pt x="130" y="566"/>
                </a:cubicBezTo>
                <a:cubicBezTo>
                  <a:pt x="147" y="584"/>
                  <a:pt x="168" y="593"/>
                  <a:pt x="193" y="593"/>
                </a:cubicBezTo>
                <a:cubicBezTo>
                  <a:pt x="218" y="593"/>
                  <a:pt x="238" y="584"/>
                  <a:pt x="255" y="566"/>
                </a:cubicBezTo>
                <a:cubicBezTo>
                  <a:pt x="273" y="547"/>
                  <a:pt x="284" y="522"/>
                  <a:pt x="288" y="489"/>
                </a:cubicBezTo>
                <a:cubicBezTo>
                  <a:pt x="292" y="456"/>
                  <a:pt x="295" y="395"/>
                  <a:pt x="295" y="303"/>
                </a:cubicBezTo>
                <a:cubicBezTo>
                  <a:pt x="295" y="215"/>
                  <a:pt x="293" y="157"/>
                  <a:pt x="288" y="130"/>
                </a:cubicBezTo>
                <a:cubicBezTo>
                  <a:pt x="283" y="102"/>
                  <a:pt x="273" y="80"/>
                  <a:pt x="258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2" name=""/>
          <p:cNvSpPr/>
          <p:nvPr/>
        </p:nvSpPr>
        <p:spPr>
          <a:xfrm>
            <a:off x="1558080" y="6036120"/>
            <a:ext cx="43560" cy="103680"/>
          </a:xfrm>
          <a:custGeom>
            <a:avLst/>
            <a:gdLst/>
            <a:ahLst/>
            <a:rect l="0" t="0" r="r" b="b"/>
            <a:pathLst>
              <a:path w="121" h="288">
                <a:moveTo>
                  <a:pt x="0" y="79"/>
                </a:moveTo>
                <a:cubicBezTo>
                  <a:pt x="0" y="79"/>
                  <a:pt x="0" y="71"/>
                  <a:pt x="0" y="56"/>
                </a:cubicBezTo>
                <a:cubicBezTo>
                  <a:pt x="0" y="41"/>
                  <a:pt x="5" y="28"/>
                  <a:pt x="14" y="17"/>
                </a:cubicBezTo>
                <a:cubicBezTo>
                  <a:pt x="24" y="6"/>
                  <a:pt x="37" y="0"/>
                  <a:pt x="55" y="0"/>
                </a:cubicBezTo>
                <a:cubicBezTo>
                  <a:pt x="72" y="0"/>
                  <a:pt x="87" y="8"/>
                  <a:pt x="100" y="23"/>
                </a:cubicBezTo>
                <a:cubicBezTo>
                  <a:pt x="113" y="38"/>
                  <a:pt x="120" y="65"/>
                  <a:pt x="121" y="103"/>
                </a:cubicBezTo>
                <a:cubicBezTo>
                  <a:pt x="121" y="124"/>
                  <a:pt x="118" y="145"/>
                  <a:pt x="113" y="165"/>
                </a:cubicBezTo>
                <a:cubicBezTo>
                  <a:pt x="107" y="185"/>
                  <a:pt x="101" y="202"/>
                  <a:pt x="94" y="217"/>
                </a:cubicBezTo>
                <a:cubicBezTo>
                  <a:pt x="86" y="231"/>
                  <a:pt x="79" y="244"/>
                  <a:pt x="70" y="255"/>
                </a:cubicBezTo>
                <a:cubicBezTo>
                  <a:pt x="62" y="266"/>
                  <a:pt x="54" y="274"/>
                  <a:pt x="47" y="280"/>
                </a:cubicBezTo>
                <a:cubicBezTo>
                  <a:pt x="41" y="286"/>
                  <a:pt x="37" y="289"/>
                  <a:pt x="35" y="288"/>
                </a:cubicBezTo>
                <a:cubicBezTo>
                  <a:pt x="33" y="288"/>
                  <a:pt x="29" y="285"/>
                  <a:pt x="24" y="280"/>
                </a:cubicBezTo>
                <a:cubicBezTo>
                  <a:pt x="18" y="274"/>
                  <a:pt x="15" y="270"/>
                  <a:pt x="15" y="268"/>
                </a:cubicBezTo>
                <a:cubicBezTo>
                  <a:pt x="15" y="266"/>
                  <a:pt x="19" y="261"/>
                  <a:pt x="25" y="253"/>
                </a:cubicBezTo>
                <a:cubicBezTo>
                  <a:pt x="32" y="245"/>
                  <a:pt x="40" y="236"/>
                  <a:pt x="48" y="225"/>
                </a:cubicBezTo>
                <a:cubicBezTo>
                  <a:pt x="58" y="214"/>
                  <a:pt x="65" y="199"/>
                  <a:pt x="73" y="180"/>
                </a:cubicBezTo>
                <a:cubicBezTo>
                  <a:pt x="80" y="160"/>
                  <a:pt x="85" y="138"/>
                  <a:pt x="87" y="113"/>
                </a:cubicBezTo>
                <a:lnTo>
                  <a:pt x="87" y="102"/>
                </a:lnTo>
                <a:lnTo>
                  <a:pt x="86" y="103"/>
                </a:lnTo>
                <a:cubicBezTo>
                  <a:pt x="85" y="104"/>
                  <a:pt x="84" y="104"/>
                  <a:pt x="82" y="105"/>
                </a:cubicBezTo>
                <a:cubicBezTo>
                  <a:pt x="80" y="106"/>
                  <a:pt x="78" y="106"/>
                  <a:pt x="76" y="108"/>
                </a:cubicBezTo>
                <a:cubicBezTo>
                  <a:pt x="75" y="109"/>
                  <a:pt x="72" y="110"/>
                  <a:pt x="68" y="110"/>
                </a:cubicBezTo>
                <a:cubicBezTo>
                  <a:pt x="65" y="110"/>
                  <a:pt x="61" y="110"/>
                  <a:pt x="57" y="110"/>
                </a:cubicBezTo>
                <a:cubicBezTo>
                  <a:pt x="40" y="110"/>
                  <a:pt x="27" y="105"/>
                  <a:pt x="16" y="95"/>
                </a:cubicBezTo>
                <a:lnTo>
                  <a:pt x="0" y="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3" name=""/>
          <p:cNvSpPr/>
          <p:nvPr/>
        </p:nvSpPr>
        <p:spPr>
          <a:xfrm>
            <a:off x="1705320" y="5857560"/>
            <a:ext cx="113040" cy="218520"/>
          </a:xfrm>
          <a:custGeom>
            <a:avLst/>
            <a:gdLst/>
            <a:ahLst/>
            <a:rect l="0" t="0" r="r" b="b"/>
            <a:pathLst>
              <a:path w="314" h="607">
                <a:moveTo>
                  <a:pt x="119" y="80"/>
                </a:moveTo>
                <a:lnTo>
                  <a:pt x="106" y="85"/>
                </a:lnTo>
                <a:cubicBezTo>
                  <a:pt x="98" y="88"/>
                  <a:pt x="86" y="91"/>
                  <a:pt x="70" y="94"/>
                </a:cubicBezTo>
                <a:cubicBezTo>
                  <a:pt x="54" y="97"/>
                  <a:pt x="37" y="99"/>
                  <a:pt x="17" y="100"/>
                </a:cubicBezTo>
                <a:lnTo>
                  <a:pt x="0" y="100"/>
                </a:lnTo>
                <a:lnTo>
                  <a:pt x="0" y="59"/>
                </a:lnTo>
                <a:lnTo>
                  <a:pt x="17" y="59"/>
                </a:lnTo>
                <a:cubicBezTo>
                  <a:pt x="46" y="57"/>
                  <a:pt x="72" y="53"/>
                  <a:pt x="96" y="45"/>
                </a:cubicBezTo>
                <a:cubicBezTo>
                  <a:pt x="122" y="37"/>
                  <a:pt x="139" y="30"/>
                  <a:pt x="148" y="23"/>
                </a:cubicBezTo>
                <a:cubicBezTo>
                  <a:pt x="158" y="16"/>
                  <a:pt x="167" y="10"/>
                  <a:pt x="174" y="3"/>
                </a:cubicBezTo>
                <a:cubicBezTo>
                  <a:pt x="175" y="1"/>
                  <a:pt x="179" y="0"/>
                  <a:pt x="185" y="0"/>
                </a:cubicBezTo>
                <a:cubicBezTo>
                  <a:pt x="190" y="0"/>
                  <a:pt x="195" y="2"/>
                  <a:pt x="200" y="6"/>
                </a:cubicBezTo>
                <a:lnTo>
                  <a:pt x="200" y="278"/>
                </a:lnTo>
                <a:lnTo>
                  <a:pt x="201" y="552"/>
                </a:lnTo>
                <a:cubicBezTo>
                  <a:pt x="205" y="556"/>
                  <a:pt x="209" y="559"/>
                  <a:pt x="212" y="560"/>
                </a:cubicBezTo>
                <a:cubicBezTo>
                  <a:pt x="215" y="561"/>
                  <a:pt x="222" y="563"/>
                  <a:pt x="234" y="564"/>
                </a:cubicBezTo>
                <a:cubicBezTo>
                  <a:pt x="245" y="565"/>
                  <a:pt x="264" y="566"/>
                  <a:pt x="290" y="566"/>
                </a:cubicBezTo>
                <a:lnTo>
                  <a:pt x="314" y="566"/>
                </a:lnTo>
                <a:lnTo>
                  <a:pt x="314" y="607"/>
                </a:lnTo>
                <a:lnTo>
                  <a:pt x="304" y="607"/>
                </a:lnTo>
                <a:cubicBezTo>
                  <a:pt x="291" y="606"/>
                  <a:pt x="243" y="605"/>
                  <a:pt x="159" y="605"/>
                </a:cubicBezTo>
                <a:cubicBezTo>
                  <a:pt x="76" y="605"/>
                  <a:pt x="28" y="606"/>
                  <a:pt x="15" y="607"/>
                </a:cubicBezTo>
                <a:lnTo>
                  <a:pt x="5" y="607"/>
                </a:lnTo>
                <a:lnTo>
                  <a:pt x="5" y="566"/>
                </a:lnTo>
                <a:lnTo>
                  <a:pt x="28" y="566"/>
                </a:lnTo>
                <a:cubicBezTo>
                  <a:pt x="42" y="566"/>
                  <a:pt x="53" y="566"/>
                  <a:pt x="63" y="566"/>
                </a:cubicBezTo>
                <a:cubicBezTo>
                  <a:pt x="72" y="566"/>
                  <a:pt x="80" y="565"/>
                  <a:pt x="86" y="565"/>
                </a:cubicBezTo>
                <a:cubicBezTo>
                  <a:pt x="91" y="564"/>
                  <a:pt x="96" y="563"/>
                  <a:pt x="100" y="562"/>
                </a:cubicBezTo>
                <a:cubicBezTo>
                  <a:pt x="104" y="561"/>
                  <a:pt x="107" y="560"/>
                  <a:pt x="107" y="560"/>
                </a:cubicBezTo>
                <a:cubicBezTo>
                  <a:pt x="108" y="560"/>
                  <a:pt x="110" y="559"/>
                  <a:pt x="113" y="556"/>
                </a:cubicBezTo>
                <a:cubicBezTo>
                  <a:pt x="117" y="553"/>
                  <a:pt x="119" y="551"/>
                  <a:pt x="119" y="552"/>
                </a:cubicBezTo>
                <a:lnTo>
                  <a:pt x="119" y="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4" name=""/>
          <p:cNvSpPr/>
          <p:nvPr/>
        </p:nvSpPr>
        <p:spPr>
          <a:xfrm>
            <a:off x="1854720" y="585756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3" y="74"/>
                </a:moveTo>
                <a:cubicBezTo>
                  <a:pt x="87" y="25"/>
                  <a:pt x="133" y="0"/>
                  <a:pt x="192" y="0"/>
                </a:cubicBezTo>
                <a:cubicBezTo>
                  <a:pt x="221" y="0"/>
                  <a:pt x="250" y="8"/>
                  <a:pt x="279" y="24"/>
                </a:cubicBezTo>
                <a:cubicBezTo>
                  <a:pt x="309" y="40"/>
                  <a:pt x="332" y="68"/>
                  <a:pt x="350" y="108"/>
                </a:cubicBezTo>
                <a:cubicBezTo>
                  <a:pt x="373" y="158"/>
                  <a:pt x="384" y="227"/>
                  <a:pt x="384" y="315"/>
                </a:cubicBezTo>
                <a:cubicBezTo>
                  <a:pt x="384" y="410"/>
                  <a:pt x="371" y="482"/>
                  <a:pt x="345" y="532"/>
                </a:cubicBezTo>
                <a:cubicBezTo>
                  <a:pt x="333" y="557"/>
                  <a:pt x="316" y="578"/>
                  <a:pt x="295" y="593"/>
                </a:cubicBezTo>
                <a:cubicBezTo>
                  <a:pt x="274" y="608"/>
                  <a:pt x="255" y="617"/>
                  <a:pt x="239" y="621"/>
                </a:cubicBezTo>
                <a:cubicBezTo>
                  <a:pt x="224" y="625"/>
                  <a:pt x="208" y="627"/>
                  <a:pt x="193" y="627"/>
                </a:cubicBezTo>
                <a:cubicBezTo>
                  <a:pt x="177" y="627"/>
                  <a:pt x="161" y="626"/>
                  <a:pt x="146" y="622"/>
                </a:cubicBezTo>
                <a:cubicBezTo>
                  <a:pt x="130" y="618"/>
                  <a:pt x="111" y="609"/>
                  <a:pt x="90" y="593"/>
                </a:cubicBezTo>
                <a:cubicBezTo>
                  <a:pt x="69" y="577"/>
                  <a:pt x="52" y="557"/>
                  <a:pt x="40" y="532"/>
                </a:cubicBezTo>
                <a:cubicBezTo>
                  <a:pt x="13" y="482"/>
                  <a:pt x="0" y="410"/>
                  <a:pt x="0" y="315"/>
                </a:cubicBezTo>
                <a:cubicBezTo>
                  <a:pt x="0" y="210"/>
                  <a:pt x="17" y="129"/>
                  <a:pt x="53" y="74"/>
                </a:cubicBezTo>
                <a:moveTo>
                  <a:pt x="258" y="63"/>
                </a:moveTo>
                <a:cubicBezTo>
                  <a:pt x="239" y="44"/>
                  <a:pt x="218" y="34"/>
                  <a:pt x="193" y="34"/>
                </a:cubicBezTo>
                <a:cubicBezTo>
                  <a:pt x="167" y="34"/>
                  <a:pt x="146" y="44"/>
                  <a:pt x="127" y="63"/>
                </a:cubicBezTo>
                <a:cubicBezTo>
                  <a:pt x="112" y="79"/>
                  <a:pt x="102" y="101"/>
                  <a:pt x="97" y="129"/>
                </a:cubicBezTo>
                <a:cubicBezTo>
                  <a:pt x="93" y="157"/>
                  <a:pt x="90" y="215"/>
                  <a:pt x="90" y="303"/>
                </a:cubicBezTo>
                <a:cubicBezTo>
                  <a:pt x="90" y="400"/>
                  <a:pt x="93" y="463"/>
                  <a:pt x="97" y="494"/>
                </a:cubicBezTo>
                <a:cubicBezTo>
                  <a:pt x="102" y="524"/>
                  <a:pt x="113" y="548"/>
                  <a:pt x="130" y="566"/>
                </a:cubicBezTo>
                <a:cubicBezTo>
                  <a:pt x="147" y="584"/>
                  <a:pt x="168" y="593"/>
                  <a:pt x="193" y="593"/>
                </a:cubicBezTo>
                <a:cubicBezTo>
                  <a:pt x="217" y="593"/>
                  <a:pt x="238" y="584"/>
                  <a:pt x="255" y="566"/>
                </a:cubicBezTo>
                <a:cubicBezTo>
                  <a:pt x="272" y="547"/>
                  <a:pt x="283" y="522"/>
                  <a:pt x="288" y="489"/>
                </a:cubicBezTo>
                <a:cubicBezTo>
                  <a:pt x="292" y="456"/>
                  <a:pt x="294" y="395"/>
                  <a:pt x="295" y="303"/>
                </a:cubicBezTo>
                <a:cubicBezTo>
                  <a:pt x="295" y="215"/>
                  <a:pt x="292" y="157"/>
                  <a:pt x="288" y="130"/>
                </a:cubicBezTo>
                <a:cubicBezTo>
                  <a:pt x="283" y="102"/>
                  <a:pt x="273" y="80"/>
                  <a:pt x="258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5" name=""/>
          <p:cNvSpPr/>
          <p:nvPr/>
        </p:nvSpPr>
        <p:spPr>
          <a:xfrm>
            <a:off x="2018520" y="585756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2" y="74"/>
                </a:moveTo>
                <a:cubicBezTo>
                  <a:pt x="86" y="25"/>
                  <a:pt x="132" y="0"/>
                  <a:pt x="191" y="0"/>
                </a:cubicBezTo>
                <a:cubicBezTo>
                  <a:pt x="220" y="0"/>
                  <a:pt x="249" y="8"/>
                  <a:pt x="278" y="24"/>
                </a:cubicBezTo>
                <a:cubicBezTo>
                  <a:pt x="308" y="40"/>
                  <a:pt x="332" y="68"/>
                  <a:pt x="350" y="108"/>
                </a:cubicBezTo>
                <a:cubicBezTo>
                  <a:pt x="373" y="158"/>
                  <a:pt x="384" y="227"/>
                  <a:pt x="384" y="315"/>
                </a:cubicBezTo>
                <a:cubicBezTo>
                  <a:pt x="384" y="410"/>
                  <a:pt x="371" y="482"/>
                  <a:pt x="345" y="532"/>
                </a:cubicBezTo>
                <a:cubicBezTo>
                  <a:pt x="333" y="557"/>
                  <a:pt x="315" y="578"/>
                  <a:pt x="294" y="593"/>
                </a:cubicBezTo>
                <a:cubicBezTo>
                  <a:pt x="273" y="608"/>
                  <a:pt x="254" y="617"/>
                  <a:pt x="238" y="621"/>
                </a:cubicBezTo>
                <a:cubicBezTo>
                  <a:pt x="223" y="625"/>
                  <a:pt x="207" y="627"/>
                  <a:pt x="192" y="627"/>
                </a:cubicBezTo>
                <a:cubicBezTo>
                  <a:pt x="176" y="627"/>
                  <a:pt x="160" y="626"/>
                  <a:pt x="145" y="622"/>
                </a:cubicBezTo>
                <a:cubicBezTo>
                  <a:pt x="129" y="618"/>
                  <a:pt x="110" y="609"/>
                  <a:pt x="89" y="593"/>
                </a:cubicBezTo>
                <a:cubicBezTo>
                  <a:pt x="68" y="577"/>
                  <a:pt x="51" y="557"/>
                  <a:pt x="39" y="532"/>
                </a:cubicBezTo>
                <a:cubicBezTo>
                  <a:pt x="13" y="482"/>
                  <a:pt x="0" y="410"/>
                  <a:pt x="0" y="315"/>
                </a:cubicBezTo>
                <a:cubicBezTo>
                  <a:pt x="0" y="210"/>
                  <a:pt x="17" y="129"/>
                  <a:pt x="52" y="74"/>
                </a:cubicBezTo>
                <a:moveTo>
                  <a:pt x="257" y="63"/>
                </a:moveTo>
                <a:cubicBezTo>
                  <a:pt x="238" y="44"/>
                  <a:pt x="217" y="34"/>
                  <a:pt x="192" y="34"/>
                </a:cubicBezTo>
                <a:cubicBezTo>
                  <a:pt x="166" y="34"/>
                  <a:pt x="145" y="44"/>
                  <a:pt x="126" y="63"/>
                </a:cubicBezTo>
                <a:cubicBezTo>
                  <a:pt x="111" y="79"/>
                  <a:pt x="101" y="101"/>
                  <a:pt x="96" y="129"/>
                </a:cubicBezTo>
                <a:cubicBezTo>
                  <a:pt x="92" y="157"/>
                  <a:pt x="89" y="215"/>
                  <a:pt x="89" y="303"/>
                </a:cubicBezTo>
                <a:cubicBezTo>
                  <a:pt x="89" y="400"/>
                  <a:pt x="92" y="463"/>
                  <a:pt x="96" y="494"/>
                </a:cubicBezTo>
                <a:cubicBezTo>
                  <a:pt x="101" y="524"/>
                  <a:pt x="112" y="548"/>
                  <a:pt x="129" y="566"/>
                </a:cubicBezTo>
                <a:cubicBezTo>
                  <a:pt x="146" y="584"/>
                  <a:pt x="167" y="593"/>
                  <a:pt x="192" y="593"/>
                </a:cubicBezTo>
                <a:cubicBezTo>
                  <a:pt x="216" y="593"/>
                  <a:pt x="237" y="584"/>
                  <a:pt x="254" y="566"/>
                </a:cubicBezTo>
                <a:cubicBezTo>
                  <a:pt x="271" y="547"/>
                  <a:pt x="282" y="522"/>
                  <a:pt x="287" y="489"/>
                </a:cubicBezTo>
                <a:cubicBezTo>
                  <a:pt x="291" y="456"/>
                  <a:pt x="293" y="395"/>
                  <a:pt x="294" y="303"/>
                </a:cubicBezTo>
                <a:cubicBezTo>
                  <a:pt x="294" y="215"/>
                  <a:pt x="291" y="157"/>
                  <a:pt x="287" y="130"/>
                </a:cubicBezTo>
                <a:cubicBezTo>
                  <a:pt x="282" y="102"/>
                  <a:pt x="272" y="80"/>
                  <a:pt x="257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6" name=""/>
          <p:cNvSpPr/>
          <p:nvPr/>
        </p:nvSpPr>
        <p:spPr>
          <a:xfrm>
            <a:off x="2194920" y="6036120"/>
            <a:ext cx="43920" cy="103680"/>
          </a:xfrm>
          <a:custGeom>
            <a:avLst/>
            <a:gdLst/>
            <a:ahLst/>
            <a:rect l="0" t="0" r="r" b="b"/>
            <a:pathLst>
              <a:path w="122" h="288">
                <a:moveTo>
                  <a:pt x="0" y="79"/>
                </a:moveTo>
                <a:cubicBezTo>
                  <a:pt x="0" y="79"/>
                  <a:pt x="0" y="71"/>
                  <a:pt x="0" y="56"/>
                </a:cubicBezTo>
                <a:cubicBezTo>
                  <a:pt x="0" y="41"/>
                  <a:pt x="5" y="28"/>
                  <a:pt x="15" y="17"/>
                </a:cubicBezTo>
                <a:cubicBezTo>
                  <a:pt x="25" y="6"/>
                  <a:pt x="38" y="0"/>
                  <a:pt x="54" y="0"/>
                </a:cubicBezTo>
                <a:cubicBezTo>
                  <a:pt x="71" y="0"/>
                  <a:pt x="87" y="8"/>
                  <a:pt x="101" y="23"/>
                </a:cubicBezTo>
                <a:cubicBezTo>
                  <a:pt x="114" y="38"/>
                  <a:pt x="121" y="65"/>
                  <a:pt x="122" y="103"/>
                </a:cubicBezTo>
                <a:cubicBezTo>
                  <a:pt x="122" y="124"/>
                  <a:pt x="119" y="145"/>
                  <a:pt x="113" y="165"/>
                </a:cubicBezTo>
                <a:cubicBezTo>
                  <a:pt x="108" y="185"/>
                  <a:pt x="102" y="202"/>
                  <a:pt x="94" y="217"/>
                </a:cubicBezTo>
                <a:cubicBezTo>
                  <a:pt x="87" y="231"/>
                  <a:pt x="78" y="244"/>
                  <a:pt x="70" y="255"/>
                </a:cubicBezTo>
                <a:cubicBezTo>
                  <a:pt x="61" y="266"/>
                  <a:pt x="54" y="274"/>
                  <a:pt x="48" y="280"/>
                </a:cubicBezTo>
                <a:cubicBezTo>
                  <a:pt x="42" y="286"/>
                  <a:pt x="38" y="289"/>
                  <a:pt x="36" y="288"/>
                </a:cubicBezTo>
                <a:cubicBezTo>
                  <a:pt x="33" y="288"/>
                  <a:pt x="30" y="285"/>
                  <a:pt x="24" y="280"/>
                </a:cubicBezTo>
                <a:cubicBezTo>
                  <a:pt x="19" y="274"/>
                  <a:pt x="16" y="270"/>
                  <a:pt x="16" y="268"/>
                </a:cubicBezTo>
                <a:cubicBezTo>
                  <a:pt x="16" y="266"/>
                  <a:pt x="19" y="261"/>
                  <a:pt x="26" y="253"/>
                </a:cubicBezTo>
                <a:cubicBezTo>
                  <a:pt x="33" y="245"/>
                  <a:pt x="40" y="236"/>
                  <a:pt x="49" y="225"/>
                </a:cubicBezTo>
                <a:cubicBezTo>
                  <a:pt x="57" y="214"/>
                  <a:pt x="65" y="199"/>
                  <a:pt x="72" y="180"/>
                </a:cubicBezTo>
                <a:cubicBezTo>
                  <a:pt x="80" y="160"/>
                  <a:pt x="85" y="138"/>
                  <a:pt x="88" y="113"/>
                </a:cubicBezTo>
                <a:lnTo>
                  <a:pt x="88" y="102"/>
                </a:lnTo>
                <a:lnTo>
                  <a:pt x="87" y="103"/>
                </a:lnTo>
                <a:cubicBezTo>
                  <a:pt x="86" y="104"/>
                  <a:pt x="84" y="104"/>
                  <a:pt x="81" y="105"/>
                </a:cubicBezTo>
                <a:cubicBezTo>
                  <a:pt x="80" y="106"/>
                  <a:pt x="78" y="106"/>
                  <a:pt x="76" y="108"/>
                </a:cubicBezTo>
                <a:cubicBezTo>
                  <a:pt x="74" y="109"/>
                  <a:pt x="71" y="110"/>
                  <a:pt x="68" y="110"/>
                </a:cubicBezTo>
                <a:cubicBezTo>
                  <a:pt x="64" y="110"/>
                  <a:pt x="60" y="110"/>
                  <a:pt x="57" y="110"/>
                </a:cubicBezTo>
                <a:cubicBezTo>
                  <a:pt x="40" y="110"/>
                  <a:pt x="27" y="105"/>
                  <a:pt x="17" y="95"/>
                </a:cubicBezTo>
                <a:lnTo>
                  <a:pt x="0" y="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7" name=""/>
          <p:cNvSpPr/>
          <p:nvPr/>
        </p:nvSpPr>
        <p:spPr>
          <a:xfrm>
            <a:off x="2331720" y="5857560"/>
            <a:ext cx="131040" cy="218520"/>
          </a:xfrm>
          <a:custGeom>
            <a:avLst/>
            <a:gdLst/>
            <a:ahLst/>
            <a:rect l="0" t="0" r="r" b="b"/>
            <a:pathLst>
              <a:path w="364" h="607">
                <a:moveTo>
                  <a:pt x="53" y="216"/>
                </a:moveTo>
                <a:cubicBezTo>
                  <a:pt x="37" y="216"/>
                  <a:pt x="24" y="211"/>
                  <a:pt x="14" y="200"/>
                </a:cubicBezTo>
                <a:cubicBezTo>
                  <a:pt x="4" y="189"/>
                  <a:pt x="0" y="175"/>
                  <a:pt x="0" y="160"/>
                </a:cubicBezTo>
                <a:cubicBezTo>
                  <a:pt x="0" y="117"/>
                  <a:pt x="16" y="79"/>
                  <a:pt x="48" y="48"/>
                </a:cubicBezTo>
                <a:cubicBezTo>
                  <a:pt x="80" y="16"/>
                  <a:pt x="120" y="0"/>
                  <a:pt x="168" y="0"/>
                </a:cubicBezTo>
                <a:cubicBezTo>
                  <a:pt x="223" y="0"/>
                  <a:pt x="270" y="17"/>
                  <a:pt x="307" y="51"/>
                </a:cubicBezTo>
                <a:cubicBezTo>
                  <a:pt x="344" y="85"/>
                  <a:pt x="363" y="129"/>
                  <a:pt x="364" y="183"/>
                </a:cubicBezTo>
                <a:cubicBezTo>
                  <a:pt x="364" y="209"/>
                  <a:pt x="358" y="234"/>
                  <a:pt x="345" y="258"/>
                </a:cubicBezTo>
                <a:cubicBezTo>
                  <a:pt x="333" y="282"/>
                  <a:pt x="319" y="302"/>
                  <a:pt x="302" y="320"/>
                </a:cubicBezTo>
                <a:cubicBezTo>
                  <a:pt x="285" y="337"/>
                  <a:pt x="261" y="360"/>
                  <a:pt x="228" y="387"/>
                </a:cubicBezTo>
                <a:cubicBezTo>
                  <a:pt x="206" y="407"/>
                  <a:pt x="176" y="435"/>
                  <a:pt x="137" y="472"/>
                </a:cubicBezTo>
                <a:lnTo>
                  <a:pt x="83" y="523"/>
                </a:lnTo>
                <a:lnTo>
                  <a:pt x="152" y="524"/>
                </a:lnTo>
                <a:cubicBezTo>
                  <a:pt x="249" y="524"/>
                  <a:pt x="299" y="522"/>
                  <a:pt x="305" y="519"/>
                </a:cubicBezTo>
                <a:cubicBezTo>
                  <a:pt x="310" y="518"/>
                  <a:pt x="317" y="491"/>
                  <a:pt x="327" y="438"/>
                </a:cubicBezTo>
                <a:lnTo>
                  <a:pt x="327" y="435"/>
                </a:lnTo>
                <a:lnTo>
                  <a:pt x="364" y="435"/>
                </a:lnTo>
                <a:lnTo>
                  <a:pt x="364" y="438"/>
                </a:lnTo>
                <a:cubicBezTo>
                  <a:pt x="363" y="440"/>
                  <a:pt x="359" y="468"/>
                  <a:pt x="352" y="521"/>
                </a:cubicBezTo>
                <a:cubicBezTo>
                  <a:pt x="345" y="574"/>
                  <a:pt x="340" y="602"/>
                  <a:pt x="338" y="605"/>
                </a:cubicBezTo>
                <a:lnTo>
                  <a:pt x="338" y="607"/>
                </a:lnTo>
                <a:lnTo>
                  <a:pt x="0" y="607"/>
                </a:lnTo>
                <a:lnTo>
                  <a:pt x="0" y="590"/>
                </a:lnTo>
                <a:lnTo>
                  <a:pt x="0" y="579"/>
                </a:lnTo>
                <a:cubicBezTo>
                  <a:pt x="0" y="575"/>
                  <a:pt x="1" y="570"/>
                  <a:pt x="5" y="566"/>
                </a:cubicBezTo>
                <a:cubicBezTo>
                  <a:pt x="9" y="561"/>
                  <a:pt x="18" y="550"/>
                  <a:pt x="32" y="534"/>
                </a:cubicBezTo>
                <a:cubicBezTo>
                  <a:pt x="50" y="514"/>
                  <a:pt x="65" y="497"/>
                  <a:pt x="78" y="483"/>
                </a:cubicBezTo>
                <a:cubicBezTo>
                  <a:pt x="83" y="477"/>
                  <a:pt x="94" y="465"/>
                  <a:pt x="109" y="449"/>
                </a:cubicBezTo>
                <a:cubicBezTo>
                  <a:pt x="124" y="433"/>
                  <a:pt x="134" y="421"/>
                  <a:pt x="140" y="415"/>
                </a:cubicBezTo>
                <a:cubicBezTo>
                  <a:pt x="145" y="409"/>
                  <a:pt x="154" y="399"/>
                  <a:pt x="166" y="384"/>
                </a:cubicBezTo>
                <a:cubicBezTo>
                  <a:pt x="178" y="370"/>
                  <a:pt x="187" y="360"/>
                  <a:pt x="192" y="353"/>
                </a:cubicBezTo>
                <a:cubicBezTo>
                  <a:pt x="196" y="347"/>
                  <a:pt x="203" y="338"/>
                  <a:pt x="213" y="326"/>
                </a:cubicBezTo>
                <a:cubicBezTo>
                  <a:pt x="222" y="315"/>
                  <a:pt x="228" y="305"/>
                  <a:pt x="232" y="297"/>
                </a:cubicBezTo>
                <a:cubicBezTo>
                  <a:pt x="235" y="289"/>
                  <a:pt x="241" y="280"/>
                  <a:pt x="246" y="271"/>
                </a:cubicBezTo>
                <a:cubicBezTo>
                  <a:pt x="252" y="261"/>
                  <a:pt x="256" y="251"/>
                  <a:pt x="258" y="242"/>
                </a:cubicBezTo>
                <a:cubicBezTo>
                  <a:pt x="261" y="232"/>
                  <a:pt x="263" y="223"/>
                  <a:pt x="265" y="214"/>
                </a:cubicBezTo>
                <a:cubicBezTo>
                  <a:pt x="266" y="206"/>
                  <a:pt x="267" y="196"/>
                  <a:pt x="267" y="184"/>
                </a:cubicBezTo>
                <a:cubicBezTo>
                  <a:pt x="267" y="146"/>
                  <a:pt x="257" y="113"/>
                  <a:pt x="235" y="85"/>
                </a:cubicBezTo>
                <a:cubicBezTo>
                  <a:pt x="215" y="57"/>
                  <a:pt x="185" y="43"/>
                  <a:pt x="147" y="43"/>
                </a:cubicBezTo>
                <a:cubicBezTo>
                  <a:pt x="127" y="43"/>
                  <a:pt x="109" y="48"/>
                  <a:pt x="94" y="59"/>
                </a:cubicBezTo>
                <a:cubicBezTo>
                  <a:pt x="79" y="69"/>
                  <a:pt x="68" y="79"/>
                  <a:pt x="62" y="89"/>
                </a:cubicBezTo>
                <a:cubicBezTo>
                  <a:pt x="56" y="98"/>
                  <a:pt x="53" y="104"/>
                  <a:pt x="53" y="106"/>
                </a:cubicBezTo>
                <a:cubicBezTo>
                  <a:pt x="53" y="107"/>
                  <a:pt x="55" y="107"/>
                  <a:pt x="58" y="107"/>
                </a:cubicBezTo>
                <a:cubicBezTo>
                  <a:pt x="69" y="107"/>
                  <a:pt x="80" y="111"/>
                  <a:pt x="92" y="120"/>
                </a:cubicBezTo>
                <a:cubicBezTo>
                  <a:pt x="103" y="128"/>
                  <a:pt x="109" y="142"/>
                  <a:pt x="109" y="161"/>
                </a:cubicBezTo>
                <a:cubicBezTo>
                  <a:pt x="109" y="177"/>
                  <a:pt x="104" y="189"/>
                  <a:pt x="94" y="200"/>
                </a:cubicBezTo>
                <a:cubicBezTo>
                  <a:pt x="85" y="210"/>
                  <a:pt x="71" y="215"/>
                  <a:pt x="53" y="21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8" name=""/>
          <p:cNvSpPr/>
          <p:nvPr/>
        </p:nvSpPr>
        <p:spPr>
          <a:xfrm>
            <a:off x="2491920" y="585756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1" y="74"/>
                </a:moveTo>
                <a:cubicBezTo>
                  <a:pt x="85" y="25"/>
                  <a:pt x="132" y="0"/>
                  <a:pt x="192" y="0"/>
                </a:cubicBezTo>
                <a:cubicBezTo>
                  <a:pt x="221" y="0"/>
                  <a:pt x="250" y="8"/>
                  <a:pt x="279" y="24"/>
                </a:cubicBezTo>
                <a:cubicBezTo>
                  <a:pt x="308" y="40"/>
                  <a:pt x="332" y="68"/>
                  <a:pt x="350" y="108"/>
                </a:cubicBezTo>
                <a:cubicBezTo>
                  <a:pt x="372" y="158"/>
                  <a:pt x="384" y="227"/>
                  <a:pt x="384" y="315"/>
                </a:cubicBezTo>
                <a:cubicBezTo>
                  <a:pt x="384" y="410"/>
                  <a:pt x="371" y="482"/>
                  <a:pt x="345" y="532"/>
                </a:cubicBezTo>
                <a:cubicBezTo>
                  <a:pt x="332" y="557"/>
                  <a:pt x="316" y="578"/>
                  <a:pt x="295" y="593"/>
                </a:cubicBezTo>
                <a:cubicBezTo>
                  <a:pt x="273" y="608"/>
                  <a:pt x="255" y="617"/>
                  <a:pt x="239" y="621"/>
                </a:cubicBezTo>
                <a:cubicBezTo>
                  <a:pt x="223" y="625"/>
                  <a:pt x="208" y="627"/>
                  <a:pt x="193" y="627"/>
                </a:cubicBezTo>
                <a:cubicBezTo>
                  <a:pt x="177" y="627"/>
                  <a:pt x="160" y="626"/>
                  <a:pt x="144" y="622"/>
                </a:cubicBezTo>
                <a:cubicBezTo>
                  <a:pt x="129" y="618"/>
                  <a:pt x="110" y="609"/>
                  <a:pt x="89" y="593"/>
                </a:cubicBezTo>
                <a:cubicBezTo>
                  <a:pt x="68" y="577"/>
                  <a:pt x="51" y="557"/>
                  <a:pt x="39" y="532"/>
                </a:cubicBezTo>
                <a:cubicBezTo>
                  <a:pt x="13" y="482"/>
                  <a:pt x="0" y="410"/>
                  <a:pt x="0" y="315"/>
                </a:cubicBezTo>
                <a:cubicBezTo>
                  <a:pt x="0" y="210"/>
                  <a:pt x="17" y="129"/>
                  <a:pt x="51" y="74"/>
                </a:cubicBezTo>
                <a:moveTo>
                  <a:pt x="257" y="63"/>
                </a:moveTo>
                <a:cubicBezTo>
                  <a:pt x="239" y="44"/>
                  <a:pt x="217" y="34"/>
                  <a:pt x="193" y="34"/>
                </a:cubicBezTo>
                <a:cubicBezTo>
                  <a:pt x="167" y="34"/>
                  <a:pt x="144" y="44"/>
                  <a:pt x="126" y="63"/>
                </a:cubicBezTo>
                <a:cubicBezTo>
                  <a:pt x="111" y="79"/>
                  <a:pt x="101" y="101"/>
                  <a:pt x="96" y="129"/>
                </a:cubicBezTo>
                <a:cubicBezTo>
                  <a:pt x="91" y="157"/>
                  <a:pt x="89" y="215"/>
                  <a:pt x="89" y="303"/>
                </a:cubicBezTo>
                <a:cubicBezTo>
                  <a:pt x="89" y="400"/>
                  <a:pt x="91" y="463"/>
                  <a:pt x="96" y="494"/>
                </a:cubicBezTo>
                <a:cubicBezTo>
                  <a:pt x="101" y="524"/>
                  <a:pt x="112" y="548"/>
                  <a:pt x="129" y="566"/>
                </a:cubicBezTo>
                <a:cubicBezTo>
                  <a:pt x="146" y="584"/>
                  <a:pt x="168" y="593"/>
                  <a:pt x="193" y="593"/>
                </a:cubicBezTo>
                <a:cubicBezTo>
                  <a:pt x="217" y="593"/>
                  <a:pt x="237" y="584"/>
                  <a:pt x="254" y="566"/>
                </a:cubicBezTo>
                <a:cubicBezTo>
                  <a:pt x="272" y="547"/>
                  <a:pt x="283" y="522"/>
                  <a:pt x="287" y="489"/>
                </a:cubicBezTo>
                <a:cubicBezTo>
                  <a:pt x="291" y="456"/>
                  <a:pt x="294" y="395"/>
                  <a:pt x="295" y="303"/>
                </a:cubicBezTo>
                <a:cubicBezTo>
                  <a:pt x="295" y="215"/>
                  <a:pt x="292" y="157"/>
                  <a:pt x="287" y="130"/>
                </a:cubicBezTo>
                <a:cubicBezTo>
                  <a:pt x="282" y="102"/>
                  <a:pt x="272" y="80"/>
                  <a:pt x="257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09" name=""/>
          <p:cNvSpPr/>
          <p:nvPr/>
        </p:nvSpPr>
        <p:spPr>
          <a:xfrm>
            <a:off x="2655720" y="585756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1" y="74"/>
                </a:moveTo>
                <a:cubicBezTo>
                  <a:pt x="85" y="25"/>
                  <a:pt x="133" y="0"/>
                  <a:pt x="192" y="0"/>
                </a:cubicBezTo>
                <a:cubicBezTo>
                  <a:pt x="221" y="0"/>
                  <a:pt x="250" y="8"/>
                  <a:pt x="279" y="24"/>
                </a:cubicBezTo>
                <a:cubicBezTo>
                  <a:pt x="308" y="40"/>
                  <a:pt x="332" y="68"/>
                  <a:pt x="350" y="108"/>
                </a:cubicBezTo>
                <a:cubicBezTo>
                  <a:pt x="372" y="158"/>
                  <a:pt x="384" y="227"/>
                  <a:pt x="384" y="315"/>
                </a:cubicBezTo>
                <a:cubicBezTo>
                  <a:pt x="384" y="410"/>
                  <a:pt x="371" y="482"/>
                  <a:pt x="345" y="532"/>
                </a:cubicBezTo>
                <a:cubicBezTo>
                  <a:pt x="332" y="557"/>
                  <a:pt x="316" y="578"/>
                  <a:pt x="295" y="593"/>
                </a:cubicBezTo>
                <a:cubicBezTo>
                  <a:pt x="273" y="608"/>
                  <a:pt x="255" y="617"/>
                  <a:pt x="239" y="621"/>
                </a:cubicBezTo>
                <a:cubicBezTo>
                  <a:pt x="223" y="625"/>
                  <a:pt x="208" y="627"/>
                  <a:pt x="193" y="627"/>
                </a:cubicBezTo>
                <a:cubicBezTo>
                  <a:pt x="177" y="627"/>
                  <a:pt x="161" y="626"/>
                  <a:pt x="145" y="622"/>
                </a:cubicBezTo>
                <a:cubicBezTo>
                  <a:pt x="130" y="618"/>
                  <a:pt x="111" y="609"/>
                  <a:pt x="89" y="593"/>
                </a:cubicBezTo>
                <a:cubicBezTo>
                  <a:pt x="68" y="577"/>
                  <a:pt x="51" y="557"/>
                  <a:pt x="39" y="532"/>
                </a:cubicBezTo>
                <a:cubicBezTo>
                  <a:pt x="13" y="482"/>
                  <a:pt x="0" y="410"/>
                  <a:pt x="0" y="315"/>
                </a:cubicBezTo>
                <a:cubicBezTo>
                  <a:pt x="0" y="210"/>
                  <a:pt x="17" y="129"/>
                  <a:pt x="51" y="74"/>
                </a:cubicBezTo>
                <a:moveTo>
                  <a:pt x="257" y="63"/>
                </a:moveTo>
                <a:cubicBezTo>
                  <a:pt x="239" y="44"/>
                  <a:pt x="217" y="34"/>
                  <a:pt x="193" y="34"/>
                </a:cubicBezTo>
                <a:cubicBezTo>
                  <a:pt x="167" y="34"/>
                  <a:pt x="145" y="44"/>
                  <a:pt x="127" y="63"/>
                </a:cubicBezTo>
                <a:cubicBezTo>
                  <a:pt x="112" y="79"/>
                  <a:pt x="102" y="101"/>
                  <a:pt x="97" y="129"/>
                </a:cubicBezTo>
                <a:cubicBezTo>
                  <a:pt x="91" y="157"/>
                  <a:pt x="89" y="215"/>
                  <a:pt x="89" y="303"/>
                </a:cubicBezTo>
                <a:cubicBezTo>
                  <a:pt x="89" y="400"/>
                  <a:pt x="91" y="463"/>
                  <a:pt x="97" y="494"/>
                </a:cubicBezTo>
                <a:cubicBezTo>
                  <a:pt x="102" y="524"/>
                  <a:pt x="113" y="548"/>
                  <a:pt x="130" y="566"/>
                </a:cubicBezTo>
                <a:cubicBezTo>
                  <a:pt x="147" y="584"/>
                  <a:pt x="168" y="593"/>
                  <a:pt x="193" y="593"/>
                </a:cubicBezTo>
                <a:cubicBezTo>
                  <a:pt x="217" y="593"/>
                  <a:pt x="237" y="584"/>
                  <a:pt x="254" y="566"/>
                </a:cubicBezTo>
                <a:cubicBezTo>
                  <a:pt x="272" y="547"/>
                  <a:pt x="283" y="522"/>
                  <a:pt x="287" y="489"/>
                </a:cubicBezTo>
                <a:cubicBezTo>
                  <a:pt x="291" y="456"/>
                  <a:pt x="294" y="395"/>
                  <a:pt x="295" y="303"/>
                </a:cubicBezTo>
                <a:cubicBezTo>
                  <a:pt x="295" y="215"/>
                  <a:pt x="292" y="157"/>
                  <a:pt x="287" y="130"/>
                </a:cubicBezTo>
                <a:cubicBezTo>
                  <a:pt x="282" y="102"/>
                  <a:pt x="272" y="80"/>
                  <a:pt x="257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8901720" y="523872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0.347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11" name=""/>
          <p:cNvSpPr/>
          <p:nvPr/>
        </p:nvSpPr>
        <p:spPr>
          <a:xfrm>
            <a:off x="5459760" y="5848200"/>
            <a:ext cx="236520" cy="223920"/>
          </a:xfrm>
          <a:custGeom>
            <a:avLst/>
            <a:gdLst/>
            <a:ahLst/>
            <a:rect l="0" t="0" r="r" b="b"/>
            <a:pathLst>
              <a:path w="657" h="622">
                <a:moveTo>
                  <a:pt x="178" y="42"/>
                </a:moveTo>
                <a:cubicBezTo>
                  <a:pt x="162" y="42"/>
                  <a:pt x="152" y="41"/>
                  <a:pt x="149" y="41"/>
                </a:cubicBezTo>
                <a:cubicBezTo>
                  <a:pt x="146" y="40"/>
                  <a:pt x="145" y="37"/>
                  <a:pt x="145" y="31"/>
                </a:cubicBezTo>
                <a:cubicBezTo>
                  <a:pt x="145" y="14"/>
                  <a:pt x="148" y="4"/>
                  <a:pt x="155" y="1"/>
                </a:cubicBezTo>
                <a:cubicBezTo>
                  <a:pt x="155" y="0"/>
                  <a:pt x="195" y="0"/>
                  <a:pt x="274" y="0"/>
                </a:cubicBezTo>
                <a:cubicBezTo>
                  <a:pt x="431" y="0"/>
                  <a:pt x="514" y="1"/>
                  <a:pt x="522" y="2"/>
                </a:cubicBezTo>
                <a:cubicBezTo>
                  <a:pt x="561" y="8"/>
                  <a:pt x="592" y="21"/>
                  <a:pt x="618" y="43"/>
                </a:cubicBezTo>
                <a:cubicBezTo>
                  <a:pt x="643" y="64"/>
                  <a:pt x="656" y="92"/>
                  <a:pt x="657" y="126"/>
                </a:cubicBezTo>
                <a:cubicBezTo>
                  <a:pt x="657" y="165"/>
                  <a:pt x="639" y="200"/>
                  <a:pt x="604" y="232"/>
                </a:cubicBezTo>
                <a:cubicBezTo>
                  <a:pt x="569" y="263"/>
                  <a:pt x="529" y="284"/>
                  <a:pt x="483" y="295"/>
                </a:cubicBezTo>
                <a:lnTo>
                  <a:pt x="474" y="298"/>
                </a:lnTo>
                <a:cubicBezTo>
                  <a:pt x="513" y="303"/>
                  <a:pt x="545" y="317"/>
                  <a:pt x="570" y="339"/>
                </a:cubicBezTo>
                <a:cubicBezTo>
                  <a:pt x="595" y="362"/>
                  <a:pt x="607" y="390"/>
                  <a:pt x="608" y="423"/>
                </a:cubicBezTo>
                <a:cubicBezTo>
                  <a:pt x="608" y="467"/>
                  <a:pt x="586" y="510"/>
                  <a:pt x="542" y="551"/>
                </a:cubicBezTo>
                <a:cubicBezTo>
                  <a:pt x="499" y="593"/>
                  <a:pt x="445" y="616"/>
                  <a:pt x="381" y="621"/>
                </a:cubicBezTo>
                <a:cubicBezTo>
                  <a:pt x="377" y="622"/>
                  <a:pt x="313" y="622"/>
                  <a:pt x="188" y="622"/>
                </a:cubicBezTo>
                <a:cubicBezTo>
                  <a:pt x="67" y="622"/>
                  <a:pt x="6" y="622"/>
                  <a:pt x="4" y="620"/>
                </a:cubicBezTo>
                <a:cubicBezTo>
                  <a:pt x="1" y="619"/>
                  <a:pt x="0" y="616"/>
                  <a:pt x="0" y="613"/>
                </a:cubicBezTo>
                <a:cubicBezTo>
                  <a:pt x="0" y="609"/>
                  <a:pt x="1" y="605"/>
                  <a:pt x="2" y="600"/>
                </a:cubicBezTo>
                <a:cubicBezTo>
                  <a:pt x="5" y="589"/>
                  <a:pt x="8" y="583"/>
                  <a:pt x="11" y="581"/>
                </a:cubicBezTo>
                <a:cubicBezTo>
                  <a:pt x="13" y="581"/>
                  <a:pt x="18" y="580"/>
                  <a:pt x="25" y="580"/>
                </a:cubicBezTo>
                <a:lnTo>
                  <a:pt x="30" y="580"/>
                </a:lnTo>
                <a:cubicBezTo>
                  <a:pt x="46" y="580"/>
                  <a:pt x="65" y="580"/>
                  <a:pt x="85" y="578"/>
                </a:cubicBezTo>
                <a:cubicBezTo>
                  <a:pt x="93" y="576"/>
                  <a:pt x="99" y="572"/>
                  <a:pt x="102" y="567"/>
                </a:cubicBezTo>
                <a:cubicBezTo>
                  <a:pt x="104" y="564"/>
                  <a:pt x="126" y="480"/>
                  <a:pt x="167" y="314"/>
                </a:cubicBezTo>
                <a:cubicBezTo>
                  <a:pt x="209" y="147"/>
                  <a:pt x="231" y="59"/>
                  <a:pt x="231" y="50"/>
                </a:cubicBezTo>
                <a:cubicBezTo>
                  <a:pt x="231" y="46"/>
                  <a:pt x="213" y="43"/>
                  <a:pt x="178" y="42"/>
                </a:cubicBezTo>
                <a:moveTo>
                  <a:pt x="560" y="126"/>
                </a:moveTo>
                <a:cubicBezTo>
                  <a:pt x="560" y="108"/>
                  <a:pt x="555" y="91"/>
                  <a:pt x="546" y="75"/>
                </a:cubicBezTo>
                <a:cubicBezTo>
                  <a:pt x="537" y="60"/>
                  <a:pt x="522" y="49"/>
                  <a:pt x="501" y="44"/>
                </a:cubicBezTo>
                <a:cubicBezTo>
                  <a:pt x="497" y="43"/>
                  <a:pt x="469" y="42"/>
                  <a:pt x="418" y="42"/>
                </a:cubicBezTo>
                <a:cubicBezTo>
                  <a:pt x="406" y="42"/>
                  <a:pt x="393" y="42"/>
                  <a:pt x="380" y="42"/>
                </a:cubicBezTo>
                <a:cubicBezTo>
                  <a:pt x="366" y="42"/>
                  <a:pt x="356" y="42"/>
                  <a:pt x="348" y="43"/>
                </a:cubicBezTo>
                <a:lnTo>
                  <a:pt x="336" y="43"/>
                </a:lnTo>
                <a:cubicBezTo>
                  <a:pt x="327" y="43"/>
                  <a:pt x="321" y="46"/>
                  <a:pt x="319" y="52"/>
                </a:cubicBezTo>
                <a:cubicBezTo>
                  <a:pt x="317" y="54"/>
                  <a:pt x="308" y="91"/>
                  <a:pt x="289" y="161"/>
                </a:cubicBezTo>
                <a:cubicBezTo>
                  <a:pt x="289" y="163"/>
                  <a:pt x="289" y="165"/>
                  <a:pt x="289" y="166"/>
                </a:cubicBezTo>
                <a:lnTo>
                  <a:pt x="260" y="282"/>
                </a:lnTo>
                <a:lnTo>
                  <a:pt x="334" y="282"/>
                </a:lnTo>
                <a:cubicBezTo>
                  <a:pt x="383" y="282"/>
                  <a:pt x="411" y="281"/>
                  <a:pt x="419" y="280"/>
                </a:cubicBezTo>
                <a:cubicBezTo>
                  <a:pt x="455" y="274"/>
                  <a:pt x="487" y="257"/>
                  <a:pt x="516" y="227"/>
                </a:cubicBezTo>
                <a:cubicBezTo>
                  <a:pt x="545" y="197"/>
                  <a:pt x="559" y="164"/>
                  <a:pt x="560" y="126"/>
                </a:cubicBezTo>
                <a:moveTo>
                  <a:pt x="511" y="414"/>
                </a:moveTo>
                <a:cubicBezTo>
                  <a:pt x="511" y="387"/>
                  <a:pt x="504" y="365"/>
                  <a:pt x="490" y="348"/>
                </a:cubicBezTo>
                <a:cubicBezTo>
                  <a:pt x="476" y="330"/>
                  <a:pt x="457" y="320"/>
                  <a:pt x="435" y="317"/>
                </a:cubicBezTo>
                <a:cubicBezTo>
                  <a:pt x="431" y="316"/>
                  <a:pt x="406" y="316"/>
                  <a:pt x="360" y="316"/>
                </a:cubicBezTo>
                <a:cubicBezTo>
                  <a:pt x="288" y="316"/>
                  <a:pt x="252" y="316"/>
                  <a:pt x="251" y="317"/>
                </a:cubicBezTo>
                <a:cubicBezTo>
                  <a:pt x="251" y="318"/>
                  <a:pt x="246" y="340"/>
                  <a:pt x="236" y="383"/>
                </a:cubicBezTo>
                <a:cubicBezTo>
                  <a:pt x="224" y="426"/>
                  <a:pt x="214" y="469"/>
                  <a:pt x="203" y="511"/>
                </a:cubicBezTo>
                <a:lnTo>
                  <a:pt x="187" y="575"/>
                </a:lnTo>
                <a:cubicBezTo>
                  <a:pt x="187" y="577"/>
                  <a:pt x="190" y="579"/>
                  <a:pt x="197" y="579"/>
                </a:cubicBezTo>
                <a:cubicBezTo>
                  <a:pt x="205" y="579"/>
                  <a:pt x="230" y="579"/>
                  <a:pt x="272" y="580"/>
                </a:cubicBezTo>
                <a:cubicBezTo>
                  <a:pt x="326" y="580"/>
                  <a:pt x="355" y="580"/>
                  <a:pt x="360" y="580"/>
                </a:cubicBezTo>
                <a:cubicBezTo>
                  <a:pt x="397" y="575"/>
                  <a:pt x="432" y="558"/>
                  <a:pt x="463" y="527"/>
                </a:cubicBezTo>
                <a:cubicBezTo>
                  <a:pt x="495" y="496"/>
                  <a:pt x="511" y="458"/>
                  <a:pt x="511" y="41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12" name=""/>
          <p:cNvSpPr/>
          <p:nvPr/>
        </p:nvSpPr>
        <p:spPr>
          <a:xfrm>
            <a:off x="5806080" y="5951520"/>
            <a:ext cx="218520" cy="77040"/>
          </a:xfrm>
          <a:custGeom>
            <a:avLst/>
            <a:gdLst/>
            <a:ahLst/>
            <a:rect l="0" t="0" r="r" b="b"/>
            <a:pathLst>
              <a:path w="607" h="214">
                <a:moveTo>
                  <a:pt x="0" y="19"/>
                </a:moveTo>
                <a:cubicBezTo>
                  <a:pt x="0" y="11"/>
                  <a:pt x="5" y="5"/>
                  <a:pt x="13" y="0"/>
                </a:cubicBezTo>
                <a:lnTo>
                  <a:pt x="594" y="0"/>
                </a:lnTo>
                <a:cubicBezTo>
                  <a:pt x="603" y="5"/>
                  <a:pt x="607" y="11"/>
                  <a:pt x="607" y="19"/>
                </a:cubicBezTo>
                <a:cubicBezTo>
                  <a:pt x="607" y="25"/>
                  <a:pt x="603" y="31"/>
                  <a:pt x="595" y="36"/>
                </a:cubicBezTo>
                <a:lnTo>
                  <a:pt x="304" y="37"/>
                </a:lnTo>
                <a:lnTo>
                  <a:pt x="15" y="37"/>
                </a:lnTo>
                <a:cubicBezTo>
                  <a:pt x="5" y="34"/>
                  <a:pt x="0" y="28"/>
                  <a:pt x="0" y="19"/>
                </a:cubicBezTo>
                <a:moveTo>
                  <a:pt x="0" y="196"/>
                </a:moveTo>
                <a:cubicBezTo>
                  <a:pt x="0" y="187"/>
                  <a:pt x="5" y="181"/>
                  <a:pt x="15" y="178"/>
                </a:cubicBezTo>
                <a:lnTo>
                  <a:pt x="595" y="178"/>
                </a:lnTo>
                <a:cubicBezTo>
                  <a:pt x="603" y="184"/>
                  <a:pt x="607" y="190"/>
                  <a:pt x="607" y="196"/>
                </a:cubicBezTo>
                <a:cubicBezTo>
                  <a:pt x="607" y="204"/>
                  <a:pt x="603" y="210"/>
                  <a:pt x="594" y="214"/>
                </a:cubicBezTo>
                <a:lnTo>
                  <a:pt x="13" y="214"/>
                </a:lnTo>
                <a:cubicBezTo>
                  <a:pt x="5" y="210"/>
                  <a:pt x="0" y="204"/>
                  <a:pt x="0" y="19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13" name=""/>
          <p:cNvSpPr/>
          <p:nvPr/>
        </p:nvSpPr>
        <p:spPr>
          <a:xfrm>
            <a:off x="6150240" y="5853600"/>
            <a:ext cx="131040" cy="218520"/>
          </a:xfrm>
          <a:custGeom>
            <a:avLst/>
            <a:gdLst/>
            <a:ahLst/>
            <a:rect l="0" t="0" r="r" b="b"/>
            <a:pathLst>
              <a:path w="364" h="607">
                <a:moveTo>
                  <a:pt x="53" y="216"/>
                </a:moveTo>
                <a:cubicBezTo>
                  <a:pt x="37" y="216"/>
                  <a:pt x="24" y="211"/>
                  <a:pt x="14" y="200"/>
                </a:cubicBezTo>
                <a:cubicBezTo>
                  <a:pt x="4" y="189"/>
                  <a:pt x="0" y="175"/>
                  <a:pt x="0" y="160"/>
                </a:cubicBezTo>
                <a:cubicBezTo>
                  <a:pt x="0" y="117"/>
                  <a:pt x="16" y="79"/>
                  <a:pt x="48" y="48"/>
                </a:cubicBezTo>
                <a:cubicBezTo>
                  <a:pt x="80" y="16"/>
                  <a:pt x="120" y="0"/>
                  <a:pt x="169" y="0"/>
                </a:cubicBezTo>
                <a:cubicBezTo>
                  <a:pt x="224" y="0"/>
                  <a:pt x="270" y="17"/>
                  <a:pt x="307" y="51"/>
                </a:cubicBezTo>
                <a:cubicBezTo>
                  <a:pt x="344" y="85"/>
                  <a:pt x="363" y="129"/>
                  <a:pt x="364" y="183"/>
                </a:cubicBezTo>
                <a:cubicBezTo>
                  <a:pt x="364" y="209"/>
                  <a:pt x="357" y="234"/>
                  <a:pt x="345" y="258"/>
                </a:cubicBezTo>
                <a:cubicBezTo>
                  <a:pt x="333" y="282"/>
                  <a:pt x="319" y="302"/>
                  <a:pt x="302" y="320"/>
                </a:cubicBezTo>
                <a:cubicBezTo>
                  <a:pt x="285" y="337"/>
                  <a:pt x="260" y="360"/>
                  <a:pt x="229" y="388"/>
                </a:cubicBezTo>
                <a:cubicBezTo>
                  <a:pt x="207" y="407"/>
                  <a:pt x="177" y="435"/>
                  <a:pt x="137" y="472"/>
                </a:cubicBezTo>
                <a:lnTo>
                  <a:pt x="83" y="523"/>
                </a:lnTo>
                <a:lnTo>
                  <a:pt x="152" y="524"/>
                </a:lnTo>
                <a:cubicBezTo>
                  <a:pt x="249" y="524"/>
                  <a:pt x="299" y="522"/>
                  <a:pt x="305" y="519"/>
                </a:cubicBezTo>
                <a:cubicBezTo>
                  <a:pt x="310" y="518"/>
                  <a:pt x="317" y="491"/>
                  <a:pt x="327" y="438"/>
                </a:cubicBezTo>
                <a:lnTo>
                  <a:pt x="327" y="435"/>
                </a:lnTo>
                <a:lnTo>
                  <a:pt x="364" y="435"/>
                </a:lnTo>
                <a:lnTo>
                  <a:pt x="364" y="438"/>
                </a:lnTo>
                <a:cubicBezTo>
                  <a:pt x="363" y="440"/>
                  <a:pt x="359" y="467"/>
                  <a:pt x="352" y="521"/>
                </a:cubicBezTo>
                <a:cubicBezTo>
                  <a:pt x="344" y="574"/>
                  <a:pt x="340" y="602"/>
                  <a:pt x="338" y="605"/>
                </a:cubicBezTo>
                <a:lnTo>
                  <a:pt x="338" y="607"/>
                </a:lnTo>
                <a:lnTo>
                  <a:pt x="0" y="607"/>
                </a:lnTo>
                <a:lnTo>
                  <a:pt x="0" y="590"/>
                </a:lnTo>
                <a:lnTo>
                  <a:pt x="0" y="579"/>
                </a:lnTo>
                <a:cubicBezTo>
                  <a:pt x="0" y="575"/>
                  <a:pt x="1" y="570"/>
                  <a:pt x="5" y="565"/>
                </a:cubicBezTo>
                <a:cubicBezTo>
                  <a:pt x="9" y="561"/>
                  <a:pt x="18" y="550"/>
                  <a:pt x="32" y="534"/>
                </a:cubicBezTo>
                <a:cubicBezTo>
                  <a:pt x="50" y="514"/>
                  <a:pt x="65" y="497"/>
                  <a:pt x="78" y="483"/>
                </a:cubicBezTo>
                <a:cubicBezTo>
                  <a:pt x="83" y="477"/>
                  <a:pt x="94" y="465"/>
                  <a:pt x="109" y="449"/>
                </a:cubicBezTo>
                <a:cubicBezTo>
                  <a:pt x="124" y="433"/>
                  <a:pt x="134" y="421"/>
                  <a:pt x="140" y="415"/>
                </a:cubicBezTo>
                <a:cubicBezTo>
                  <a:pt x="145" y="409"/>
                  <a:pt x="154" y="399"/>
                  <a:pt x="167" y="385"/>
                </a:cubicBezTo>
                <a:cubicBezTo>
                  <a:pt x="179" y="370"/>
                  <a:pt x="188" y="360"/>
                  <a:pt x="192" y="353"/>
                </a:cubicBezTo>
                <a:cubicBezTo>
                  <a:pt x="197" y="347"/>
                  <a:pt x="204" y="338"/>
                  <a:pt x="213" y="326"/>
                </a:cubicBezTo>
                <a:cubicBezTo>
                  <a:pt x="223" y="315"/>
                  <a:pt x="229" y="305"/>
                  <a:pt x="233" y="297"/>
                </a:cubicBezTo>
                <a:cubicBezTo>
                  <a:pt x="236" y="289"/>
                  <a:pt x="241" y="280"/>
                  <a:pt x="246" y="271"/>
                </a:cubicBezTo>
                <a:cubicBezTo>
                  <a:pt x="252" y="261"/>
                  <a:pt x="256" y="251"/>
                  <a:pt x="258" y="241"/>
                </a:cubicBezTo>
                <a:cubicBezTo>
                  <a:pt x="260" y="232"/>
                  <a:pt x="263" y="223"/>
                  <a:pt x="264" y="214"/>
                </a:cubicBezTo>
                <a:cubicBezTo>
                  <a:pt x="266" y="206"/>
                  <a:pt x="267" y="196"/>
                  <a:pt x="267" y="184"/>
                </a:cubicBezTo>
                <a:cubicBezTo>
                  <a:pt x="267" y="146"/>
                  <a:pt x="257" y="113"/>
                  <a:pt x="236" y="85"/>
                </a:cubicBezTo>
                <a:cubicBezTo>
                  <a:pt x="216" y="57"/>
                  <a:pt x="186" y="43"/>
                  <a:pt x="147" y="43"/>
                </a:cubicBezTo>
                <a:cubicBezTo>
                  <a:pt x="127" y="43"/>
                  <a:pt x="109" y="48"/>
                  <a:pt x="94" y="59"/>
                </a:cubicBezTo>
                <a:cubicBezTo>
                  <a:pt x="79" y="69"/>
                  <a:pt x="68" y="79"/>
                  <a:pt x="62" y="89"/>
                </a:cubicBezTo>
                <a:cubicBezTo>
                  <a:pt x="56" y="98"/>
                  <a:pt x="53" y="104"/>
                  <a:pt x="53" y="106"/>
                </a:cubicBezTo>
                <a:cubicBezTo>
                  <a:pt x="53" y="107"/>
                  <a:pt x="55" y="107"/>
                  <a:pt x="58" y="107"/>
                </a:cubicBezTo>
                <a:cubicBezTo>
                  <a:pt x="69" y="107"/>
                  <a:pt x="80" y="111"/>
                  <a:pt x="91" y="120"/>
                </a:cubicBezTo>
                <a:cubicBezTo>
                  <a:pt x="103" y="128"/>
                  <a:pt x="109" y="142"/>
                  <a:pt x="109" y="161"/>
                </a:cubicBezTo>
                <a:cubicBezTo>
                  <a:pt x="109" y="177"/>
                  <a:pt x="104" y="189"/>
                  <a:pt x="94" y="200"/>
                </a:cubicBezTo>
                <a:cubicBezTo>
                  <a:pt x="84" y="210"/>
                  <a:pt x="71" y="215"/>
                  <a:pt x="53" y="21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14" name=""/>
          <p:cNvSpPr/>
          <p:nvPr/>
        </p:nvSpPr>
        <p:spPr>
          <a:xfrm>
            <a:off x="6323040" y="6032160"/>
            <a:ext cx="43560" cy="103680"/>
          </a:xfrm>
          <a:custGeom>
            <a:avLst/>
            <a:gdLst/>
            <a:ahLst/>
            <a:rect l="0" t="0" r="r" b="b"/>
            <a:pathLst>
              <a:path w="121" h="288">
                <a:moveTo>
                  <a:pt x="0" y="78"/>
                </a:moveTo>
                <a:cubicBezTo>
                  <a:pt x="0" y="78"/>
                  <a:pt x="0" y="71"/>
                  <a:pt x="0" y="56"/>
                </a:cubicBezTo>
                <a:cubicBezTo>
                  <a:pt x="0" y="41"/>
                  <a:pt x="5" y="28"/>
                  <a:pt x="14" y="17"/>
                </a:cubicBezTo>
                <a:cubicBezTo>
                  <a:pt x="25" y="6"/>
                  <a:pt x="38" y="0"/>
                  <a:pt x="55" y="0"/>
                </a:cubicBezTo>
                <a:cubicBezTo>
                  <a:pt x="72" y="0"/>
                  <a:pt x="87" y="8"/>
                  <a:pt x="100" y="23"/>
                </a:cubicBezTo>
                <a:cubicBezTo>
                  <a:pt x="113" y="38"/>
                  <a:pt x="120" y="65"/>
                  <a:pt x="121" y="103"/>
                </a:cubicBezTo>
                <a:cubicBezTo>
                  <a:pt x="121" y="124"/>
                  <a:pt x="118" y="145"/>
                  <a:pt x="113" y="165"/>
                </a:cubicBezTo>
                <a:cubicBezTo>
                  <a:pt x="107" y="185"/>
                  <a:pt x="101" y="202"/>
                  <a:pt x="94" y="217"/>
                </a:cubicBezTo>
                <a:cubicBezTo>
                  <a:pt x="86" y="231"/>
                  <a:pt x="79" y="244"/>
                  <a:pt x="70" y="254"/>
                </a:cubicBezTo>
                <a:cubicBezTo>
                  <a:pt x="62" y="265"/>
                  <a:pt x="54" y="274"/>
                  <a:pt x="48" y="280"/>
                </a:cubicBezTo>
                <a:cubicBezTo>
                  <a:pt x="42" y="286"/>
                  <a:pt x="38" y="288"/>
                  <a:pt x="36" y="288"/>
                </a:cubicBezTo>
                <a:cubicBezTo>
                  <a:pt x="34" y="288"/>
                  <a:pt x="30" y="285"/>
                  <a:pt x="25" y="280"/>
                </a:cubicBezTo>
                <a:cubicBezTo>
                  <a:pt x="19" y="274"/>
                  <a:pt x="15" y="270"/>
                  <a:pt x="15" y="268"/>
                </a:cubicBezTo>
                <a:cubicBezTo>
                  <a:pt x="15" y="265"/>
                  <a:pt x="20" y="260"/>
                  <a:pt x="26" y="252"/>
                </a:cubicBezTo>
                <a:cubicBezTo>
                  <a:pt x="33" y="245"/>
                  <a:pt x="41" y="236"/>
                  <a:pt x="49" y="225"/>
                </a:cubicBezTo>
                <a:cubicBezTo>
                  <a:pt x="58" y="214"/>
                  <a:pt x="65" y="199"/>
                  <a:pt x="73" y="179"/>
                </a:cubicBezTo>
                <a:cubicBezTo>
                  <a:pt x="80" y="160"/>
                  <a:pt x="85" y="138"/>
                  <a:pt x="87" y="113"/>
                </a:cubicBezTo>
                <a:lnTo>
                  <a:pt x="87" y="102"/>
                </a:lnTo>
                <a:lnTo>
                  <a:pt x="86" y="103"/>
                </a:lnTo>
                <a:cubicBezTo>
                  <a:pt x="85" y="104"/>
                  <a:pt x="84" y="104"/>
                  <a:pt x="82" y="105"/>
                </a:cubicBezTo>
                <a:cubicBezTo>
                  <a:pt x="80" y="105"/>
                  <a:pt x="78" y="106"/>
                  <a:pt x="76" y="108"/>
                </a:cubicBezTo>
                <a:cubicBezTo>
                  <a:pt x="75" y="109"/>
                  <a:pt x="72" y="109"/>
                  <a:pt x="68" y="109"/>
                </a:cubicBezTo>
                <a:cubicBezTo>
                  <a:pt x="65" y="109"/>
                  <a:pt x="61" y="110"/>
                  <a:pt x="57" y="110"/>
                </a:cubicBezTo>
                <a:cubicBezTo>
                  <a:pt x="41" y="110"/>
                  <a:pt x="28" y="105"/>
                  <a:pt x="17" y="95"/>
                </a:cubicBezTo>
                <a:lnTo>
                  <a:pt x="0" y="7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15" name=""/>
          <p:cNvSpPr/>
          <p:nvPr/>
        </p:nvSpPr>
        <p:spPr>
          <a:xfrm>
            <a:off x="6401160" y="585360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3" y="74"/>
                </a:moveTo>
                <a:cubicBezTo>
                  <a:pt x="87" y="25"/>
                  <a:pt x="134" y="0"/>
                  <a:pt x="192" y="0"/>
                </a:cubicBezTo>
                <a:cubicBezTo>
                  <a:pt x="222" y="0"/>
                  <a:pt x="251" y="8"/>
                  <a:pt x="280" y="24"/>
                </a:cubicBezTo>
                <a:cubicBezTo>
                  <a:pt x="309" y="40"/>
                  <a:pt x="333" y="68"/>
                  <a:pt x="351" y="108"/>
                </a:cubicBezTo>
                <a:cubicBezTo>
                  <a:pt x="373" y="158"/>
                  <a:pt x="384" y="227"/>
                  <a:pt x="384" y="316"/>
                </a:cubicBezTo>
                <a:cubicBezTo>
                  <a:pt x="384" y="410"/>
                  <a:pt x="371" y="482"/>
                  <a:pt x="345" y="532"/>
                </a:cubicBezTo>
                <a:cubicBezTo>
                  <a:pt x="333" y="557"/>
                  <a:pt x="316" y="578"/>
                  <a:pt x="295" y="593"/>
                </a:cubicBezTo>
                <a:cubicBezTo>
                  <a:pt x="274" y="608"/>
                  <a:pt x="255" y="617"/>
                  <a:pt x="240" y="621"/>
                </a:cubicBezTo>
                <a:cubicBezTo>
                  <a:pt x="224" y="625"/>
                  <a:pt x="208" y="627"/>
                  <a:pt x="193" y="627"/>
                </a:cubicBezTo>
                <a:cubicBezTo>
                  <a:pt x="178" y="627"/>
                  <a:pt x="162" y="625"/>
                  <a:pt x="146" y="622"/>
                </a:cubicBezTo>
                <a:cubicBezTo>
                  <a:pt x="130" y="618"/>
                  <a:pt x="112" y="609"/>
                  <a:pt x="91" y="593"/>
                </a:cubicBezTo>
                <a:cubicBezTo>
                  <a:pt x="69" y="577"/>
                  <a:pt x="53" y="557"/>
                  <a:pt x="40" y="532"/>
                </a:cubicBezTo>
                <a:cubicBezTo>
                  <a:pt x="13" y="482"/>
                  <a:pt x="0" y="410"/>
                  <a:pt x="0" y="316"/>
                </a:cubicBezTo>
                <a:cubicBezTo>
                  <a:pt x="0" y="210"/>
                  <a:pt x="18" y="129"/>
                  <a:pt x="53" y="74"/>
                </a:cubicBezTo>
                <a:moveTo>
                  <a:pt x="258" y="63"/>
                </a:moveTo>
                <a:cubicBezTo>
                  <a:pt x="240" y="44"/>
                  <a:pt x="218" y="34"/>
                  <a:pt x="193" y="34"/>
                </a:cubicBezTo>
                <a:cubicBezTo>
                  <a:pt x="168" y="34"/>
                  <a:pt x="146" y="44"/>
                  <a:pt x="128" y="63"/>
                </a:cubicBezTo>
                <a:cubicBezTo>
                  <a:pt x="113" y="79"/>
                  <a:pt x="103" y="101"/>
                  <a:pt x="98" y="129"/>
                </a:cubicBezTo>
                <a:cubicBezTo>
                  <a:pt x="93" y="157"/>
                  <a:pt x="91" y="215"/>
                  <a:pt x="91" y="304"/>
                </a:cubicBezTo>
                <a:cubicBezTo>
                  <a:pt x="91" y="400"/>
                  <a:pt x="93" y="463"/>
                  <a:pt x="98" y="494"/>
                </a:cubicBezTo>
                <a:cubicBezTo>
                  <a:pt x="103" y="524"/>
                  <a:pt x="114" y="548"/>
                  <a:pt x="131" y="565"/>
                </a:cubicBezTo>
                <a:cubicBezTo>
                  <a:pt x="148" y="584"/>
                  <a:pt x="168" y="593"/>
                  <a:pt x="193" y="593"/>
                </a:cubicBezTo>
                <a:cubicBezTo>
                  <a:pt x="218" y="593"/>
                  <a:pt x="238" y="584"/>
                  <a:pt x="255" y="565"/>
                </a:cubicBezTo>
                <a:cubicBezTo>
                  <a:pt x="273" y="547"/>
                  <a:pt x="284" y="522"/>
                  <a:pt x="288" y="489"/>
                </a:cubicBezTo>
                <a:cubicBezTo>
                  <a:pt x="292" y="456"/>
                  <a:pt x="295" y="395"/>
                  <a:pt x="295" y="304"/>
                </a:cubicBezTo>
                <a:cubicBezTo>
                  <a:pt x="295" y="215"/>
                  <a:pt x="293" y="157"/>
                  <a:pt x="288" y="130"/>
                </a:cubicBezTo>
                <a:cubicBezTo>
                  <a:pt x="283" y="102"/>
                  <a:pt x="273" y="80"/>
                  <a:pt x="258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16" name=""/>
          <p:cNvSpPr/>
          <p:nvPr/>
        </p:nvSpPr>
        <p:spPr>
          <a:xfrm>
            <a:off x="6564960" y="585360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2" y="74"/>
                </a:moveTo>
                <a:cubicBezTo>
                  <a:pt x="86" y="25"/>
                  <a:pt x="132" y="0"/>
                  <a:pt x="191" y="0"/>
                </a:cubicBezTo>
                <a:cubicBezTo>
                  <a:pt x="220" y="0"/>
                  <a:pt x="250" y="8"/>
                  <a:pt x="279" y="24"/>
                </a:cubicBezTo>
                <a:cubicBezTo>
                  <a:pt x="308" y="40"/>
                  <a:pt x="331" y="68"/>
                  <a:pt x="351" y="108"/>
                </a:cubicBezTo>
                <a:cubicBezTo>
                  <a:pt x="373" y="158"/>
                  <a:pt x="384" y="227"/>
                  <a:pt x="384" y="316"/>
                </a:cubicBezTo>
                <a:cubicBezTo>
                  <a:pt x="384" y="410"/>
                  <a:pt x="371" y="482"/>
                  <a:pt x="345" y="532"/>
                </a:cubicBezTo>
                <a:cubicBezTo>
                  <a:pt x="332" y="557"/>
                  <a:pt x="315" y="578"/>
                  <a:pt x="294" y="593"/>
                </a:cubicBezTo>
                <a:cubicBezTo>
                  <a:pt x="273" y="608"/>
                  <a:pt x="254" y="617"/>
                  <a:pt x="239" y="621"/>
                </a:cubicBezTo>
                <a:cubicBezTo>
                  <a:pt x="223" y="625"/>
                  <a:pt x="207" y="627"/>
                  <a:pt x="192" y="627"/>
                </a:cubicBezTo>
                <a:cubicBezTo>
                  <a:pt x="176" y="627"/>
                  <a:pt x="161" y="625"/>
                  <a:pt x="145" y="622"/>
                </a:cubicBezTo>
                <a:cubicBezTo>
                  <a:pt x="129" y="618"/>
                  <a:pt x="111" y="609"/>
                  <a:pt x="89" y="593"/>
                </a:cubicBezTo>
                <a:cubicBezTo>
                  <a:pt x="68" y="577"/>
                  <a:pt x="51" y="557"/>
                  <a:pt x="39" y="532"/>
                </a:cubicBezTo>
                <a:cubicBezTo>
                  <a:pt x="13" y="482"/>
                  <a:pt x="0" y="410"/>
                  <a:pt x="0" y="316"/>
                </a:cubicBezTo>
                <a:cubicBezTo>
                  <a:pt x="0" y="210"/>
                  <a:pt x="18" y="129"/>
                  <a:pt x="52" y="74"/>
                </a:cubicBezTo>
                <a:moveTo>
                  <a:pt x="257" y="63"/>
                </a:moveTo>
                <a:cubicBezTo>
                  <a:pt x="239" y="44"/>
                  <a:pt x="217" y="34"/>
                  <a:pt x="192" y="34"/>
                </a:cubicBezTo>
                <a:cubicBezTo>
                  <a:pt x="167" y="34"/>
                  <a:pt x="145" y="44"/>
                  <a:pt x="127" y="63"/>
                </a:cubicBezTo>
                <a:cubicBezTo>
                  <a:pt x="112" y="79"/>
                  <a:pt x="102" y="101"/>
                  <a:pt x="97" y="129"/>
                </a:cubicBezTo>
                <a:cubicBezTo>
                  <a:pt x="92" y="157"/>
                  <a:pt x="89" y="215"/>
                  <a:pt x="89" y="304"/>
                </a:cubicBezTo>
                <a:cubicBezTo>
                  <a:pt x="89" y="400"/>
                  <a:pt x="92" y="463"/>
                  <a:pt x="97" y="494"/>
                </a:cubicBezTo>
                <a:cubicBezTo>
                  <a:pt x="102" y="524"/>
                  <a:pt x="112" y="548"/>
                  <a:pt x="129" y="565"/>
                </a:cubicBezTo>
                <a:cubicBezTo>
                  <a:pt x="146" y="584"/>
                  <a:pt x="167" y="593"/>
                  <a:pt x="192" y="593"/>
                </a:cubicBezTo>
                <a:cubicBezTo>
                  <a:pt x="216" y="593"/>
                  <a:pt x="237" y="584"/>
                  <a:pt x="254" y="565"/>
                </a:cubicBezTo>
                <a:cubicBezTo>
                  <a:pt x="272" y="547"/>
                  <a:pt x="283" y="522"/>
                  <a:pt x="287" y="489"/>
                </a:cubicBezTo>
                <a:cubicBezTo>
                  <a:pt x="291" y="456"/>
                  <a:pt x="293" y="395"/>
                  <a:pt x="294" y="304"/>
                </a:cubicBezTo>
                <a:cubicBezTo>
                  <a:pt x="294" y="215"/>
                  <a:pt x="292" y="157"/>
                  <a:pt x="287" y="130"/>
                </a:cubicBezTo>
                <a:cubicBezTo>
                  <a:pt x="282" y="102"/>
                  <a:pt x="272" y="80"/>
                  <a:pt x="257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17" name=""/>
          <p:cNvSpPr/>
          <p:nvPr/>
        </p:nvSpPr>
        <p:spPr>
          <a:xfrm>
            <a:off x="6728760" y="585360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2" y="74"/>
                </a:moveTo>
                <a:cubicBezTo>
                  <a:pt x="86" y="25"/>
                  <a:pt x="132" y="0"/>
                  <a:pt x="191" y="0"/>
                </a:cubicBezTo>
                <a:cubicBezTo>
                  <a:pt x="220" y="0"/>
                  <a:pt x="249" y="8"/>
                  <a:pt x="280" y="24"/>
                </a:cubicBezTo>
                <a:cubicBezTo>
                  <a:pt x="309" y="40"/>
                  <a:pt x="332" y="68"/>
                  <a:pt x="350" y="108"/>
                </a:cubicBezTo>
                <a:cubicBezTo>
                  <a:pt x="373" y="158"/>
                  <a:pt x="384" y="227"/>
                  <a:pt x="384" y="316"/>
                </a:cubicBezTo>
                <a:cubicBezTo>
                  <a:pt x="384" y="410"/>
                  <a:pt x="371" y="482"/>
                  <a:pt x="345" y="532"/>
                </a:cubicBezTo>
                <a:cubicBezTo>
                  <a:pt x="333" y="557"/>
                  <a:pt x="316" y="578"/>
                  <a:pt x="295" y="593"/>
                </a:cubicBezTo>
                <a:cubicBezTo>
                  <a:pt x="274" y="608"/>
                  <a:pt x="254" y="617"/>
                  <a:pt x="238" y="621"/>
                </a:cubicBezTo>
                <a:cubicBezTo>
                  <a:pt x="223" y="625"/>
                  <a:pt x="207" y="627"/>
                  <a:pt x="192" y="627"/>
                </a:cubicBezTo>
                <a:cubicBezTo>
                  <a:pt x="176" y="627"/>
                  <a:pt x="161" y="625"/>
                  <a:pt x="145" y="622"/>
                </a:cubicBezTo>
                <a:cubicBezTo>
                  <a:pt x="129" y="618"/>
                  <a:pt x="111" y="609"/>
                  <a:pt x="89" y="593"/>
                </a:cubicBezTo>
                <a:cubicBezTo>
                  <a:pt x="68" y="577"/>
                  <a:pt x="51" y="557"/>
                  <a:pt x="39" y="532"/>
                </a:cubicBezTo>
                <a:cubicBezTo>
                  <a:pt x="13" y="482"/>
                  <a:pt x="0" y="410"/>
                  <a:pt x="0" y="316"/>
                </a:cubicBezTo>
                <a:cubicBezTo>
                  <a:pt x="0" y="210"/>
                  <a:pt x="17" y="129"/>
                  <a:pt x="52" y="74"/>
                </a:cubicBezTo>
                <a:moveTo>
                  <a:pt x="257" y="63"/>
                </a:moveTo>
                <a:cubicBezTo>
                  <a:pt x="238" y="44"/>
                  <a:pt x="217" y="34"/>
                  <a:pt x="192" y="34"/>
                </a:cubicBezTo>
                <a:cubicBezTo>
                  <a:pt x="167" y="34"/>
                  <a:pt x="145" y="44"/>
                  <a:pt x="127" y="63"/>
                </a:cubicBezTo>
                <a:cubicBezTo>
                  <a:pt x="111" y="79"/>
                  <a:pt x="101" y="101"/>
                  <a:pt x="97" y="129"/>
                </a:cubicBezTo>
                <a:cubicBezTo>
                  <a:pt x="92" y="157"/>
                  <a:pt x="89" y="215"/>
                  <a:pt x="89" y="304"/>
                </a:cubicBezTo>
                <a:cubicBezTo>
                  <a:pt x="89" y="400"/>
                  <a:pt x="92" y="463"/>
                  <a:pt x="97" y="494"/>
                </a:cubicBezTo>
                <a:cubicBezTo>
                  <a:pt x="101" y="524"/>
                  <a:pt x="112" y="548"/>
                  <a:pt x="129" y="565"/>
                </a:cubicBezTo>
                <a:cubicBezTo>
                  <a:pt x="146" y="584"/>
                  <a:pt x="167" y="593"/>
                  <a:pt x="192" y="593"/>
                </a:cubicBezTo>
                <a:cubicBezTo>
                  <a:pt x="216" y="593"/>
                  <a:pt x="237" y="584"/>
                  <a:pt x="254" y="565"/>
                </a:cubicBezTo>
                <a:cubicBezTo>
                  <a:pt x="273" y="547"/>
                  <a:pt x="283" y="522"/>
                  <a:pt x="288" y="489"/>
                </a:cubicBezTo>
                <a:cubicBezTo>
                  <a:pt x="292" y="456"/>
                  <a:pt x="294" y="395"/>
                  <a:pt x="295" y="304"/>
                </a:cubicBezTo>
                <a:cubicBezTo>
                  <a:pt x="295" y="215"/>
                  <a:pt x="293" y="157"/>
                  <a:pt x="288" y="130"/>
                </a:cubicBezTo>
                <a:cubicBezTo>
                  <a:pt x="283" y="102"/>
                  <a:pt x="273" y="80"/>
                  <a:pt x="257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2806920" y="5810400"/>
            <a:ext cx="26395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/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地域、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10,000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反復、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pic>
        <p:nvPicPr>
          <p:cNvPr id="1019" name=""/>
          <p:cNvPicPr/>
          <p:nvPr/>
        </p:nvPicPr>
        <p:blipFill>
          <a:blip r:embed="rId1"/>
          <a:stretch/>
        </p:blipFill>
        <p:spPr>
          <a:xfrm>
            <a:off x="571320" y="6286680"/>
            <a:ext cx="11048760" cy="552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0" name=""/>
          <p:cNvSpPr txBox="1"/>
          <p:nvPr/>
        </p:nvSpPr>
        <p:spPr>
          <a:xfrm>
            <a:off x="6877440" y="5810400"/>
            <a:ext cx="26398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bootstrap resamples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21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571320" y="155520"/>
            <a:ext cx="457272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シミュレーション設計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13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29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30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31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32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33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34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35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36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37" name=""/>
          <p:cNvSpPr/>
          <p:nvPr/>
        </p:nvSpPr>
        <p:spPr>
          <a:xfrm>
            <a:off x="580680" y="3543120"/>
            <a:ext cx="1981800" cy="524160"/>
          </a:xfrm>
          <a:custGeom>
            <a:avLst/>
            <a:gdLst/>
            <a:ahLst/>
            <a:rect l="0" t="0" r="r" b="b"/>
            <a:pathLst>
              <a:path w="5505" h="1456">
                <a:moveTo>
                  <a:pt x="0" y="0"/>
                </a:moveTo>
                <a:lnTo>
                  <a:pt x="5505" y="0"/>
                </a:lnTo>
                <a:lnTo>
                  <a:pt x="5505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38" name=""/>
          <p:cNvSpPr/>
          <p:nvPr/>
        </p:nvSpPr>
        <p:spPr>
          <a:xfrm>
            <a:off x="2562120" y="3543120"/>
            <a:ext cx="1209960" cy="524160"/>
          </a:xfrm>
          <a:custGeom>
            <a:avLst/>
            <a:gdLst/>
            <a:ahLst/>
            <a:rect l="0" t="0" r="r" b="b"/>
            <a:pathLst>
              <a:path w="3361" h="1456">
                <a:moveTo>
                  <a:pt x="0" y="0"/>
                </a:moveTo>
                <a:lnTo>
                  <a:pt x="3361" y="0"/>
                </a:lnTo>
                <a:lnTo>
                  <a:pt x="3361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39" name=""/>
          <p:cNvSpPr/>
          <p:nvPr/>
        </p:nvSpPr>
        <p:spPr>
          <a:xfrm>
            <a:off x="3771720" y="3543120"/>
            <a:ext cx="1352880" cy="524160"/>
          </a:xfrm>
          <a:custGeom>
            <a:avLst/>
            <a:gdLst/>
            <a:ahLst/>
            <a:rect l="0" t="0" r="r" b="b"/>
            <a:pathLst>
              <a:path w="3758" h="1456">
                <a:moveTo>
                  <a:pt x="0" y="0"/>
                </a:moveTo>
                <a:lnTo>
                  <a:pt x="3758" y="0"/>
                </a:lnTo>
                <a:lnTo>
                  <a:pt x="3758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40" name=""/>
          <p:cNvSpPr/>
          <p:nvPr/>
        </p:nvSpPr>
        <p:spPr>
          <a:xfrm>
            <a:off x="5124240" y="3543120"/>
            <a:ext cx="1362600" cy="524160"/>
          </a:xfrm>
          <a:custGeom>
            <a:avLst/>
            <a:gdLst/>
            <a:ahLst/>
            <a:rect l="0" t="0" r="r" b="b"/>
            <a:pathLst>
              <a:path w="3785" h="1456">
                <a:moveTo>
                  <a:pt x="0" y="0"/>
                </a:moveTo>
                <a:lnTo>
                  <a:pt x="3785" y="0"/>
                </a:lnTo>
                <a:lnTo>
                  <a:pt x="3785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41" name=""/>
          <p:cNvSpPr/>
          <p:nvPr/>
        </p:nvSpPr>
        <p:spPr>
          <a:xfrm>
            <a:off x="580680" y="3543120"/>
            <a:ext cx="1981800" cy="524160"/>
          </a:xfrm>
          <a:custGeom>
            <a:avLst/>
            <a:gdLst/>
            <a:ahLst/>
            <a:rect l="0" t="0" r="r" b="b"/>
            <a:pathLst>
              <a:path w="5505" h="1456">
                <a:moveTo>
                  <a:pt x="0" y="0"/>
                </a:moveTo>
                <a:lnTo>
                  <a:pt x="5505" y="0"/>
                </a:lnTo>
                <a:lnTo>
                  <a:pt x="5505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42" name=""/>
          <p:cNvSpPr/>
          <p:nvPr/>
        </p:nvSpPr>
        <p:spPr>
          <a:xfrm>
            <a:off x="2562120" y="3543120"/>
            <a:ext cx="1209960" cy="524160"/>
          </a:xfrm>
          <a:custGeom>
            <a:avLst/>
            <a:gdLst/>
            <a:ahLst/>
            <a:rect l="0" t="0" r="r" b="b"/>
            <a:pathLst>
              <a:path w="3361" h="1456">
                <a:moveTo>
                  <a:pt x="0" y="0"/>
                </a:moveTo>
                <a:lnTo>
                  <a:pt x="3361" y="0"/>
                </a:lnTo>
                <a:lnTo>
                  <a:pt x="3361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43" name=""/>
          <p:cNvSpPr/>
          <p:nvPr/>
        </p:nvSpPr>
        <p:spPr>
          <a:xfrm>
            <a:off x="3771720" y="3543120"/>
            <a:ext cx="1352880" cy="524160"/>
          </a:xfrm>
          <a:custGeom>
            <a:avLst/>
            <a:gdLst/>
            <a:ahLst/>
            <a:rect l="0" t="0" r="r" b="b"/>
            <a:pathLst>
              <a:path w="3758" h="1456">
                <a:moveTo>
                  <a:pt x="0" y="0"/>
                </a:moveTo>
                <a:lnTo>
                  <a:pt x="3758" y="0"/>
                </a:lnTo>
                <a:lnTo>
                  <a:pt x="3758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44" name=""/>
          <p:cNvSpPr/>
          <p:nvPr/>
        </p:nvSpPr>
        <p:spPr>
          <a:xfrm>
            <a:off x="5124240" y="3543120"/>
            <a:ext cx="1362600" cy="524160"/>
          </a:xfrm>
          <a:custGeom>
            <a:avLst/>
            <a:gdLst/>
            <a:ahLst/>
            <a:rect l="0" t="0" r="r" b="b"/>
            <a:pathLst>
              <a:path w="3785" h="1456">
                <a:moveTo>
                  <a:pt x="0" y="0"/>
                </a:moveTo>
                <a:lnTo>
                  <a:pt x="3785" y="0"/>
                </a:lnTo>
                <a:lnTo>
                  <a:pt x="3785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045" name=""/>
          <p:cNvSpPr/>
          <p:nvPr/>
        </p:nvSpPr>
        <p:spPr>
          <a:xfrm>
            <a:off x="580680" y="4066920"/>
            <a:ext cx="1981800" cy="486360"/>
          </a:xfrm>
          <a:custGeom>
            <a:avLst/>
            <a:gdLst/>
            <a:ahLst/>
            <a:rect l="0" t="0" r="r" b="b"/>
            <a:pathLst>
              <a:path w="5505" h="1351">
                <a:moveTo>
                  <a:pt x="0" y="0"/>
                </a:moveTo>
                <a:lnTo>
                  <a:pt x="5505" y="0"/>
                </a:lnTo>
                <a:lnTo>
                  <a:pt x="5505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46" name=""/>
          <p:cNvSpPr/>
          <p:nvPr/>
        </p:nvSpPr>
        <p:spPr>
          <a:xfrm>
            <a:off x="2562120" y="4066920"/>
            <a:ext cx="1209960" cy="486360"/>
          </a:xfrm>
          <a:custGeom>
            <a:avLst/>
            <a:gdLst/>
            <a:ahLst/>
            <a:rect l="0" t="0" r="r" b="b"/>
            <a:pathLst>
              <a:path w="3361" h="1351">
                <a:moveTo>
                  <a:pt x="0" y="0"/>
                </a:moveTo>
                <a:lnTo>
                  <a:pt x="3361" y="0"/>
                </a:lnTo>
                <a:lnTo>
                  <a:pt x="3361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47" name=""/>
          <p:cNvSpPr/>
          <p:nvPr/>
        </p:nvSpPr>
        <p:spPr>
          <a:xfrm>
            <a:off x="3771720" y="4066920"/>
            <a:ext cx="1352880" cy="486360"/>
          </a:xfrm>
          <a:custGeom>
            <a:avLst/>
            <a:gdLst/>
            <a:ahLst/>
            <a:rect l="0" t="0" r="r" b="b"/>
            <a:pathLst>
              <a:path w="3758" h="1351">
                <a:moveTo>
                  <a:pt x="0" y="0"/>
                </a:moveTo>
                <a:lnTo>
                  <a:pt x="3758" y="0"/>
                </a:lnTo>
                <a:lnTo>
                  <a:pt x="375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48" name=""/>
          <p:cNvSpPr/>
          <p:nvPr/>
        </p:nvSpPr>
        <p:spPr>
          <a:xfrm>
            <a:off x="5124240" y="4066920"/>
            <a:ext cx="1362600" cy="486360"/>
          </a:xfrm>
          <a:custGeom>
            <a:avLst/>
            <a:gdLst/>
            <a:ahLst/>
            <a:rect l="0" t="0" r="r" b="b"/>
            <a:pathLst>
              <a:path w="3785" h="1351">
                <a:moveTo>
                  <a:pt x="0" y="0"/>
                </a:moveTo>
                <a:lnTo>
                  <a:pt x="3785" y="0"/>
                </a:lnTo>
                <a:lnTo>
                  <a:pt x="3785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49" name=""/>
          <p:cNvSpPr/>
          <p:nvPr/>
        </p:nvSpPr>
        <p:spPr>
          <a:xfrm>
            <a:off x="580680" y="4552920"/>
            <a:ext cx="1981800" cy="476280"/>
          </a:xfrm>
          <a:custGeom>
            <a:avLst/>
            <a:gdLst/>
            <a:ahLst/>
            <a:rect l="0" t="0" r="r" b="b"/>
            <a:pathLst>
              <a:path w="5505" h="1323">
                <a:moveTo>
                  <a:pt x="0" y="0"/>
                </a:moveTo>
                <a:lnTo>
                  <a:pt x="5505" y="0"/>
                </a:lnTo>
                <a:lnTo>
                  <a:pt x="5505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50" name=""/>
          <p:cNvSpPr/>
          <p:nvPr/>
        </p:nvSpPr>
        <p:spPr>
          <a:xfrm>
            <a:off x="2562120" y="4552920"/>
            <a:ext cx="1209960" cy="476280"/>
          </a:xfrm>
          <a:custGeom>
            <a:avLst/>
            <a:gdLst/>
            <a:ahLst/>
            <a:rect l="0" t="0" r="r" b="b"/>
            <a:pathLst>
              <a:path w="3361" h="1323">
                <a:moveTo>
                  <a:pt x="0" y="0"/>
                </a:moveTo>
                <a:lnTo>
                  <a:pt x="3361" y="0"/>
                </a:lnTo>
                <a:lnTo>
                  <a:pt x="3361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51" name=""/>
          <p:cNvSpPr/>
          <p:nvPr/>
        </p:nvSpPr>
        <p:spPr>
          <a:xfrm>
            <a:off x="3771720" y="4552920"/>
            <a:ext cx="1352880" cy="476280"/>
          </a:xfrm>
          <a:custGeom>
            <a:avLst/>
            <a:gdLst/>
            <a:ahLst/>
            <a:rect l="0" t="0" r="r" b="b"/>
            <a:pathLst>
              <a:path w="3758" h="1323">
                <a:moveTo>
                  <a:pt x="0" y="0"/>
                </a:moveTo>
                <a:lnTo>
                  <a:pt x="3758" y="0"/>
                </a:lnTo>
                <a:lnTo>
                  <a:pt x="3758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52" name=""/>
          <p:cNvSpPr/>
          <p:nvPr/>
        </p:nvSpPr>
        <p:spPr>
          <a:xfrm>
            <a:off x="5124240" y="4552920"/>
            <a:ext cx="1362600" cy="476280"/>
          </a:xfrm>
          <a:custGeom>
            <a:avLst/>
            <a:gdLst/>
            <a:ahLst/>
            <a:rect l="0" t="0" r="r" b="b"/>
            <a:pathLst>
              <a:path w="3785" h="1323">
                <a:moveTo>
                  <a:pt x="0" y="0"/>
                </a:moveTo>
                <a:lnTo>
                  <a:pt x="3785" y="0"/>
                </a:lnTo>
                <a:lnTo>
                  <a:pt x="3785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53" name=""/>
          <p:cNvSpPr/>
          <p:nvPr/>
        </p:nvSpPr>
        <p:spPr>
          <a:xfrm>
            <a:off x="580680" y="4552920"/>
            <a:ext cx="1981800" cy="476280"/>
          </a:xfrm>
          <a:custGeom>
            <a:avLst/>
            <a:gdLst/>
            <a:ahLst/>
            <a:rect l="0" t="0" r="r" b="b"/>
            <a:pathLst>
              <a:path w="5505" h="1323">
                <a:moveTo>
                  <a:pt x="0" y="0"/>
                </a:moveTo>
                <a:lnTo>
                  <a:pt x="5505" y="0"/>
                </a:lnTo>
                <a:lnTo>
                  <a:pt x="5505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54" name=""/>
          <p:cNvSpPr/>
          <p:nvPr/>
        </p:nvSpPr>
        <p:spPr>
          <a:xfrm>
            <a:off x="2562120" y="4552920"/>
            <a:ext cx="1209960" cy="476280"/>
          </a:xfrm>
          <a:custGeom>
            <a:avLst/>
            <a:gdLst/>
            <a:ahLst/>
            <a:rect l="0" t="0" r="r" b="b"/>
            <a:pathLst>
              <a:path w="3361" h="1323">
                <a:moveTo>
                  <a:pt x="0" y="0"/>
                </a:moveTo>
                <a:lnTo>
                  <a:pt x="3361" y="0"/>
                </a:lnTo>
                <a:lnTo>
                  <a:pt x="3361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55" name=""/>
          <p:cNvSpPr/>
          <p:nvPr/>
        </p:nvSpPr>
        <p:spPr>
          <a:xfrm>
            <a:off x="3771720" y="4552920"/>
            <a:ext cx="1352880" cy="476280"/>
          </a:xfrm>
          <a:custGeom>
            <a:avLst/>
            <a:gdLst/>
            <a:ahLst/>
            <a:rect l="0" t="0" r="r" b="b"/>
            <a:pathLst>
              <a:path w="3758" h="1323">
                <a:moveTo>
                  <a:pt x="0" y="0"/>
                </a:moveTo>
                <a:lnTo>
                  <a:pt x="3758" y="0"/>
                </a:lnTo>
                <a:lnTo>
                  <a:pt x="3758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56" name=""/>
          <p:cNvSpPr/>
          <p:nvPr/>
        </p:nvSpPr>
        <p:spPr>
          <a:xfrm>
            <a:off x="5124240" y="4552920"/>
            <a:ext cx="1362600" cy="476280"/>
          </a:xfrm>
          <a:custGeom>
            <a:avLst/>
            <a:gdLst/>
            <a:ahLst/>
            <a:rect l="0" t="0" r="r" b="b"/>
            <a:pathLst>
              <a:path w="3785" h="1323">
                <a:moveTo>
                  <a:pt x="0" y="0"/>
                </a:moveTo>
                <a:lnTo>
                  <a:pt x="3785" y="0"/>
                </a:lnTo>
                <a:lnTo>
                  <a:pt x="3785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57" name=""/>
          <p:cNvSpPr/>
          <p:nvPr/>
        </p:nvSpPr>
        <p:spPr>
          <a:xfrm>
            <a:off x="580680" y="5028840"/>
            <a:ext cx="1981800" cy="486360"/>
          </a:xfrm>
          <a:custGeom>
            <a:avLst/>
            <a:gdLst/>
            <a:ahLst/>
            <a:rect l="0" t="0" r="r" b="b"/>
            <a:pathLst>
              <a:path w="5505" h="1351">
                <a:moveTo>
                  <a:pt x="0" y="0"/>
                </a:moveTo>
                <a:lnTo>
                  <a:pt x="5505" y="0"/>
                </a:lnTo>
                <a:lnTo>
                  <a:pt x="5505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58" name=""/>
          <p:cNvSpPr/>
          <p:nvPr/>
        </p:nvSpPr>
        <p:spPr>
          <a:xfrm>
            <a:off x="2562120" y="5028840"/>
            <a:ext cx="1209960" cy="486360"/>
          </a:xfrm>
          <a:custGeom>
            <a:avLst/>
            <a:gdLst/>
            <a:ahLst/>
            <a:rect l="0" t="0" r="r" b="b"/>
            <a:pathLst>
              <a:path w="3361" h="1351">
                <a:moveTo>
                  <a:pt x="0" y="0"/>
                </a:moveTo>
                <a:lnTo>
                  <a:pt x="3361" y="0"/>
                </a:lnTo>
                <a:lnTo>
                  <a:pt x="3361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59" name=""/>
          <p:cNvSpPr/>
          <p:nvPr/>
        </p:nvSpPr>
        <p:spPr>
          <a:xfrm>
            <a:off x="3771720" y="5028840"/>
            <a:ext cx="1352880" cy="486360"/>
          </a:xfrm>
          <a:custGeom>
            <a:avLst/>
            <a:gdLst/>
            <a:ahLst/>
            <a:rect l="0" t="0" r="r" b="b"/>
            <a:pathLst>
              <a:path w="3758" h="1351">
                <a:moveTo>
                  <a:pt x="0" y="0"/>
                </a:moveTo>
                <a:lnTo>
                  <a:pt x="3758" y="0"/>
                </a:lnTo>
                <a:lnTo>
                  <a:pt x="375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0" name=""/>
          <p:cNvSpPr/>
          <p:nvPr/>
        </p:nvSpPr>
        <p:spPr>
          <a:xfrm>
            <a:off x="5124240" y="5028840"/>
            <a:ext cx="1362600" cy="486360"/>
          </a:xfrm>
          <a:custGeom>
            <a:avLst/>
            <a:gdLst/>
            <a:ahLst/>
            <a:rect l="0" t="0" r="r" b="b"/>
            <a:pathLst>
              <a:path w="3785" h="1351">
                <a:moveTo>
                  <a:pt x="0" y="0"/>
                </a:moveTo>
                <a:lnTo>
                  <a:pt x="3785" y="0"/>
                </a:lnTo>
                <a:lnTo>
                  <a:pt x="3785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1" name=""/>
          <p:cNvSpPr/>
          <p:nvPr/>
        </p:nvSpPr>
        <p:spPr>
          <a:xfrm>
            <a:off x="580680" y="5514840"/>
            <a:ext cx="1981800" cy="486000"/>
          </a:xfrm>
          <a:custGeom>
            <a:avLst/>
            <a:gdLst/>
            <a:ahLst/>
            <a:rect l="0" t="0" r="r" b="b"/>
            <a:pathLst>
              <a:path w="5505" h="1350">
                <a:moveTo>
                  <a:pt x="0" y="0"/>
                </a:moveTo>
                <a:lnTo>
                  <a:pt x="5505" y="0"/>
                </a:lnTo>
                <a:lnTo>
                  <a:pt x="5505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2" name=""/>
          <p:cNvSpPr/>
          <p:nvPr/>
        </p:nvSpPr>
        <p:spPr>
          <a:xfrm>
            <a:off x="2562120" y="5514840"/>
            <a:ext cx="1209960" cy="486000"/>
          </a:xfrm>
          <a:custGeom>
            <a:avLst/>
            <a:gdLst/>
            <a:ahLst/>
            <a:rect l="0" t="0" r="r" b="b"/>
            <a:pathLst>
              <a:path w="3361" h="1350">
                <a:moveTo>
                  <a:pt x="0" y="0"/>
                </a:moveTo>
                <a:lnTo>
                  <a:pt x="3361" y="0"/>
                </a:lnTo>
                <a:lnTo>
                  <a:pt x="3361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3" name=""/>
          <p:cNvSpPr/>
          <p:nvPr/>
        </p:nvSpPr>
        <p:spPr>
          <a:xfrm>
            <a:off x="3771720" y="5514840"/>
            <a:ext cx="1352880" cy="486000"/>
          </a:xfrm>
          <a:custGeom>
            <a:avLst/>
            <a:gdLst/>
            <a:ahLst/>
            <a:rect l="0" t="0" r="r" b="b"/>
            <a:pathLst>
              <a:path w="3758" h="1350">
                <a:moveTo>
                  <a:pt x="0" y="0"/>
                </a:moveTo>
                <a:lnTo>
                  <a:pt x="3758" y="0"/>
                </a:lnTo>
                <a:lnTo>
                  <a:pt x="375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4" name=""/>
          <p:cNvSpPr/>
          <p:nvPr/>
        </p:nvSpPr>
        <p:spPr>
          <a:xfrm>
            <a:off x="5124240" y="5514840"/>
            <a:ext cx="1362600" cy="486000"/>
          </a:xfrm>
          <a:custGeom>
            <a:avLst/>
            <a:gdLst/>
            <a:ahLst/>
            <a:rect l="0" t="0" r="r" b="b"/>
            <a:pathLst>
              <a:path w="3785" h="1350">
                <a:moveTo>
                  <a:pt x="0" y="0"/>
                </a:moveTo>
                <a:lnTo>
                  <a:pt x="3785" y="0"/>
                </a:lnTo>
                <a:lnTo>
                  <a:pt x="3785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5" name=""/>
          <p:cNvSpPr/>
          <p:nvPr/>
        </p:nvSpPr>
        <p:spPr>
          <a:xfrm>
            <a:off x="580680" y="5514840"/>
            <a:ext cx="1981800" cy="486000"/>
          </a:xfrm>
          <a:custGeom>
            <a:avLst/>
            <a:gdLst/>
            <a:ahLst/>
            <a:rect l="0" t="0" r="r" b="b"/>
            <a:pathLst>
              <a:path w="5505" h="1350">
                <a:moveTo>
                  <a:pt x="0" y="0"/>
                </a:moveTo>
                <a:lnTo>
                  <a:pt x="5505" y="0"/>
                </a:lnTo>
                <a:lnTo>
                  <a:pt x="5505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6" name=""/>
          <p:cNvSpPr/>
          <p:nvPr/>
        </p:nvSpPr>
        <p:spPr>
          <a:xfrm>
            <a:off x="2562120" y="5514840"/>
            <a:ext cx="1209960" cy="486000"/>
          </a:xfrm>
          <a:custGeom>
            <a:avLst/>
            <a:gdLst/>
            <a:ahLst/>
            <a:rect l="0" t="0" r="r" b="b"/>
            <a:pathLst>
              <a:path w="3361" h="1350">
                <a:moveTo>
                  <a:pt x="0" y="0"/>
                </a:moveTo>
                <a:lnTo>
                  <a:pt x="3361" y="0"/>
                </a:lnTo>
                <a:lnTo>
                  <a:pt x="3361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7" name=""/>
          <p:cNvSpPr/>
          <p:nvPr/>
        </p:nvSpPr>
        <p:spPr>
          <a:xfrm>
            <a:off x="3771720" y="5514840"/>
            <a:ext cx="1352880" cy="486000"/>
          </a:xfrm>
          <a:custGeom>
            <a:avLst/>
            <a:gdLst/>
            <a:ahLst/>
            <a:rect l="0" t="0" r="r" b="b"/>
            <a:pathLst>
              <a:path w="3758" h="1350">
                <a:moveTo>
                  <a:pt x="0" y="0"/>
                </a:moveTo>
                <a:lnTo>
                  <a:pt x="3758" y="0"/>
                </a:lnTo>
                <a:lnTo>
                  <a:pt x="375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8" name=""/>
          <p:cNvSpPr/>
          <p:nvPr/>
        </p:nvSpPr>
        <p:spPr>
          <a:xfrm>
            <a:off x="5124240" y="5514840"/>
            <a:ext cx="1362600" cy="486000"/>
          </a:xfrm>
          <a:custGeom>
            <a:avLst/>
            <a:gdLst/>
            <a:ahLst/>
            <a:rect l="0" t="0" r="r" b="b"/>
            <a:pathLst>
              <a:path w="3785" h="1350">
                <a:moveTo>
                  <a:pt x="0" y="0"/>
                </a:moveTo>
                <a:lnTo>
                  <a:pt x="3785" y="0"/>
                </a:lnTo>
                <a:lnTo>
                  <a:pt x="3785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69" name=""/>
          <p:cNvSpPr/>
          <p:nvPr/>
        </p:nvSpPr>
        <p:spPr>
          <a:xfrm>
            <a:off x="571320" y="3543120"/>
            <a:ext cx="9720" cy="524160"/>
          </a:xfrm>
          <a:custGeom>
            <a:avLst/>
            <a:gdLst/>
            <a:ahLst/>
            <a:rect l="0" t="0" r="r" b="b"/>
            <a:pathLst>
              <a:path w="27" h="1456">
                <a:moveTo>
                  <a:pt x="0" y="0"/>
                </a:moveTo>
                <a:lnTo>
                  <a:pt x="27" y="0"/>
                </a:lnTo>
                <a:lnTo>
                  <a:pt x="27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0" name=""/>
          <p:cNvSpPr/>
          <p:nvPr/>
        </p:nvSpPr>
        <p:spPr>
          <a:xfrm>
            <a:off x="571320" y="3543120"/>
            <a:ext cx="1991160" cy="9720"/>
          </a:xfrm>
          <a:custGeom>
            <a:avLst/>
            <a:gdLst/>
            <a:ahLst/>
            <a:rect l="0" t="0" r="r" b="b"/>
            <a:pathLst>
              <a:path w="5531" h="27">
                <a:moveTo>
                  <a:pt x="0" y="0"/>
                </a:moveTo>
                <a:lnTo>
                  <a:pt x="5531" y="0"/>
                </a:lnTo>
                <a:lnTo>
                  <a:pt x="55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1" name=""/>
          <p:cNvSpPr/>
          <p:nvPr/>
        </p:nvSpPr>
        <p:spPr>
          <a:xfrm>
            <a:off x="2552400" y="3543120"/>
            <a:ext cx="10080" cy="524160"/>
          </a:xfrm>
          <a:custGeom>
            <a:avLst/>
            <a:gdLst/>
            <a:ahLst/>
            <a:rect l="0" t="0" r="r" b="b"/>
            <a:pathLst>
              <a:path w="28" h="1456">
                <a:moveTo>
                  <a:pt x="0" y="0"/>
                </a:moveTo>
                <a:lnTo>
                  <a:pt x="28" y="0"/>
                </a:lnTo>
                <a:lnTo>
                  <a:pt x="28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2" name=""/>
          <p:cNvSpPr/>
          <p:nvPr/>
        </p:nvSpPr>
        <p:spPr>
          <a:xfrm>
            <a:off x="2562120" y="3543120"/>
            <a:ext cx="1209960" cy="9720"/>
          </a:xfrm>
          <a:custGeom>
            <a:avLst/>
            <a:gdLst/>
            <a:ahLst/>
            <a:rect l="0" t="0" r="r" b="b"/>
            <a:pathLst>
              <a:path w="3361" h="27">
                <a:moveTo>
                  <a:pt x="0" y="0"/>
                </a:moveTo>
                <a:lnTo>
                  <a:pt x="3361" y="0"/>
                </a:lnTo>
                <a:lnTo>
                  <a:pt x="33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3" name=""/>
          <p:cNvSpPr/>
          <p:nvPr/>
        </p:nvSpPr>
        <p:spPr>
          <a:xfrm>
            <a:off x="3762360" y="3543120"/>
            <a:ext cx="9720" cy="524160"/>
          </a:xfrm>
          <a:custGeom>
            <a:avLst/>
            <a:gdLst/>
            <a:ahLst/>
            <a:rect l="0" t="0" r="r" b="b"/>
            <a:pathLst>
              <a:path w="27" h="1456">
                <a:moveTo>
                  <a:pt x="0" y="0"/>
                </a:moveTo>
                <a:lnTo>
                  <a:pt x="27" y="0"/>
                </a:lnTo>
                <a:lnTo>
                  <a:pt x="27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4" name=""/>
          <p:cNvSpPr/>
          <p:nvPr/>
        </p:nvSpPr>
        <p:spPr>
          <a:xfrm>
            <a:off x="3771720" y="3543120"/>
            <a:ext cx="1362600" cy="9720"/>
          </a:xfrm>
          <a:custGeom>
            <a:avLst/>
            <a:gdLst/>
            <a:ahLst/>
            <a:rect l="0" t="0" r="r" b="b"/>
            <a:pathLst>
              <a:path w="3785" h="27">
                <a:moveTo>
                  <a:pt x="0" y="0"/>
                </a:moveTo>
                <a:lnTo>
                  <a:pt x="3785" y="0"/>
                </a:lnTo>
                <a:lnTo>
                  <a:pt x="3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5" name=""/>
          <p:cNvSpPr/>
          <p:nvPr/>
        </p:nvSpPr>
        <p:spPr>
          <a:xfrm>
            <a:off x="5124240" y="3543120"/>
            <a:ext cx="10440" cy="524160"/>
          </a:xfrm>
          <a:custGeom>
            <a:avLst/>
            <a:gdLst/>
            <a:ahLst/>
            <a:rect l="0" t="0" r="r" b="b"/>
            <a:pathLst>
              <a:path w="29" h="1456">
                <a:moveTo>
                  <a:pt x="0" y="0"/>
                </a:moveTo>
                <a:lnTo>
                  <a:pt x="29" y="0"/>
                </a:lnTo>
                <a:lnTo>
                  <a:pt x="29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6" name=""/>
          <p:cNvSpPr/>
          <p:nvPr/>
        </p:nvSpPr>
        <p:spPr>
          <a:xfrm>
            <a:off x="5133960" y="3543120"/>
            <a:ext cx="1352880" cy="9720"/>
          </a:xfrm>
          <a:custGeom>
            <a:avLst/>
            <a:gdLst/>
            <a:ah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7" name=""/>
          <p:cNvSpPr/>
          <p:nvPr/>
        </p:nvSpPr>
        <p:spPr>
          <a:xfrm>
            <a:off x="6476760" y="3543120"/>
            <a:ext cx="10080" cy="524160"/>
          </a:xfrm>
          <a:custGeom>
            <a:avLst/>
            <a:gdLst/>
            <a:ahLst/>
            <a:rect l="0" t="0" r="r" b="b"/>
            <a:pathLst>
              <a:path w="28" h="1456">
                <a:moveTo>
                  <a:pt x="0" y="0"/>
                </a:moveTo>
                <a:lnTo>
                  <a:pt x="28" y="0"/>
                </a:lnTo>
                <a:lnTo>
                  <a:pt x="28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8" name=""/>
          <p:cNvSpPr/>
          <p:nvPr/>
        </p:nvSpPr>
        <p:spPr>
          <a:xfrm>
            <a:off x="571320" y="4057560"/>
            <a:ext cx="1991160" cy="9720"/>
          </a:xfrm>
          <a:custGeom>
            <a:avLst/>
            <a:gdLst/>
            <a:ahLst/>
            <a:rect l="0" t="0" r="r" b="b"/>
            <a:pathLst>
              <a:path w="5531" h="27">
                <a:moveTo>
                  <a:pt x="0" y="0"/>
                </a:moveTo>
                <a:lnTo>
                  <a:pt x="5531" y="0"/>
                </a:lnTo>
                <a:lnTo>
                  <a:pt x="55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79" name=""/>
          <p:cNvSpPr/>
          <p:nvPr/>
        </p:nvSpPr>
        <p:spPr>
          <a:xfrm>
            <a:off x="2562120" y="4057560"/>
            <a:ext cx="1209960" cy="9720"/>
          </a:xfrm>
          <a:custGeom>
            <a:avLst/>
            <a:gdLst/>
            <a:ahLst/>
            <a:rect l="0" t="0" r="r" b="b"/>
            <a:pathLst>
              <a:path w="3361" h="27">
                <a:moveTo>
                  <a:pt x="0" y="0"/>
                </a:moveTo>
                <a:lnTo>
                  <a:pt x="3361" y="0"/>
                </a:lnTo>
                <a:lnTo>
                  <a:pt x="33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0" name=""/>
          <p:cNvSpPr/>
          <p:nvPr/>
        </p:nvSpPr>
        <p:spPr>
          <a:xfrm>
            <a:off x="3771720" y="4057560"/>
            <a:ext cx="1362600" cy="9720"/>
          </a:xfrm>
          <a:custGeom>
            <a:avLst/>
            <a:gdLst/>
            <a:ahLst/>
            <a:rect l="0" t="0" r="r" b="b"/>
            <a:pathLst>
              <a:path w="3785" h="27">
                <a:moveTo>
                  <a:pt x="0" y="0"/>
                </a:moveTo>
                <a:lnTo>
                  <a:pt x="3785" y="0"/>
                </a:lnTo>
                <a:lnTo>
                  <a:pt x="3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1" name=""/>
          <p:cNvSpPr/>
          <p:nvPr/>
        </p:nvSpPr>
        <p:spPr>
          <a:xfrm>
            <a:off x="5133960" y="4057560"/>
            <a:ext cx="1352880" cy="9720"/>
          </a:xfrm>
          <a:custGeom>
            <a:avLst/>
            <a:gdLst/>
            <a:ah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2" name=""/>
          <p:cNvSpPr/>
          <p:nvPr/>
        </p:nvSpPr>
        <p:spPr>
          <a:xfrm>
            <a:off x="571320" y="406692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3" name=""/>
          <p:cNvSpPr/>
          <p:nvPr/>
        </p:nvSpPr>
        <p:spPr>
          <a:xfrm>
            <a:off x="2552400" y="406692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4" name=""/>
          <p:cNvSpPr/>
          <p:nvPr/>
        </p:nvSpPr>
        <p:spPr>
          <a:xfrm>
            <a:off x="3762360" y="406692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5" name=""/>
          <p:cNvSpPr/>
          <p:nvPr/>
        </p:nvSpPr>
        <p:spPr>
          <a:xfrm>
            <a:off x="5124240" y="4066920"/>
            <a:ext cx="10440" cy="486360"/>
          </a:xfrm>
          <a:custGeom>
            <a:avLst/>
            <a:gdLst/>
            <a:ahLst/>
            <a:rect l="0" t="0" r="r" b="b"/>
            <a:pathLst>
              <a:path w="29" h="1351">
                <a:moveTo>
                  <a:pt x="0" y="0"/>
                </a:moveTo>
                <a:lnTo>
                  <a:pt x="29" y="0"/>
                </a:lnTo>
                <a:lnTo>
                  <a:pt x="29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6" name=""/>
          <p:cNvSpPr/>
          <p:nvPr/>
        </p:nvSpPr>
        <p:spPr>
          <a:xfrm>
            <a:off x="6476760" y="406692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7" name=""/>
          <p:cNvSpPr/>
          <p:nvPr/>
        </p:nvSpPr>
        <p:spPr>
          <a:xfrm>
            <a:off x="571320" y="455292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8" name=""/>
          <p:cNvSpPr/>
          <p:nvPr/>
        </p:nvSpPr>
        <p:spPr>
          <a:xfrm>
            <a:off x="571320" y="4543200"/>
            <a:ext cx="1991160" cy="10080"/>
          </a:xfrm>
          <a:custGeom>
            <a:avLst/>
            <a:gdLst/>
            <a:ahLst/>
            <a:rect l="0" t="0" r="r" b="b"/>
            <a:pathLst>
              <a:path w="5531" h="28">
                <a:moveTo>
                  <a:pt x="0" y="0"/>
                </a:moveTo>
                <a:lnTo>
                  <a:pt x="5531" y="0"/>
                </a:lnTo>
                <a:lnTo>
                  <a:pt x="55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89" name=""/>
          <p:cNvSpPr/>
          <p:nvPr/>
        </p:nvSpPr>
        <p:spPr>
          <a:xfrm>
            <a:off x="2552400" y="455292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0" name=""/>
          <p:cNvSpPr/>
          <p:nvPr/>
        </p:nvSpPr>
        <p:spPr>
          <a:xfrm>
            <a:off x="2562120" y="4543200"/>
            <a:ext cx="1209960" cy="10080"/>
          </a:xfrm>
          <a:custGeom>
            <a:avLst/>
            <a:gdLst/>
            <a:ahLst/>
            <a:rect l="0" t="0" r="r" b="b"/>
            <a:pathLst>
              <a:path w="3361" h="28">
                <a:moveTo>
                  <a:pt x="0" y="0"/>
                </a:moveTo>
                <a:lnTo>
                  <a:pt x="3361" y="0"/>
                </a:lnTo>
                <a:lnTo>
                  <a:pt x="33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1" name=""/>
          <p:cNvSpPr/>
          <p:nvPr/>
        </p:nvSpPr>
        <p:spPr>
          <a:xfrm>
            <a:off x="3762360" y="455292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2" name=""/>
          <p:cNvSpPr/>
          <p:nvPr/>
        </p:nvSpPr>
        <p:spPr>
          <a:xfrm>
            <a:off x="3771720" y="4543200"/>
            <a:ext cx="1362600" cy="10080"/>
          </a:xfrm>
          <a:custGeom>
            <a:avLst/>
            <a:gdLst/>
            <a:ahLst/>
            <a:rect l="0" t="0" r="r" b="b"/>
            <a:pathLst>
              <a:path w="3785" h="28">
                <a:moveTo>
                  <a:pt x="0" y="0"/>
                </a:moveTo>
                <a:lnTo>
                  <a:pt x="3785" y="0"/>
                </a:lnTo>
                <a:lnTo>
                  <a:pt x="37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3" name=""/>
          <p:cNvSpPr/>
          <p:nvPr/>
        </p:nvSpPr>
        <p:spPr>
          <a:xfrm>
            <a:off x="5124240" y="4552920"/>
            <a:ext cx="10440" cy="486000"/>
          </a:xfrm>
          <a:custGeom>
            <a:avLst/>
            <a:gdLst/>
            <a:ahLst/>
            <a:rect l="0" t="0" r="r" b="b"/>
            <a:pathLst>
              <a:path w="29" h="1350">
                <a:moveTo>
                  <a:pt x="0" y="0"/>
                </a:moveTo>
                <a:lnTo>
                  <a:pt x="29" y="0"/>
                </a:lnTo>
                <a:lnTo>
                  <a:pt x="29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4" name=""/>
          <p:cNvSpPr/>
          <p:nvPr/>
        </p:nvSpPr>
        <p:spPr>
          <a:xfrm>
            <a:off x="5133960" y="4543200"/>
            <a:ext cx="1352880" cy="10080"/>
          </a:xfrm>
          <a:custGeom>
            <a:avLst/>
            <a:gdLst/>
            <a:ahLst/>
            <a:rect l="0" t="0" r="r" b="b"/>
            <a:pathLst>
              <a:path w="3758" h="28">
                <a:moveTo>
                  <a:pt x="0" y="0"/>
                </a:moveTo>
                <a:lnTo>
                  <a:pt x="3758" y="0"/>
                </a:lnTo>
                <a:lnTo>
                  <a:pt x="3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5" name=""/>
          <p:cNvSpPr/>
          <p:nvPr/>
        </p:nvSpPr>
        <p:spPr>
          <a:xfrm>
            <a:off x="6476760" y="455292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6" name=""/>
          <p:cNvSpPr/>
          <p:nvPr/>
        </p:nvSpPr>
        <p:spPr>
          <a:xfrm>
            <a:off x="571320" y="503856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7" name=""/>
          <p:cNvSpPr/>
          <p:nvPr/>
        </p:nvSpPr>
        <p:spPr>
          <a:xfrm>
            <a:off x="571320" y="5028840"/>
            <a:ext cx="1991160" cy="10080"/>
          </a:xfrm>
          <a:custGeom>
            <a:avLst/>
            <a:gdLst/>
            <a:ahLst/>
            <a:rect l="0" t="0" r="r" b="b"/>
            <a:pathLst>
              <a:path w="5531" h="28">
                <a:moveTo>
                  <a:pt x="0" y="0"/>
                </a:moveTo>
                <a:lnTo>
                  <a:pt x="5531" y="0"/>
                </a:lnTo>
                <a:lnTo>
                  <a:pt x="55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8" name=""/>
          <p:cNvSpPr/>
          <p:nvPr/>
        </p:nvSpPr>
        <p:spPr>
          <a:xfrm>
            <a:off x="2552400" y="503856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99" name=""/>
          <p:cNvSpPr/>
          <p:nvPr/>
        </p:nvSpPr>
        <p:spPr>
          <a:xfrm>
            <a:off x="2562120" y="5028840"/>
            <a:ext cx="1209960" cy="10080"/>
          </a:xfrm>
          <a:custGeom>
            <a:avLst/>
            <a:gdLst/>
            <a:ahLst/>
            <a:rect l="0" t="0" r="r" b="b"/>
            <a:pathLst>
              <a:path w="3361" h="28">
                <a:moveTo>
                  <a:pt x="0" y="0"/>
                </a:moveTo>
                <a:lnTo>
                  <a:pt x="3361" y="0"/>
                </a:lnTo>
                <a:lnTo>
                  <a:pt x="33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0" name=""/>
          <p:cNvSpPr/>
          <p:nvPr/>
        </p:nvSpPr>
        <p:spPr>
          <a:xfrm>
            <a:off x="3762360" y="503856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1" name=""/>
          <p:cNvSpPr/>
          <p:nvPr/>
        </p:nvSpPr>
        <p:spPr>
          <a:xfrm>
            <a:off x="3771720" y="5028840"/>
            <a:ext cx="1362600" cy="10080"/>
          </a:xfrm>
          <a:custGeom>
            <a:avLst/>
            <a:gdLst/>
            <a:ahLst/>
            <a:rect l="0" t="0" r="r" b="b"/>
            <a:pathLst>
              <a:path w="3785" h="28">
                <a:moveTo>
                  <a:pt x="0" y="0"/>
                </a:moveTo>
                <a:lnTo>
                  <a:pt x="3785" y="0"/>
                </a:lnTo>
                <a:lnTo>
                  <a:pt x="37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2" name=""/>
          <p:cNvSpPr/>
          <p:nvPr/>
        </p:nvSpPr>
        <p:spPr>
          <a:xfrm>
            <a:off x="5124240" y="5038560"/>
            <a:ext cx="10440" cy="486000"/>
          </a:xfrm>
          <a:custGeom>
            <a:avLst/>
            <a:gdLst/>
            <a:ahLst/>
            <a:rect l="0" t="0" r="r" b="b"/>
            <a:pathLst>
              <a:path w="29" h="1350">
                <a:moveTo>
                  <a:pt x="0" y="0"/>
                </a:moveTo>
                <a:lnTo>
                  <a:pt x="29" y="0"/>
                </a:lnTo>
                <a:lnTo>
                  <a:pt x="29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3" name=""/>
          <p:cNvSpPr/>
          <p:nvPr/>
        </p:nvSpPr>
        <p:spPr>
          <a:xfrm>
            <a:off x="5133960" y="5028840"/>
            <a:ext cx="1352880" cy="10080"/>
          </a:xfrm>
          <a:custGeom>
            <a:avLst/>
            <a:gdLst/>
            <a:ahLst/>
            <a:rect l="0" t="0" r="r" b="b"/>
            <a:pathLst>
              <a:path w="3758" h="28">
                <a:moveTo>
                  <a:pt x="0" y="0"/>
                </a:moveTo>
                <a:lnTo>
                  <a:pt x="3758" y="0"/>
                </a:lnTo>
                <a:lnTo>
                  <a:pt x="3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4" name=""/>
          <p:cNvSpPr/>
          <p:nvPr/>
        </p:nvSpPr>
        <p:spPr>
          <a:xfrm>
            <a:off x="6476760" y="503856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5" name=""/>
          <p:cNvSpPr/>
          <p:nvPr/>
        </p:nvSpPr>
        <p:spPr>
          <a:xfrm>
            <a:off x="571320" y="552420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6" name=""/>
          <p:cNvSpPr/>
          <p:nvPr/>
        </p:nvSpPr>
        <p:spPr>
          <a:xfrm>
            <a:off x="571320" y="5514840"/>
            <a:ext cx="1991160" cy="9720"/>
          </a:xfrm>
          <a:custGeom>
            <a:avLst/>
            <a:gdLst/>
            <a:ahLst/>
            <a:rect l="0" t="0" r="r" b="b"/>
            <a:pathLst>
              <a:path w="5531" h="27">
                <a:moveTo>
                  <a:pt x="0" y="0"/>
                </a:moveTo>
                <a:lnTo>
                  <a:pt x="5531" y="0"/>
                </a:lnTo>
                <a:lnTo>
                  <a:pt x="55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7" name=""/>
          <p:cNvSpPr/>
          <p:nvPr/>
        </p:nvSpPr>
        <p:spPr>
          <a:xfrm>
            <a:off x="2552400" y="552420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8" name=""/>
          <p:cNvSpPr/>
          <p:nvPr/>
        </p:nvSpPr>
        <p:spPr>
          <a:xfrm>
            <a:off x="2562120" y="5514840"/>
            <a:ext cx="1209960" cy="9720"/>
          </a:xfrm>
          <a:custGeom>
            <a:avLst/>
            <a:gdLst/>
            <a:ahLst/>
            <a:rect l="0" t="0" r="r" b="b"/>
            <a:pathLst>
              <a:path w="3361" h="27">
                <a:moveTo>
                  <a:pt x="0" y="0"/>
                </a:moveTo>
                <a:lnTo>
                  <a:pt x="3361" y="0"/>
                </a:lnTo>
                <a:lnTo>
                  <a:pt x="33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09" name=""/>
          <p:cNvSpPr/>
          <p:nvPr/>
        </p:nvSpPr>
        <p:spPr>
          <a:xfrm>
            <a:off x="3762360" y="552420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0" name=""/>
          <p:cNvSpPr/>
          <p:nvPr/>
        </p:nvSpPr>
        <p:spPr>
          <a:xfrm>
            <a:off x="3771720" y="5514840"/>
            <a:ext cx="1362600" cy="9720"/>
          </a:xfrm>
          <a:custGeom>
            <a:avLst/>
            <a:gdLst/>
            <a:ahLst/>
            <a:rect l="0" t="0" r="r" b="b"/>
            <a:pathLst>
              <a:path w="3785" h="27">
                <a:moveTo>
                  <a:pt x="0" y="0"/>
                </a:moveTo>
                <a:lnTo>
                  <a:pt x="3785" y="0"/>
                </a:lnTo>
                <a:lnTo>
                  <a:pt x="3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1" name=""/>
          <p:cNvSpPr/>
          <p:nvPr/>
        </p:nvSpPr>
        <p:spPr>
          <a:xfrm>
            <a:off x="5124240" y="5524200"/>
            <a:ext cx="10440" cy="486360"/>
          </a:xfrm>
          <a:custGeom>
            <a:avLst/>
            <a:gdLst/>
            <a:ahLst/>
            <a:rect l="0" t="0" r="r" b="b"/>
            <a:pathLst>
              <a:path w="29" h="1351">
                <a:moveTo>
                  <a:pt x="0" y="0"/>
                </a:moveTo>
                <a:lnTo>
                  <a:pt x="29" y="0"/>
                </a:lnTo>
                <a:lnTo>
                  <a:pt x="29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2" name=""/>
          <p:cNvSpPr/>
          <p:nvPr/>
        </p:nvSpPr>
        <p:spPr>
          <a:xfrm>
            <a:off x="5133960" y="5514840"/>
            <a:ext cx="1352880" cy="9720"/>
          </a:xfrm>
          <a:custGeom>
            <a:avLst/>
            <a:gdLst/>
            <a:ah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3" name=""/>
          <p:cNvSpPr/>
          <p:nvPr/>
        </p:nvSpPr>
        <p:spPr>
          <a:xfrm>
            <a:off x="6476760" y="552420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4" name=""/>
          <p:cNvSpPr/>
          <p:nvPr/>
        </p:nvSpPr>
        <p:spPr>
          <a:xfrm>
            <a:off x="571320" y="6000480"/>
            <a:ext cx="1991160" cy="10080"/>
          </a:xfrm>
          <a:custGeom>
            <a:avLst/>
            <a:gdLst/>
            <a:ahLst/>
            <a:rect l="0" t="0" r="r" b="b"/>
            <a:pathLst>
              <a:path w="5531" h="28">
                <a:moveTo>
                  <a:pt x="0" y="0"/>
                </a:moveTo>
                <a:lnTo>
                  <a:pt x="5531" y="0"/>
                </a:lnTo>
                <a:lnTo>
                  <a:pt x="55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5" name=""/>
          <p:cNvSpPr/>
          <p:nvPr/>
        </p:nvSpPr>
        <p:spPr>
          <a:xfrm>
            <a:off x="2562120" y="6000480"/>
            <a:ext cx="1209960" cy="10080"/>
          </a:xfrm>
          <a:custGeom>
            <a:avLst/>
            <a:gdLst/>
            <a:ahLst/>
            <a:rect l="0" t="0" r="r" b="b"/>
            <a:pathLst>
              <a:path w="3361" h="28">
                <a:moveTo>
                  <a:pt x="0" y="0"/>
                </a:moveTo>
                <a:lnTo>
                  <a:pt x="3361" y="0"/>
                </a:lnTo>
                <a:lnTo>
                  <a:pt x="33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6" name=""/>
          <p:cNvSpPr/>
          <p:nvPr/>
        </p:nvSpPr>
        <p:spPr>
          <a:xfrm>
            <a:off x="3771720" y="6000480"/>
            <a:ext cx="1362600" cy="10080"/>
          </a:xfrm>
          <a:custGeom>
            <a:avLst/>
            <a:gdLst/>
            <a:ahLst/>
            <a:rect l="0" t="0" r="r" b="b"/>
            <a:pathLst>
              <a:path w="3785" h="28">
                <a:moveTo>
                  <a:pt x="0" y="0"/>
                </a:moveTo>
                <a:lnTo>
                  <a:pt x="3785" y="0"/>
                </a:lnTo>
                <a:lnTo>
                  <a:pt x="37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7" name=""/>
          <p:cNvSpPr/>
          <p:nvPr/>
        </p:nvSpPr>
        <p:spPr>
          <a:xfrm>
            <a:off x="5133960" y="6000480"/>
            <a:ext cx="1352880" cy="10080"/>
          </a:xfrm>
          <a:custGeom>
            <a:avLst/>
            <a:gdLst/>
            <a:ahLst/>
            <a:rect l="0" t="0" r="r" b="b"/>
            <a:pathLst>
              <a:path w="3758" h="28">
                <a:moveTo>
                  <a:pt x="0" y="0"/>
                </a:moveTo>
                <a:lnTo>
                  <a:pt x="3758" y="0"/>
                </a:lnTo>
                <a:lnTo>
                  <a:pt x="3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8" name=""/>
          <p:cNvSpPr/>
          <p:nvPr/>
        </p:nvSpPr>
        <p:spPr>
          <a:xfrm>
            <a:off x="1807200" y="1216080"/>
            <a:ext cx="183240" cy="148680"/>
          </a:xfrm>
          <a:custGeom>
            <a:avLst/>
            <a:gdLst/>
            <a:ahLst/>
            <a:rect l="0" t="0" r="r" b="b"/>
            <a:pathLst>
              <a:path w="509" h="413">
                <a:moveTo>
                  <a:pt x="0" y="142"/>
                </a:moveTo>
                <a:cubicBezTo>
                  <a:pt x="0" y="139"/>
                  <a:pt x="1" y="134"/>
                  <a:pt x="2" y="128"/>
                </a:cubicBezTo>
                <a:cubicBezTo>
                  <a:pt x="4" y="121"/>
                  <a:pt x="7" y="109"/>
                  <a:pt x="13" y="92"/>
                </a:cubicBezTo>
                <a:cubicBezTo>
                  <a:pt x="19" y="75"/>
                  <a:pt x="25" y="61"/>
                  <a:pt x="32" y="49"/>
                </a:cubicBezTo>
                <a:cubicBezTo>
                  <a:pt x="38" y="38"/>
                  <a:pt x="48" y="27"/>
                  <a:pt x="62" y="16"/>
                </a:cubicBezTo>
                <a:cubicBezTo>
                  <a:pt x="76" y="5"/>
                  <a:pt x="89" y="0"/>
                  <a:pt x="103" y="0"/>
                </a:cubicBezTo>
                <a:cubicBezTo>
                  <a:pt x="125" y="0"/>
                  <a:pt x="143" y="6"/>
                  <a:pt x="158" y="17"/>
                </a:cubicBezTo>
                <a:cubicBezTo>
                  <a:pt x="173" y="28"/>
                  <a:pt x="182" y="38"/>
                  <a:pt x="185" y="48"/>
                </a:cubicBezTo>
                <a:cubicBezTo>
                  <a:pt x="189" y="57"/>
                  <a:pt x="191" y="64"/>
                  <a:pt x="191" y="67"/>
                </a:cubicBezTo>
                <a:cubicBezTo>
                  <a:pt x="191" y="68"/>
                  <a:pt x="191" y="69"/>
                  <a:pt x="192" y="69"/>
                </a:cubicBezTo>
                <a:lnTo>
                  <a:pt x="202" y="59"/>
                </a:lnTo>
                <a:cubicBezTo>
                  <a:pt x="239" y="20"/>
                  <a:pt x="281" y="0"/>
                  <a:pt x="329" y="0"/>
                </a:cubicBezTo>
                <a:cubicBezTo>
                  <a:pt x="362" y="0"/>
                  <a:pt x="388" y="8"/>
                  <a:pt x="408" y="25"/>
                </a:cubicBezTo>
                <a:cubicBezTo>
                  <a:pt x="428" y="41"/>
                  <a:pt x="439" y="65"/>
                  <a:pt x="439" y="97"/>
                </a:cubicBezTo>
                <a:cubicBezTo>
                  <a:pt x="440" y="129"/>
                  <a:pt x="428" y="177"/>
                  <a:pt x="405" y="241"/>
                </a:cubicBezTo>
                <a:cubicBezTo>
                  <a:pt x="381" y="304"/>
                  <a:pt x="369" y="343"/>
                  <a:pt x="370" y="356"/>
                </a:cubicBezTo>
                <a:cubicBezTo>
                  <a:pt x="370" y="372"/>
                  <a:pt x="375" y="380"/>
                  <a:pt x="386" y="380"/>
                </a:cubicBezTo>
                <a:cubicBezTo>
                  <a:pt x="389" y="380"/>
                  <a:pt x="392" y="379"/>
                  <a:pt x="394" y="379"/>
                </a:cubicBezTo>
                <a:cubicBezTo>
                  <a:pt x="411" y="376"/>
                  <a:pt x="427" y="364"/>
                  <a:pt x="441" y="344"/>
                </a:cubicBezTo>
                <a:cubicBezTo>
                  <a:pt x="455" y="324"/>
                  <a:pt x="466" y="300"/>
                  <a:pt x="473" y="271"/>
                </a:cubicBezTo>
                <a:cubicBezTo>
                  <a:pt x="474" y="267"/>
                  <a:pt x="480" y="264"/>
                  <a:pt x="491" y="264"/>
                </a:cubicBezTo>
                <a:cubicBezTo>
                  <a:pt x="503" y="264"/>
                  <a:pt x="509" y="267"/>
                  <a:pt x="509" y="271"/>
                </a:cubicBezTo>
                <a:cubicBezTo>
                  <a:pt x="509" y="272"/>
                  <a:pt x="508" y="277"/>
                  <a:pt x="506" y="285"/>
                </a:cubicBezTo>
                <a:cubicBezTo>
                  <a:pt x="501" y="303"/>
                  <a:pt x="494" y="320"/>
                  <a:pt x="486" y="337"/>
                </a:cubicBezTo>
                <a:cubicBezTo>
                  <a:pt x="477" y="354"/>
                  <a:pt x="463" y="371"/>
                  <a:pt x="444" y="388"/>
                </a:cubicBezTo>
                <a:cubicBezTo>
                  <a:pt x="424" y="405"/>
                  <a:pt x="403" y="413"/>
                  <a:pt x="381" y="412"/>
                </a:cubicBezTo>
                <a:cubicBezTo>
                  <a:pt x="352" y="412"/>
                  <a:pt x="332" y="404"/>
                  <a:pt x="319" y="388"/>
                </a:cubicBezTo>
                <a:cubicBezTo>
                  <a:pt x="305" y="372"/>
                  <a:pt x="299" y="355"/>
                  <a:pt x="299" y="337"/>
                </a:cubicBezTo>
                <a:cubicBezTo>
                  <a:pt x="299" y="325"/>
                  <a:pt x="310" y="289"/>
                  <a:pt x="333" y="228"/>
                </a:cubicBezTo>
                <a:cubicBezTo>
                  <a:pt x="355" y="167"/>
                  <a:pt x="366" y="119"/>
                  <a:pt x="366" y="89"/>
                </a:cubicBezTo>
                <a:cubicBezTo>
                  <a:pt x="366" y="53"/>
                  <a:pt x="353" y="35"/>
                  <a:pt x="326" y="35"/>
                </a:cubicBezTo>
                <a:lnTo>
                  <a:pt x="322" y="35"/>
                </a:lnTo>
                <a:cubicBezTo>
                  <a:pt x="269" y="35"/>
                  <a:pt x="225" y="65"/>
                  <a:pt x="189" y="128"/>
                </a:cubicBezTo>
                <a:lnTo>
                  <a:pt x="183" y="139"/>
                </a:lnTo>
                <a:lnTo>
                  <a:pt x="153" y="261"/>
                </a:lnTo>
                <a:cubicBezTo>
                  <a:pt x="133" y="340"/>
                  <a:pt x="121" y="383"/>
                  <a:pt x="118" y="389"/>
                </a:cubicBezTo>
                <a:cubicBezTo>
                  <a:pt x="110" y="405"/>
                  <a:pt x="97" y="413"/>
                  <a:pt x="79" y="413"/>
                </a:cubicBezTo>
                <a:cubicBezTo>
                  <a:pt x="71" y="413"/>
                  <a:pt x="65" y="412"/>
                  <a:pt x="60" y="408"/>
                </a:cubicBezTo>
                <a:cubicBezTo>
                  <a:pt x="55" y="404"/>
                  <a:pt x="52" y="401"/>
                  <a:pt x="50" y="397"/>
                </a:cubicBezTo>
                <a:cubicBezTo>
                  <a:pt x="48" y="393"/>
                  <a:pt x="47" y="390"/>
                  <a:pt x="48" y="388"/>
                </a:cubicBezTo>
                <a:cubicBezTo>
                  <a:pt x="48" y="380"/>
                  <a:pt x="59" y="331"/>
                  <a:pt x="82" y="240"/>
                </a:cubicBezTo>
                <a:cubicBezTo>
                  <a:pt x="106" y="149"/>
                  <a:pt x="118" y="98"/>
                  <a:pt x="119" y="90"/>
                </a:cubicBezTo>
                <a:cubicBezTo>
                  <a:pt x="119" y="87"/>
                  <a:pt x="120" y="80"/>
                  <a:pt x="120" y="69"/>
                </a:cubicBezTo>
                <a:cubicBezTo>
                  <a:pt x="120" y="46"/>
                  <a:pt x="112" y="34"/>
                  <a:pt x="98" y="34"/>
                </a:cubicBezTo>
                <a:cubicBezTo>
                  <a:pt x="75" y="34"/>
                  <a:pt x="56" y="64"/>
                  <a:pt x="41" y="126"/>
                </a:cubicBezTo>
                <a:cubicBezTo>
                  <a:pt x="37" y="138"/>
                  <a:pt x="35" y="144"/>
                  <a:pt x="35" y="145"/>
                </a:cubicBezTo>
                <a:cubicBezTo>
                  <a:pt x="34" y="149"/>
                  <a:pt x="28" y="150"/>
                  <a:pt x="18" y="150"/>
                </a:cubicBezTo>
                <a:lnTo>
                  <a:pt x="5" y="150"/>
                </a:lnTo>
                <a:cubicBezTo>
                  <a:pt x="2" y="147"/>
                  <a:pt x="0" y="144"/>
                  <a:pt x="0" y="142"/>
                </a:cubicBez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19" name=""/>
          <p:cNvSpPr/>
          <p:nvPr/>
        </p:nvSpPr>
        <p:spPr>
          <a:xfrm>
            <a:off x="2106000" y="1240920"/>
            <a:ext cx="218520" cy="76680"/>
          </a:xfrm>
          <a:custGeom>
            <a:avLst/>
            <a:gdLst/>
            <a:ahLst/>
            <a:rect l="0" t="0" r="r" b="b"/>
            <a:pathLst>
              <a:path w="607" h="213">
                <a:moveTo>
                  <a:pt x="0" y="18"/>
                </a:moveTo>
                <a:cubicBezTo>
                  <a:pt x="0" y="10"/>
                  <a:pt x="4" y="4"/>
                  <a:pt x="13" y="0"/>
                </a:cubicBezTo>
                <a:lnTo>
                  <a:pt x="593" y="0"/>
                </a:lnTo>
                <a:cubicBezTo>
                  <a:pt x="602" y="4"/>
                  <a:pt x="607" y="10"/>
                  <a:pt x="607" y="18"/>
                </a:cubicBezTo>
                <a:cubicBezTo>
                  <a:pt x="607" y="24"/>
                  <a:pt x="603" y="30"/>
                  <a:pt x="594" y="35"/>
                </a:cubicBezTo>
                <a:lnTo>
                  <a:pt x="304" y="36"/>
                </a:lnTo>
                <a:lnTo>
                  <a:pt x="15" y="36"/>
                </a:lnTo>
                <a:cubicBezTo>
                  <a:pt x="5" y="33"/>
                  <a:pt x="0" y="27"/>
                  <a:pt x="0" y="18"/>
                </a:cubicBezTo>
                <a:moveTo>
                  <a:pt x="0" y="195"/>
                </a:moveTo>
                <a:cubicBezTo>
                  <a:pt x="0" y="186"/>
                  <a:pt x="5" y="180"/>
                  <a:pt x="15" y="177"/>
                </a:cubicBezTo>
                <a:lnTo>
                  <a:pt x="594" y="177"/>
                </a:lnTo>
                <a:cubicBezTo>
                  <a:pt x="603" y="183"/>
                  <a:pt x="607" y="189"/>
                  <a:pt x="607" y="195"/>
                </a:cubicBezTo>
                <a:cubicBezTo>
                  <a:pt x="607" y="203"/>
                  <a:pt x="602" y="209"/>
                  <a:pt x="593" y="213"/>
                </a:cubicBezTo>
                <a:lnTo>
                  <a:pt x="13" y="213"/>
                </a:lnTo>
                <a:cubicBezTo>
                  <a:pt x="4" y="209"/>
                  <a:pt x="0" y="203"/>
                  <a:pt x="0" y="195"/>
                </a:cubicBez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0" name=""/>
          <p:cNvSpPr/>
          <p:nvPr/>
        </p:nvSpPr>
        <p:spPr>
          <a:xfrm>
            <a:off x="2460600" y="1142640"/>
            <a:ext cx="113040" cy="218520"/>
          </a:xfrm>
          <a:custGeom>
            <a:avLst/>
            <a:gdLst/>
            <a:ahLst/>
            <a:rect l="0" t="0" r="r" b="b"/>
            <a:pathLst>
              <a:path w="314" h="607">
                <a:moveTo>
                  <a:pt x="118" y="81"/>
                </a:moveTo>
                <a:lnTo>
                  <a:pt x="107" y="85"/>
                </a:lnTo>
                <a:cubicBezTo>
                  <a:pt x="98" y="88"/>
                  <a:pt x="86" y="91"/>
                  <a:pt x="70" y="94"/>
                </a:cubicBezTo>
                <a:cubicBezTo>
                  <a:pt x="54" y="97"/>
                  <a:pt x="37" y="99"/>
                  <a:pt x="17" y="101"/>
                </a:cubicBezTo>
                <a:lnTo>
                  <a:pt x="0" y="101"/>
                </a:lnTo>
                <a:lnTo>
                  <a:pt x="0" y="59"/>
                </a:lnTo>
                <a:lnTo>
                  <a:pt x="17" y="59"/>
                </a:lnTo>
                <a:cubicBezTo>
                  <a:pt x="46" y="58"/>
                  <a:pt x="72" y="53"/>
                  <a:pt x="97" y="45"/>
                </a:cubicBezTo>
                <a:cubicBezTo>
                  <a:pt x="121" y="37"/>
                  <a:pt x="138" y="30"/>
                  <a:pt x="148" y="23"/>
                </a:cubicBezTo>
                <a:cubicBezTo>
                  <a:pt x="157" y="17"/>
                  <a:pt x="166" y="10"/>
                  <a:pt x="173" y="3"/>
                </a:cubicBezTo>
                <a:cubicBezTo>
                  <a:pt x="174" y="1"/>
                  <a:pt x="178" y="0"/>
                  <a:pt x="184" y="0"/>
                </a:cubicBezTo>
                <a:cubicBezTo>
                  <a:pt x="190" y="0"/>
                  <a:pt x="196" y="2"/>
                  <a:pt x="200" y="6"/>
                </a:cubicBezTo>
                <a:lnTo>
                  <a:pt x="200" y="279"/>
                </a:lnTo>
                <a:lnTo>
                  <a:pt x="201" y="552"/>
                </a:lnTo>
                <a:cubicBezTo>
                  <a:pt x="206" y="556"/>
                  <a:pt x="209" y="559"/>
                  <a:pt x="212" y="560"/>
                </a:cubicBezTo>
                <a:cubicBezTo>
                  <a:pt x="215" y="561"/>
                  <a:pt x="223" y="562"/>
                  <a:pt x="234" y="564"/>
                </a:cubicBezTo>
                <a:cubicBezTo>
                  <a:pt x="246" y="565"/>
                  <a:pt x="264" y="566"/>
                  <a:pt x="290" y="566"/>
                </a:cubicBezTo>
                <a:lnTo>
                  <a:pt x="314" y="566"/>
                </a:lnTo>
                <a:lnTo>
                  <a:pt x="314" y="607"/>
                </a:lnTo>
                <a:lnTo>
                  <a:pt x="304" y="607"/>
                </a:lnTo>
                <a:cubicBezTo>
                  <a:pt x="291" y="606"/>
                  <a:pt x="243" y="605"/>
                  <a:pt x="158" y="605"/>
                </a:cubicBezTo>
                <a:cubicBezTo>
                  <a:pt x="76" y="605"/>
                  <a:pt x="28" y="606"/>
                  <a:pt x="16" y="607"/>
                </a:cubicBezTo>
                <a:lnTo>
                  <a:pt x="5" y="607"/>
                </a:lnTo>
                <a:lnTo>
                  <a:pt x="5" y="566"/>
                </a:lnTo>
                <a:lnTo>
                  <a:pt x="28" y="566"/>
                </a:lnTo>
                <a:cubicBezTo>
                  <a:pt x="42" y="566"/>
                  <a:pt x="53" y="566"/>
                  <a:pt x="63" y="566"/>
                </a:cubicBezTo>
                <a:cubicBezTo>
                  <a:pt x="73" y="566"/>
                  <a:pt x="80" y="565"/>
                  <a:pt x="86" y="565"/>
                </a:cubicBezTo>
                <a:cubicBezTo>
                  <a:pt x="91" y="564"/>
                  <a:pt x="96" y="563"/>
                  <a:pt x="100" y="562"/>
                </a:cubicBezTo>
                <a:cubicBezTo>
                  <a:pt x="104" y="561"/>
                  <a:pt x="107" y="560"/>
                  <a:pt x="107" y="560"/>
                </a:cubicBezTo>
                <a:cubicBezTo>
                  <a:pt x="108" y="560"/>
                  <a:pt x="110" y="559"/>
                  <a:pt x="113" y="556"/>
                </a:cubicBezTo>
                <a:cubicBezTo>
                  <a:pt x="116" y="552"/>
                  <a:pt x="118" y="551"/>
                  <a:pt x="118" y="552"/>
                </a:cubicBezTo>
                <a:lnTo>
                  <a:pt x="118" y="81"/>
                </a:ln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1" name=""/>
          <p:cNvSpPr/>
          <p:nvPr/>
        </p:nvSpPr>
        <p:spPr>
          <a:xfrm>
            <a:off x="2610000" y="114264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2" y="74"/>
                </a:moveTo>
                <a:cubicBezTo>
                  <a:pt x="86" y="25"/>
                  <a:pt x="132" y="0"/>
                  <a:pt x="191" y="0"/>
                </a:cubicBezTo>
                <a:cubicBezTo>
                  <a:pt x="221" y="0"/>
                  <a:pt x="250" y="8"/>
                  <a:pt x="279" y="24"/>
                </a:cubicBezTo>
                <a:cubicBezTo>
                  <a:pt x="308" y="40"/>
                  <a:pt x="332" y="68"/>
                  <a:pt x="350" y="108"/>
                </a:cubicBezTo>
                <a:cubicBezTo>
                  <a:pt x="373" y="158"/>
                  <a:pt x="384" y="227"/>
                  <a:pt x="384" y="316"/>
                </a:cubicBezTo>
                <a:cubicBezTo>
                  <a:pt x="384" y="410"/>
                  <a:pt x="371" y="482"/>
                  <a:pt x="345" y="532"/>
                </a:cubicBezTo>
                <a:cubicBezTo>
                  <a:pt x="333" y="557"/>
                  <a:pt x="316" y="578"/>
                  <a:pt x="295" y="593"/>
                </a:cubicBezTo>
                <a:cubicBezTo>
                  <a:pt x="274" y="608"/>
                  <a:pt x="255" y="617"/>
                  <a:pt x="239" y="621"/>
                </a:cubicBezTo>
                <a:cubicBezTo>
                  <a:pt x="224" y="625"/>
                  <a:pt x="208" y="627"/>
                  <a:pt x="192" y="627"/>
                </a:cubicBezTo>
                <a:cubicBezTo>
                  <a:pt x="176" y="627"/>
                  <a:pt x="160" y="626"/>
                  <a:pt x="145" y="622"/>
                </a:cubicBezTo>
                <a:cubicBezTo>
                  <a:pt x="129" y="618"/>
                  <a:pt x="110" y="609"/>
                  <a:pt x="89" y="593"/>
                </a:cubicBezTo>
                <a:cubicBezTo>
                  <a:pt x="68" y="577"/>
                  <a:pt x="51" y="557"/>
                  <a:pt x="39" y="532"/>
                </a:cubicBezTo>
                <a:cubicBezTo>
                  <a:pt x="13" y="482"/>
                  <a:pt x="0" y="410"/>
                  <a:pt x="0" y="316"/>
                </a:cubicBezTo>
                <a:cubicBezTo>
                  <a:pt x="0" y="210"/>
                  <a:pt x="17" y="129"/>
                  <a:pt x="52" y="74"/>
                </a:cubicBezTo>
                <a:moveTo>
                  <a:pt x="258" y="63"/>
                </a:moveTo>
                <a:cubicBezTo>
                  <a:pt x="239" y="44"/>
                  <a:pt x="218" y="34"/>
                  <a:pt x="192" y="34"/>
                </a:cubicBezTo>
                <a:cubicBezTo>
                  <a:pt x="166" y="34"/>
                  <a:pt x="145" y="44"/>
                  <a:pt x="126" y="63"/>
                </a:cubicBezTo>
                <a:cubicBezTo>
                  <a:pt x="111" y="79"/>
                  <a:pt x="101" y="101"/>
                  <a:pt x="96" y="129"/>
                </a:cubicBezTo>
                <a:cubicBezTo>
                  <a:pt x="92" y="157"/>
                  <a:pt x="89" y="215"/>
                  <a:pt x="89" y="304"/>
                </a:cubicBezTo>
                <a:cubicBezTo>
                  <a:pt x="89" y="400"/>
                  <a:pt x="92" y="463"/>
                  <a:pt x="96" y="494"/>
                </a:cubicBezTo>
                <a:cubicBezTo>
                  <a:pt x="101" y="524"/>
                  <a:pt x="112" y="548"/>
                  <a:pt x="129" y="566"/>
                </a:cubicBezTo>
                <a:cubicBezTo>
                  <a:pt x="146" y="584"/>
                  <a:pt x="167" y="593"/>
                  <a:pt x="192" y="593"/>
                </a:cubicBezTo>
                <a:cubicBezTo>
                  <a:pt x="217" y="593"/>
                  <a:pt x="238" y="584"/>
                  <a:pt x="255" y="566"/>
                </a:cubicBezTo>
                <a:cubicBezTo>
                  <a:pt x="272" y="547"/>
                  <a:pt x="283" y="522"/>
                  <a:pt x="288" y="489"/>
                </a:cubicBezTo>
                <a:cubicBezTo>
                  <a:pt x="292" y="456"/>
                  <a:pt x="294" y="395"/>
                  <a:pt x="295" y="304"/>
                </a:cubicBezTo>
                <a:cubicBezTo>
                  <a:pt x="295" y="215"/>
                  <a:pt x="292" y="158"/>
                  <a:pt x="288" y="130"/>
                </a:cubicBezTo>
                <a:cubicBezTo>
                  <a:pt x="283" y="102"/>
                  <a:pt x="273" y="80"/>
                  <a:pt x="258" y="63"/>
                </a:cubicBez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2" name=""/>
          <p:cNvSpPr/>
          <p:nvPr/>
        </p:nvSpPr>
        <p:spPr>
          <a:xfrm>
            <a:off x="2773800" y="114264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2" y="74"/>
                </a:moveTo>
                <a:cubicBezTo>
                  <a:pt x="86" y="25"/>
                  <a:pt x="133" y="0"/>
                  <a:pt x="192" y="0"/>
                </a:cubicBezTo>
                <a:cubicBezTo>
                  <a:pt x="221" y="0"/>
                  <a:pt x="250" y="8"/>
                  <a:pt x="279" y="24"/>
                </a:cubicBezTo>
                <a:cubicBezTo>
                  <a:pt x="308" y="40"/>
                  <a:pt x="332" y="68"/>
                  <a:pt x="350" y="108"/>
                </a:cubicBezTo>
                <a:cubicBezTo>
                  <a:pt x="373" y="158"/>
                  <a:pt x="384" y="227"/>
                  <a:pt x="384" y="316"/>
                </a:cubicBezTo>
                <a:cubicBezTo>
                  <a:pt x="384" y="410"/>
                  <a:pt x="371" y="482"/>
                  <a:pt x="345" y="532"/>
                </a:cubicBezTo>
                <a:cubicBezTo>
                  <a:pt x="333" y="557"/>
                  <a:pt x="316" y="578"/>
                  <a:pt x="295" y="593"/>
                </a:cubicBezTo>
                <a:cubicBezTo>
                  <a:pt x="273" y="608"/>
                  <a:pt x="255" y="617"/>
                  <a:pt x="239" y="621"/>
                </a:cubicBezTo>
                <a:cubicBezTo>
                  <a:pt x="223" y="625"/>
                  <a:pt x="208" y="627"/>
                  <a:pt x="193" y="627"/>
                </a:cubicBezTo>
                <a:cubicBezTo>
                  <a:pt x="177" y="627"/>
                  <a:pt x="161" y="626"/>
                  <a:pt x="145" y="622"/>
                </a:cubicBezTo>
                <a:cubicBezTo>
                  <a:pt x="130" y="618"/>
                  <a:pt x="110" y="609"/>
                  <a:pt x="89" y="593"/>
                </a:cubicBezTo>
                <a:cubicBezTo>
                  <a:pt x="68" y="577"/>
                  <a:pt x="51" y="557"/>
                  <a:pt x="39" y="532"/>
                </a:cubicBezTo>
                <a:cubicBezTo>
                  <a:pt x="13" y="482"/>
                  <a:pt x="0" y="410"/>
                  <a:pt x="0" y="316"/>
                </a:cubicBezTo>
                <a:cubicBezTo>
                  <a:pt x="0" y="210"/>
                  <a:pt x="17" y="129"/>
                  <a:pt x="52" y="74"/>
                </a:cubicBezTo>
                <a:moveTo>
                  <a:pt x="257" y="63"/>
                </a:moveTo>
                <a:cubicBezTo>
                  <a:pt x="239" y="44"/>
                  <a:pt x="218" y="34"/>
                  <a:pt x="193" y="34"/>
                </a:cubicBezTo>
                <a:cubicBezTo>
                  <a:pt x="167" y="34"/>
                  <a:pt x="145" y="44"/>
                  <a:pt x="127" y="63"/>
                </a:cubicBezTo>
                <a:cubicBezTo>
                  <a:pt x="111" y="79"/>
                  <a:pt x="101" y="101"/>
                  <a:pt x="96" y="129"/>
                </a:cubicBezTo>
                <a:cubicBezTo>
                  <a:pt x="91" y="157"/>
                  <a:pt x="89" y="215"/>
                  <a:pt x="89" y="304"/>
                </a:cubicBezTo>
                <a:cubicBezTo>
                  <a:pt x="89" y="400"/>
                  <a:pt x="91" y="463"/>
                  <a:pt x="96" y="494"/>
                </a:cubicBezTo>
                <a:cubicBezTo>
                  <a:pt x="101" y="524"/>
                  <a:pt x="112" y="548"/>
                  <a:pt x="130" y="566"/>
                </a:cubicBezTo>
                <a:cubicBezTo>
                  <a:pt x="147" y="584"/>
                  <a:pt x="168" y="593"/>
                  <a:pt x="193" y="593"/>
                </a:cubicBezTo>
                <a:cubicBezTo>
                  <a:pt x="217" y="593"/>
                  <a:pt x="238" y="584"/>
                  <a:pt x="255" y="566"/>
                </a:cubicBezTo>
                <a:cubicBezTo>
                  <a:pt x="272" y="547"/>
                  <a:pt x="283" y="522"/>
                  <a:pt x="287" y="489"/>
                </a:cubicBezTo>
                <a:cubicBezTo>
                  <a:pt x="292" y="456"/>
                  <a:pt x="294" y="395"/>
                  <a:pt x="295" y="304"/>
                </a:cubicBezTo>
                <a:cubicBezTo>
                  <a:pt x="295" y="215"/>
                  <a:pt x="292" y="158"/>
                  <a:pt x="287" y="130"/>
                </a:cubicBezTo>
                <a:cubicBezTo>
                  <a:pt x="283" y="102"/>
                  <a:pt x="273" y="80"/>
                  <a:pt x="257" y="63"/>
                </a:cubicBez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3" name=""/>
          <p:cNvSpPr txBox="1"/>
          <p:nvPr/>
        </p:nvSpPr>
        <p:spPr>
          <a:xfrm>
            <a:off x="571320" y="1052640"/>
            <a:ext cx="12060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バイアス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(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4" name=""/>
          <p:cNvSpPr/>
          <p:nvPr/>
        </p:nvSpPr>
        <p:spPr>
          <a:xfrm>
            <a:off x="933120" y="17143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0"/>
                  <a:pt x="43" y="44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7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4"/>
                </a:cubicBezTo>
                <a:cubicBezTo>
                  <a:pt x="257" y="50"/>
                  <a:pt x="263" y="58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5" name=""/>
          <p:cNvSpPr txBox="1"/>
          <p:nvPr/>
        </p:nvSpPr>
        <p:spPr>
          <a:xfrm>
            <a:off x="2924640" y="1052640"/>
            <a:ext cx="2664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6" name=""/>
          <p:cNvSpPr/>
          <p:nvPr/>
        </p:nvSpPr>
        <p:spPr>
          <a:xfrm>
            <a:off x="2760840" y="1657440"/>
            <a:ext cx="200520" cy="253800"/>
          </a:xfrm>
          <a:custGeom>
            <a:avLst/>
            <a:gdLst/>
            <a:ahLst/>
            <a:rect l="0" t="0" r="r" b="b"/>
            <a:pathLst>
              <a:path w="557" h="705">
                <a:moveTo>
                  <a:pt x="0" y="18"/>
                </a:moveTo>
                <a:cubicBezTo>
                  <a:pt x="0" y="13"/>
                  <a:pt x="2" y="9"/>
                  <a:pt x="5" y="6"/>
                </a:cubicBezTo>
                <a:cubicBezTo>
                  <a:pt x="9" y="2"/>
                  <a:pt x="12" y="0"/>
                  <a:pt x="15" y="0"/>
                </a:cubicBezTo>
                <a:cubicBezTo>
                  <a:pt x="19" y="0"/>
                  <a:pt x="66" y="21"/>
                  <a:pt x="155" y="62"/>
                </a:cubicBezTo>
                <a:cubicBezTo>
                  <a:pt x="243" y="103"/>
                  <a:pt x="331" y="145"/>
                  <a:pt x="419" y="187"/>
                </a:cubicBezTo>
                <a:cubicBezTo>
                  <a:pt x="507" y="228"/>
                  <a:pt x="550" y="250"/>
                  <a:pt x="550" y="250"/>
                </a:cubicBezTo>
                <a:cubicBezTo>
                  <a:pt x="555" y="253"/>
                  <a:pt x="557" y="258"/>
                  <a:pt x="557" y="264"/>
                </a:cubicBezTo>
                <a:cubicBezTo>
                  <a:pt x="557" y="270"/>
                  <a:pt x="555" y="274"/>
                  <a:pt x="550" y="278"/>
                </a:cubicBezTo>
                <a:cubicBezTo>
                  <a:pt x="549" y="279"/>
                  <a:pt x="461" y="321"/>
                  <a:pt x="284" y="404"/>
                </a:cubicBezTo>
                <a:lnTo>
                  <a:pt x="22" y="528"/>
                </a:lnTo>
                <a:lnTo>
                  <a:pt x="16" y="528"/>
                </a:lnTo>
                <a:cubicBezTo>
                  <a:pt x="5" y="526"/>
                  <a:pt x="0" y="520"/>
                  <a:pt x="0" y="509"/>
                </a:cubicBezTo>
                <a:cubicBezTo>
                  <a:pt x="0" y="509"/>
                  <a:pt x="0" y="508"/>
                  <a:pt x="0" y="507"/>
                </a:cubicBezTo>
                <a:cubicBezTo>
                  <a:pt x="-1" y="502"/>
                  <a:pt x="4" y="498"/>
                  <a:pt x="14" y="492"/>
                </a:cubicBezTo>
                <a:cubicBezTo>
                  <a:pt x="25" y="486"/>
                  <a:pt x="71" y="464"/>
                  <a:pt x="150" y="427"/>
                </a:cubicBezTo>
                <a:cubicBezTo>
                  <a:pt x="197" y="404"/>
                  <a:pt x="237" y="386"/>
                  <a:pt x="268" y="371"/>
                </a:cubicBezTo>
                <a:lnTo>
                  <a:pt x="495" y="264"/>
                </a:lnTo>
                <a:lnTo>
                  <a:pt x="252" y="149"/>
                </a:lnTo>
                <a:cubicBezTo>
                  <a:pt x="210" y="129"/>
                  <a:pt x="162" y="106"/>
                  <a:pt x="106" y="80"/>
                </a:cubicBezTo>
                <a:cubicBezTo>
                  <a:pt x="53" y="55"/>
                  <a:pt x="22" y="40"/>
                  <a:pt x="14" y="36"/>
                </a:cubicBezTo>
                <a:cubicBezTo>
                  <a:pt x="5" y="31"/>
                  <a:pt x="1" y="25"/>
                  <a:pt x="0" y="18"/>
                </a:cubicBezTo>
                <a:moveTo>
                  <a:pt x="1" y="687"/>
                </a:moveTo>
                <a:cubicBezTo>
                  <a:pt x="1" y="681"/>
                  <a:pt x="5" y="674"/>
                  <a:pt x="15" y="668"/>
                </a:cubicBezTo>
                <a:lnTo>
                  <a:pt x="542" y="668"/>
                </a:lnTo>
                <a:cubicBezTo>
                  <a:pt x="552" y="671"/>
                  <a:pt x="557" y="678"/>
                  <a:pt x="557" y="687"/>
                </a:cubicBezTo>
                <a:cubicBezTo>
                  <a:pt x="557" y="694"/>
                  <a:pt x="552" y="700"/>
                  <a:pt x="543" y="705"/>
                </a:cubicBezTo>
                <a:lnTo>
                  <a:pt x="14" y="705"/>
                </a:lnTo>
                <a:cubicBezTo>
                  <a:pt x="5" y="701"/>
                  <a:pt x="1" y="695"/>
                  <a:pt x="1" y="6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7" name=""/>
          <p:cNvSpPr/>
          <p:nvPr/>
        </p:nvSpPr>
        <p:spPr>
          <a:xfrm>
            <a:off x="3092040" y="164772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3" y="73"/>
                </a:moveTo>
                <a:cubicBezTo>
                  <a:pt x="87" y="24"/>
                  <a:pt x="134" y="0"/>
                  <a:pt x="192" y="0"/>
                </a:cubicBezTo>
                <a:cubicBezTo>
                  <a:pt x="221" y="0"/>
                  <a:pt x="251" y="8"/>
                  <a:pt x="280" y="23"/>
                </a:cubicBezTo>
                <a:cubicBezTo>
                  <a:pt x="309" y="39"/>
                  <a:pt x="332" y="67"/>
                  <a:pt x="351" y="107"/>
                </a:cubicBezTo>
                <a:cubicBezTo>
                  <a:pt x="373" y="158"/>
                  <a:pt x="384" y="228"/>
                  <a:pt x="384" y="316"/>
                </a:cubicBezTo>
                <a:cubicBezTo>
                  <a:pt x="384" y="410"/>
                  <a:pt x="371" y="481"/>
                  <a:pt x="345" y="531"/>
                </a:cubicBezTo>
                <a:cubicBezTo>
                  <a:pt x="333" y="557"/>
                  <a:pt x="316" y="577"/>
                  <a:pt x="295" y="592"/>
                </a:cubicBezTo>
                <a:cubicBezTo>
                  <a:pt x="274" y="607"/>
                  <a:pt x="255" y="617"/>
                  <a:pt x="240" y="620"/>
                </a:cubicBezTo>
                <a:cubicBezTo>
                  <a:pt x="224" y="624"/>
                  <a:pt x="208" y="626"/>
                  <a:pt x="193" y="627"/>
                </a:cubicBezTo>
                <a:cubicBezTo>
                  <a:pt x="177" y="627"/>
                  <a:pt x="162" y="625"/>
                  <a:pt x="146" y="621"/>
                </a:cubicBezTo>
                <a:cubicBezTo>
                  <a:pt x="130" y="618"/>
                  <a:pt x="112" y="608"/>
                  <a:pt x="90" y="592"/>
                </a:cubicBezTo>
                <a:cubicBezTo>
                  <a:pt x="69" y="576"/>
                  <a:pt x="53" y="556"/>
                  <a:pt x="40" y="531"/>
                </a:cubicBezTo>
                <a:cubicBezTo>
                  <a:pt x="14" y="481"/>
                  <a:pt x="0" y="410"/>
                  <a:pt x="0" y="316"/>
                </a:cubicBezTo>
                <a:cubicBezTo>
                  <a:pt x="0" y="210"/>
                  <a:pt x="19" y="130"/>
                  <a:pt x="53" y="73"/>
                </a:cubicBezTo>
                <a:moveTo>
                  <a:pt x="258" y="63"/>
                </a:moveTo>
                <a:cubicBezTo>
                  <a:pt x="240" y="43"/>
                  <a:pt x="218" y="33"/>
                  <a:pt x="193" y="33"/>
                </a:cubicBezTo>
                <a:cubicBezTo>
                  <a:pt x="168" y="33"/>
                  <a:pt x="146" y="43"/>
                  <a:pt x="128" y="63"/>
                </a:cubicBezTo>
                <a:cubicBezTo>
                  <a:pt x="113" y="78"/>
                  <a:pt x="103" y="100"/>
                  <a:pt x="98" y="129"/>
                </a:cubicBezTo>
                <a:cubicBezTo>
                  <a:pt x="93" y="157"/>
                  <a:pt x="90" y="215"/>
                  <a:pt x="90" y="304"/>
                </a:cubicBezTo>
                <a:cubicBezTo>
                  <a:pt x="90" y="400"/>
                  <a:pt x="93" y="463"/>
                  <a:pt x="98" y="493"/>
                </a:cubicBezTo>
                <a:cubicBezTo>
                  <a:pt x="103" y="523"/>
                  <a:pt x="113" y="547"/>
                  <a:pt x="130" y="565"/>
                </a:cubicBezTo>
                <a:cubicBezTo>
                  <a:pt x="147" y="583"/>
                  <a:pt x="168" y="592"/>
                  <a:pt x="193" y="592"/>
                </a:cubicBezTo>
                <a:cubicBezTo>
                  <a:pt x="217" y="592"/>
                  <a:pt x="238" y="583"/>
                  <a:pt x="255" y="565"/>
                </a:cubicBezTo>
                <a:cubicBezTo>
                  <a:pt x="273" y="547"/>
                  <a:pt x="284" y="521"/>
                  <a:pt x="288" y="488"/>
                </a:cubicBezTo>
                <a:cubicBezTo>
                  <a:pt x="292" y="456"/>
                  <a:pt x="295" y="394"/>
                  <a:pt x="295" y="304"/>
                </a:cubicBezTo>
                <a:cubicBezTo>
                  <a:pt x="295" y="216"/>
                  <a:pt x="293" y="158"/>
                  <a:pt x="288" y="130"/>
                </a:cubicBezTo>
                <a:cubicBezTo>
                  <a:pt x="283" y="101"/>
                  <a:pt x="273" y="79"/>
                  <a:pt x="258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8" name=""/>
          <p:cNvSpPr/>
          <p:nvPr/>
        </p:nvSpPr>
        <p:spPr>
          <a:xfrm>
            <a:off x="3268800" y="1826280"/>
            <a:ext cx="39960" cy="39960"/>
          </a:xfrm>
          <a:custGeom>
            <a:avLst/>
            <a:gdLst/>
            <a:ahLst/>
            <a:rect l="0" t="0" r="r" b="b"/>
            <a:pathLst>
              <a:path w="111" h="111">
                <a:moveTo>
                  <a:pt x="0" y="55"/>
                </a:moveTo>
                <a:cubicBezTo>
                  <a:pt x="0" y="40"/>
                  <a:pt x="5" y="28"/>
                  <a:pt x="15" y="17"/>
                </a:cubicBezTo>
                <a:cubicBezTo>
                  <a:pt x="25" y="6"/>
                  <a:pt x="38" y="0"/>
                  <a:pt x="54" y="0"/>
                </a:cubicBezTo>
                <a:cubicBezTo>
                  <a:pt x="69" y="0"/>
                  <a:pt x="81" y="5"/>
                  <a:pt x="92" y="15"/>
                </a:cubicBezTo>
                <a:cubicBezTo>
                  <a:pt x="103" y="25"/>
                  <a:pt x="110" y="38"/>
                  <a:pt x="111" y="54"/>
                </a:cubicBezTo>
                <a:cubicBezTo>
                  <a:pt x="111" y="69"/>
                  <a:pt x="104" y="82"/>
                  <a:pt x="94" y="93"/>
                </a:cubicBezTo>
                <a:cubicBezTo>
                  <a:pt x="84" y="104"/>
                  <a:pt x="71" y="111"/>
                  <a:pt x="55" y="111"/>
                </a:cubicBezTo>
                <a:cubicBezTo>
                  <a:pt x="39" y="111"/>
                  <a:pt x="26" y="104"/>
                  <a:pt x="16" y="94"/>
                </a:cubicBezTo>
                <a:cubicBezTo>
                  <a:pt x="6" y="84"/>
                  <a:pt x="0" y="71"/>
                  <a:pt x="0" y="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29" name=""/>
          <p:cNvSpPr/>
          <p:nvPr/>
        </p:nvSpPr>
        <p:spPr>
          <a:xfrm>
            <a:off x="3361320" y="1647720"/>
            <a:ext cx="113040" cy="218520"/>
          </a:xfrm>
          <a:custGeom>
            <a:avLst/>
            <a:gdLst/>
            <a:ahLst/>
            <a:rect l="0" t="0" r="r" b="b"/>
            <a:pathLst>
              <a:path w="314" h="607">
                <a:moveTo>
                  <a:pt x="118" y="80"/>
                </a:moveTo>
                <a:lnTo>
                  <a:pt x="106" y="84"/>
                </a:lnTo>
                <a:cubicBezTo>
                  <a:pt x="98" y="87"/>
                  <a:pt x="86" y="90"/>
                  <a:pt x="70" y="93"/>
                </a:cubicBezTo>
                <a:cubicBezTo>
                  <a:pt x="54" y="97"/>
                  <a:pt x="37" y="99"/>
                  <a:pt x="17" y="100"/>
                </a:cubicBezTo>
                <a:lnTo>
                  <a:pt x="0" y="100"/>
                </a:lnTo>
                <a:lnTo>
                  <a:pt x="0" y="58"/>
                </a:lnTo>
                <a:lnTo>
                  <a:pt x="17" y="58"/>
                </a:lnTo>
                <a:cubicBezTo>
                  <a:pt x="46" y="57"/>
                  <a:pt x="72" y="52"/>
                  <a:pt x="96" y="44"/>
                </a:cubicBezTo>
                <a:cubicBezTo>
                  <a:pt x="121" y="36"/>
                  <a:pt x="138" y="29"/>
                  <a:pt x="147" y="23"/>
                </a:cubicBezTo>
                <a:cubicBezTo>
                  <a:pt x="157" y="16"/>
                  <a:pt x="166" y="9"/>
                  <a:pt x="173" y="3"/>
                </a:cubicBezTo>
                <a:cubicBezTo>
                  <a:pt x="174" y="1"/>
                  <a:pt x="178" y="0"/>
                  <a:pt x="185" y="0"/>
                </a:cubicBezTo>
                <a:cubicBezTo>
                  <a:pt x="190" y="0"/>
                  <a:pt x="195" y="2"/>
                  <a:pt x="200" y="5"/>
                </a:cubicBezTo>
                <a:lnTo>
                  <a:pt x="200" y="277"/>
                </a:lnTo>
                <a:lnTo>
                  <a:pt x="201" y="550"/>
                </a:lnTo>
                <a:cubicBezTo>
                  <a:pt x="205" y="554"/>
                  <a:pt x="209" y="557"/>
                  <a:pt x="212" y="558"/>
                </a:cubicBezTo>
                <a:cubicBezTo>
                  <a:pt x="215" y="560"/>
                  <a:pt x="222" y="561"/>
                  <a:pt x="234" y="562"/>
                </a:cubicBezTo>
                <a:cubicBezTo>
                  <a:pt x="245" y="563"/>
                  <a:pt x="264" y="564"/>
                  <a:pt x="290" y="564"/>
                </a:cubicBezTo>
                <a:lnTo>
                  <a:pt x="314" y="564"/>
                </a:lnTo>
                <a:lnTo>
                  <a:pt x="314" y="607"/>
                </a:lnTo>
                <a:lnTo>
                  <a:pt x="304" y="607"/>
                </a:lnTo>
                <a:cubicBezTo>
                  <a:pt x="291" y="605"/>
                  <a:pt x="243" y="604"/>
                  <a:pt x="158" y="604"/>
                </a:cubicBezTo>
                <a:cubicBezTo>
                  <a:pt x="76" y="604"/>
                  <a:pt x="28" y="605"/>
                  <a:pt x="15" y="607"/>
                </a:cubicBezTo>
                <a:lnTo>
                  <a:pt x="5" y="607"/>
                </a:lnTo>
                <a:lnTo>
                  <a:pt x="5" y="564"/>
                </a:lnTo>
                <a:lnTo>
                  <a:pt x="28" y="564"/>
                </a:lnTo>
                <a:cubicBezTo>
                  <a:pt x="42" y="564"/>
                  <a:pt x="53" y="564"/>
                  <a:pt x="63" y="564"/>
                </a:cubicBezTo>
                <a:cubicBezTo>
                  <a:pt x="72" y="564"/>
                  <a:pt x="80" y="563"/>
                  <a:pt x="86" y="563"/>
                </a:cubicBezTo>
                <a:cubicBezTo>
                  <a:pt x="91" y="562"/>
                  <a:pt x="96" y="561"/>
                  <a:pt x="100" y="560"/>
                </a:cubicBezTo>
                <a:cubicBezTo>
                  <a:pt x="104" y="559"/>
                  <a:pt x="107" y="558"/>
                  <a:pt x="107" y="558"/>
                </a:cubicBezTo>
                <a:cubicBezTo>
                  <a:pt x="108" y="558"/>
                  <a:pt x="110" y="557"/>
                  <a:pt x="113" y="554"/>
                </a:cubicBezTo>
                <a:cubicBezTo>
                  <a:pt x="116" y="551"/>
                  <a:pt x="118" y="549"/>
                  <a:pt x="118" y="550"/>
                </a:cubicBezTo>
                <a:lnTo>
                  <a:pt x="118" y="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0" name=""/>
          <p:cNvSpPr txBox="1"/>
          <p:nvPr/>
        </p:nvSpPr>
        <p:spPr>
          <a:xfrm>
            <a:off x="1200240" y="1600200"/>
            <a:ext cx="15469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True nABCD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1" name=""/>
          <p:cNvSpPr/>
          <p:nvPr/>
        </p:nvSpPr>
        <p:spPr>
          <a:xfrm>
            <a:off x="6180480" y="1688760"/>
            <a:ext cx="200520" cy="190440"/>
          </a:xfrm>
          <a:custGeom>
            <a:avLst/>
            <a:gdLst/>
            <a:ahLst/>
            <a:rect l="0" t="0" r="r" b="b"/>
            <a:pathLst>
              <a:path w="557" h="529">
                <a:moveTo>
                  <a:pt x="551" y="522"/>
                </a:moveTo>
                <a:cubicBezTo>
                  <a:pt x="548" y="526"/>
                  <a:pt x="544" y="528"/>
                  <a:pt x="542" y="529"/>
                </a:cubicBezTo>
                <a:cubicBezTo>
                  <a:pt x="538" y="529"/>
                  <a:pt x="491" y="508"/>
                  <a:pt x="402" y="466"/>
                </a:cubicBezTo>
                <a:cubicBezTo>
                  <a:pt x="312" y="424"/>
                  <a:pt x="224" y="383"/>
                  <a:pt x="137" y="341"/>
                </a:cubicBezTo>
                <a:lnTo>
                  <a:pt x="6" y="278"/>
                </a:lnTo>
                <a:cubicBezTo>
                  <a:pt x="2" y="275"/>
                  <a:pt x="0" y="270"/>
                  <a:pt x="0" y="264"/>
                </a:cubicBezTo>
                <a:cubicBezTo>
                  <a:pt x="0" y="257"/>
                  <a:pt x="2" y="253"/>
                  <a:pt x="7" y="250"/>
                </a:cubicBezTo>
                <a:cubicBezTo>
                  <a:pt x="356" y="83"/>
                  <a:pt x="534" y="0"/>
                  <a:pt x="542" y="0"/>
                </a:cubicBezTo>
                <a:cubicBezTo>
                  <a:pt x="544" y="0"/>
                  <a:pt x="547" y="2"/>
                  <a:pt x="550" y="6"/>
                </a:cubicBezTo>
                <a:cubicBezTo>
                  <a:pt x="554" y="9"/>
                  <a:pt x="556" y="14"/>
                  <a:pt x="557" y="19"/>
                </a:cubicBezTo>
                <a:cubicBezTo>
                  <a:pt x="557" y="25"/>
                  <a:pt x="555" y="29"/>
                  <a:pt x="550" y="32"/>
                </a:cubicBezTo>
                <a:cubicBezTo>
                  <a:pt x="550" y="33"/>
                  <a:pt x="468" y="72"/>
                  <a:pt x="304" y="150"/>
                </a:cubicBezTo>
                <a:lnTo>
                  <a:pt x="62" y="264"/>
                </a:lnTo>
                <a:lnTo>
                  <a:pt x="304" y="380"/>
                </a:lnTo>
                <a:cubicBezTo>
                  <a:pt x="468" y="457"/>
                  <a:pt x="550" y="496"/>
                  <a:pt x="550" y="497"/>
                </a:cubicBezTo>
                <a:cubicBezTo>
                  <a:pt x="554" y="501"/>
                  <a:pt x="557" y="505"/>
                  <a:pt x="557" y="510"/>
                </a:cubicBezTo>
                <a:cubicBezTo>
                  <a:pt x="557" y="515"/>
                  <a:pt x="555" y="519"/>
                  <a:pt x="551" y="52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2" name=""/>
          <p:cNvSpPr/>
          <p:nvPr/>
        </p:nvSpPr>
        <p:spPr>
          <a:xfrm>
            <a:off x="6511680" y="1647720"/>
            <a:ext cx="138240" cy="225360"/>
          </a:xfrm>
          <a:custGeom>
            <a:avLst/>
            <a:gdLst/>
            <a:ahLst/>
            <a:rect l="0" t="0" r="r" b="b"/>
            <a:pathLst>
              <a:path w="384" h="626">
                <a:moveTo>
                  <a:pt x="52" y="73"/>
                </a:moveTo>
                <a:cubicBezTo>
                  <a:pt x="87" y="24"/>
                  <a:pt x="133" y="0"/>
                  <a:pt x="192" y="0"/>
                </a:cubicBezTo>
                <a:cubicBezTo>
                  <a:pt x="221" y="0"/>
                  <a:pt x="250" y="8"/>
                  <a:pt x="279" y="23"/>
                </a:cubicBezTo>
                <a:cubicBezTo>
                  <a:pt x="308" y="39"/>
                  <a:pt x="332" y="67"/>
                  <a:pt x="350" y="107"/>
                </a:cubicBezTo>
                <a:cubicBezTo>
                  <a:pt x="373" y="158"/>
                  <a:pt x="384" y="228"/>
                  <a:pt x="384" y="315"/>
                </a:cubicBezTo>
                <a:cubicBezTo>
                  <a:pt x="384" y="409"/>
                  <a:pt x="371" y="481"/>
                  <a:pt x="345" y="531"/>
                </a:cubicBezTo>
                <a:cubicBezTo>
                  <a:pt x="333" y="556"/>
                  <a:pt x="316" y="577"/>
                  <a:pt x="295" y="592"/>
                </a:cubicBezTo>
                <a:cubicBezTo>
                  <a:pt x="274" y="607"/>
                  <a:pt x="255" y="616"/>
                  <a:pt x="239" y="620"/>
                </a:cubicBezTo>
                <a:cubicBezTo>
                  <a:pt x="224" y="624"/>
                  <a:pt x="208" y="626"/>
                  <a:pt x="193" y="626"/>
                </a:cubicBezTo>
                <a:cubicBezTo>
                  <a:pt x="177" y="626"/>
                  <a:pt x="161" y="625"/>
                  <a:pt x="146" y="621"/>
                </a:cubicBezTo>
                <a:cubicBezTo>
                  <a:pt x="130" y="617"/>
                  <a:pt x="111" y="608"/>
                  <a:pt x="90" y="592"/>
                </a:cubicBezTo>
                <a:cubicBezTo>
                  <a:pt x="69" y="576"/>
                  <a:pt x="51" y="556"/>
                  <a:pt x="39" y="531"/>
                </a:cubicBezTo>
                <a:cubicBezTo>
                  <a:pt x="13" y="481"/>
                  <a:pt x="0" y="409"/>
                  <a:pt x="0" y="315"/>
                </a:cubicBezTo>
                <a:cubicBezTo>
                  <a:pt x="0" y="210"/>
                  <a:pt x="17" y="130"/>
                  <a:pt x="52" y="73"/>
                </a:cubicBezTo>
                <a:moveTo>
                  <a:pt x="258" y="63"/>
                </a:moveTo>
                <a:cubicBezTo>
                  <a:pt x="239" y="43"/>
                  <a:pt x="218" y="33"/>
                  <a:pt x="193" y="33"/>
                </a:cubicBezTo>
                <a:cubicBezTo>
                  <a:pt x="168" y="33"/>
                  <a:pt x="146" y="43"/>
                  <a:pt x="128" y="63"/>
                </a:cubicBezTo>
                <a:cubicBezTo>
                  <a:pt x="112" y="78"/>
                  <a:pt x="102" y="100"/>
                  <a:pt x="97" y="129"/>
                </a:cubicBezTo>
                <a:cubicBezTo>
                  <a:pt x="93" y="157"/>
                  <a:pt x="90" y="215"/>
                  <a:pt x="90" y="304"/>
                </a:cubicBezTo>
                <a:cubicBezTo>
                  <a:pt x="90" y="399"/>
                  <a:pt x="93" y="462"/>
                  <a:pt x="97" y="493"/>
                </a:cubicBezTo>
                <a:cubicBezTo>
                  <a:pt x="102" y="523"/>
                  <a:pt x="113" y="547"/>
                  <a:pt x="130" y="565"/>
                </a:cubicBezTo>
                <a:cubicBezTo>
                  <a:pt x="147" y="583"/>
                  <a:pt x="168" y="592"/>
                  <a:pt x="193" y="592"/>
                </a:cubicBezTo>
                <a:cubicBezTo>
                  <a:pt x="217" y="592"/>
                  <a:pt x="238" y="583"/>
                  <a:pt x="255" y="565"/>
                </a:cubicBezTo>
                <a:cubicBezTo>
                  <a:pt x="272" y="546"/>
                  <a:pt x="283" y="521"/>
                  <a:pt x="288" y="488"/>
                </a:cubicBezTo>
                <a:cubicBezTo>
                  <a:pt x="292" y="455"/>
                  <a:pt x="294" y="394"/>
                  <a:pt x="295" y="304"/>
                </a:cubicBezTo>
                <a:cubicBezTo>
                  <a:pt x="295" y="216"/>
                  <a:pt x="292" y="158"/>
                  <a:pt x="288" y="130"/>
                </a:cubicBezTo>
                <a:cubicBezTo>
                  <a:pt x="283" y="101"/>
                  <a:pt x="273" y="79"/>
                  <a:pt x="258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3" name=""/>
          <p:cNvSpPr/>
          <p:nvPr/>
        </p:nvSpPr>
        <p:spPr>
          <a:xfrm>
            <a:off x="6688080" y="1826280"/>
            <a:ext cx="39960" cy="39600"/>
          </a:xfrm>
          <a:custGeom>
            <a:avLst/>
            <a:gdLst/>
            <a:ahLst/>
            <a:rect l="0" t="0" r="r" b="b"/>
            <a:pathLst>
              <a:path w="111" h="110">
                <a:moveTo>
                  <a:pt x="0" y="55"/>
                </a:moveTo>
                <a:cubicBezTo>
                  <a:pt x="0" y="40"/>
                  <a:pt x="5" y="28"/>
                  <a:pt x="16" y="17"/>
                </a:cubicBezTo>
                <a:cubicBezTo>
                  <a:pt x="26" y="6"/>
                  <a:pt x="39" y="0"/>
                  <a:pt x="55" y="0"/>
                </a:cubicBezTo>
                <a:cubicBezTo>
                  <a:pt x="70" y="0"/>
                  <a:pt x="83" y="5"/>
                  <a:pt x="94" y="15"/>
                </a:cubicBezTo>
                <a:cubicBezTo>
                  <a:pt x="105" y="25"/>
                  <a:pt x="111" y="38"/>
                  <a:pt x="111" y="54"/>
                </a:cubicBezTo>
                <a:cubicBezTo>
                  <a:pt x="111" y="69"/>
                  <a:pt x="106" y="82"/>
                  <a:pt x="96" y="93"/>
                </a:cubicBezTo>
                <a:cubicBezTo>
                  <a:pt x="86" y="104"/>
                  <a:pt x="72" y="110"/>
                  <a:pt x="56" y="110"/>
                </a:cubicBezTo>
                <a:cubicBezTo>
                  <a:pt x="40" y="110"/>
                  <a:pt x="27" y="104"/>
                  <a:pt x="17" y="94"/>
                </a:cubicBezTo>
                <a:cubicBezTo>
                  <a:pt x="6" y="84"/>
                  <a:pt x="1" y="71"/>
                  <a:pt x="0" y="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4" name=""/>
          <p:cNvSpPr/>
          <p:nvPr/>
        </p:nvSpPr>
        <p:spPr>
          <a:xfrm>
            <a:off x="6766560" y="1647720"/>
            <a:ext cx="137880" cy="225360"/>
          </a:xfrm>
          <a:custGeom>
            <a:avLst/>
            <a:gdLst/>
            <a:ahLst/>
            <a:rect l="0" t="0" r="r" b="b"/>
            <a:pathLst>
              <a:path w="383" h="626">
                <a:moveTo>
                  <a:pt x="51" y="73"/>
                </a:moveTo>
                <a:cubicBezTo>
                  <a:pt x="85" y="24"/>
                  <a:pt x="133" y="0"/>
                  <a:pt x="192" y="0"/>
                </a:cubicBezTo>
                <a:cubicBezTo>
                  <a:pt x="221" y="0"/>
                  <a:pt x="250" y="8"/>
                  <a:pt x="279" y="23"/>
                </a:cubicBezTo>
                <a:cubicBezTo>
                  <a:pt x="308" y="39"/>
                  <a:pt x="332" y="67"/>
                  <a:pt x="350" y="107"/>
                </a:cubicBezTo>
                <a:cubicBezTo>
                  <a:pt x="372" y="158"/>
                  <a:pt x="383" y="228"/>
                  <a:pt x="383" y="315"/>
                </a:cubicBezTo>
                <a:cubicBezTo>
                  <a:pt x="383" y="409"/>
                  <a:pt x="370" y="481"/>
                  <a:pt x="344" y="531"/>
                </a:cubicBezTo>
                <a:cubicBezTo>
                  <a:pt x="332" y="556"/>
                  <a:pt x="316" y="577"/>
                  <a:pt x="294" y="592"/>
                </a:cubicBezTo>
                <a:cubicBezTo>
                  <a:pt x="273" y="607"/>
                  <a:pt x="255" y="616"/>
                  <a:pt x="239" y="620"/>
                </a:cubicBezTo>
                <a:cubicBezTo>
                  <a:pt x="223" y="624"/>
                  <a:pt x="208" y="626"/>
                  <a:pt x="192" y="626"/>
                </a:cubicBezTo>
                <a:cubicBezTo>
                  <a:pt x="177" y="626"/>
                  <a:pt x="161" y="625"/>
                  <a:pt x="145" y="621"/>
                </a:cubicBezTo>
                <a:cubicBezTo>
                  <a:pt x="129" y="617"/>
                  <a:pt x="110" y="608"/>
                  <a:pt x="89" y="592"/>
                </a:cubicBezTo>
                <a:cubicBezTo>
                  <a:pt x="68" y="576"/>
                  <a:pt x="51" y="556"/>
                  <a:pt x="39" y="531"/>
                </a:cubicBezTo>
                <a:cubicBezTo>
                  <a:pt x="13" y="481"/>
                  <a:pt x="0" y="409"/>
                  <a:pt x="0" y="315"/>
                </a:cubicBezTo>
                <a:cubicBezTo>
                  <a:pt x="0" y="210"/>
                  <a:pt x="17" y="130"/>
                  <a:pt x="51" y="73"/>
                </a:cubicBezTo>
                <a:moveTo>
                  <a:pt x="257" y="63"/>
                </a:moveTo>
                <a:cubicBezTo>
                  <a:pt x="239" y="43"/>
                  <a:pt x="217" y="33"/>
                  <a:pt x="192" y="33"/>
                </a:cubicBezTo>
                <a:cubicBezTo>
                  <a:pt x="167" y="33"/>
                  <a:pt x="145" y="43"/>
                  <a:pt x="127" y="63"/>
                </a:cubicBezTo>
                <a:cubicBezTo>
                  <a:pt x="111" y="78"/>
                  <a:pt x="101" y="100"/>
                  <a:pt x="96" y="129"/>
                </a:cubicBezTo>
                <a:cubicBezTo>
                  <a:pt x="91" y="157"/>
                  <a:pt x="89" y="215"/>
                  <a:pt x="89" y="304"/>
                </a:cubicBezTo>
                <a:cubicBezTo>
                  <a:pt x="89" y="399"/>
                  <a:pt x="91" y="462"/>
                  <a:pt x="96" y="493"/>
                </a:cubicBezTo>
                <a:cubicBezTo>
                  <a:pt x="101" y="523"/>
                  <a:pt x="112" y="547"/>
                  <a:pt x="130" y="565"/>
                </a:cubicBezTo>
                <a:cubicBezTo>
                  <a:pt x="147" y="583"/>
                  <a:pt x="168" y="592"/>
                  <a:pt x="192" y="592"/>
                </a:cubicBezTo>
                <a:cubicBezTo>
                  <a:pt x="217" y="592"/>
                  <a:pt x="237" y="583"/>
                  <a:pt x="254" y="565"/>
                </a:cubicBezTo>
                <a:cubicBezTo>
                  <a:pt x="272" y="546"/>
                  <a:pt x="283" y="521"/>
                  <a:pt x="287" y="488"/>
                </a:cubicBezTo>
                <a:cubicBezTo>
                  <a:pt x="291" y="455"/>
                  <a:pt x="294" y="394"/>
                  <a:pt x="294" y="304"/>
                </a:cubicBezTo>
                <a:cubicBezTo>
                  <a:pt x="294" y="216"/>
                  <a:pt x="292" y="158"/>
                  <a:pt x="287" y="130"/>
                </a:cubicBezTo>
                <a:cubicBezTo>
                  <a:pt x="282" y="101"/>
                  <a:pt x="272" y="79"/>
                  <a:pt x="257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5" name=""/>
          <p:cNvSpPr/>
          <p:nvPr/>
        </p:nvSpPr>
        <p:spPr>
          <a:xfrm>
            <a:off x="6933600" y="1647720"/>
            <a:ext cx="131040" cy="218160"/>
          </a:xfrm>
          <a:custGeom>
            <a:avLst/>
            <a:gdLst/>
            <a:ahLst/>
            <a:rect l="0" t="0" r="r" b="b"/>
            <a:pathLst>
              <a:path w="364" h="606">
                <a:moveTo>
                  <a:pt x="54" y="215"/>
                </a:moveTo>
                <a:cubicBezTo>
                  <a:pt x="38" y="215"/>
                  <a:pt x="25" y="210"/>
                  <a:pt x="15" y="199"/>
                </a:cubicBezTo>
                <a:cubicBezTo>
                  <a:pt x="5" y="188"/>
                  <a:pt x="0" y="175"/>
                  <a:pt x="0" y="159"/>
                </a:cubicBezTo>
                <a:cubicBezTo>
                  <a:pt x="0" y="116"/>
                  <a:pt x="16" y="79"/>
                  <a:pt x="48" y="47"/>
                </a:cubicBezTo>
                <a:cubicBezTo>
                  <a:pt x="81" y="16"/>
                  <a:pt x="122" y="0"/>
                  <a:pt x="170" y="0"/>
                </a:cubicBezTo>
                <a:cubicBezTo>
                  <a:pt x="225" y="0"/>
                  <a:pt x="271" y="17"/>
                  <a:pt x="308" y="51"/>
                </a:cubicBezTo>
                <a:cubicBezTo>
                  <a:pt x="345" y="85"/>
                  <a:pt x="364" y="129"/>
                  <a:pt x="364" y="183"/>
                </a:cubicBezTo>
                <a:cubicBezTo>
                  <a:pt x="364" y="209"/>
                  <a:pt x="358" y="234"/>
                  <a:pt x="346" y="257"/>
                </a:cubicBezTo>
                <a:cubicBezTo>
                  <a:pt x="334" y="281"/>
                  <a:pt x="319" y="301"/>
                  <a:pt x="302" y="319"/>
                </a:cubicBezTo>
                <a:cubicBezTo>
                  <a:pt x="285" y="337"/>
                  <a:pt x="261" y="359"/>
                  <a:pt x="230" y="386"/>
                </a:cubicBezTo>
                <a:cubicBezTo>
                  <a:pt x="208" y="405"/>
                  <a:pt x="177" y="433"/>
                  <a:pt x="139" y="470"/>
                </a:cubicBezTo>
                <a:lnTo>
                  <a:pt x="84" y="521"/>
                </a:lnTo>
                <a:lnTo>
                  <a:pt x="154" y="522"/>
                </a:lnTo>
                <a:cubicBezTo>
                  <a:pt x="249" y="522"/>
                  <a:pt x="300" y="520"/>
                  <a:pt x="306" y="517"/>
                </a:cubicBezTo>
                <a:cubicBezTo>
                  <a:pt x="310" y="516"/>
                  <a:pt x="317" y="489"/>
                  <a:pt x="328" y="436"/>
                </a:cubicBezTo>
                <a:lnTo>
                  <a:pt x="328" y="434"/>
                </a:lnTo>
                <a:lnTo>
                  <a:pt x="364" y="434"/>
                </a:lnTo>
                <a:lnTo>
                  <a:pt x="364" y="436"/>
                </a:lnTo>
                <a:cubicBezTo>
                  <a:pt x="364" y="438"/>
                  <a:pt x="360" y="466"/>
                  <a:pt x="352" y="519"/>
                </a:cubicBezTo>
                <a:cubicBezTo>
                  <a:pt x="345" y="573"/>
                  <a:pt x="341" y="601"/>
                  <a:pt x="339" y="604"/>
                </a:cubicBezTo>
                <a:lnTo>
                  <a:pt x="339" y="606"/>
                </a:lnTo>
                <a:lnTo>
                  <a:pt x="0" y="606"/>
                </a:lnTo>
                <a:lnTo>
                  <a:pt x="0" y="589"/>
                </a:lnTo>
                <a:lnTo>
                  <a:pt x="0" y="578"/>
                </a:lnTo>
                <a:cubicBezTo>
                  <a:pt x="0" y="574"/>
                  <a:pt x="2" y="569"/>
                  <a:pt x="6" y="564"/>
                </a:cubicBezTo>
                <a:cubicBezTo>
                  <a:pt x="9" y="559"/>
                  <a:pt x="18" y="548"/>
                  <a:pt x="33" y="532"/>
                </a:cubicBezTo>
                <a:cubicBezTo>
                  <a:pt x="51" y="512"/>
                  <a:pt x="66" y="495"/>
                  <a:pt x="79" y="481"/>
                </a:cubicBezTo>
                <a:cubicBezTo>
                  <a:pt x="84" y="475"/>
                  <a:pt x="94" y="464"/>
                  <a:pt x="110" y="447"/>
                </a:cubicBezTo>
                <a:cubicBezTo>
                  <a:pt x="126" y="431"/>
                  <a:pt x="136" y="420"/>
                  <a:pt x="141" y="414"/>
                </a:cubicBezTo>
                <a:cubicBezTo>
                  <a:pt x="147" y="408"/>
                  <a:pt x="156" y="397"/>
                  <a:pt x="168" y="384"/>
                </a:cubicBezTo>
                <a:cubicBezTo>
                  <a:pt x="180" y="370"/>
                  <a:pt x="188" y="359"/>
                  <a:pt x="193" y="353"/>
                </a:cubicBezTo>
                <a:cubicBezTo>
                  <a:pt x="198" y="346"/>
                  <a:pt x="205" y="337"/>
                  <a:pt x="214" y="325"/>
                </a:cubicBezTo>
                <a:cubicBezTo>
                  <a:pt x="223" y="314"/>
                  <a:pt x="230" y="304"/>
                  <a:pt x="233" y="296"/>
                </a:cubicBezTo>
                <a:cubicBezTo>
                  <a:pt x="237" y="288"/>
                  <a:pt x="241" y="280"/>
                  <a:pt x="247" y="270"/>
                </a:cubicBezTo>
                <a:cubicBezTo>
                  <a:pt x="252" y="260"/>
                  <a:pt x="256" y="250"/>
                  <a:pt x="259" y="241"/>
                </a:cubicBezTo>
                <a:cubicBezTo>
                  <a:pt x="261" y="231"/>
                  <a:pt x="263" y="222"/>
                  <a:pt x="265" y="213"/>
                </a:cubicBezTo>
                <a:cubicBezTo>
                  <a:pt x="267" y="205"/>
                  <a:pt x="268" y="195"/>
                  <a:pt x="268" y="183"/>
                </a:cubicBezTo>
                <a:cubicBezTo>
                  <a:pt x="268" y="145"/>
                  <a:pt x="257" y="112"/>
                  <a:pt x="237" y="84"/>
                </a:cubicBezTo>
                <a:cubicBezTo>
                  <a:pt x="216" y="56"/>
                  <a:pt x="187" y="43"/>
                  <a:pt x="149" y="43"/>
                </a:cubicBezTo>
                <a:cubicBezTo>
                  <a:pt x="129" y="43"/>
                  <a:pt x="111" y="48"/>
                  <a:pt x="95" y="58"/>
                </a:cubicBezTo>
                <a:cubicBezTo>
                  <a:pt x="80" y="68"/>
                  <a:pt x="69" y="78"/>
                  <a:pt x="63" y="88"/>
                </a:cubicBezTo>
                <a:cubicBezTo>
                  <a:pt x="57" y="98"/>
                  <a:pt x="54" y="103"/>
                  <a:pt x="54" y="105"/>
                </a:cubicBezTo>
                <a:cubicBezTo>
                  <a:pt x="54" y="106"/>
                  <a:pt x="55" y="106"/>
                  <a:pt x="59" y="106"/>
                </a:cubicBezTo>
                <a:cubicBezTo>
                  <a:pt x="69" y="106"/>
                  <a:pt x="81" y="110"/>
                  <a:pt x="92" y="119"/>
                </a:cubicBezTo>
                <a:cubicBezTo>
                  <a:pt x="104" y="127"/>
                  <a:pt x="110" y="141"/>
                  <a:pt x="110" y="161"/>
                </a:cubicBezTo>
                <a:cubicBezTo>
                  <a:pt x="110" y="176"/>
                  <a:pt x="105" y="189"/>
                  <a:pt x="95" y="199"/>
                </a:cubicBezTo>
                <a:cubicBezTo>
                  <a:pt x="85" y="209"/>
                  <a:pt x="72" y="215"/>
                  <a:pt x="54" y="21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6" name=""/>
          <p:cNvSpPr/>
          <p:nvPr/>
        </p:nvSpPr>
        <p:spPr>
          <a:xfrm>
            <a:off x="933120" y="21524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9"/>
                  <a:pt x="268" y="226"/>
                </a:cubicBezTo>
                <a:cubicBezTo>
                  <a:pt x="263" y="234"/>
                  <a:pt x="257" y="242"/>
                  <a:pt x="250" y="249"/>
                </a:cubicBezTo>
                <a:cubicBezTo>
                  <a:pt x="243" y="255"/>
                  <a:pt x="236" y="261"/>
                  <a:pt x="228" y="267"/>
                </a:cubicBezTo>
                <a:cubicBezTo>
                  <a:pt x="220" y="272"/>
                  <a:pt x="211" y="276"/>
                  <a:pt x="203" y="281"/>
                </a:cubicBezTo>
                <a:cubicBezTo>
                  <a:pt x="194" y="285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6"/>
                  <a:pt x="73" y="272"/>
                  <a:pt x="65" y="267"/>
                </a:cubicBezTo>
                <a:cubicBezTo>
                  <a:pt x="57" y="261"/>
                  <a:pt x="50" y="255"/>
                  <a:pt x="43" y="249"/>
                </a:cubicBezTo>
                <a:cubicBezTo>
                  <a:pt x="36" y="242"/>
                  <a:pt x="30" y="234"/>
                  <a:pt x="25" y="226"/>
                </a:cubicBezTo>
                <a:cubicBezTo>
                  <a:pt x="20" y="219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7" name=""/>
          <p:cNvSpPr txBox="1"/>
          <p:nvPr/>
        </p:nvSpPr>
        <p:spPr>
          <a:xfrm>
            <a:off x="3496320" y="1600200"/>
            <a:ext cx="26542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のシナリオ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バイアス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8" name=""/>
          <p:cNvSpPr/>
          <p:nvPr/>
        </p:nvSpPr>
        <p:spPr>
          <a:xfrm>
            <a:off x="2038680" y="2162160"/>
            <a:ext cx="177840" cy="145080"/>
          </a:xfrm>
          <a:custGeom>
            <a:avLst/>
            <a:gdLst/>
            <a:ahLst/>
            <a:rect l="0" t="0" r="r" b="b"/>
            <a:pathLst>
              <a:path w="494" h="403">
                <a:moveTo>
                  <a:pt x="140" y="403"/>
                </a:moveTo>
                <a:cubicBezTo>
                  <a:pt x="98" y="403"/>
                  <a:pt x="65" y="389"/>
                  <a:pt x="39" y="362"/>
                </a:cubicBezTo>
                <a:cubicBezTo>
                  <a:pt x="14" y="335"/>
                  <a:pt x="1" y="300"/>
                  <a:pt x="0" y="259"/>
                </a:cubicBezTo>
                <a:cubicBezTo>
                  <a:pt x="0" y="197"/>
                  <a:pt x="22" y="141"/>
                  <a:pt x="67" y="89"/>
                </a:cubicBezTo>
                <a:cubicBezTo>
                  <a:pt x="111" y="37"/>
                  <a:pt x="163" y="7"/>
                  <a:pt x="221" y="0"/>
                </a:cubicBezTo>
                <a:cubicBezTo>
                  <a:pt x="222" y="0"/>
                  <a:pt x="265" y="0"/>
                  <a:pt x="349" y="0"/>
                </a:cubicBezTo>
                <a:lnTo>
                  <a:pt x="474" y="0"/>
                </a:lnTo>
                <a:cubicBezTo>
                  <a:pt x="475" y="0"/>
                  <a:pt x="476" y="1"/>
                  <a:pt x="477" y="1"/>
                </a:cubicBezTo>
                <a:cubicBezTo>
                  <a:pt x="478" y="2"/>
                  <a:pt x="480" y="3"/>
                  <a:pt x="481" y="3"/>
                </a:cubicBezTo>
                <a:cubicBezTo>
                  <a:pt x="482" y="4"/>
                  <a:pt x="483" y="4"/>
                  <a:pt x="484" y="5"/>
                </a:cubicBezTo>
                <a:cubicBezTo>
                  <a:pt x="484" y="6"/>
                  <a:pt x="485" y="7"/>
                  <a:pt x="486" y="8"/>
                </a:cubicBezTo>
                <a:cubicBezTo>
                  <a:pt x="489" y="9"/>
                  <a:pt x="489" y="10"/>
                  <a:pt x="489" y="10"/>
                </a:cubicBezTo>
                <a:cubicBezTo>
                  <a:pt x="489" y="10"/>
                  <a:pt x="490" y="11"/>
                  <a:pt x="491" y="13"/>
                </a:cubicBezTo>
                <a:cubicBezTo>
                  <a:pt x="492" y="16"/>
                  <a:pt x="492" y="17"/>
                  <a:pt x="492" y="17"/>
                </a:cubicBezTo>
                <a:cubicBezTo>
                  <a:pt x="491" y="17"/>
                  <a:pt x="492" y="18"/>
                  <a:pt x="493" y="21"/>
                </a:cubicBezTo>
                <a:cubicBezTo>
                  <a:pt x="494" y="24"/>
                  <a:pt x="494" y="26"/>
                  <a:pt x="494" y="27"/>
                </a:cubicBezTo>
                <a:cubicBezTo>
                  <a:pt x="494" y="54"/>
                  <a:pt x="473" y="67"/>
                  <a:pt x="434" y="67"/>
                </a:cubicBezTo>
                <a:cubicBezTo>
                  <a:pt x="429" y="67"/>
                  <a:pt x="424" y="67"/>
                  <a:pt x="418" y="67"/>
                </a:cubicBezTo>
                <a:cubicBezTo>
                  <a:pt x="412" y="67"/>
                  <a:pt x="408" y="67"/>
                  <a:pt x="405" y="66"/>
                </a:cubicBezTo>
                <a:lnTo>
                  <a:pt x="351" y="66"/>
                </a:lnTo>
                <a:lnTo>
                  <a:pt x="355" y="75"/>
                </a:lnTo>
                <a:cubicBezTo>
                  <a:pt x="366" y="98"/>
                  <a:pt x="372" y="124"/>
                  <a:pt x="372" y="152"/>
                </a:cubicBezTo>
                <a:cubicBezTo>
                  <a:pt x="372" y="219"/>
                  <a:pt x="347" y="278"/>
                  <a:pt x="299" y="328"/>
                </a:cubicBezTo>
                <a:cubicBezTo>
                  <a:pt x="250" y="378"/>
                  <a:pt x="197" y="403"/>
                  <a:pt x="140" y="403"/>
                </a:cubicBezTo>
                <a:moveTo>
                  <a:pt x="301" y="139"/>
                </a:moveTo>
                <a:cubicBezTo>
                  <a:pt x="301" y="90"/>
                  <a:pt x="275" y="66"/>
                  <a:pt x="223" y="66"/>
                </a:cubicBezTo>
                <a:cubicBezTo>
                  <a:pt x="148" y="66"/>
                  <a:pt x="99" y="119"/>
                  <a:pt x="77" y="224"/>
                </a:cubicBezTo>
                <a:cubicBezTo>
                  <a:pt x="76" y="228"/>
                  <a:pt x="76" y="230"/>
                  <a:pt x="76" y="231"/>
                </a:cubicBezTo>
                <a:cubicBezTo>
                  <a:pt x="71" y="253"/>
                  <a:pt x="69" y="272"/>
                  <a:pt x="69" y="286"/>
                </a:cubicBezTo>
                <a:cubicBezTo>
                  <a:pt x="69" y="317"/>
                  <a:pt x="76" y="338"/>
                  <a:pt x="91" y="350"/>
                </a:cubicBezTo>
                <a:cubicBezTo>
                  <a:pt x="107" y="362"/>
                  <a:pt x="124" y="369"/>
                  <a:pt x="143" y="369"/>
                </a:cubicBezTo>
                <a:cubicBezTo>
                  <a:pt x="176" y="369"/>
                  <a:pt x="206" y="355"/>
                  <a:pt x="233" y="326"/>
                </a:cubicBezTo>
                <a:cubicBezTo>
                  <a:pt x="251" y="308"/>
                  <a:pt x="265" y="284"/>
                  <a:pt x="276" y="254"/>
                </a:cubicBezTo>
                <a:cubicBezTo>
                  <a:pt x="287" y="222"/>
                  <a:pt x="294" y="198"/>
                  <a:pt x="296" y="180"/>
                </a:cubicBezTo>
                <a:cubicBezTo>
                  <a:pt x="299" y="162"/>
                  <a:pt x="300" y="148"/>
                  <a:pt x="301" y="1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39" name=""/>
          <p:cNvSpPr/>
          <p:nvPr/>
        </p:nvSpPr>
        <p:spPr>
          <a:xfrm>
            <a:off x="4353480" y="2162160"/>
            <a:ext cx="177480" cy="145080"/>
          </a:xfrm>
          <a:custGeom>
            <a:avLst/>
            <a:gdLst/>
            <a:ahLst/>
            <a:rect l="0" t="0" r="r" b="b"/>
            <a:pathLst>
              <a:path w="493" h="403">
                <a:moveTo>
                  <a:pt x="139" y="403"/>
                </a:moveTo>
                <a:cubicBezTo>
                  <a:pt x="98" y="403"/>
                  <a:pt x="64" y="389"/>
                  <a:pt x="39" y="362"/>
                </a:cubicBezTo>
                <a:cubicBezTo>
                  <a:pt x="13" y="335"/>
                  <a:pt x="0" y="300"/>
                  <a:pt x="0" y="259"/>
                </a:cubicBezTo>
                <a:cubicBezTo>
                  <a:pt x="0" y="197"/>
                  <a:pt x="22" y="141"/>
                  <a:pt x="66" y="89"/>
                </a:cubicBezTo>
                <a:cubicBezTo>
                  <a:pt x="110" y="37"/>
                  <a:pt x="162" y="7"/>
                  <a:pt x="221" y="0"/>
                </a:cubicBezTo>
                <a:cubicBezTo>
                  <a:pt x="221" y="0"/>
                  <a:pt x="264" y="0"/>
                  <a:pt x="348" y="0"/>
                </a:cubicBezTo>
                <a:lnTo>
                  <a:pt x="475" y="0"/>
                </a:lnTo>
                <a:cubicBezTo>
                  <a:pt x="475" y="0"/>
                  <a:pt x="476" y="1"/>
                  <a:pt x="478" y="1"/>
                </a:cubicBezTo>
                <a:cubicBezTo>
                  <a:pt x="479" y="2"/>
                  <a:pt x="480" y="3"/>
                  <a:pt x="481" y="3"/>
                </a:cubicBezTo>
                <a:cubicBezTo>
                  <a:pt x="482" y="4"/>
                  <a:pt x="483" y="4"/>
                  <a:pt x="484" y="5"/>
                </a:cubicBezTo>
                <a:cubicBezTo>
                  <a:pt x="485" y="6"/>
                  <a:pt x="485" y="7"/>
                  <a:pt x="487" y="8"/>
                </a:cubicBezTo>
                <a:cubicBezTo>
                  <a:pt x="488" y="9"/>
                  <a:pt x="489" y="10"/>
                  <a:pt x="489" y="10"/>
                </a:cubicBezTo>
                <a:cubicBezTo>
                  <a:pt x="489" y="10"/>
                  <a:pt x="489" y="11"/>
                  <a:pt x="490" y="13"/>
                </a:cubicBezTo>
                <a:cubicBezTo>
                  <a:pt x="492" y="16"/>
                  <a:pt x="492" y="17"/>
                  <a:pt x="491" y="17"/>
                </a:cubicBezTo>
                <a:cubicBezTo>
                  <a:pt x="491" y="17"/>
                  <a:pt x="491" y="18"/>
                  <a:pt x="492" y="21"/>
                </a:cubicBezTo>
                <a:cubicBezTo>
                  <a:pt x="493" y="24"/>
                  <a:pt x="494" y="26"/>
                  <a:pt x="493" y="27"/>
                </a:cubicBezTo>
                <a:cubicBezTo>
                  <a:pt x="493" y="54"/>
                  <a:pt x="473" y="67"/>
                  <a:pt x="433" y="67"/>
                </a:cubicBezTo>
                <a:cubicBezTo>
                  <a:pt x="429" y="67"/>
                  <a:pt x="424" y="67"/>
                  <a:pt x="417" y="67"/>
                </a:cubicBezTo>
                <a:cubicBezTo>
                  <a:pt x="411" y="67"/>
                  <a:pt x="407" y="67"/>
                  <a:pt x="405" y="66"/>
                </a:cubicBezTo>
                <a:lnTo>
                  <a:pt x="350" y="66"/>
                </a:lnTo>
                <a:lnTo>
                  <a:pt x="355" y="75"/>
                </a:lnTo>
                <a:cubicBezTo>
                  <a:pt x="366" y="98"/>
                  <a:pt x="371" y="124"/>
                  <a:pt x="371" y="152"/>
                </a:cubicBezTo>
                <a:cubicBezTo>
                  <a:pt x="371" y="219"/>
                  <a:pt x="347" y="278"/>
                  <a:pt x="298" y="328"/>
                </a:cubicBezTo>
                <a:cubicBezTo>
                  <a:pt x="250" y="378"/>
                  <a:pt x="197" y="403"/>
                  <a:pt x="139" y="403"/>
                </a:cubicBezTo>
                <a:moveTo>
                  <a:pt x="300" y="139"/>
                </a:moveTo>
                <a:cubicBezTo>
                  <a:pt x="300" y="90"/>
                  <a:pt x="274" y="66"/>
                  <a:pt x="223" y="66"/>
                </a:cubicBezTo>
                <a:cubicBezTo>
                  <a:pt x="147" y="66"/>
                  <a:pt x="99" y="119"/>
                  <a:pt x="76" y="224"/>
                </a:cubicBezTo>
                <a:cubicBezTo>
                  <a:pt x="76" y="228"/>
                  <a:pt x="75" y="230"/>
                  <a:pt x="75" y="231"/>
                </a:cubicBezTo>
                <a:cubicBezTo>
                  <a:pt x="70" y="253"/>
                  <a:pt x="68" y="272"/>
                  <a:pt x="68" y="286"/>
                </a:cubicBezTo>
                <a:cubicBezTo>
                  <a:pt x="68" y="317"/>
                  <a:pt x="76" y="338"/>
                  <a:pt x="91" y="350"/>
                </a:cubicBezTo>
                <a:cubicBezTo>
                  <a:pt x="106" y="362"/>
                  <a:pt x="123" y="369"/>
                  <a:pt x="143" y="369"/>
                </a:cubicBezTo>
                <a:cubicBezTo>
                  <a:pt x="175" y="369"/>
                  <a:pt x="205" y="355"/>
                  <a:pt x="233" y="326"/>
                </a:cubicBezTo>
                <a:cubicBezTo>
                  <a:pt x="250" y="308"/>
                  <a:pt x="265" y="284"/>
                  <a:pt x="275" y="254"/>
                </a:cubicBezTo>
                <a:cubicBezTo>
                  <a:pt x="286" y="222"/>
                  <a:pt x="293" y="198"/>
                  <a:pt x="295" y="180"/>
                </a:cubicBezTo>
                <a:cubicBezTo>
                  <a:pt x="298" y="162"/>
                  <a:pt x="299" y="148"/>
                  <a:pt x="300" y="1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0" name=""/>
          <p:cNvSpPr/>
          <p:nvPr/>
        </p:nvSpPr>
        <p:spPr>
          <a:xfrm>
            <a:off x="933120" y="25905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3"/>
                  <a:pt x="285" y="193"/>
                  <a:pt x="281" y="201"/>
                </a:cubicBezTo>
                <a:cubicBezTo>
                  <a:pt x="278" y="210"/>
                  <a:pt x="273" y="219"/>
                  <a:pt x="268" y="228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8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8"/>
                </a:cubicBezTo>
                <a:cubicBezTo>
                  <a:pt x="20" y="219"/>
                  <a:pt x="15" y="210"/>
                  <a:pt x="11" y="201"/>
                </a:cubicBezTo>
                <a:cubicBezTo>
                  <a:pt x="8" y="193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1" name=""/>
          <p:cNvSpPr txBox="1"/>
          <p:nvPr/>
        </p:nvSpPr>
        <p:spPr>
          <a:xfrm>
            <a:off x="1200240" y="2038320"/>
            <a:ext cx="61146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S3 (0.5 ): +0.003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、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S4 (1.0 ): +0.003 ---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ほぼ無視可能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2" name=""/>
          <p:cNvSpPr txBox="1"/>
          <p:nvPr/>
        </p:nvSpPr>
        <p:spPr>
          <a:xfrm>
            <a:off x="1200240" y="2476440"/>
            <a:ext cx="73220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近境界シナリオ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(S1):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正のバイアスが大きい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非負制約による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3" name=""/>
          <p:cNvSpPr/>
          <p:nvPr/>
        </p:nvSpPr>
        <p:spPr>
          <a:xfrm>
            <a:off x="2845440" y="3187800"/>
            <a:ext cx="183240" cy="148680"/>
          </a:xfrm>
          <a:custGeom>
            <a:avLst/>
            <a:gdLst/>
            <a:ahLst/>
            <a:rect l="0" t="0" r="r" b="b"/>
            <a:pathLst>
              <a:path w="509" h="413">
                <a:moveTo>
                  <a:pt x="0" y="142"/>
                </a:moveTo>
                <a:cubicBezTo>
                  <a:pt x="0" y="139"/>
                  <a:pt x="1" y="134"/>
                  <a:pt x="2" y="128"/>
                </a:cubicBezTo>
                <a:cubicBezTo>
                  <a:pt x="4" y="122"/>
                  <a:pt x="7" y="110"/>
                  <a:pt x="13" y="93"/>
                </a:cubicBezTo>
                <a:cubicBezTo>
                  <a:pt x="19" y="76"/>
                  <a:pt x="25" y="62"/>
                  <a:pt x="31" y="50"/>
                </a:cubicBezTo>
                <a:cubicBezTo>
                  <a:pt x="38" y="39"/>
                  <a:pt x="48" y="28"/>
                  <a:pt x="62" y="17"/>
                </a:cubicBezTo>
                <a:cubicBezTo>
                  <a:pt x="75" y="6"/>
                  <a:pt x="89" y="0"/>
                  <a:pt x="103" y="0"/>
                </a:cubicBezTo>
                <a:cubicBezTo>
                  <a:pt x="125" y="0"/>
                  <a:pt x="143" y="7"/>
                  <a:pt x="158" y="18"/>
                </a:cubicBezTo>
                <a:cubicBezTo>
                  <a:pt x="172" y="28"/>
                  <a:pt x="182" y="39"/>
                  <a:pt x="185" y="48"/>
                </a:cubicBezTo>
                <a:cubicBezTo>
                  <a:pt x="189" y="58"/>
                  <a:pt x="191" y="65"/>
                  <a:pt x="191" y="68"/>
                </a:cubicBezTo>
                <a:cubicBezTo>
                  <a:pt x="191" y="69"/>
                  <a:pt x="191" y="69"/>
                  <a:pt x="192" y="69"/>
                </a:cubicBezTo>
                <a:lnTo>
                  <a:pt x="202" y="59"/>
                </a:lnTo>
                <a:cubicBezTo>
                  <a:pt x="239" y="21"/>
                  <a:pt x="281" y="0"/>
                  <a:pt x="328" y="0"/>
                </a:cubicBezTo>
                <a:cubicBezTo>
                  <a:pt x="361" y="0"/>
                  <a:pt x="387" y="9"/>
                  <a:pt x="407" y="26"/>
                </a:cubicBezTo>
                <a:cubicBezTo>
                  <a:pt x="427" y="42"/>
                  <a:pt x="438" y="66"/>
                  <a:pt x="438" y="98"/>
                </a:cubicBezTo>
                <a:cubicBezTo>
                  <a:pt x="439" y="129"/>
                  <a:pt x="427" y="177"/>
                  <a:pt x="404" y="240"/>
                </a:cubicBezTo>
                <a:cubicBezTo>
                  <a:pt x="380" y="304"/>
                  <a:pt x="368" y="343"/>
                  <a:pt x="369" y="356"/>
                </a:cubicBezTo>
                <a:cubicBezTo>
                  <a:pt x="369" y="372"/>
                  <a:pt x="374" y="380"/>
                  <a:pt x="384" y="380"/>
                </a:cubicBezTo>
                <a:cubicBezTo>
                  <a:pt x="388" y="380"/>
                  <a:pt x="391" y="379"/>
                  <a:pt x="393" y="379"/>
                </a:cubicBezTo>
                <a:cubicBezTo>
                  <a:pt x="410" y="376"/>
                  <a:pt x="426" y="364"/>
                  <a:pt x="440" y="344"/>
                </a:cubicBezTo>
                <a:cubicBezTo>
                  <a:pt x="454" y="324"/>
                  <a:pt x="465" y="300"/>
                  <a:pt x="472" y="271"/>
                </a:cubicBezTo>
                <a:cubicBezTo>
                  <a:pt x="473" y="266"/>
                  <a:pt x="480" y="264"/>
                  <a:pt x="491" y="264"/>
                </a:cubicBezTo>
                <a:cubicBezTo>
                  <a:pt x="503" y="264"/>
                  <a:pt x="509" y="266"/>
                  <a:pt x="509" y="271"/>
                </a:cubicBezTo>
                <a:cubicBezTo>
                  <a:pt x="509" y="272"/>
                  <a:pt x="508" y="276"/>
                  <a:pt x="506" y="285"/>
                </a:cubicBezTo>
                <a:cubicBezTo>
                  <a:pt x="501" y="303"/>
                  <a:pt x="494" y="320"/>
                  <a:pt x="486" y="337"/>
                </a:cubicBezTo>
                <a:cubicBezTo>
                  <a:pt x="476" y="354"/>
                  <a:pt x="462" y="371"/>
                  <a:pt x="443" y="388"/>
                </a:cubicBezTo>
                <a:cubicBezTo>
                  <a:pt x="423" y="405"/>
                  <a:pt x="402" y="413"/>
                  <a:pt x="380" y="412"/>
                </a:cubicBezTo>
                <a:cubicBezTo>
                  <a:pt x="351" y="412"/>
                  <a:pt x="331" y="404"/>
                  <a:pt x="318" y="388"/>
                </a:cubicBezTo>
                <a:cubicBezTo>
                  <a:pt x="305" y="371"/>
                  <a:pt x="299" y="354"/>
                  <a:pt x="299" y="337"/>
                </a:cubicBezTo>
                <a:cubicBezTo>
                  <a:pt x="299" y="325"/>
                  <a:pt x="310" y="289"/>
                  <a:pt x="332" y="228"/>
                </a:cubicBezTo>
                <a:cubicBezTo>
                  <a:pt x="354" y="166"/>
                  <a:pt x="365" y="120"/>
                  <a:pt x="365" y="89"/>
                </a:cubicBezTo>
                <a:cubicBezTo>
                  <a:pt x="365" y="54"/>
                  <a:pt x="352" y="36"/>
                  <a:pt x="325" y="36"/>
                </a:cubicBezTo>
                <a:lnTo>
                  <a:pt x="321" y="36"/>
                </a:lnTo>
                <a:cubicBezTo>
                  <a:pt x="269" y="36"/>
                  <a:pt x="225" y="66"/>
                  <a:pt x="189" y="128"/>
                </a:cubicBezTo>
                <a:lnTo>
                  <a:pt x="183" y="139"/>
                </a:lnTo>
                <a:lnTo>
                  <a:pt x="152" y="260"/>
                </a:lnTo>
                <a:cubicBezTo>
                  <a:pt x="132" y="340"/>
                  <a:pt x="121" y="383"/>
                  <a:pt x="118" y="389"/>
                </a:cubicBezTo>
                <a:cubicBezTo>
                  <a:pt x="110" y="405"/>
                  <a:pt x="97" y="413"/>
                  <a:pt x="79" y="413"/>
                </a:cubicBezTo>
                <a:cubicBezTo>
                  <a:pt x="71" y="413"/>
                  <a:pt x="65" y="411"/>
                  <a:pt x="60" y="408"/>
                </a:cubicBezTo>
                <a:cubicBezTo>
                  <a:pt x="55" y="404"/>
                  <a:pt x="52" y="401"/>
                  <a:pt x="50" y="397"/>
                </a:cubicBezTo>
                <a:cubicBezTo>
                  <a:pt x="48" y="393"/>
                  <a:pt x="47" y="390"/>
                  <a:pt x="48" y="388"/>
                </a:cubicBezTo>
                <a:cubicBezTo>
                  <a:pt x="48" y="380"/>
                  <a:pt x="59" y="330"/>
                  <a:pt x="82" y="240"/>
                </a:cubicBezTo>
                <a:cubicBezTo>
                  <a:pt x="105" y="149"/>
                  <a:pt x="118" y="99"/>
                  <a:pt x="119" y="91"/>
                </a:cubicBezTo>
                <a:cubicBezTo>
                  <a:pt x="119" y="88"/>
                  <a:pt x="120" y="81"/>
                  <a:pt x="120" y="70"/>
                </a:cubicBezTo>
                <a:cubicBezTo>
                  <a:pt x="120" y="47"/>
                  <a:pt x="112" y="35"/>
                  <a:pt x="98" y="35"/>
                </a:cubicBezTo>
                <a:cubicBezTo>
                  <a:pt x="75" y="35"/>
                  <a:pt x="56" y="65"/>
                  <a:pt x="41" y="126"/>
                </a:cubicBezTo>
                <a:cubicBezTo>
                  <a:pt x="37" y="138"/>
                  <a:pt x="35" y="144"/>
                  <a:pt x="35" y="145"/>
                </a:cubicBezTo>
                <a:cubicBezTo>
                  <a:pt x="34" y="149"/>
                  <a:pt x="28" y="150"/>
                  <a:pt x="18" y="150"/>
                </a:cubicBezTo>
                <a:lnTo>
                  <a:pt x="5" y="150"/>
                </a:lnTo>
                <a:cubicBezTo>
                  <a:pt x="1" y="147"/>
                  <a:pt x="0" y="144"/>
                  <a:pt x="0" y="142"/>
                </a:cubicBez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4" name=""/>
          <p:cNvSpPr/>
          <p:nvPr/>
        </p:nvSpPr>
        <p:spPr>
          <a:xfrm>
            <a:off x="3144240" y="3212280"/>
            <a:ext cx="218520" cy="77040"/>
          </a:xfrm>
          <a:custGeom>
            <a:avLst/>
            <a:gdLst/>
            <a:ahLst/>
            <a:rect l="0" t="0" r="r" b="b"/>
            <a:pathLst>
              <a:path w="607" h="214">
                <a:moveTo>
                  <a:pt x="0" y="19"/>
                </a:moveTo>
                <a:cubicBezTo>
                  <a:pt x="0" y="11"/>
                  <a:pt x="4" y="5"/>
                  <a:pt x="13" y="0"/>
                </a:cubicBezTo>
                <a:lnTo>
                  <a:pt x="593" y="0"/>
                </a:lnTo>
                <a:cubicBezTo>
                  <a:pt x="602" y="5"/>
                  <a:pt x="607" y="11"/>
                  <a:pt x="607" y="19"/>
                </a:cubicBezTo>
                <a:cubicBezTo>
                  <a:pt x="607" y="25"/>
                  <a:pt x="603" y="31"/>
                  <a:pt x="594" y="36"/>
                </a:cubicBezTo>
                <a:lnTo>
                  <a:pt x="305" y="37"/>
                </a:lnTo>
                <a:lnTo>
                  <a:pt x="15" y="37"/>
                </a:lnTo>
                <a:cubicBezTo>
                  <a:pt x="5" y="34"/>
                  <a:pt x="0" y="28"/>
                  <a:pt x="0" y="19"/>
                </a:cubicBezTo>
                <a:moveTo>
                  <a:pt x="0" y="196"/>
                </a:moveTo>
                <a:cubicBezTo>
                  <a:pt x="0" y="187"/>
                  <a:pt x="5" y="181"/>
                  <a:pt x="15" y="178"/>
                </a:cubicBezTo>
                <a:lnTo>
                  <a:pt x="594" y="178"/>
                </a:lnTo>
                <a:cubicBezTo>
                  <a:pt x="603" y="184"/>
                  <a:pt x="607" y="190"/>
                  <a:pt x="607" y="196"/>
                </a:cubicBezTo>
                <a:cubicBezTo>
                  <a:pt x="607" y="204"/>
                  <a:pt x="602" y="210"/>
                  <a:pt x="593" y="214"/>
                </a:cubicBezTo>
                <a:lnTo>
                  <a:pt x="13" y="214"/>
                </a:lnTo>
                <a:cubicBezTo>
                  <a:pt x="4" y="210"/>
                  <a:pt x="0" y="204"/>
                  <a:pt x="0" y="196"/>
                </a:cubicBez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5" name=""/>
          <p:cNvSpPr/>
          <p:nvPr/>
        </p:nvSpPr>
        <p:spPr>
          <a:xfrm>
            <a:off x="3498840" y="3114360"/>
            <a:ext cx="113040" cy="218520"/>
          </a:xfrm>
          <a:custGeom>
            <a:avLst/>
            <a:gdLst/>
            <a:ahLst/>
            <a:rect l="0" t="0" r="r" b="b"/>
            <a:pathLst>
              <a:path w="314" h="607">
                <a:moveTo>
                  <a:pt x="119" y="80"/>
                </a:moveTo>
                <a:lnTo>
                  <a:pt x="107" y="85"/>
                </a:lnTo>
                <a:cubicBezTo>
                  <a:pt x="98" y="88"/>
                  <a:pt x="86" y="91"/>
                  <a:pt x="70" y="94"/>
                </a:cubicBezTo>
                <a:cubicBezTo>
                  <a:pt x="54" y="97"/>
                  <a:pt x="37" y="99"/>
                  <a:pt x="17" y="100"/>
                </a:cubicBezTo>
                <a:lnTo>
                  <a:pt x="0" y="100"/>
                </a:lnTo>
                <a:lnTo>
                  <a:pt x="0" y="59"/>
                </a:lnTo>
                <a:lnTo>
                  <a:pt x="17" y="59"/>
                </a:lnTo>
                <a:cubicBezTo>
                  <a:pt x="46" y="57"/>
                  <a:pt x="72" y="53"/>
                  <a:pt x="97" y="45"/>
                </a:cubicBezTo>
                <a:cubicBezTo>
                  <a:pt x="122" y="37"/>
                  <a:pt x="139" y="30"/>
                  <a:pt x="148" y="23"/>
                </a:cubicBezTo>
                <a:cubicBezTo>
                  <a:pt x="158" y="16"/>
                  <a:pt x="167" y="10"/>
                  <a:pt x="174" y="3"/>
                </a:cubicBezTo>
                <a:cubicBezTo>
                  <a:pt x="175" y="1"/>
                  <a:pt x="179" y="0"/>
                  <a:pt x="185" y="0"/>
                </a:cubicBezTo>
                <a:cubicBezTo>
                  <a:pt x="190" y="0"/>
                  <a:pt x="195" y="2"/>
                  <a:pt x="200" y="6"/>
                </a:cubicBezTo>
                <a:lnTo>
                  <a:pt x="200" y="279"/>
                </a:lnTo>
                <a:lnTo>
                  <a:pt x="201" y="552"/>
                </a:lnTo>
                <a:cubicBezTo>
                  <a:pt x="205" y="556"/>
                  <a:pt x="209" y="559"/>
                  <a:pt x="212" y="560"/>
                </a:cubicBezTo>
                <a:cubicBezTo>
                  <a:pt x="215" y="561"/>
                  <a:pt x="222" y="562"/>
                  <a:pt x="234" y="564"/>
                </a:cubicBezTo>
                <a:cubicBezTo>
                  <a:pt x="246" y="565"/>
                  <a:pt x="264" y="565"/>
                  <a:pt x="290" y="565"/>
                </a:cubicBezTo>
                <a:lnTo>
                  <a:pt x="314" y="565"/>
                </a:lnTo>
                <a:lnTo>
                  <a:pt x="314" y="607"/>
                </a:lnTo>
                <a:lnTo>
                  <a:pt x="304" y="607"/>
                </a:lnTo>
                <a:cubicBezTo>
                  <a:pt x="291" y="605"/>
                  <a:pt x="243" y="605"/>
                  <a:pt x="159" y="605"/>
                </a:cubicBezTo>
                <a:cubicBezTo>
                  <a:pt x="76" y="605"/>
                  <a:pt x="28" y="605"/>
                  <a:pt x="16" y="607"/>
                </a:cubicBezTo>
                <a:lnTo>
                  <a:pt x="5" y="607"/>
                </a:lnTo>
                <a:lnTo>
                  <a:pt x="5" y="565"/>
                </a:lnTo>
                <a:lnTo>
                  <a:pt x="28" y="565"/>
                </a:lnTo>
                <a:cubicBezTo>
                  <a:pt x="42" y="565"/>
                  <a:pt x="53" y="565"/>
                  <a:pt x="63" y="565"/>
                </a:cubicBezTo>
                <a:cubicBezTo>
                  <a:pt x="73" y="565"/>
                  <a:pt x="80" y="565"/>
                  <a:pt x="86" y="564"/>
                </a:cubicBezTo>
                <a:cubicBezTo>
                  <a:pt x="91" y="564"/>
                  <a:pt x="96" y="563"/>
                  <a:pt x="100" y="562"/>
                </a:cubicBezTo>
                <a:cubicBezTo>
                  <a:pt x="104" y="561"/>
                  <a:pt x="107" y="560"/>
                  <a:pt x="107" y="560"/>
                </a:cubicBezTo>
                <a:cubicBezTo>
                  <a:pt x="108" y="560"/>
                  <a:pt x="111" y="558"/>
                  <a:pt x="114" y="555"/>
                </a:cubicBezTo>
                <a:cubicBezTo>
                  <a:pt x="117" y="552"/>
                  <a:pt x="119" y="551"/>
                  <a:pt x="119" y="552"/>
                </a:cubicBezTo>
                <a:lnTo>
                  <a:pt x="119" y="80"/>
                </a:ln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6" name=""/>
          <p:cNvSpPr/>
          <p:nvPr/>
        </p:nvSpPr>
        <p:spPr>
          <a:xfrm>
            <a:off x="3648240" y="311436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2" y="74"/>
                </a:moveTo>
                <a:cubicBezTo>
                  <a:pt x="86" y="25"/>
                  <a:pt x="132" y="0"/>
                  <a:pt x="191" y="0"/>
                </a:cubicBezTo>
                <a:cubicBezTo>
                  <a:pt x="220" y="0"/>
                  <a:pt x="249" y="8"/>
                  <a:pt x="278" y="24"/>
                </a:cubicBezTo>
                <a:cubicBezTo>
                  <a:pt x="307" y="40"/>
                  <a:pt x="331" y="68"/>
                  <a:pt x="349" y="108"/>
                </a:cubicBezTo>
                <a:cubicBezTo>
                  <a:pt x="373" y="158"/>
                  <a:pt x="384" y="227"/>
                  <a:pt x="384" y="315"/>
                </a:cubicBezTo>
                <a:cubicBezTo>
                  <a:pt x="384" y="409"/>
                  <a:pt x="370" y="482"/>
                  <a:pt x="344" y="532"/>
                </a:cubicBezTo>
                <a:cubicBezTo>
                  <a:pt x="332" y="557"/>
                  <a:pt x="315" y="578"/>
                  <a:pt x="294" y="593"/>
                </a:cubicBezTo>
                <a:cubicBezTo>
                  <a:pt x="273" y="608"/>
                  <a:pt x="254" y="617"/>
                  <a:pt x="238" y="621"/>
                </a:cubicBezTo>
                <a:cubicBezTo>
                  <a:pt x="223" y="625"/>
                  <a:pt x="207" y="627"/>
                  <a:pt x="192" y="627"/>
                </a:cubicBezTo>
                <a:cubicBezTo>
                  <a:pt x="176" y="627"/>
                  <a:pt x="160" y="625"/>
                  <a:pt x="145" y="622"/>
                </a:cubicBezTo>
                <a:cubicBezTo>
                  <a:pt x="129" y="618"/>
                  <a:pt x="110" y="608"/>
                  <a:pt x="89" y="593"/>
                </a:cubicBezTo>
                <a:cubicBezTo>
                  <a:pt x="68" y="577"/>
                  <a:pt x="51" y="557"/>
                  <a:pt x="39" y="532"/>
                </a:cubicBezTo>
                <a:cubicBezTo>
                  <a:pt x="13" y="482"/>
                  <a:pt x="0" y="409"/>
                  <a:pt x="0" y="315"/>
                </a:cubicBezTo>
                <a:cubicBezTo>
                  <a:pt x="0" y="210"/>
                  <a:pt x="17" y="129"/>
                  <a:pt x="52" y="74"/>
                </a:cubicBezTo>
                <a:moveTo>
                  <a:pt x="256" y="63"/>
                </a:moveTo>
                <a:cubicBezTo>
                  <a:pt x="238" y="44"/>
                  <a:pt x="217" y="34"/>
                  <a:pt x="192" y="34"/>
                </a:cubicBezTo>
                <a:cubicBezTo>
                  <a:pt x="166" y="34"/>
                  <a:pt x="145" y="44"/>
                  <a:pt x="126" y="63"/>
                </a:cubicBezTo>
                <a:cubicBezTo>
                  <a:pt x="111" y="79"/>
                  <a:pt x="101" y="101"/>
                  <a:pt x="96" y="129"/>
                </a:cubicBezTo>
                <a:cubicBezTo>
                  <a:pt x="92" y="157"/>
                  <a:pt x="89" y="215"/>
                  <a:pt x="89" y="303"/>
                </a:cubicBezTo>
                <a:cubicBezTo>
                  <a:pt x="89" y="399"/>
                  <a:pt x="92" y="463"/>
                  <a:pt x="96" y="494"/>
                </a:cubicBezTo>
                <a:cubicBezTo>
                  <a:pt x="101" y="524"/>
                  <a:pt x="112" y="548"/>
                  <a:pt x="129" y="565"/>
                </a:cubicBezTo>
                <a:cubicBezTo>
                  <a:pt x="146" y="584"/>
                  <a:pt x="167" y="593"/>
                  <a:pt x="192" y="593"/>
                </a:cubicBezTo>
                <a:cubicBezTo>
                  <a:pt x="216" y="593"/>
                  <a:pt x="237" y="584"/>
                  <a:pt x="254" y="565"/>
                </a:cubicBezTo>
                <a:cubicBezTo>
                  <a:pt x="271" y="547"/>
                  <a:pt x="282" y="522"/>
                  <a:pt x="287" y="489"/>
                </a:cubicBezTo>
                <a:cubicBezTo>
                  <a:pt x="291" y="456"/>
                  <a:pt x="293" y="394"/>
                  <a:pt x="294" y="303"/>
                </a:cubicBezTo>
                <a:cubicBezTo>
                  <a:pt x="294" y="215"/>
                  <a:pt x="291" y="157"/>
                  <a:pt x="287" y="130"/>
                </a:cubicBezTo>
                <a:cubicBezTo>
                  <a:pt x="282" y="102"/>
                  <a:pt x="272" y="80"/>
                  <a:pt x="256" y="63"/>
                </a:cubicBez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7" name=""/>
          <p:cNvSpPr/>
          <p:nvPr/>
        </p:nvSpPr>
        <p:spPr>
          <a:xfrm>
            <a:off x="3812040" y="311436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2" y="74"/>
                </a:moveTo>
                <a:cubicBezTo>
                  <a:pt x="86" y="25"/>
                  <a:pt x="132" y="0"/>
                  <a:pt x="191" y="0"/>
                </a:cubicBezTo>
                <a:cubicBezTo>
                  <a:pt x="220" y="0"/>
                  <a:pt x="249" y="8"/>
                  <a:pt x="278" y="24"/>
                </a:cubicBezTo>
                <a:cubicBezTo>
                  <a:pt x="308" y="40"/>
                  <a:pt x="332" y="68"/>
                  <a:pt x="350" y="108"/>
                </a:cubicBezTo>
                <a:cubicBezTo>
                  <a:pt x="373" y="158"/>
                  <a:pt x="384" y="227"/>
                  <a:pt x="384" y="315"/>
                </a:cubicBezTo>
                <a:cubicBezTo>
                  <a:pt x="384" y="409"/>
                  <a:pt x="371" y="482"/>
                  <a:pt x="345" y="532"/>
                </a:cubicBezTo>
                <a:cubicBezTo>
                  <a:pt x="333" y="557"/>
                  <a:pt x="316" y="578"/>
                  <a:pt x="294" y="593"/>
                </a:cubicBezTo>
                <a:cubicBezTo>
                  <a:pt x="272" y="608"/>
                  <a:pt x="254" y="617"/>
                  <a:pt x="238" y="621"/>
                </a:cubicBezTo>
                <a:cubicBezTo>
                  <a:pt x="222" y="625"/>
                  <a:pt x="207" y="627"/>
                  <a:pt x="192" y="627"/>
                </a:cubicBezTo>
                <a:cubicBezTo>
                  <a:pt x="176" y="627"/>
                  <a:pt x="160" y="625"/>
                  <a:pt x="144" y="622"/>
                </a:cubicBezTo>
                <a:cubicBezTo>
                  <a:pt x="129" y="618"/>
                  <a:pt x="110" y="608"/>
                  <a:pt x="89" y="593"/>
                </a:cubicBezTo>
                <a:cubicBezTo>
                  <a:pt x="68" y="577"/>
                  <a:pt x="51" y="557"/>
                  <a:pt x="39" y="532"/>
                </a:cubicBezTo>
                <a:cubicBezTo>
                  <a:pt x="13" y="482"/>
                  <a:pt x="0" y="409"/>
                  <a:pt x="0" y="315"/>
                </a:cubicBezTo>
                <a:cubicBezTo>
                  <a:pt x="0" y="210"/>
                  <a:pt x="17" y="129"/>
                  <a:pt x="52" y="74"/>
                </a:cubicBezTo>
                <a:moveTo>
                  <a:pt x="256" y="63"/>
                </a:moveTo>
                <a:cubicBezTo>
                  <a:pt x="238" y="44"/>
                  <a:pt x="217" y="34"/>
                  <a:pt x="192" y="34"/>
                </a:cubicBezTo>
                <a:cubicBezTo>
                  <a:pt x="166" y="34"/>
                  <a:pt x="144" y="44"/>
                  <a:pt x="126" y="63"/>
                </a:cubicBezTo>
                <a:cubicBezTo>
                  <a:pt x="111" y="79"/>
                  <a:pt x="101" y="101"/>
                  <a:pt x="96" y="129"/>
                </a:cubicBezTo>
                <a:cubicBezTo>
                  <a:pt x="91" y="157"/>
                  <a:pt x="89" y="215"/>
                  <a:pt x="89" y="303"/>
                </a:cubicBezTo>
                <a:cubicBezTo>
                  <a:pt x="89" y="399"/>
                  <a:pt x="91" y="463"/>
                  <a:pt x="96" y="494"/>
                </a:cubicBezTo>
                <a:cubicBezTo>
                  <a:pt x="101" y="524"/>
                  <a:pt x="112" y="548"/>
                  <a:pt x="129" y="565"/>
                </a:cubicBezTo>
                <a:cubicBezTo>
                  <a:pt x="146" y="584"/>
                  <a:pt x="167" y="593"/>
                  <a:pt x="192" y="593"/>
                </a:cubicBezTo>
                <a:cubicBezTo>
                  <a:pt x="216" y="593"/>
                  <a:pt x="237" y="584"/>
                  <a:pt x="254" y="565"/>
                </a:cubicBezTo>
                <a:cubicBezTo>
                  <a:pt x="271" y="547"/>
                  <a:pt x="282" y="522"/>
                  <a:pt x="286" y="489"/>
                </a:cubicBezTo>
                <a:cubicBezTo>
                  <a:pt x="291" y="456"/>
                  <a:pt x="293" y="394"/>
                  <a:pt x="294" y="303"/>
                </a:cubicBezTo>
                <a:cubicBezTo>
                  <a:pt x="294" y="215"/>
                  <a:pt x="291" y="157"/>
                  <a:pt x="286" y="130"/>
                </a:cubicBezTo>
                <a:cubicBezTo>
                  <a:pt x="282" y="102"/>
                  <a:pt x="272" y="80"/>
                  <a:pt x="256" y="63"/>
                </a:cubicBez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8" name=""/>
          <p:cNvSpPr txBox="1"/>
          <p:nvPr/>
        </p:nvSpPr>
        <p:spPr>
          <a:xfrm>
            <a:off x="571320" y="3024360"/>
            <a:ext cx="21308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被覆確率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(95% CI,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49" name=""/>
          <p:cNvSpPr txBox="1"/>
          <p:nvPr/>
        </p:nvSpPr>
        <p:spPr>
          <a:xfrm>
            <a:off x="3966840" y="3024360"/>
            <a:ext cx="2664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0" name=""/>
          <p:cNvSpPr/>
          <p:nvPr/>
        </p:nvSpPr>
        <p:spPr>
          <a:xfrm>
            <a:off x="2721240" y="3773160"/>
            <a:ext cx="170280" cy="138240"/>
          </a:xfrm>
          <a:custGeom>
            <a:avLst/>
            <a:gdLst/>
            <a:ahLst/>
            <a:rect l="0" t="0" r="r" b="b"/>
            <a:pathLst>
              <a:path w="473" h="384">
                <a:moveTo>
                  <a:pt x="0" y="132"/>
                </a:moveTo>
                <a:cubicBezTo>
                  <a:pt x="0" y="128"/>
                  <a:pt x="1" y="124"/>
                  <a:pt x="2" y="118"/>
                </a:cubicBezTo>
                <a:cubicBezTo>
                  <a:pt x="3" y="113"/>
                  <a:pt x="7" y="102"/>
                  <a:pt x="12" y="86"/>
                </a:cubicBezTo>
                <a:cubicBezTo>
                  <a:pt x="18" y="70"/>
                  <a:pt x="23" y="57"/>
                  <a:pt x="29" y="47"/>
                </a:cubicBezTo>
                <a:cubicBezTo>
                  <a:pt x="35" y="36"/>
                  <a:pt x="44" y="25"/>
                  <a:pt x="57" y="14"/>
                </a:cubicBezTo>
                <a:cubicBezTo>
                  <a:pt x="70" y="4"/>
                  <a:pt x="83" y="-1"/>
                  <a:pt x="96" y="0"/>
                </a:cubicBezTo>
                <a:cubicBezTo>
                  <a:pt x="116" y="0"/>
                  <a:pt x="133" y="5"/>
                  <a:pt x="146" y="15"/>
                </a:cubicBezTo>
                <a:cubicBezTo>
                  <a:pt x="160" y="26"/>
                  <a:pt x="168" y="36"/>
                  <a:pt x="172" y="45"/>
                </a:cubicBezTo>
                <a:cubicBezTo>
                  <a:pt x="175" y="54"/>
                  <a:pt x="177" y="60"/>
                  <a:pt x="177" y="63"/>
                </a:cubicBezTo>
                <a:cubicBezTo>
                  <a:pt x="177" y="64"/>
                  <a:pt x="177" y="64"/>
                  <a:pt x="178" y="64"/>
                </a:cubicBezTo>
                <a:lnTo>
                  <a:pt x="187" y="55"/>
                </a:lnTo>
                <a:cubicBezTo>
                  <a:pt x="221" y="18"/>
                  <a:pt x="261" y="0"/>
                  <a:pt x="305" y="0"/>
                </a:cubicBezTo>
                <a:cubicBezTo>
                  <a:pt x="336" y="0"/>
                  <a:pt x="360" y="8"/>
                  <a:pt x="379" y="23"/>
                </a:cubicBezTo>
                <a:cubicBezTo>
                  <a:pt x="397" y="39"/>
                  <a:pt x="407" y="61"/>
                  <a:pt x="408" y="90"/>
                </a:cubicBezTo>
                <a:cubicBezTo>
                  <a:pt x="408" y="120"/>
                  <a:pt x="397" y="164"/>
                  <a:pt x="376" y="223"/>
                </a:cubicBezTo>
                <a:cubicBezTo>
                  <a:pt x="354" y="282"/>
                  <a:pt x="343" y="318"/>
                  <a:pt x="343" y="330"/>
                </a:cubicBezTo>
                <a:cubicBezTo>
                  <a:pt x="343" y="345"/>
                  <a:pt x="348" y="352"/>
                  <a:pt x="358" y="352"/>
                </a:cubicBezTo>
                <a:cubicBezTo>
                  <a:pt x="361" y="352"/>
                  <a:pt x="364" y="352"/>
                  <a:pt x="365" y="351"/>
                </a:cubicBezTo>
                <a:cubicBezTo>
                  <a:pt x="382" y="349"/>
                  <a:pt x="396" y="338"/>
                  <a:pt x="409" y="319"/>
                </a:cubicBezTo>
                <a:cubicBezTo>
                  <a:pt x="422" y="301"/>
                  <a:pt x="432" y="278"/>
                  <a:pt x="439" y="252"/>
                </a:cubicBezTo>
                <a:cubicBezTo>
                  <a:pt x="440" y="247"/>
                  <a:pt x="446" y="245"/>
                  <a:pt x="456" y="245"/>
                </a:cubicBezTo>
                <a:cubicBezTo>
                  <a:pt x="467" y="245"/>
                  <a:pt x="473" y="247"/>
                  <a:pt x="473" y="252"/>
                </a:cubicBezTo>
                <a:cubicBezTo>
                  <a:pt x="473" y="252"/>
                  <a:pt x="471" y="257"/>
                  <a:pt x="469" y="264"/>
                </a:cubicBezTo>
                <a:cubicBezTo>
                  <a:pt x="465" y="281"/>
                  <a:pt x="459" y="297"/>
                  <a:pt x="451" y="313"/>
                </a:cubicBezTo>
                <a:cubicBezTo>
                  <a:pt x="443" y="328"/>
                  <a:pt x="430" y="344"/>
                  <a:pt x="412" y="360"/>
                </a:cubicBezTo>
                <a:cubicBezTo>
                  <a:pt x="394" y="376"/>
                  <a:pt x="374" y="383"/>
                  <a:pt x="354" y="383"/>
                </a:cubicBezTo>
                <a:cubicBezTo>
                  <a:pt x="327" y="383"/>
                  <a:pt x="308" y="375"/>
                  <a:pt x="296" y="360"/>
                </a:cubicBezTo>
                <a:cubicBezTo>
                  <a:pt x="284" y="345"/>
                  <a:pt x="278" y="329"/>
                  <a:pt x="278" y="313"/>
                </a:cubicBezTo>
                <a:cubicBezTo>
                  <a:pt x="278" y="302"/>
                  <a:pt x="289" y="268"/>
                  <a:pt x="309" y="211"/>
                </a:cubicBezTo>
                <a:cubicBezTo>
                  <a:pt x="329" y="154"/>
                  <a:pt x="339" y="112"/>
                  <a:pt x="340" y="83"/>
                </a:cubicBezTo>
                <a:cubicBezTo>
                  <a:pt x="340" y="50"/>
                  <a:pt x="328" y="33"/>
                  <a:pt x="303" y="33"/>
                </a:cubicBezTo>
                <a:lnTo>
                  <a:pt x="299" y="33"/>
                </a:lnTo>
                <a:cubicBezTo>
                  <a:pt x="250" y="33"/>
                  <a:pt x="208" y="61"/>
                  <a:pt x="175" y="118"/>
                </a:cubicBezTo>
                <a:lnTo>
                  <a:pt x="169" y="128"/>
                </a:lnTo>
                <a:lnTo>
                  <a:pt x="141" y="242"/>
                </a:lnTo>
                <a:cubicBezTo>
                  <a:pt x="123" y="315"/>
                  <a:pt x="112" y="355"/>
                  <a:pt x="109" y="361"/>
                </a:cubicBezTo>
                <a:cubicBezTo>
                  <a:pt x="102" y="376"/>
                  <a:pt x="90" y="384"/>
                  <a:pt x="73" y="384"/>
                </a:cubicBezTo>
                <a:cubicBezTo>
                  <a:pt x="66" y="384"/>
                  <a:pt x="60" y="382"/>
                  <a:pt x="55" y="378"/>
                </a:cubicBezTo>
                <a:cubicBezTo>
                  <a:pt x="51" y="375"/>
                  <a:pt x="48" y="372"/>
                  <a:pt x="46" y="368"/>
                </a:cubicBezTo>
                <a:cubicBezTo>
                  <a:pt x="44" y="365"/>
                  <a:pt x="44" y="362"/>
                  <a:pt x="44" y="360"/>
                </a:cubicBezTo>
                <a:cubicBezTo>
                  <a:pt x="44" y="353"/>
                  <a:pt x="55" y="307"/>
                  <a:pt x="76" y="222"/>
                </a:cubicBezTo>
                <a:cubicBezTo>
                  <a:pt x="98" y="138"/>
                  <a:pt x="109" y="92"/>
                  <a:pt x="110" y="85"/>
                </a:cubicBezTo>
                <a:cubicBezTo>
                  <a:pt x="111" y="82"/>
                  <a:pt x="111" y="75"/>
                  <a:pt x="111" y="65"/>
                </a:cubicBezTo>
                <a:cubicBezTo>
                  <a:pt x="111" y="43"/>
                  <a:pt x="104" y="32"/>
                  <a:pt x="91" y="32"/>
                </a:cubicBezTo>
                <a:cubicBezTo>
                  <a:pt x="69" y="32"/>
                  <a:pt x="52" y="60"/>
                  <a:pt x="38" y="117"/>
                </a:cubicBezTo>
                <a:cubicBezTo>
                  <a:pt x="34" y="128"/>
                  <a:pt x="32" y="134"/>
                  <a:pt x="32" y="134"/>
                </a:cubicBezTo>
                <a:cubicBezTo>
                  <a:pt x="31" y="138"/>
                  <a:pt x="26" y="139"/>
                  <a:pt x="16" y="139"/>
                </a:cubicBezTo>
                <a:lnTo>
                  <a:pt x="5" y="139"/>
                </a:lnTo>
                <a:cubicBezTo>
                  <a:pt x="1" y="136"/>
                  <a:pt x="0" y="134"/>
                  <a:pt x="0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1" name=""/>
          <p:cNvSpPr/>
          <p:nvPr/>
        </p:nvSpPr>
        <p:spPr>
          <a:xfrm>
            <a:off x="2998440" y="3795840"/>
            <a:ext cx="203040" cy="71640"/>
          </a:xfrm>
          <a:custGeom>
            <a:avLst/>
            <a:gdLst/>
            <a:ahLst/>
            <a:rect l="0" t="0" r="r" b="b"/>
            <a:pathLst>
              <a:path w="564" h="199">
                <a:moveTo>
                  <a:pt x="0" y="17"/>
                </a:moveTo>
                <a:cubicBezTo>
                  <a:pt x="0" y="10"/>
                  <a:pt x="4" y="4"/>
                  <a:pt x="12" y="0"/>
                </a:cubicBezTo>
                <a:lnTo>
                  <a:pt x="551" y="0"/>
                </a:lnTo>
                <a:cubicBezTo>
                  <a:pt x="560" y="5"/>
                  <a:pt x="564" y="10"/>
                  <a:pt x="564" y="17"/>
                </a:cubicBezTo>
                <a:cubicBezTo>
                  <a:pt x="564" y="23"/>
                  <a:pt x="560" y="29"/>
                  <a:pt x="552" y="33"/>
                </a:cubicBezTo>
                <a:lnTo>
                  <a:pt x="282" y="34"/>
                </a:lnTo>
                <a:lnTo>
                  <a:pt x="14" y="34"/>
                </a:lnTo>
                <a:cubicBezTo>
                  <a:pt x="5" y="31"/>
                  <a:pt x="0" y="26"/>
                  <a:pt x="0" y="17"/>
                </a:cubicBezTo>
                <a:moveTo>
                  <a:pt x="0" y="181"/>
                </a:moveTo>
                <a:cubicBezTo>
                  <a:pt x="0" y="173"/>
                  <a:pt x="5" y="167"/>
                  <a:pt x="14" y="164"/>
                </a:cubicBezTo>
                <a:lnTo>
                  <a:pt x="552" y="164"/>
                </a:lnTo>
                <a:cubicBezTo>
                  <a:pt x="560" y="170"/>
                  <a:pt x="564" y="175"/>
                  <a:pt x="564" y="181"/>
                </a:cubicBezTo>
                <a:cubicBezTo>
                  <a:pt x="564" y="188"/>
                  <a:pt x="560" y="195"/>
                  <a:pt x="551" y="199"/>
                </a:cubicBezTo>
                <a:lnTo>
                  <a:pt x="12" y="199"/>
                </a:lnTo>
                <a:cubicBezTo>
                  <a:pt x="4" y="195"/>
                  <a:pt x="0" y="188"/>
                  <a:pt x="0" y="18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2" name=""/>
          <p:cNvSpPr/>
          <p:nvPr/>
        </p:nvSpPr>
        <p:spPr>
          <a:xfrm>
            <a:off x="3317760" y="370512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7" y="430"/>
                </a:moveTo>
                <a:cubicBezTo>
                  <a:pt x="97" y="443"/>
                  <a:pt x="93" y="454"/>
                  <a:pt x="84" y="464"/>
                </a:cubicBezTo>
                <a:cubicBezTo>
                  <a:pt x="75" y="473"/>
                  <a:pt x="64" y="478"/>
                  <a:pt x="51" y="478"/>
                </a:cubicBezTo>
                <a:lnTo>
                  <a:pt x="45" y="478"/>
                </a:lnTo>
                <a:cubicBezTo>
                  <a:pt x="71" y="522"/>
                  <a:pt x="105" y="545"/>
                  <a:pt x="148" y="545"/>
                </a:cubicBezTo>
                <a:cubicBezTo>
                  <a:pt x="187" y="545"/>
                  <a:pt x="216" y="528"/>
                  <a:pt x="234" y="494"/>
                </a:cubicBezTo>
                <a:cubicBezTo>
                  <a:pt x="245" y="475"/>
                  <a:pt x="250" y="438"/>
                  <a:pt x="250" y="385"/>
                </a:cubicBezTo>
                <a:cubicBezTo>
                  <a:pt x="250" y="327"/>
                  <a:pt x="243" y="288"/>
                  <a:pt x="227" y="268"/>
                </a:cubicBezTo>
                <a:cubicBezTo>
                  <a:pt x="213" y="249"/>
                  <a:pt x="196" y="240"/>
                  <a:pt x="178" y="240"/>
                </a:cubicBezTo>
                <a:lnTo>
                  <a:pt x="173" y="240"/>
                </a:lnTo>
                <a:cubicBezTo>
                  <a:pt x="129" y="240"/>
                  <a:pt x="96" y="259"/>
                  <a:pt x="74" y="297"/>
                </a:cubicBezTo>
                <a:cubicBezTo>
                  <a:pt x="71" y="301"/>
                  <a:pt x="69" y="303"/>
                  <a:pt x="68" y="304"/>
                </a:cubicBezTo>
                <a:cubicBezTo>
                  <a:pt x="66" y="304"/>
                  <a:pt x="62" y="305"/>
                  <a:pt x="55" y="306"/>
                </a:cubicBezTo>
                <a:cubicBezTo>
                  <a:pt x="45" y="306"/>
                  <a:pt x="40" y="304"/>
                  <a:pt x="39" y="300"/>
                </a:cubicBezTo>
                <a:cubicBezTo>
                  <a:pt x="38" y="298"/>
                  <a:pt x="37" y="249"/>
                  <a:pt x="37" y="153"/>
                </a:cubicBezTo>
                <a:lnTo>
                  <a:pt x="37" y="44"/>
                </a:lnTo>
                <a:cubicBezTo>
                  <a:pt x="37" y="16"/>
                  <a:pt x="39" y="1"/>
                  <a:pt x="42" y="1"/>
                </a:cubicBezTo>
                <a:cubicBezTo>
                  <a:pt x="43" y="0"/>
                  <a:pt x="44" y="0"/>
                  <a:pt x="45" y="0"/>
                </a:cubicBezTo>
                <a:cubicBezTo>
                  <a:pt x="45" y="0"/>
                  <a:pt x="51" y="2"/>
                  <a:pt x="63" y="7"/>
                </a:cubicBezTo>
                <a:cubicBezTo>
                  <a:pt x="74" y="11"/>
                  <a:pt x="89" y="16"/>
                  <a:pt x="109" y="20"/>
                </a:cubicBezTo>
                <a:cubicBezTo>
                  <a:pt x="129" y="25"/>
                  <a:pt x="150" y="27"/>
                  <a:pt x="172" y="27"/>
                </a:cubicBezTo>
                <a:cubicBezTo>
                  <a:pt x="212" y="27"/>
                  <a:pt x="251" y="19"/>
                  <a:pt x="287" y="3"/>
                </a:cubicBezTo>
                <a:cubicBezTo>
                  <a:pt x="292" y="1"/>
                  <a:pt x="295" y="0"/>
                  <a:pt x="298" y="0"/>
                </a:cubicBezTo>
                <a:cubicBezTo>
                  <a:pt x="303" y="0"/>
                  <a:pt x="305" y="5"/>
                  <a:pt x="305" y="15"/>
                </a:cubicBezTo>
                <a:lnTo>
                  <a:pt x="305" y="26"/>
                </a:lnTo>
                <a:cubicBezTo>
                  <a:pt x="259" y="81"/>
                  <a:pt x="201" y="108"/>
                  <a:pt x="132" y="108"/>
                </a:cubicBezTo>
                <a:cubicBezTo>
                  <a:pt x="114" y="108"/>
                  <a:pt x="99" y="106"/>
                  <a:pt x="85" y="103"/>
                </a:cubicBezTo>
                <a:lnTo>
                  <a:pt x="76" y="101"/>
                </a:lnTo>
                <a:lnTo>
                  <a:pt x="76" y="246"/>
                </a:lnTo>
                <a:cubicBezTo>
                  <a:pt x="87" y="239"/>
                  <a:pt x="95" y="232"/>
                  <a:pt x="101" y="228"/>
                </a:cubicBezTo>
                <a:cubicBezTo>
                  <a:pt x="108" y="223"/>
                  <a:pt x="118" y="219"/>
                  <a:pt x="132" y="214"/>
                </a:cubicBezTo>
                <a:cubicBezTo>
                  <a:pt x="146" y="210"/>
                  <a:pt x="160" y="208"/>
                  <a:pt x="175" y="208"/>
                </a:cubicBezTo>
                <a:cubicBezTo>
                  <a:pt x="221" y="208"/>
                  <a:pt x="259" y="226"/>
                  <a:pt x="291" y="262"/>
                </a:cubicBezTo>
                <a:cubicBezTo>
                  <a:pt x="322" y="299"/>
                  <a:pt x="338" y="342"/>
                  <a:pt x="338" y="392"/>
                </a:cubicBezTo>
                <a:cubicBezTo>
                  <a:pt x="338" y="444"/>
                  <a:pt x="320" y="489"/>
                  <a:pt x="284" y="526"/>
                </a:cubicBezTo>
                <a:cubicBezTo>
                  <a:pt x="248" y="563"/>
                  <a:pt x="204" y="581"/>
                  <a:pt x="152" y="582"/>
                </a:cubicBezTo>
                <a:cubicBezTo>
                  <a:pt x="107" y="582"/>
                  <a:pt x="70" y="567"/>
                  <a:pt x="42" y="536"/>
                </a:cubicBezTo>
                <a:cubicBezTo>
                  <a:pt x="14" y="506"/>
                  <a:pt x="0" y="471"/>
                  <a:pt x="0" y="432"/>
                </a:cubicBezTo>
                <a:cubicBezTo>
                  <a:pt x="0" y="419"/>
                  <a:pt x="3" y="408"/>
                  <a:pt x="9" y="400"/>
                </a:cubicBezTo>
                <a:cubicBezTo>
                  <a:pt x="15" y="392"/>
                  <a:pt x="22" y="387"/>
                  <a:pt x="30" y="385"/>
                </a:cubicBezTo>
                <a:cubicBezTo>
                  <a:pt x="36" y="383"/>
                  <a:pt x="43" y="382"/>
                  <a:pt x="49" y="382"/>
                </a:cubicBezTo>
                <a:cubicBezTo>
                  <a:pt x="63" y="382"/>
                  <a:pt x="75" y="386"/>
                  <a:pt x="84" y="396"/>
                </a:cubicBezTo>
                <a:cubicBezTo>
                  <a:pt x="93" y="405"/>
                  <a:pt x="97" y="417"/>
                  <a:pt x="97" y="43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3" name=""/>
          <p:cNvSpPr/>
          <p:nvPr/>
        </p:nvSpPr>
        <p:spPr>
          <a:xfrm>
            <a:off x="3466440" y="370512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8"/>
                </a:moveTo>
                <a:cubicBezTo>
                  <a:pt x="80" y="23"/>
                  <a:pt x="123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6"/>
                  <a:pt x="308" y="62"/>
                  <a:pt x="325" y="99"/>
                </a:cubicBezTo>
                <a:cubicBezTo>
                  <a:pt x="346" y="146"/>
                  <a:pt x="356" y="210"/>
                  <a:pt x="356" y="292"/>
                </a:cubicBezTo>
                <a:cubicBezTo>
                  <a:pt x="356" y="379"/>
                  <a:pt x="344" y="446"/>
                  <a:pt x="320" y="493"/>
                </a:cubicBezTo>
                <a:cubicBezTo>
                  <a:pt x="309" y="517"/>
                  <a:pt x="293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8" y="579"/>
                  <a:pt x="193" y="581"/>
                  <a:pt x="179" y="582"/>
                </a:cubicBezTo>
                <a:cubicBezTo>
                  <a:pt x="164" y="582"/>
                  <a:pt x="150" y="580"/>
                  <a:pt x="135" y="577"/>
                </a:cubicBezTo>
                <a:cubicBezTo>
                  <a:pt x="120" y="573"/>
                  <a:pt x="102" y="564"/>
                  <a:pt x="83" y="550"/>
                </a:cubicBezTo>
                <a:cubicBezTo>
                  <a:pt x="63" y="535"/>
                  <a:pt x="48" y="516"/>
                  <a:pt x="36" y="493"/>
                </a:cubicBezTo>
                <a:cubicBezTo>
                  <a:pt x="12" y="446"/>
                  <a:pt x="0" y="379"/>
                  <a:pt x="0" y="292"/>
                </a:cubicBezTo>
                <a:cubicBezTo>
                  <a:pt x="0" y="194"/>
                  <a:pt x="16" y="119"/>
                  <a:pt x="48" y="68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5" y="31"/>
                  <a:pt x="135" y="40"/>
                  <a:pt x="117" y="58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5"/>
                  <a:pt x="83" y="199"/>
                  <a:pt x="83" y="281"/>
                </a:cubicBezTo>
                <a:cubicBezTo>
                  <a:pt x="83" y="370"/>
                  <a:pt x="85" y="429"/>
                  <a:pt x="89" y="458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7" y="541"/>
                  <a:pt x="156" y="550"/>
                  <a:pt x="179" y="550"/>
                </a:cubicBezTo>
                <a:cubicBezTo>
                  <a:pt x="202" y="550"/>
                  <a:pt x="221" y="541"/>
                  <a:pt x="237" y="524"/>
                </a:cubicBezTo>
                <a:cubicBezTo>
                  <a:pt x="253" y="507"/>
                  <a:pt x="263" y="484"/>
                  <a:pt x="267" y="452"/>
                </a:cubicBezTo>
                <a:cubicBezTo>
                  <a:pt x="271" y="422"/>
                  <a:pt x="273" y="365"/>
                  <a:pt x="274" y="281"/>
                </a:cubicBezTo>
                <a:cubicBezTo>
                  <a:pt x="274" y="199"/>
                  <a:pt x="271" y="146"/>
                  <a:pt x="267" y="120"/>
                </a:cubicBezTo>
                <a:cubicBezTo>
                  <a:pt x="262" y="94"/>
                  <a:pt x="253" y="73"/>
                  <a:pt x="239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4" name=""/>
          <p:cNvSpPr/>
          <p:nvPr/>
        </p:nvSpPr>
        <p:spPr>
          <a:xfrm>
            <a:off x="3930840" y="3773160"/>
            <a:ext cx="170280" cy="138240"/>
          </a:xfrm>
          <a:custGeom>
            <a:avLst/>
            <a:gdLst/>
            <a:ahLst/>
            <a:rect l="0" t="0" r="r" b="b"/>
            <a:pathLst>
              <a:path w="473" h="384">
                <a:moveTo>
                  <a:pt x="0" y="132"/>
                </a:moveTo>
                <a:cubicBezTo>
                  <a:pt x="0" y="128"/>
                  <a:pt x="1" y="124"/>
                  <a:pt x="2" y="118"/>
                </a:cubicBezTo>
                <a:cubicBezTo>
                  <a:pt x="4" y="113"/>
                  <a:pt x="7" y="102"/>
                  <a:pt x="13" y="86"/>
                </a:cubicBezTo>
                <a:cubicBezTo>
                  <a:pt x="18" y="70"/>
                  <a:pt x="24" y="57"/>
                  <a:pt x="29" y="47"/>
                </a:cubicBezTo>
                <a:cubicBezTo>
                  <a:pt x="35" y="36"/>
                  <a:pt x="44" y="25"/>
                  <a:pt x="57" y="14"/>
                </a:cubicBezTo>
                <a:cubicBezTo>
                  <a:pt x="70" y="4"/>
                  <a:pt x="83" y="-1"/>
                  <a:pt x="96" y="0"/>
                </a:cubicBezTo>
                <a:cubicBezTo>
                  <a:pt x="116" y="0"/>
                  <a:pt x="133" y="5"/>
                  <a:pt x="147" y="15"/>
                </a:cubicBezTo>
                <a:cubicBezTo>
                  <a:pt x="160" y="26"/>
                  <a:pt x="169" y="36"/>
                  <a:pt x="172" y="45"/>
                </a:cubicBezTo>
                <a:cubicBezTo>
                  <a:pt x="177" y="54"/>
                  <a:pt x="178" y="60"/>
                  <a:pt x="178" y="63"/>
                </a:cubicBezTo>
                <a:cubicBezTo>
                  <a:pt x="178" y="64"/>
                  <a:pt x="179" y="64"/>
                  <a:pt x="179" y="64"/>
                </a:cubicBezTo>
                <a:lnTo>
                  <a:pt x="188" y="55"/>
                </a:lnTo>
                <a:cubicBezTo>
                  <a:pt x="223" y="18"/>
                  <a:pt x="262" y="0"/>
                  <a:pt x="306" y="0"/>
                </a:cubicBezTo>
                <a:cubicBezTo>
                  <a:pt x="336" y="0"/>
                  <a:pt x="361" y="8"/>
                  <a:pt x="379" y="23"/>
                </a:cubicBezTo>
                <a:cubicBezTo>
                  <a:pt x="398" y="39"/>
                  <a:pt x="407" y="61"/>
                  <a:pt x="408" y="90"/>
                </a:cubicBezTo>
                <a:cubicBezTo>
                  <a:pt x="408" y="120"/>
                  <a:pt x="398" y="164"/>
                  <a:pt x="376" y="223"/>
                </a:cubicBezTo>
                <a:cubicBezTo>
                  <a:pt x="354" y="282"/>
                  <a:pt x="343" y="318"/>
                  <a:pt x="344" y="330"/>
                </a:cubicBezTo>
                <a:cubicBezTo>
                  <a:pt x="344" y="345"/>
                  <a:pt x="349" y="352"/>
                  <a:pt x="358" y="352"/>
                </a:cubicBezTo>
                <a:cubicBezTo>
                  <a:pt x="361" y="352"/>
                  <a:pt x="364" y="352"/>
                  <a:pt x="366" y="351"/>
                </a:cubicBezTo>
                <a:cubicBezTo>
                  <a:pt x="382" y="349"/>
                  <a:pt x="397" y="338"/>
                  <a:pt x="410" y="319"/>
                </a:cubicBezTo>
                <a:cubicBezTo>
                  <a:pt x="423" y="301"/>
                  <a:pt x="432" y="278"/>
                  <a:pt x="439" y="252"/>
                </a:cubicBezTo>
                <a:cubicBezTo>
                  <a:pt x="440" y="247"/>
                  <a:pt x="446" y="245"/>
                  <a:pt x="456" y="245"/>
                </a:cubicBezTo>
                <a:cubicBezTo>
                  <a:pt x="467" y="245"/>
                  <a:pt x="473" y="247"/>
                  <a:pt x="473" y="252"/>
                </a:cubicBezTo>
                <a:cubicBezTo>
                  <a:pt x="473" y="252"/>
                  <a:pt x="472" y="257"/>
                  <a:pt x="470" y="264"/>
                </a:cubicBezTo>
                <a:cubicBezTo>
                  <a:pt x="465" y="281"/>
                  <a:pt x="459" y="297"/>
                  <a:pt x="451" y="313"/>
                </a:cubicBezTo>
                <a:cubicBezTo>
                  <a:pt x="443" y="328"/>
                  <a:pt x="430" y="344"/>
                  <a:pt x="412" y="360"/>
                </a:cubicBezTo>
                <a:cubicBezTo>
                  <a:pt x="394" y="376"/>
                  <a:pt x="375" y="383"/>
                  <a:pt x="354" y="383"/>
                </a:cubicBezTo>
                <a:cubicBezTo>
                  <a:pt x="327" y="383"/>
                  <a:pt x="308" y="375"/>
                  <a:pt x="296" y="360"/>
                </a:cubicBezTo>
                <a:cubicBezTo>
                  <a:pt x="285" y="345"/>
                  <a:pt x="279" y="329"/>
                  <a:pt x="279" y="313"/>
                </a:cubicBezTo>
                <a:cubicBezTo>
                  <a:pt x="279" y="302"/>
                  <a:pt x="289" y="268"/>
                  <a:pt x="309" y="211"/>
                </a:cubicBezTo>
                <a:cubicBezTo>
                  <a:pt x="329" y="154"/>
                  <a:pt x="340" y="112"/>
                  <a:pt x="340" y="83"/>
                </a:cubicBezTo>
                <a:cubicBezTo>
                  <a:pt x="340" y="50"/>
                  <a:pt x="328" y="33"/>
                  <a:pt x="303" y="33"/>
                </a:cubicBezTo>
                <a:lnTo>
                  <a:pt x="299" y="33"/>
                </a:lnTo>
                <a:cubicBezTo>
                  <a:pt x="251" y="33"/>
                  <a:pt x="210" y="61"/>
                  <a:pt x="177" y="118"/>
                </a:cubicBezTo>
                <a:lnTo>
                  <a:pt x="170" y="128"/>
                </a:lnTo>
                <a:lnTo>
                  <a:pt x="142" y="242"/>
                </a:lnTo>
                <a:cubicBezTo>
                  <a:pt x="123" y="315"/>
                  <a:pt x="112" y="355"/>
                  <a:pt x="110" y="361"/>
                </a:cubicBezTo>
                <a:cubicBezTo>
                  <a:pt x="102" y="376"/>
                  <a:pt x="90" y="384"/>
                  <a:pt x="73" y="384"/>
                </a:cubicBezTo>
                <a:cubicBezTo>
                  <a:pt x="66" y="384"/>
                  <a:pt x="60" y="382"/>
                  <a:pt x="56" y="378"/>
                </a:cubicBezTo>
                <a:cubicBezTo>
                  <a:pt x="51" y="375"/>
                  <a:pt x="48" y="372"/>
                  <a:pt x="46" y="368"/>
                </a:cubicBezTo>
                <a:cubicBezTo>
                  <a:pt x="45" y="365"/>
                  <a:pt x="44" y="362"/>
                  <a:pt x="45" y="360"/>
                </a:cubicBezTo>
                <a:cubicBezTo>
                  <a:pt x="45" y="353"/>
                  <a:pt x="55" y="307"/>
                  <a:pt x="77" y="222"/>
                </a:cubicBezTo>
                <a:cubicBezTo>
                  <a:pt x="98" y="138"/>
                  <a:pt x="109" y="92"/>
                  <a:pt x="111" y="85"/>
                </a:cubicBezTo>
                <a:cubicBezTo>
                  <a:pt x="111" y="82"/>
                  <a:pt x="111" y="75"/>
                  <a:pt x="111" y="65"/>
                </a:cubicBezTo>
                <a:cubicBezTo>
                  <a:pt x="111" y="43"/>
                  <a:pt x="105" y="32"/>
                  <a:pt x="91" y="32"/>
                </a:cubicBezTo>
                <a:cubicBezTo>
                  <a:pt x="70" y="32"/>
                  <a:pt x="52" y="60"/>
                  <a:pt x="38" y="117"/>
                </a:cubicBezTo>
                <a:cubicBezTo>
                  <a:pt x="34" y="128"/>
                  <a:pt x="33" y="134"/>
                  <a:pt x="33" y="134"/>
                </a:cubicBezTo>
                <a:cubicBezTo>
                  <a:pt x="32" y="138"/>
                  <a:pt x="26" y="139"/>
                  <a:pt x="17" y="139"/>
                </a:cubicBezTo>
                <a:lnTo>
                  <a:pt x="5" y="139"/>
                </a:lnTo>
                <a:cubicBezTo>
                  <a:pt x="2" y="136"/>
                  <a:pt x="0" y="134"/>
                  <a:pt x="0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5" name=""/>
          <p:cNvSpPr/>
          <p:nvPr/>
        </p:nvSpPr>
        <p:spPr>
          <a:xfrm>
            <a:off x="4208400" y="3795840"/>
            <a:ext cx="202680" cy="71640"/>
          </a:xfrm>
          <a:custGeom>
            <a:avLst/>
            <a:gdLst/>
            <a:ahLst/>
            <a:rect l="0" t="0" r="r" b="b"/>
            <a:pathLst>
              <a:path w="563" h="199">
                <a:moveTo>
                  <a:pt x="0" y="17"/>
                </a:moveTo>
                <a:cubicBezTo>
                  <a:pt x="0" y="10"/>
                  <a:pt x="4" y="4"/>
                  <a:pt x="12" y="0"/>
                </a:cubicBezTo>
                <a:lnTo>
                  <a:pt x="551" y="0"/>
                </a:lnTo>
                <a:cubicBezTo>
                  <a:pt x="559" y="5"/>
                  <a:pt x="563" y="10"/>
                  <a:pt x="563" y="17"/>
                </a:cubicBezTo>
                <a:cubicBezTo>
                  <a:pt x="563" y="23"/>
                  <a:pt x="559" y="29"/>
                  <a:pt x="551" y="33"/>
                </a:cubicBezTo>
                <a:lnTo>
                  <a:pt x="282" y="34"/>
                </a:lnTo>
                <a:lnTo>
                  <a:pt x="13" y="34"/>
                </a:lnTo>
                <a:cubicBezTo>
                  <a:pt x="4" y="31"/>
                  <a:pt x="0" y="26"/>
                  <a:pt x="0" y="17"/>
                </a:cubicBezTo>
                <a:moveTo>
                  <a:pt x="0" y="181"/>
                </a:moveTo>
                <a:cubicBezTo>
                  <a:pt x="0" y="173"/>
                  <a:pt x="4" y="167"/>
                  <a:pt x="13" y="164"/>
                </a:cubicBezTo>
                <a:lnTo>
                  <a:pt x="551" y="164"/>
                </a:lnTo>
                <a:cubicBezTo>
                  <a:pt x="559" y="170"/>
                  <a:pt x="563" y="175"/>
                  <a:pt x="563" y="181"/>
                </a:cubicBezTo>
                <a:cubicBezTo>
                  <a:pt x="563" y="188"/>
                  <a:pt x="559" y="195"/>
                  <a:pt x="551" y="199"/>
                </a:cubicBezTo>
                <a:lnTo>
                  <a:pt x="12" y="199"/>
                </a:lnTo>
                <a:cubicBezTo>
                  <a:pt x="4" y="195"/>
                  <a:pt x="0" y="188"/>
                  <a:pt x="0" y="18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6" name=""/>
          <p:cNvSpPr/>
          <p:nvPr/>
        </p:nvSpPr>
        <p:spPr>
          <a:xfrm>
            <a:off x="4537440" y="3705120"/>
            <a:ext cx="105120" cy="202680"/>
          </a:xfrm>
          <a:custGeom>
            <a:avLst/>
            <a:gdLst/>
            <a:ahLst/>
            <a:rect l="0" t="0" r="r" b="b"/>
            <a:pathLst>
              <a:path w="292" h="563">
                <a:moveTo>
                  <a:pt x="111" y="74"/>
                </a:moveTo>
                <a:lnTo>
                  <a:pt x="100" y="78"/>
                </a:lnTo>
                <a:cubicBezTo>
                  <a:pt x="92" y="81"/>
                  <a:pt x="81" y="84"/>
                  <a:pt x="66" y="87"/>
                </a:cubicBezTo>
                <a:cubicBezTo>
                  <a:pt x="52" y="90"/>
                  <a:pt x="35" y="92"/>
                  <a:pt x="17" y="93"/>
                </a:cubicBezTo>
                <a:lnTo>
                  <a:pt x="0" y="93"/>
                </a:lnTo>
                <a:lnTo>
                  <a:pt x="0" y="54"/>
                </a:lnTo>
                <a:lnTo>
                  <a:pt x="17" y="54"/>
                </a:lnTo>
                <a:cubicBezTo>
                  <a:pt x="44" y="53"/>
                  <a:pt x="68" y="48"/>
                  <a:pt x="91" y="41"/>
                </a:cubicBezTo>
                <a:cubicBezTo>
                  <a:pt x="113" y="34"/>
                  <a:pt x="129" y="27"/>
                  <a:pt x="138" y="21"/>
                </a:cubicBezTo>
                <a:cubicBezTo>
                  <a:pt x="147" y="15"/>
                  <a:pt x="155" y="9"/>
                  <a:pt x="162" y="2"/>
                </a:cubicBezTo>
                <a:cubicBezTo>
                  <a:pt x="163" y="1"/>
                  <a:pt x="166" y="0"/>
                  <a:pt x="172" y="0"/>
                </a:cubicBezTo>
                <a:cubicBezTo>
                  <a:pt x="177" y="0"/>
                  <a:pt x="182" y="1"/>
                  <a:pt x="186" y="5"/>
                </a:cubicBezTo>
                <a:lnTo>
                  <a:pt x="186" y="258"/>
                </a:lnTo>
                <a:lnTo>
                  <a:pt x="187" y="512"/>
                </a:lnTo>
                <a:cubicBezTo>
                  <a:pt x="191" y="516"/>
                  <a:pt x="194" y="518"/>
                  <a:pt x="197" y="519"/>
                </a:cubicBezTo>
                <a:cubicBezTo>
                  <a:pt x="200" y="520"/>
                  <a:pt x="207" y="522"/>
                  <a:pt x="217" y="523"/>
                </a:cubicBezTo>
                <a:cubicBezTo>
                  <a:pt x="228" y="524"/>
                  <a:pt x="246" y="524"/>
                  <a:pt x="270" y="524"/>
                </a:cubicBezTo>
                <a:lnTo>
                  <a:pt x="292" y="524"/>
                </a:lnTo>
                <a:lnTo>
                  <a:pt x="292" y="563"/>
                </a:lnTo>
                <a:lnTo>
                  <a:pt x="282" y="563"/>
                </a:lnTo>
                <a:cubicBezTo>
                  <a:pt x="271" y="562"/>
                  <a:pt x="226" y="561"/>
                  <a:pt x="148" y="561"/>
                </a:cubicBezTo>
                <a:cubicBezTo>
                  <a:pt x="72" y="561"/>
                  <a:pt x="27" y="562"/>
                  <a:pt x="16" y="563"/>
                </a:cubicBezTo>
                <a:lnTo>
                  <a:pt x="4" y="563"/>
                </a:lnTo>
                <a:lnTo>
                  <a:pt x="4" y="524"/>
                </a:lnTo>
                <a:lnTo>
                  <a:pt x="27" y="524"/>
                </a:lnTo>
                <a:cubicBezTo>
                  <a:pt x="40" y="524"/>
                  <a:pt x="50" y="524"/>
                  <a:pt x="59" y="524"/>
                </a:cubicBezTo>
                <a:cubicBezTo>
                  <a:pt x="68" y="524"/>
                  <a:pt x="75" y="524"/>
                  <a:pt x="81" y="524"/>
                </a:cubicBezTo>
                <a:cubicBezTo>
                  <a:pt x="86" y="523"/>
                  <a:pt x="90" y="522"/>
                  <a:pt x="94" y="521"/>
                </a:cubicBezTo>
                <a:cubicBezTo>
                  <a:pt x="98" y="520"/>
                  <a:pt x="100" y="519"/>
                  <a:pt x="101" y="519"/>
                </a:cubicBezTo>
                <a:cubicBezTo>
                  <a:pt x="101" y="519"/>
                  <a:pt x="103" y="518"/>
                  <a:pt x="106" y="515"/>
                </a:cubicBezTo>
                <a:cubicBezTo>
                  <a:pt x="109" y="512"/>
                  <a:pt x="110" y="511"/>
                  <a:pt x="111" y="512"/>
                </a:cubicBezTo>
                <a:lnTo>
                  <a:pt x="111" y="7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7" name=""/>
          <p:cNvSpPr/>
          <p:nvPr/>
        </p:nvSpPr>
        <p:spPr>
          <a:xfrm>
            <a:off x="4676040" y="370512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8"/>
                </a:moveTo>
                <a:cubicBezTo>
                  <a:pt x="80" y="23"/>
                  <a:pt x="123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6"/>
                  <a:pt x="308" y="62"/>
                  <a:pt x="326" y="99"/>
                </a:cubicBezTo>
                <a:cubicBezTo>
                  <a:pt x="346" y="146"/>
                  <a:pt x="357" y="210"/>
                  <a:pt x="357" y="292"/>
                </a:cubicBezTo>
                <a:cubicBezTo>
                  <a:pt x="357" y="379"/>
                  <a:pt x="345" y="446"/>
                  <a:pt x="319" y="493"/>
                </a:cubicBezTo>
                <a:cubicBezTo>
                  <a:pt x="308" y="517"/>
                  <a:pt x="293" y="536"/>
                  <a:pt x="273" y="550"/>
                </a:cubicBezTo>
                <a:cubicBezTo>
                  <a:pt x="253" y="564"/>
                  <a:pt x="236" y="573"/>
                  <a:pt x="222" y="576"/>
                </a:cubicBezTo>
                <a:cubicBezTo>
                  <a:pt x="207" y="579"/>
                  <a:pt x="193" y="581"/>
                  <a:pt x="178" y="582"/>
                </a:cubicBezTo>
                <a:cubicBezTo>
                  <a:pt x="164" y="582"/>
                  <a:pt x="149" y="580"/>
                  <a:pt x="135" y="577"/>
                </a:cubicBezTo>
                <a:cubicBezTo>
                  <a:pt x="120" y="573"/>
                  <a:pt x="103" y="564"/>
                  <a:pt x="83" y="550"/>
                </a:cubicBezTo>
                <a:cubicBezTo>
                  <a:pt x="63" y="535"/>
                  <a:pt x="48" y="516"/>
                  <a:pt x="37" y="493"/>
                </a:cubicBezTo>
                <a:cubicBezTo>
                  <a:pt x="12" y="446"/>
                  <a:pt x="0" y="379"/>
                  <a:pt x="0" y="292"/>
                </a:cubicBezTo>
                <a:cubicBezTo>
                  <a:pt x="0" y="194"/>
                  <a:pt x="16" y="119"/>
                  <a:pt x="48" y="68"/>
                </a:cubicBezTo>
                <a:moveTo>
                  <a:pt x="238" y="58"/>
                </a:moveTo>
                <a:cubicBezTo>
                  <a:pt x="222" y="40"/>
                  <a:pt x="202" y="31"/>
                  <a:pt x="178" y="31"/>
                </a:cubicBezTo>
                <a:cubicBezTo>
                  <a:pt x="155" y="31"/>
                  <a:pt x="135" y="40"/>
                  <a:pt x="118" y="58"/>
                </a:cubicBezTo>
                <a:cubicBezTo>
                  <a:pt x="104" y="73"/>
                  <a:pt x="94" y="93"/>
                  <a:pt x="90" y="119"/>
                </a:cubicBezTo>
                <a:cubicBezTo>
                  <a:pt x="85" y="145"/>
                  <a:pt x="83" y="199"/>
                  <a:pt x="83" y="281"/>
                </a:cubicBezTo>
                <a:cubicBezTo>
                  <a:pt x="83" y="370"/>
                  <a:pt x="85" y="429"/>
                  <a:pt x="90" y="458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6" y="541"/>
                  <a:pt x="155" y="550"/>
                  <a:pt x="178" y="550"/>
                </a:cubicBezTo>
                <a:cubicBezTo>
                  <a:pt x="201" y="550"/>
                  <a:pt x="220" y="541"/>
                  <a:pt x="236" y="524"/>
                </a:cubicBezTo>
                <a:cubicBezTo>
                  <a:pt x="252" y="507"/>
                  <a:pt x="262" y="484"/>
                  <a:pt x="266" y="452"/>
                </a:cubicBezTo>
                <a:cubicBezTo>
                  <a:pt x="270" y="422"/>
                  <a:pt x="272" y="365"/>
                  <a:pt x="273" y="281"/>
                </a:cubicBezTo>
                <a:cubicBezTo>
                  <a:pt x="273" y="199"/>
                  <a:pt x="271" y="146"/>
                  <a:pt x="266" y="120"/>
                </a:cubicBezTo>
                <a:cubicBezTo>
                  <a:pt x="262" y="94"/>
                  <a:pt x="253" y="73"/>
                  <a:pt x="238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8" name=""/>
          <p:cNvSpPr/>
          <p:nvPr/>
        </p:nvSpPr>
        <p:spPr>
          <a:xfrm>
            <a:off x="4828320" y="370512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8"/>
                </a:moveTo>
                <a:cubicBezTo>
                  <a:pt x="79" y="23"/>
                  <a:pt x="122" y="0"/>
                  <a:pt x="177" y="0"/>
                </a:cubicBezTo>
                <a:cubicBezTo>
                  <a:pt x="204" y="0"/>
                  <a:pt x="231" y="7"/>
                  <a:pt x="259" y="22"/>
                </a:cubicBezTo>
                <a:cubicBezTo>
                  <a:pt x="286" y="36"/>
                  <a:pt x="308" y="62"/>
                  <a:pt x="325" y="99"/>
                </a:cubicBezTo>
                <a:cubicBezTo>
                  <a:pt x="346" y="146"/>
                  <a:pt x="356" y="210"/>
                  <a:pt x="356" y="292"/>
                </a:cubicBezTo>
                <a:cubicBezTo>
                  <a:pt x="356" y="379"/>
                  <a:pt x="344" y="446"/>
                  <a:pt x="320" y="493"/>
                </a:cubicBezTo>
                <a:cubicBezTo>
                  <a:pt x="308" y="517"/>
                  <a:pt x="293" y="536"/>
                  <a:pt x="273" y="550"/>
                </a:cubicBezTo>
                <a:cubicBezTo>
                  <a:pt x="253" y="564"/>
                  <a:pt x="235" y="573"/>
                  <a:pt x="221" y="576"/>
                </a:cubicBezTo>
                <a:cubicBezTo>
                  <a:pt x="206" y="579"/>
                  <a:pt x="192" y="581"/>
                  <a:pt x="178" y="582"/>
                </a:cubicBezTo>
                <a:cubicBezTo>
                  <a:pt x="163" y="582"/>
                  <a:pt x="148" y="580"/>
                  <a:pt x="134" y="577"/>
                </a:cubicBezTo>
                <a:cubicBezTo>
                  <a:pt x="119" y="573"/>
                  <a:pt x="102" y="564"/>
                  <a:pt x="82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6"/>
                  <a:pt x="0" y="379"/>
                  <a:pt x="0" y="292"/>
                </a:cubicBezTo>
                <a:cubicBezTo>
                  <a:pt x="0" y="194"/>
                  <a:pt x="16" y="119"/>
                  <a:pt x="48" y="68"/>
                </a:cubicBezTo>
                <a:moveTo>
                  <a:pt x="238" y="58"/>
                </a:moveTo>
                <a:cubicBezTo>
                  <a:pt x="221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5"/>
                  <a:pt x="82" y="199"/>
                  <a:pt x="82" y="281"/>
                </a:cubicBezTo>
                <a:cubicBezTo>
                  <a:pt x="82" y="370"/>
                  <a:pt x="85" y="429"/>
                  <a:pt x="89" y="458"/>
                </a:cubicBezTo>
                <a:cubicBezTo>
                  <a:pt x="94" y="486"/>
                  <a:pt x="104" y="508"/>
                  <a:pt x="119" y="524"/>
                </a:cubicBezTo>
                <a:cubicBezTo>
                  <a:pt x="135" y="541"/>
                  <a:pt x="155" y="550"/>
                  <a:pt x="178" y="550"/>
                </a:cubicBezTo>
                <a:cubicBezTo>
                  <a:pt x="200" y="550"/>
                  <a:pt x="219" y="541"/>
                  <a:pt x="235" y="524"/>
                </a:cubicBezTo>
                <a:cubicBezTo>
                  <a:pt x="251" y="507"/>
                  <a:pt x="263" y="484"/>
                  <a:pt x="267" y="452"/>
                </a:cubicBezTo>
                <a:cubicBezTo>
                  <a:pt x="270" y="422"/>
                  <a:pt x="273" y="365"/>
                  <a:pt x="273" y="281"/>
                </a:cubicBezTo>
                <a:cubicBezTo>
                  <a:pt x="273" y="199"/>
                  <a:pt x="271" y="146"/>
                  <a:pt x="267" y="120"/>
                </a:cubicBezTo>
                <a:cubicBezTo>
                  <a:pt x="262" y="94"/>
                  <a:pt x="252" y="73"/>
                  <a:pt x="238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59" name=""/>
          <p:cNvSpPr/>
          <p:nvPr/>
        </p:nvSpPr>
        <p:spPr>
          <a:xfrm>
            <a:off x="5292720" y="3773160"/>
            <a:ext cx="170280" cy="138240"/>
          </a:xfrm>
          <a:custGeom>
            <a:avLst/>
            <a:gdLst/>
            <a:ahLst/>
            <a:rect l="0" t="0" r="r" b="b"/>
            <a:pathLst>
              <a:path w="473" h="384">
                <a:moveTo>
                  <a:pt x="0" y="132"/>
                </a:moveTo>
                <a:cubicBezTo>
                  <a:pt x="1" y="128"/>
                  <a:pt x="2" y="124"/>
                  <a:pt x="3" y="118"/>
                </a:cubicBezTo>
                <a:cubicBezTo>
                  <a:pt x="4" y="113"/>
                  <a:pt x="7" y="102"/>
                  <a:pt x="13" y="86"/>
                </a:cubicBezTo>
                <a:cubicBezTo>
                  <a:pt x="19" y="70"/>
                  <a:pt x="24" y="57"/>
                  <a:pt x="30" y="47"/>
                </a:cubicBezTo>
                <a:cubicBezTo>
                  <a:pt x="36" y="36"/>
                  <a:pt x="45" y="25"/>
                  <a:pt x="58" y="14"/>
                </a:cubicBezTo>
                <a:cubicBezTo>
                  <a:pt x="71" y="4"/>
                  <a:pt x="84" y="-1"/>
                  <a:pt x="97" y="0"/>
                </a:cubicBezTo>
                <a:cubicBezTo>
                  <a:pt x="117" y="0"/>
                  <a:pt x="134" y="5"/>
                  <a:pt x="147" y="15"/>
                </a:cubicBezTo>
                <a:cubicBezTo>
                  <a:pt x="161" y="26"/>
                  <a:pt x="170" y="36"/>
                  <a:pt x="174" y="45"/>
                </a:cubicBezTo>
                <a:cubicBezTo>
                  <a:pt x="177" y="54"/>
                  <a:pt x="179" y="60"/>
                  <a:pt x="179" y="63"/>
                </a:cubicBezTo>
                <a:cubicBezTo>
                  <a:pt x="179" y="64"/>
                  <a:pt x="179" y="64"/>
                  <a:pt x="180" y="64"/>
                </a:cubicBezTo>
                <a:lnTo>
                  <a:pt x="189" y="55"/>
                </a:lnTo>
                <a:cubicBezTo>
                  <a:pt x="223" y="18"/>
                  <a:pt x="262" y="0"/>
                  <a:pt x="306" y="0"/>
                </a:cubicBezTo>
                <a:cubicBezTo>
                  <a:pt x="337" y="0"/>
                  <a:pt x="361" y="8"/>
                  <a:pt x="380" y="23"/>
                </a:cubicBezTo>
                <a:cubicBezTo>
                  <a:pt x="398" y="39"/>
                  <a:pt x="408" y="61"/>
                  <a:pt x="408" y="90"/>
                </a:cubicBezTo>
                <a:cubicBezTo>
                  <a:pt x="409" y="120"/>
                  <a:pt x="398" y="164"/>
                  <a:pt x="376" y="223"/>
                </a:cubicBezTo>
                <a:cubicBezTo>
                  <a:pt x="354" y="282"/>
                  <a:pt x="344" y="318"/>
                  <a:pt x="344" y="330"/>
                </a:cubicBezTo>
                <a:cubicBezTo>
                  <a:pt x="344" y="345"/>
                  <a:pt x="349" y="352"/>
                  <a:pt x="359" y="352"/>
                </a:cubicBezTo>
                <a:cubicBezTo>
                  <a:pt x="362" y="352"/>
                  <a:pt x="365" y="352"/>
                  <a:pt x="366" y="351"/>
                </a:cubicBezTo>
                <a:cubicBezTo>
                  <a:pt x="383" y="349"/>
                  <a:pt x="397" y="338"/>
                  <a:pt x="410" y="319"/>
                </a:cubicBezTo>
                <a:cubicBezTo>
                  <a:pt x="423" y="301"/>
                  <a:pt x="433" y="278"/>
                  <a:pt x="440" y="252"/>
                </a:cubicBezTo>
                <a:cubicBezTo>
                  <a:pt x="441" y="247"/>
                  <a:pt x="446" y="245"/>
                  <a:pt x="457" y="245"/>
                </a:cubicBezTo>
                <a:cubicBezTo>
                  <a:pt x="468" y="245"/>
                  <a:pt x="473" y="247"/>
                  <a:pt x="473" y="252"/>
                </a:cubicBezTo>
                <a:cubicBezTo>
                  <a:pt x="473" y="252"/>
                  <a:pt x="472" y="257"/>
                  <a:pt x="470" y="264"/>
                </a:cubicBezTo>
                <a:cubicBezTo>
                  <a:pt x="466" y="281"/>
                  <a:pt x="459" y="297"/>
                  <a:pt x="452" y="313"/>
                </a:cubicBezTo>
                <a:cubicBezTo>
                  <a:pt x="444" y="328"/>
                  <a:pt x="431" y="344"/>
                  <a:pt x="413" y="360"/>
                </a:cubicBezTo>
                <a:cubicBezTo>
                  <a:pt x="395" y="376"/>
                  <a:pt x="375" y="383"/>
                  <a:pt x="354" y="383"/>
                </a:cubicBezTo>
                <a:cubicBezTo>
                  <a:pt x="328" y="383"/>
                  <a:pt x="309" y="375"/>
                  <a:pt x="297" y="360"/>
                </a:cubicBezTo>
                <a:cubicBezTo>
                  <a:pt x="285" y="345"/>
                  <a:pt x="279" y="329"/>
                  <a:pt x="279" y="313"/>
                </a:cubicBezTo>
                <a:cubicBezTo>
                  <a:pt x="279" y="302"/>
                  <a:pt x="289" y="268"/>
                  <a:pt x="310" y="211"/>
                </a:cubicBezTo>
                <a:cubicBezTo>
                  <a:pt x="330" y="154"/>
                  <a:pt x="340" y="112"/>
                  <a:pt x="341" y="83"/>
                </a:cubicBezTo>
                <a:cubicBezTo>
                  <a:pt x="341" y="50"/>
                  <a:pt x="329" y="33"/>
                  <a:pt x="304" y="33"/>
                </a:cubicBezTo>
                <a:lnTo>
                  <a:pt x="300" y="33"/>
                </a:lnTo>
                <a:cubicBezTo>
                  <a:pt x="251" y="33"/>
                  <a:pt x="210" y="61"/>
                  <a:pt x="177" y="118"/>
                </a:cubicBezTo>
                <a:lnTo>
                  <a:pt x="171" y="128"/>
                </a:lnTo>
                <a:lnTo>
                  <a:pt x="142" y="242"/>
                </a:lnTo>
                <a:cubicBezTo>
                  <a:pt x="124" y="315"/>
                  <a:pt x="113" y="355"/>
                  <a:pt x="110" y="361"/>
                </a:cubicBezTo>
                <a:cubicBezTo>
                  <a:pt x="103" y="376"/>
                  <a:pt x="91" y="384"/>
                  <a:pt x="74" y="384"/>
                </a:cubicBezTo>
                <a:cubicBezTo>
                  <a:pt x="67" y="384"/>
                  <a:pt x="61" y="382"/>
                  <a:pt x="56" y="378"/>
                </a:cubicBezTo>
                <a:cubicBezTo>
                  <a:pt x="52" y="375"/>
                  <a:pt x="49" y="372"/>
                  <a:pt x="47" y="368"/>
                </a:cubicBezTo>
                <a:cubicBezTo>
                  <a:pt x="45" y="365"/>
                  <a:pt x="45" y="362"/>
                  <a:pt x="45" y="360"/>
                </a:cubicBezTo>
                <a:cubicBezTo>
                  <a:pt x="45" y="353"/>
                  <a:pt x="56" y="307"/>
                  <a:pt x="77" y="222"/>
                </a:cubicBezTo>
                <a:cubicBezTo>
                  <a:pt x="99" y="138"/>
                  <a:pt x="110" y="92"/>
                  <a:pt x="111" y="85"/>
                </a:cubicBezTo>
                <a:cubicBezTo>
                  <a:pt x="112" y="82"/>
                  <a:pt x="112" y="75"/>
                  <a:pt x="112" y="65"/>
                </a:cubicBezTo>
                <a:cubicBezTo>
                  <a:pt x="112" y="43"/>
                  <a:pt x="105" y="32"/>
                  <a:pt x="92" y="32"/>
                </a:cubicBezTo>
                <a:cubicBezTo>
                  <a:pt x="70" y="32"/>
                  <a:pt x="52" y="60"/>
                  <a:pt x="38" y="117"/>
                </a:cubicBezTo>
                <a:cubicBezTo>
                  <a:pt x="35" y="128"/>
                  <a:pt x="33" y="134"/>
                  <a:pt x="33" y="134"/>
                </a:cubicBezTo>
                <a:cubicBezTo>
                  <a:pt x="32" y="138"/>
                  <a:pt x="27" y="139"/>
                  <a:pt x="17" y="139"/>
                </a:cubicBezTo>
                <a:lnTo>
                  <a:pt x="5" y="139"/>
                </a:lnTo>
                <a:cubicBezTo>
                  <a:pt x="2" y="136"/>
                  <a:pt x="0" y="134"/>
                  <a:pt x="0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0" name=""/>
          <p:cNvSpPr/>
          <p:nvPr/>
        </p:nvSpPr>
        <p:spPr>
          <a:xfrm>
            <a:off x="5570280" y="3795840"/>
            <a:ext cx="203040" cy="71640"/>
          </a:xfrm>
          <a:custGeom>
            <a:avLst/>
            <a:gdLst/>
            <a:ahLst/>
            <a:rect l="0" t="0" r="r" b="b"/>
            <a:pathLst>
              <a:path w="564" h="199">
                <a:moveTo>
                  <a:pt x="0" y="17"/>
                </a:moveTo>
                <a:cubicBezTo>
                  <a:pt x="0" y="10"/>
                  <a:pt x="4" y="4"/>
                  <a:pt x="12" y="0"/>
                </a:cubicBezTo>
                <a:lnTo>
                  <a:pt x="551" y="0"/>
                </a:lnTo>
                <a:cubicBezTo>
                  <a:pt x="560" y="5"/>
                  <a:pt x="564" y="10"/>
                  <a:pt x="564" y="17"/>
                </a:cubicBezTo>
                <a:cubicBezTo>
                  <a:pt x="564" y="23"/>
                  <a:pt x="560" y="29"/>
                  <a:pt x="552" y="33"/>
                </a:cubicBezTo>
                <a:lnTo>
                  <a:pt x="282" y="34"/>
                </a:lnTo>
                <a:lnTo>
                  <a:pt x="14" y="34"/>
                </a:lnTo>
                <a:cubicBezTo>
                  <a:pt x="5" y="31"/>
                  <a:pt x="0" y="26"/>
                  <a:pt x="0" y="17"/>
                </a:cubicBezTo>
                <a:moveTo>
                  <a:pt x="0" y="181"/>
                </a:moveTo>
                <a:cubicBezTo>
                  <a:pt x="0" y="173"/>
                  <a:pt x="5" y="167"/>
                  <a:pt x="14" y="164"/>
                </a:cubicBezTo>
                <a:lnTo>
                  <a:pt x="552" y="164"/>
                </a:lnTo>
                <a:cubicBezTo>
                  <a:pt x="560" y="170"/>
                  <a:pt x="564" y="175"/>
                  <a:pt x="564" y="181"/>
                </a:cubicBezTo>
                <a:cubicBezTo>
                  <a:pt x="564" y="188"/>
                  <a:pt x="560" y="195"/>
                  <a:pt x="551" y="199"/>
                </a:cubicBezTo>
                <a:lnTo>
                  <a:pt x="12" y="199"/>
                </a:lnTo>
                <a:cubicBezTo>
                  <a:pt x="4" y="195"/>
                  <a:pt x="0" y="188"/>
                  <a:pt x="0" y="18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1" name=""/>
          <p:cNvSpPr/>
          <p:nvPr/>
        </p:nvSpPr>
        <p:spPr>
          <a:xfrm>
            <a:off x="5889600" y="3705120"/>
            <a:ext cx="121680" cy="202680"/>
          </a:xfrm>
          <a:custGeom>
            <a:avLst/>
            <a:gdLst/>
            <a:ahLst/>
            <a:rect l="0" t="0" r="r" b="b"/>
            <a:pathLst>
              <a:path w="338" h="563">
                <a:moveTo>
                  <a:pt x="50" y="201"/>
                </a:moveTo>
                <a:cubicBezTo>
                  <a:pt x="34" y="201"/>
                  <a:pt x="22" y="196"/>
                  <a:pt x="13" y="186"/>
                </a:cubicBezTo>
                <a:cubicBezTo>
                  <a:pt x="4" y="176"/>
                  <a:pt x="0" y="163"/>
                  <a:pt x="0" y="149"/>
                </a:cubicBezTo>
                <a:cubicBezTo>
                  <a:pt x="0" y="109"/>
                  <a:pt x="15" y="73"/>
                  <a:pt x="45" y="44"/>
                </a:cubicBezTo>
                <a:cubicBezTo>
                  <a:pt x="74" y="14"/>
                  <a:pt x="112" y="0"/>
                  <a:pt x="156" y="0"/>
                </a:cubicBezTo>
                <a:cubicBezTo>
                  <a:pt x="207" y="0"/>
                  <a:pt x="250" y="16"/>
                  <a:pt x="285" y="47"/>
                </a:cubicBezTo>
                <a:cubicBezTo>
                  <a:pt x="320" y="79"/>
                  <a:pt x="337" y="120"/>
                  <a:pt x="338" y="171"/>
                </a:cubicBezTo>
                <a:cubicBezTo>
                  <a:pt x="338" y="195"/>
                  <a:pt x="332" y="218"/>
                  <a:pt x="321" y="240"/>
                </a:cubicBezTo>
                <a:cubicBezTo>
                  <a:pt x="310" y="262"/>
                  <a:pt x="296" y="281"/>
                  <a:pt x="280" y="297"/>
                </a:cubicBezTo>
                <a:cubicBezTo>
                  <a:pt x="264" y="314"/>
                  <a:pt x="241" y="334"/>
                  <a:pt x="212" y="360"/>
                </a:cubicBezTo>
                <a:cubicBezTo>
                  <a:pt x="192" y="377"/>
                  <a:pt x="163" y="403"/>
                  <a:pt x="127" y="437"/>
                </a:cubicBezTo>
                <a:lnTo>
                  <a:pt x="78" y="485"/>
                </a:lnTo>
                <a:lnTo>
                  <a:pt x="142" y="486"/>
                </a:lnTo>
                <a:cubicBezTo>
                  <a:pt x="230" y="486"/>
                  <a:pt x="278" y="484"/>
                  <a:pt x="284" y="481"/>
                </a:cubicBezTo>
                <a:cubicBezTo>
                  <a:pt x="288" y="480"/>
                  <a:pt x="294" y="455"/>
                  <a:pt x="304" y="406"/>
                </a:cubicBezTo>
                <a:lnTo>
                  <a:pt x="304" y="404"/>
                </a:lnTo>
                <a:lnTo>
                  <a:pt x="338" y="404"/>
                </a:lnTo>
                <a:lnTo>
                  <a:pt x="338" y="406"/>
                </a:lnTo>
                <a:cubicBezTo>
                  <a:pt x="337" y="408"/>
                  <a:pt x="334" y="433"/>
                  <a:pt x="327" y="483"/>
                </a:cubicBezTo>
                <a:cubicBezTo>
                  <a:pt x="320" y="533"/>
                  <a:pt x="316" y="558"/>
                  <a:pt x="314" y="561"/>
                </a:cubicBezTo>
                <a:lnTo>
                  <a:pt x="314" y="563"/>
                </a:lnTo>
                <a:lnTo>
                  <a:pt x="0" y="563"/>
                </a:lnTo>
                <a:lnTo>
                  <a:pt x="0" y="547"/>
                </a:lnTo>
                <a:lnTo>
                  <a:pt x="0" y="537"/>
                </a:lnTo>
                <a:cubicBezTo>
                  <a:pt x="0" y="533"/>
                  <a:pt x="2" y="529"/>
                  <a:pt x="5" y="524"/>
                </a:cubicBezTo>
                <a:cubicBezTo>
                  <a:pt x="8" y="520"/>
                  <a:pt x="17" y="510"/>
                  <a:pt x="30" y="495"/>
                </a:cubicBezTo>
                <a:cubicBezTo>
                  <a:pt x="47" y="477"/>
                  <a:pt x="61" y="461"/>
                  <a:pt x="72" y="448"/>
                </a:cubicBezTo>
                <a:cubicBezTo>
                  <a:pt x="78" y="442"/>
                  <a:pt x="87" y="431"/>
                  <a:pt x="101" y="416"/>
                </a:cubicBezTo>
                <a:cubicBezTo>
                  <a:pt x="115" y="401"/>
                  <a:pt x="125" y="391"/>
                  <a:pt x="130" y="385"/>
                </a:cubicBezTo>
                <a:cubicBezTo>
                  <a:pt x="135" y="379"/>
                  <a:pt x="143" y="370"/>
                  <a:pt x="154" y="357"/>
                </a:cubicBezTo>
                <a:cubicBezTo>
                  <a:pt x="166" y="344"/>
                  <a:pt x="174" y="335"/>
                  <a:pt x="178" y="328"/>
                </a:cubicBezTo>
                <a:cubicBezTo>
                  <a:pt x="183" y="322"/>
                  <a:pt x="189" y="314"/>
                  <a:pt x="197" y="303"/>
                </a:cubicBezTo>
                <a:cubicBezTo>
                  <a:pt x="206" y="292"/>
                  <a:pt x="212" y="283"/>
                  <a:pt x="215" y="276"/>
                </a:cubicBezTo>
                <a:cubicBezTo>
                  <a:pt x="219" y="269"/>
                  <a:pt x="223" y="261"/>
                  <a:pt x="228" y="252"/>
                </a:cubicBezTo>
                <a:cubicBezTo>
                  <a:pt x="233" y="243"/>
                  <a:pt x="237" y="234"/>
                  <a:pt x="239" y="225"/>
                </a:cubicBezTo>
                <a:cubicBezTo>
                  <a:pt x="241" y="216"/>
                  <a:pt x="243" y="207"/>
                  <a:pt x="245" y="199"/>
                </a:cubicBezTo>
                <a:cubicBezTo>
                  <a:pt x="246" y="191"/>
                  <a:pt x="247" y="182"/>
                  <a:pt x="247" y="171"/>
                </a:cubicBezTo>
                <a:cubicBezTo>
                  <a:pt x="247" y="136"/>
                  <a:pt x="238" y="104"/>
                  <a:pt x="219" y="78"/>
                </a:cubicBezTo>
                <a:cubicBezTo>
                  <a:pt x="199" y="52"/>
                  <a:pt x="172" y="39"/>
                  <a:pt x="137" y="39"/>
                </a:cubicBezTo>
                <a:cubicBezTo>
                  <a:pt x="118" y="39"/>
                  <a:pt x="102" y="44"/>
                  <a:pt x="88" y="54"/>
                </a:cubicBezTo>
                <a:cubicBezTo>
                  <a:pt x="74" y="63"/>
                  <a:pt x="64" y="73"/>
                  <a:pt x="58" y="82"/>
                </a:cubicBezTo>
                <a:cubicBezTo>
                  <a:pt x="52" y="91"/>
                  <a:pt x="50" y="96"/>
                  <a:pt x="50" y="98"/>
                </a:cubicBezTo>
                <a:cubicBezTo>
                  <a:pt x="50" y="98"/>
                  <a:pt x="51" y="99"/>
                  <a:pt x="54" y="99"/>
                </a:cubicBezTo>
                <a:cubicBezTo>
                  <a:pt x="64" y="99"/>
                  <a:pt x="74" y="103"/>
                  <a:pt x="85" y="111"/>
                </a:cubicBezTo>
                <a:cubicBezTo>
                  <a:pt x="96" y="119"/>
                  <a:pt x="101" y="132"/>
                  <a:pt x="101" y="150"/>
                </a:cubicBezTo>
                <a:cubicBezTo>
                  <a:pt x="101" y="164"/>
                  <a:pt x="97" y="176"/>
                  <a:pt x="88" y="186"/>
                </a:cubicBezTo>
                <a:cubicBezTo>
                  <a:pt x="79" y="195"/>
                  <a:pt x="66" y="200"/>
                  <a:pt x="50" y="20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2" name=""/>
          <p:cNvSpPr/>
          <p:nvPr/>
        </p:nvSpPr>
        <p:spPr>
          <a:xfrm>
            <a:off x="6038280" y="370512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8"/>
                </a:moveTo>
                <a:cubicBezTo>
                  <a:pt x="79" y="23"/>
                  <a:pt x="124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6"/>
                  <a:pt x="308" y="62"/>
                  <a:pt x="325" y="99"/>
                </a:cubicBezTo>
                <a:cubicBezTo>
                  <a:pt x="346" y="146"/>
                  <a:pt x="356" y="210"/>
                  <a:pt x="356" y="292"/>
                </a:cubicBezTo>
                <a:cubicBezTo>
                  <a:pt x="356" y="379"/>
                  <a:pt x="344" y="446"/>
                  <a:pt x="320" y="493"/>
                </a:cubicBezTo>
                <a:cubicBezTo>
                  <a:pt x="309" y="517"/>
                  <a:pt x="293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7" y="579"/>
                  <a:pt x="193" y="581"/>
                  <a:pt x="179" y="582"/>
                </a:cubicBezTo>
                <a:cubicBezTo>
                  <a:pt x="164" y="582"/>
                  <a:pt x="150" y="580"/>
                  <a:pt x="135" y="577"/>
                </a:cubicBezTo>
                <a:cubicBezTo>
                  <a:pt x="120" y="573"/>
                  <a:pt x="103" y="564"/>
                  <a:pt x="83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6"/>
                  <a:pt x="0" y="379"/>
                  <a:pt x="0" y="292"/>
                </a:cubicBezTo>
                <a:cubicBezTo>
                  <a:pt x="0" y="194"/>
                  <a:pt x="16" y="119"/>
                  <a:pt x="48" y="68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5" y="31"/>
                  <a:pt x="135" y="40"/>
                  <a:pt x="118" y="58"/>
                </a:cubicBezTo>
                <a:cubicBezTo>
                  <a:pt x="104" y="73"/>
                  <a:pt x="95" y="93"/>
                  <a:pt x="89" y="119"/>
                </a:cubicBezTo>
                <a:cubicBezTo>
                  <a:pt x="85" y="145"/>
                  <a:pt x="83" y="199"/>
                  <a:pt x="83" y="281"/>
                </a:cubicBezTo>
                <a:cubicBezTo>
                  <a:pt x="83" y="370"/>
                  <a:pt x="85" y="429"/>
                  <a:pt x="89" y="458"/>
                </a:cubicBezTo>
                <a:cubicBezTo>
                  <a:pt x="95" y="486"/>
                  <a:pt x="105" y="508"/>
                  <a:pt x="121" y="524"/>
                </a:cubicBezTo>
                <a:cubicBezTo>
                  <a:pt x="136" y="541"/>
                  <a:pt x="156" y="550"/>
                  <a:pt x="179" y="550"/>
                </a:cubicBezTo>
                <a:cubicBezTo>
                  <a:pt x="202" y="550"/>
                  <a:pt x="221" y="541"/>
                  <a:pt x="236" y="524"/>
                </a:cubicBezTo>
                <a:cubicBezTo>
                  <a:pt x="253" y="507"/>
                  <a:pt x="263" y="484"/>
                  <a:pt x="267" y="452"/>
                </a:cubicBezTo>
                <a:cubicBezTo>
                  <a:pt x="271" y="422"/>
                  <a:pt x="273" y="365"/>
                  <a:pt x="274" y="281"/>
                </a:cubicBezTo>
                <a:cubicBezTo>
                  <a:pt x="274" y="199"/>
                  <a:pt x="271" y="146"/>
                  <a:pt x="267" y="120"/>
                </a:cubicBezTo>
                <a:cubicBezTo>
                  <a:pt x="262" y="94"/>
                  <a:pt x="253" y="73"/>
                  <a:pt x="239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3" name=""/>
          <p:cNvSpPr/>
          <p:nvPr/>
        </p:nvSpPr>
        <p:spPr>
          <a:xfrm>
            <a:off x="6190200" y="370512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9" y="68"/>
                </a:moveTo>
                <a:cubicBezTo>
                  <a:pt x="81" y="23"/>
                  <a:pt x="124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7" y="36"/>
                  <a:pt x="308" y="62"/>
                  <a:pt x="325" y="99"/>
                </a:cubicBezTo>
                <a:cubicBezTo>
                  <a:pt x="346" y="146"/>
                  <a:pt x="357" y="210"/>
                  <a:pt x="357" y="292"/>
                </a:cubicBezTo>
                <a:cubicBezTo>
                  <a:pt x="357" y="379"/>
                  <a:pt x="345" y="446"/>
                  <a:pt x="320" y="493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8" y="579"/>
                  <a:pt x="193" y="581"/>
                  <a:pt x="179" y="582"/>
                </a:cubicBezTo>
                <a:cubicBezTo>
                  <a:pt x="165" y="582"/>
                  <a:pt x="150" y="580"/>
                  <a:pt x="135" y="577"/>
                </a:cubicBezTo>
                <a:cubicBezTo>
                  <a:pt x="121" y="573"/>
                  <a:pt x="104" y="564"/>
                  <a:pt x="84" y="550"/>
                </a:cubicBezTo>
                <a:cubicBezTo>
                  <a:pt x="64" y="535"/>
                  <a:pt x="49" y="516"/>
                  <a:pt x="37" y="493"/>
                </a:cubicBezTo>
                <a:cubicBezTo>
                  <a:pt x="12" y="446"/>
                  <a:pt x="0" y="379"/>
                  <a:pt x="0" y="292"/>
                </a:cubicBezTo>
                <a:cubicBezTo>
                  <a:pt x="0" y="194"/>
                  <a:pt x="16" y="119"/>
                  <a:pt x="49" y="68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6" y="31"/>
                  <a:pt x="135" y="40"/>
                  <a:pt x="118" y="58"/>
                </a:cubicBezTo>
                <a:cubicBezTo>
                  <a:pt x="104" y="73"/>
                  <a:pt x="95" y="93"/>
                  <a:pt x="91" y="119"/>
                </a:cubicBezTo>
                <a:cubicBezTo>
                  <a:pt x="86" y="145"/>
                  <a:pt x="84" y="199"/>
                  <a:pt x="84" y="281"/>
                </a:cubicBezTo>
                <a:cubicBezTo>
                  <a:pt x="84" y="370"/>
                  <a:pt x="86" y="429"/>
                  <a:pt x="91" y="458"/>
                </a:cubicBezTo>
                <a:cubicBezTo>
                  <a:pt x="95" y="486"/>
                  <a:pt x="105" y="508"/>
                  <a:pt x="121" y="524"/>
                </a:cubicBezTo>
                <a:cubicBezTo>
                  <a:pt x="137" y="541"/>
                  <a:pt x="156" y="550"/>
                  <a:pt x="179" y="550"/>
                </a:cubicBezTo>
                <a:cubicBezTo>
                  <a:pt x="202" y="550"/>
                  <a:pt x="221" y="541"/>
                  <a:pt x="237" y="524"/>
                </a:cubicBezTo>
                <a:cubicBezTo>
                  <a:pt x="253" y="507"/>
                  <a:pt x="263" y="484"/>
                  <a:pt x="267" y="452"/>
                </a:cubicBezTo>
                <a:cubicBezTo>
                  <a:pt x="271" y="422"/>
                  <a:pt x="273" y="365"/>
                  <a:pt x="274" y="281"/>
                </a:cubicBezTo>
                <a:cubicBezTo>
                  <a:pt x="274" y="199"/>
                  <a:pt x="272" y="146"/>
                  <a:pt x="267" y="120"/>
                </a:cubicBezTo>
                <a:cubicBezTo>
                  <a:pt x="263" y="94"/>
                  <a:pt x="253" y="73"/>
                  <a:pt x="239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4" name=""/>
          <p:cNvSpPr txBox="1"/>
          <p:nvPr/>
        </p:nvSpPr>
        <p:spPr>
          <a:xfrm>
            <a:off x="733320" y="3627360"/>
            <a:ext cx="99432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シナリオ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5" name=""/>
          <p:cNvSpPr/>
          <p:nvPr/>
        </p:nvSpPr>
        <p:spPr>
          <a:xfrm>
            <a:off x="1514160" y="4286160"/>
            <a:ext cx="164880" cy="134640"/>
          </a:xfrm>
          <a:custGeom>
            <a:avLst/>
            <a:gdLst/>
            <a:ahLst/>
            <a:rect l="0" t="0" r="r" b="b"/>
            <a:pathLst>
              <a:path w="458" h="374">
                <a:moveTo>
                  <a:pt x="129" y="374"/>
                </a:moveTo>
                <a:cubicBezTo>
                  <a:pt x="91" y="374"/>
                  <a:pt x="60" y="361"/>
                  <a:pt x="37" y="336"/>
                </a:cubicBezTo>
                <a:cubicBezTo>
                  <a:pt x="13" y="311"/>
                  <a:pt x="1" y="279"/>
                  <a:pt x="0" y="241"/>
                </a:cubicBezTo>
                <a:cubicBezTo>
                  <a:pt x="0" y="183"/>
                  <a:pt x="21" y="131"/>
                  <a:pt x="62" y="83"/>
                </a:cubicBezTo>
                <a:cubicBezTo>
                  <a:pt x="103" y="34"/>
                  <a:pt x="152" y="7"/>
                  <a:pt x="206" y="1"/>
                </a:cubicBezTo>
                <a:cubicBezTo>
                  <a:pt x="207" y="0"/>
                  <a:pt x="246" y="0"/>
                  <a:pt x="325" y="0"/>
                </a:cubicBezTo>
                <a:lnTo>
                  <a:pt x="441" y="0"/>
                </a:lnTo>
                <a:cubicBezTo>
                  <a:pt x="442" y="0"/>
                  <a:pt x="443" y="1"/>
                  <a:pt x="444" y="1"/>
                </a:cubicBezTo>
                <a:cubicBezTo>
                  <a:pt x="445" y="2"/>
                  <a:pt x="446" y="3"/>
                  <a:pt x="447" y="3"/>
                </a:cubicBezTo>
                <a:cubicBezTo>
                  <a:pt x="448" y="4"/>
                  <a:pt x="449" y="4"/>
                  <a:pt x="450" y="5"/>
                </a:cubicBezTo>
                <a:cubicBezTo>
                  <a:pt x="450" y="5"/>
                  <a:pt x="451" y="6"/>
                  <a:pt x="452" y="7"/>
                </a:cubicBezTo>
                <a:cubicBezTo>
                  <a:pt x="453" y="8"/>
                  <a:pt x="454" y="9"/>
                  <a:pt x="454" y="9"/>
                </a:cubicBezTo>
                <a:cubicBezTo>
                  <a:pt x="454" y="9"/>
                  <a:pt x="454" y="10"/>
                  <a:pt x="456" y="12"/>
                </a:cubicBezTo>
                <a:cubicBezTo>
                  <a:pt x="457" y="15"/>
                  <a:pt x="457" y="16"/>
                  <a:pt x="456" y="16"/>
                </a:cubicBezTo>
                <a:cubicBezTo>
                  <a:pt x="456" y="16"/>
                  <a:pt x="456" y="17"/>
                  <a:pt x="457" y="20"/>
                </a:cubicBezTo>
                <a:cubicBezTo>
                  <a:pt x="458" y="23"/>
                  <a:pt x="459" y="25"/>
                  <a:pt x="458" y="25"/>
                </a:cubicBezTo>
                <a:cubicBezTo>
                  <a:pt x="458" y="50"/>
                  <a:pt x="440" y="62"/>
                  <a:pt x="403" y="62"/>
                </a:cubicBezTo>
                <a:cubicBezTo>
                  <a:pt x="399" y="62"/>
                  <a:pt x="394" y="62"/>
                  <a:pt x="389" y="62"/>
                </a:cubicBezTo>
                <a:cubicBezTo>
                  <a:pt x="383" y="62"/>
                  <a:pt x="379" y="62"/>
                  <a:pt x="377" y="61"/>
                </a:cubicBezTo>
                <a:lnTo>
                  <a:pt x="326" y="61"/>
                </a:lnTo>
                <a:lnTo>
                  <a:pt x="331" y="70"/>
                </a:lnTo>
                <a:cubicBezTo>
                  <a:pt x="341" y="91"/>
                  <a:pt x="346" y="115"/>
                  <a:pt x="346" y="142"/>
                </a:cubicBezTo>
                <a:cubicBezTo>
                  <a:pt x="346" y="204"/>
                  <a:pt x="323" y="259"/>
                  <a:pt x="278" y="305"/>
                </a:cubicBezTo>
                <a:cubicBezTo>
                  <a:pt x="233" y="351"/>
                  <a:pt x="184" y="374"/>
                  <a:pt x="129" y="374"/>
                </a:cubicBezTo>
                <a:moveTo>
                  <a:pt x="280" y="129"/>
                </a:moveTo>
                <a:cubicBezTo>
                  <a:pt x="280" y="84"/>
                  <a:pt x="256" y="61"/>
                  <a:pt x="208" y="61"/>
                </a:cubicBezTo>
                <a:cubicBezTo>
                  <a:pt x="138" y="61"/>
                  <a:pt x="92" y="110"/>
                  <a:pt x="71" y="208"/>
                </a:cubicBezTo>
                <a:cubicBezTo>
                  <a:pt x="71" y="211"/>
                  <a:pt x="70" y="212"/>
                  <a:pt x="70" y="213"/>
                </a:cubicBezTo>
                <a:cubicBezTo>
                  <a:pt x="66" y="235"/>
                  <a:pt x="64" y="252"/>
                  <a:pt x="64" y="266"/>
                </a:cubicBezTo>
                <a:cubicBezTo>
                  <a:pt x="64" y="294"/>
                  <a:pt x="71" y="314"/>
                  <a:pt x="85" y="325"/>
                </a:cubicBezTo>
                <a:cubicBezTo>
                  <a:pt x="99" y="336"/>
                  <a:pt x="115" y="342"/>
                  <a:pt x="133" y="343"/>
                </a:cubicBezTo>
                <a:cubicBezTo>
                  <a:pt x="164" y="343"/>
                  <a:pt x="192" y="330"/>
                  <a:pt x="217" y="303"/>
                </a:cubicBezTo>
                <a:cubicBezTo>
                  <a:pt x="234" y="286"/>
                  <a:pt x="247" y="264"/>
                  <a:pt x="257" y="236"/>
                </a:cubicBezTo>
                <a:cubicBezTo>
                  <a:pt x="267" y="206"/>
                  <a:pt x="273" y="184"/>
                  <a:pt x="276" y="167"/>
                </a:cubicBezTo>
                <a:cubicBezTo>
                  <a:pt x="278" y="150"/>
                  <a:pt x="279" y="137"/>
                  <a:pt x="280" y="1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6" name=""/>
          <p:cNvSpPr txBox="1"/>
          <p:nvPr/>
        </p:nvSpPr>
        <p:spPr>
          <a:xfrm>
            <a:off x="733320" y="4162320"/>
            <a:ext cx="910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S3 (0.5 )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7" name=""/>
          <p:cNvSpPr txBox="1"/>
          <p:nvPr/>
        </p:nvSpPr>
        <p:spPr>
          <a:xfrm>
            <a:off x="2717640" y="416232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0.947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8" name=""/>
          <p:cNvSpPr txBox="1"/>
          <p:nvPr/>
        </p:nvSpPr>
        <p:spPr>
          <a:xfrm>
            <a:off x="3924360" y="416232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0.951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69" name=""/>
          <p:cNvSpPr txBox="1"/>
          <p:nvPr/>
        </p:nvSpPr>
        <p:spPr>
          <a:xfrm>
            <a:off x="5283000" y="416232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0.947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0" name=""/>
          <p:cNvSpPr/>
          <p:nvPr/>
        </p:nvSpPr>
        <p:spPr>
          <a:xfrm>
            <a:off x="1514160" y="4762440"/>
            <a:ext cx="164880" cy="134640"/>
          </a:xfrm>
          <a:custGeom>
            <a:avLst/>
            <a:gdLst/>
            <a:ahLst/>
            <a:rect l="0" t="0" r="r" b="b"/>
            <a:pathLst>
              <a:path w="458" h="374">
                <a:moveTo>
                  <a:pt x="129" y="374"/>
                </a:moveTo>
                <a:cubicBezTo>
                  <a:pt x="91" y="374"/>
                  <a:pt x="60" y="361"/>
                  <a:pt x="37" y="336"/>
                </a:cubicBezTo>
                <a:cubicBezTo>
                  <a:pt x="13" y="311"/>
                  <a:pt x="1" y="279"/>
                  <a:pt x="0" y="241"/>
                </a:cubicBezTo>
                <a:cubicBezTo>
                  <a:pt x="0" y="184"/>
                  <a:pt x="21" y="132"/>
                  <a:pt x="62" y="83"/>
                </a:cubicBezTo>
                <a:cubicBezTo>
                  <a:pt x="103" y="35"/>
                  <a:pt x="152" y="7"/>
                  <a:pt x="206" y="1"/>
                </a:cubicBezTo>
                <a:cubicBezTo>
                  <a:pt x="207" y="0"/>
                  <a:pt x="246" y="0"/>
                  <a:pt x="325" y="0"/>
                </a:cubicBezTo>
                <a:lnTo>
                  <a:pt x="441" y="0"/>
                </a:lnTo>
                <a:cubicBezTo>
                  <a:pt x="442" y="0"/>
                  <a:pt x="443" y="1"/>
                  <a:pt x="444" y="1"/>
                </a:cubicBezTo>
                <a:cubicBezTo>
                  <a:pt x="445" y="2"/>
                  <a:pt x="446" y="2"/>
                  <a:pt x="447" y="3"/>
                </a:cubicBezTo>
                <a:cubicBezTo>
                  <a:pt x="448" y="4"/>
                  <a:pt x="449" y="4"/>
                  <a:pt x="450" y="5"/>
                </a:cubicBezTo>
                <a:cubicBezTo>
                  <a:pt x="450" y="5"/>
                  <a:pt x="451" y="6"/>
                  <a:pt x="452" y="7"/>
                </a:cubicBezTo>
                <a:cubicBezTo>
                  <a:pt x="453" y="8"/>
                  <a:pt x="454" y="9"/>
                  <a:pt x="454" y="9"/>
                </a:cubicBezTo>
                <a:cubicBezTo>
                  <a:pt x="454" y="9"/>
                  <a:pt x="454" y="10"/>
                  <a:pt x="456" y="12"/>
                </a:cubicBezTo>
                <a:cubicBezTo>
                  <a:pt x="457" y="16"/>
                  <a:pt x="457" y="17"/>
                  <a:pt x="456" y="17"/>
                </a:cubicBezTo>
                <a:cubicBezTo>
                  <a:pt x="456" y="17"/>
                  <a:pt x="456" y="18"/>
                  <a:pt x="457" y="21"/>
                </a:cubicBezTo>
                <a:cubicBezTo>
                  <a:pt x="458" y="24"/>
                  <a:pt x="459" y="25"/>
                  <a:pt x="458" y="26"/>
                </a:cubicBezTo>
                <a:cubicBezTo>
                  <a:pt x="458" y="51"/>
                  <a:pt x="440" y="63"/>
                  <a:pt x="403" y="63"/>
                </a:cubicBezTo>
                <a:cubicBezTo>
                  <a:pt x="399" y="63"/>
                  <a:pt x="394" y="63"/>
                  <a:pt x="389" y="63"/>
                </a:cubicBezTo>
                <a:cubicBezTo>
                  <a:pt x="383" y="63"/>
                  <a:pt x="379" y="63"/>
                  <a:pt x="377" y="62"/>
                </a:cubicBezTo>
                <a:lnTo>
                  <a:pt x="326" y="62"/>
                </a:lnTo>
                <a:lnTo>
                  <a:pt x="331" y="71"/>
                </a:lnTo>
                <a:cubicBezTo>
                  <a:pt x="341" y="92"/>
                  <a:pt x="346" y="116"/>
                  <a:pt x="346" y="143"/>
                </a:cubicBezTo>
                <a:cubicBezTo>
                  <a:pt x="346" y="204"/>
                  <a:pt x="323" y="259"/>
                  <a:pt x="278" y="305"/>
                </a:cubicBezTo>
                <a:cubicBezTo>
                  <a:pt x="233" y="351"/>
                  <a:pt x="184" y="374"/>
                  <a:pt x="129" y="374"/>
                </a:cubicBezTo>
                <a:moveTo>
                  <a:pt x="280" y="130"/>
                </a:moveTo>
                <a:cubicBezTo>
                  <a:pt x="280" y="85"/>
                  <a:pt x="256" y="62"/>
                  <a:pt x="208" y="62"/>
                </a:cubicBezTo>
                <a:cubicBezTo>
                  <a:pt x="138" y="62"/>
                  <a:pt x="92" y="111"/>
                  <a:pt x="71" y="209"/>
                </a:cubicBezTo>
                <a:cubicBezTo>
                  <a:pt x="71" y="212"/>
                  <a:pt x="70" y="213"/>
                  <a:pt x="70" y="214"/>
                </a:cubicBezTo>
                <a:cubicBezTo>
                  <a:pt x="66" y="235"/>
                  <a:pt x="64" y="252"/>
                  <a:pt x="64" y="266"/>
                </a:cubicBezTo>
                <a:cubicBezTo>
                  <a:pt x="64" y="294"/>
                  <a:pt x="71" y="314"/>
                  <a:pt x="85" y="325"/>
                </a:cubicBezTo>
                <a:cubicBezTo>
                  <a:pt x="99" y="336"/>
                  <a:pt x="115" y="342"/>
                  <a:pt x="133" y="343"/>
                </a:cubicBezTo>
                <a:cubicBezTo>
                  <a:pt x="164" y="343"/>
                  <a:pt x="192" y="329"/>
                  <a:pt x="217" y="303"/>
                </a:cubicBezTo>
                <a:cubicBezTo>
                  <a:pt x="234" y="286"/>
                  <a:pt x="247" y="264"/>
                  <a:pt x="257" y="235"/>
                </a:cubicBezTo>
                <a:cubicBezTo>
                  <a:pt x="267" y="207"/>
                  <a:pt x="273" y="185"/>
                  <a:pt x="276" y="168"/>
                </a:cubicBezTo>
                <a:cubicBezTo>
                  <a:pt x="278" y="151"/>
                  <a:pt x="279" y="138"/>
                  <a:pt x="280" y="1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1" name=""/>
          <p:cNvSpPr txBox="1"/>
          <p:nvPr/>
        </p:nvSpPr>
        <p:spPr>
          <a:xfrm>
            <a:off x="733320" y="4648320"/>
            <a:ext cx="910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S4 (1.0 )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2" name=""/>
          <p:cNvSpPr txBox="1"/>
          <p:nvPr/>
        </p:nvSpPr>
        <p:spPr>
          <a:xfrm>
            <a:off x="2717640" y="464832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0.950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3" name=""/>
          <p:cNvSpPr txBox="1"/>
          <p:nvPr/>
        </p:nvSpPr>
        <p:spPr>
          <a:xfrm>
            <a:off x="3924360" y="464832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0.950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4" name=""/>
          <p:cNvSpPr txBox="1"/>
          <p:nvPr/>
        </p:nvSpPr>
        <p:spPr>
          <a:xfrm>
            <a:off x="5283000" y="464832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0.957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5" name=""/>
          <p:cNvSpPr txBox="1"/>
          <p:nvPr/>
        </p:nvSpPr>
        <p:spPr>
          <a:xfrm>
            <a:off x="733320" y="5133960"/>
            <a:ext cx="1132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S6 (Skew)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6" name=""/>
          <p:cNvSpPr txBox="1"/>
          <p:nvPr/>
        </p:nvSpPr>
        <p:spPr>
          <a:xfrm>
            <a:off x="2717640" y="513396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0.953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7" name=""/>
          <p:cNvSpPr txBox="1"/>
          <p:nvPr/>
        </p:nvSpPr>
        <p:spPr>
          <a:xfrm>
            <a:off x="3924360" y="513396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0.954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8" name=""/>
          <p:cNvSpPr txBox="1"/>
          <p:nvPr/>
        </p:nvSpPr>
        <p:spPr>
          <a:xfrm>
            <a:off x="5283000" y="513396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0.954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79" name=""/>
          <p:cNvSpPr txBox="1"/>
          <p:nvPr/>
        </p:nvSpPr>
        <p:spPr>
          <a:xfrm>
            <a:off x="733320" y="5619600"/>
            <a:ext cx="1683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S7 (Loc+Scale)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0" name=""/>
          <p:cNvSpPr txBox="1"/>
          <p:nvPr/>
        </p:nvSpPr>
        <p:spPr>
          <a:xfrm>
            <a:off x="2717640" y="561960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0.917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1" name=""/>
          <p:cNvSpPr txBox="1"/>
          <p:nvPr/>
        </p:nvSpPr>
        <p:spPr>
          <a:xfrm>
            <a:off x="3924360" y="561960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0.935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2" name=""/>
          <p:cNvSpPr txBox="1"/>
          <p:nvPr/>
        </p:nvSpPr>
        <p:spPr>
          <a:xfrm>
            <a:off x="5283000" y="561960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0.944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3" name=""/>
          <p:cNvSpPr txBox="1"/>
          <p:nvPr/>
        </p:nvSpPr>
        <p:spPr>
          <a:xfrm>
            <a:off x="571320" y="6139080"/>
            <a:ext cx="5342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推奨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4" name=""/>
          <p:cNvSpPr/>
          <p:nvPr/>
        </p:nvSpPr>
        <p:spPr>
          <a:xfrm>
            <a:off x="1245240" y="6302520"/>
            <a:ext cx="183240" cy="148680"/>
          </a:xfrm>
          <a:custGeom>
            <a:avLst/>
            <a:gdLst/>
            <a:ahLst/>
            <a:rect l="0" t="0" r="r" b="b"/>
            <a:pathLst>
              <a:path w="509" h="413">
                <a:moveTo>
                  <a:pt x="0" y="142"/>
                </a:moveTo>
                <a:cubicBezTo>
                  <a:pt x="0" y="138"/>
                  <a:pt x="1" y="134"/>
                  <a:pt x="3" y="127"/>
                </a:cubicBezTo>
                <a:cubicBezTo>
                  <a:pt x="4" y="121"/>
                  <a:pt x="7" y="110"/>
                  <a:pt x="13" y="93"/>
                </a:cubicBezTo>
                <a:cubicBezTo>
                  <a:pt x="20" y="76"/>
                  <a:pt x="26" y="62"/>
                  <a:pt x="32" y="50"/>
                </a:cubicBezTo>
                <a:cubicBezTo>
                  <a:pt x="38" y="39"/>
                  <a:pt x="48" y="27"/>
                  <a:pt x="62" y="16"/>
                </a:cubicBezTo>
                <a:cubicBezTo>
                  <a:pt x="76" y="6"/>
                  <a:pt x="90" y="-1"/>
                  <a:pt x="104" y="0"/>
                </a:cubicBezTo>
                <a:cubicBezTo>
                  <a:pt x="125" y="0"/>
                  <a:pt x="144" y="6"/>
                  <a:pt x="158" y="17"/>
                </a:cubicBezTo>
                <a:cubicBezTo>
                  <a:pt x="173" y="28"/>
                  <a:pt x="182" y="39"/>
                  <a:pt x="185" y="48"/>
                </a:cubicBezTo>
                <a:cubicBezTo>
                  <a:pt x="189" y="58"/>
                  <a:pt x="191" y="64"/>
                  <a:pt x="191" y="67"/>
                </a:cubicBezTo>
                <a:cubicBezTo>
                  <a:pt x="191" y="69"/>
                  <a:pt x="191" y="69"/>
                  <a:pt x="192" y="69"/>
                </a:cubicBezTo>
                <a:lnTo>
                  <a:pt x="202" y="59"/>
                </a:lnTo>
                <a:cubicBezTo>
                  <a:pt x="239" y="20"/>
                  <a:pt x="281" y="0"/>
                  <a:pt x="328" y="0"/>
                </a:cubicBezTo>
                <a:cubicBezTo>
                  <a:pt x="362" y="0"/>
                  <a:pt x="388" y="9"/>
                  <a:pt x="408" y="26"/>
                </a:cubicBezTo>
                <a:cubicBezTo>
                  <a:pt x="428" y="42"/>
                  <a:pt x="439" y="66"/>
                  <a:pt x="439" y="97"/>
                </a:cubicBezTo>
                <a:cubicBezTo>
                  <a:pt x="440" y="129"/>
                  <a:pt x="428" y="177"/>
                  <a:pt x="405" y="240"/>
                </a:cubicBezTo>
                <a:cubicBezTo>
                  <a:pt x="381" y="304"/>
                  <a:pt x="370" y="342"/>
                  <a:pt x="370" y="356"/>
                </a:cubicBezTo>
                <a:cubicBezTo>
                  <a:pt x="370" y="372"/>
                  <a:pt x="375" y="379"/>
                  <a:pt x="386" y="379"/>
                </a:cubicBezTo>
                <a:cubicBezTo>
                  <a:pt x="389" y="379"/>
                  <a:pt x="392" y="379"/>
                  <a:pt x="394" y="378"/>
                </a:cubicBezTo>
                <a:cubicBezTo>
                  <a:pt x="411" y="375"/>
                  <a:pt x="427" y="364"/>
                  <a:pt x="441" y="344"/>
                </a:cubicBezTo>
                <a:cubicBezTo>
                  <a:pt x="455" y="324"/>
                  <a:pt x="466" y="300"/>
                  <a:pt x="473" y="271"/>
                </a:cubicBezTo>
                <a:cubicBezTo>
                  <a:pt x="474" y="266"/>
                  <a:pt x="480" y="264"/>
                  <a:pt x="491" y="264"/>
                </a:cubicBezTo>
                <a:cubicBezTo>
                  <a:pt x="503" y="264"/>
                  <a:pt x="509" y="266"/>
                  <a:pt x="509" y="271"/>
                </a:cubicBezTo>
                <a:cubicBezTo>
                  <a:pt x="509" y="272"/>
                  <a:pt x="508" y="276"/>
                  <a:pt x="506" y="285"/>
                </a:cubicBezTo>
                <a:cubicBezTo>
                  <a:pt x="501" y="302"/>
                  <a:pt x="494" y="320"/>
                  <a:pt x="486" y="337"/>
                </a:cubicBezTo>
                <a:cubicBezTo>
                  <a:pt x="477" y="354"/>
                  <a:pt x="463" y="371"/>
                  <a:pt x="444" y="388"/>
                </a:cubicBezTo>
                <a:cubicBezTo>
                  <a:pt x="424" y="405"/>
                  <a:pt x="404" y="413"/>
                  <a:pt x="381" y="412"/>
                </a:cubicBezTo>
                <a:cubicBezTo>
                  <a:pt x="353" y="412"/>
                  <a:pt x="331" y="404"/>
                  <a:pt x="318" y="388"/>
                </a:cubicBezTo>
                <a:cubicBezTo>
                  <a:pt x="305" y="371"/>
                  <a:pt x="299" y="354"/>
                  <a:pt x="299" y="337"/>
                </a:cubicBezTo>
                <a:cubicBezTo>
                  <a:pt x="299" y="325"/>
                  <a:pt x="310" y="289"/>
                  <a:pt x="332" y="227"/>
                </a:cubicBezTo>
                <a:cubicBezTo>
                  <a:pt x="355" y="166"/>
                  <a:pt x="366" y="120"/>
                  <a:pt x="367" y="89"/>
                </a:cubicBezTo>
                <a:cubicBezTo>
                  <a:pt x="367" y="53"/>
                  <a:pt x="353" y="36"/>
                  <a:pt x="325" y="36"/>
                </a:cubicBezTo>
                <a:lnTo>
                  <a:pt x="321" y="36"/>
                </a:lnTo>
                <a:cubicBezTo>
                  <a:pt x="269" y="36"/>
                  <a:pt x="225" y="66"/>
                  <a:pt x="189" y="127"/>
                </a:cubicBezTo>
                <a:lnTo>
                  <a:pt x="183" y="138"/>
                </a:lnTo>
                <a:lnTo>
                  <a:pt x="153" y="260"/>
                </a:lnTo>
                <a:cubicBezTo>
                  <a:pt x="133" y="340"/>
                  <a:pt x="121" y="382"/>
                  <a:pt x="118" y="388"/>
                </a:cubicBezTo>
                <a:cubicBezTo>
                  <a:pt x="110" y="405"/>
                  <a:pt x="97" y="413"/>
                  <a:pt x="79" y="413"/>
                </a:cubicBezTo>
                <a:cubicBezTo>
                  <a:pt x="71" y="413"/>
                  <a:pt x="65" y="411"/>
                  <a:pt x="60" y="408"/>
                </a:cubicBezTo>
                <a:cubicBezTo>
                  <a:pt x="55" y="404"/>
                  <a:pt x="52" y="400"/>
                  <a:pt x="50" y="397"/>
                </a:cubicBezTo>
                <a:cubicBezTo>
                  <a:pt x="48" y="393"/>
                  <a:pt x="47" y="390"/>
                  <a:pt x="48" y="388"/>
                </a:cubicBezTo>
                <a:cubicBezTo>
                  <a:pt x="48" y="380"/>
                  <a:pt x="60" y="330"/>
                  <a:pt x="83" y="239"/>
                </a:cubicBezTo>
                <a:cubicBezTo>
                  <a:pt x="106" y="148"/>
                  <a:pt x="118" y="99"/>
                  <a:pt x="119" y="91"/>
                </a:cubicBezTo>
                <a:cubicBezTo>
                  <a:pt x="120" y="88"/>
                  <a:pt x="120" y="81"/>
                  <a:pt x="120" y="70"/>
                </a:cubicBezTo>
                <a:cubicBezTo>
                  <a:pt x="120" y="46"/>
                  <a:pt x="113" y="35"/>
                  <a:pt x="98" y="35"/>
                </a:cubicBezTo>
                <a:cubicBezTo>
                  <a:pt x="75" y="35"/>
                  <a:pt x="56" y="65"/>
                  <a:pt x="41" y="126"/>
                </a:cubicBezTo>
                <a:cubicBezTo>
                  <a:pt x="37" y="138"/>
                  <a:pt x="35" y="144"/>
                  <a:pt x="35" y="145"/>
                </a:cubicBezTo>
                <a:cubicBezTo>
                  <a:pt x="34" y="148"/>
                  <a:pt x="28" y="150"/>
                  <a:pt x="18" y="150"/>
                </a:cubicBezTo>
                <a:lnTo>
                  <a:pt x="5" y="150"/>
                </a:lnTo>
                <a:cubicBezTo>
                  <a:pt x="2" y="147"/>
                  <a:pt x="0" y="144"/>
                  <a:pt x="0" y="1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5" name=""/>
          <p:cNvSpPr/>
          <p:nvPr/>
        </p:nvSpPr>
        <p:spPr>
          <a:xfrm>
            <a:off x="1553040" y="6239160"/>
            <a:ext cx="200160" cy="253800"/>
          </a:xfrm>
          <a:custGeom>
            <a:avLst/>
            <a:gdLst/>
            <a:ahLst/>
            <a:rect l="0" t="0" r="r" b="b"/>
            <a:pathLst>
              <a:path w="556" h="705">
                <a:moveTo>
                  <a:pt x="0" y="18"/>
                </a:moveTo>
                <a:cubicBezTo>
                  <a:pt x="0" y="13"/>
                  <a:pt x="2" y="9"/>
                  <a:pt x="5" y="5"/>
                </a:cubicBezTo>
                <a:cubicBezTo>
                  <a:pt x="9" y="1"/>
                  <a:pt x="12" y="0"/>
                  <a:pt x="14" y="0"/>
                </a:cubicBezTo>
                <a:cubicBezTo>
                  <a:pt x="19" y="0"/>
                  <a:pt x="66" y="20"/>
                  <a:pt x="154" y="61"/>
                </a:cubicBezTo>
                <a:cubicBezTo>
                  <a:pt x="243" y="103"/>
                  <a:pt x="331" y="144"/>
                  <a:pt x="419" y="186"/>
                </a:cubicBezTo>
                <a:cubicBezTo>
                  <a:pt x="506" y="228"/>
                  <a:pt x="550" y="249"/>
                  <a:pt x="550" y="250"/>
                </a:cubicBezTo>
                <a:cubicBezTo>
                  <a:pt x="554" y="253"/>
                  <a:pt x="556" y="257"/>
                  <a:pt x="556" y="263"/>
                </a:cubicBezTo>
                <a:cubicBezTo>
                  <a:pt x="556" y="269"/>
                  <a:pt x="554" y="274"/>
                  <a:pt x="550" y="277"/>
                </a:cubicBezTo>
                <a:cubicBezTo>
                  <a:pt x="549" y="278"/>
                  <a:pt x="460" y="320"/>
                  <a:pt x="283" y="403"/>
                </a:cubicBezTo>
                <a:lnTo>
                  <a:pt x="22" y="527"/>
                </a:lnTo>
                <a:lnTo>
                  <a:pt x="16" y="527"/>
                </a:lnTo>
                <a:cubicBezTo>
                  <a:pt x="5" y="526"/>
                  <a:pt x="0" y="520"/>
                  <a:pt x="0" y="509"/>
                </a:cubicBezTo>
                <a:cubicBezTo>
                  <a:pt x="0" y="508"/>
                  <a:pt x="0" y="507"/>
                  <a:pt x="0" y="506"/>
                </a:cubicBezTo>
                <a:cubicBezTo>
                  <a:pt x="-1" y="502"/>
                  <a:pt x="4" y="497"/>
                  <a:pt x="13" y="492"/>
                </a:cubicBezTo>
                <a:cubicBezTo>
                  <a:pt x="25" y="486"/>
                  <a:pt x="70" y="464"/>
                  <a:pt x="150" y="426"/>
                </a:cubicBezTo>
                <a:cubicBezTo>
                  <a:pt x="197" y="404"/>
                  <a:pt x="237" y="385"/>
                  <a:pt x="268" y="371"/>
                </a:cubicBezTo>
                <a:lnTo>
                  <a:pt x="495" y="263"/>
                </a:lnTo>
                <a:lnTo>
                  <a:pt x="252" y="149"/>
                </a:lnTo>
                <a:cubicBezTo>
                  <a:pt x="210" y="129"/>
                  <a:pt x="161" y="106"/>
                  <a:pt x="106" y="80"/>
                </a:cubicBezTo>
                <a:cubicBezTo>
                  <a:pt x="53" y="55"/>
                  <a:pt x="22" y="40"/>
                  <a:pt x="13" y="35"/>
                </a:cubicBezTo>
                <a:cubicBezTo>
                  <a:pt x="5" y="30"/>
                  <a:pt x="0" y="24"/>
                  <a:pt x="0" y="18"/>
                </a:cubicBezTo>
                <a:moveTo>
                  <a:pt x="1" y="686"/>
                </a:moveTo>
                <a:cubicBezTo>
                  <a:pt x="1" y="680"/>
                  <a:pt x="5" y="674"/>
                  <a:pt x="14" y="668"/>
                </a:cubicBezTo>
                <a:lnTo>
                  <a:pt x="542" y="668"/>
                </a:lnTo>
                <a:cubicBezTo>
                  <a:pt x="552" y="672"/>
                  <a:pt x="556" y="678"/>
                  <a:pt x="556" y="686"/>
                </a:cubicBezTo>
                <a:cubicBezTo>
                  <a:pt x="556" y="694"/>
                  <a:pt x="552" y="700"/>
                  <a:pt x="543" y="705"/>
                </a:cubicBezTo>
                <a:lnTo>
                  <a:pt x="13" y="705"/>
                </a:lnTo>
                <a:cubicBezTo>
                  <a:pt x="5" y="700"/>
                  <a:pt x="1" y="694"/>
                  <a:pt x="1" y="68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6" name=""/>
          <p:cNvSpPr/>
          <p:nvPr/>
        </p:nvSpPr>
        <p:spPr>
          <a:xfrm>
            <a:off x="1898640" y="6229080"/>
            <a:ext cx="113040" cy="218520"/>
          </a:xfrm>
          <a:custGeom>
            <a:avLst/>
            <a:gdLst/>
            <a:ahLst/>
            <a:rect l="0" t="0" r="r" b="b"/>
            <a:pathLst>
              <a:path w="314" h="607">
                <a:moveTo>
                  <a:pt x="118" y="80"/>
                </a:moveTo>
                <a:lnTo>
                  <a:pt x="106" y="85"/>
                </a:lnTo>
                <a:cubicBezTo>
                  <a:pt x="98" y="88"/>
                  <a:pt x="86" y="91"/>
                  <a:pt x="70" y="94"/>
                </a:cubicBezTo>
                <a:cubicBezTo>
                  <a:pt x="54" y="97"/>
                  <a:pt x="37" y="99"/>
                  <a:pt x="17" y="100"/>
                </a:cubicBezTo>
                <a:lnTo>
                  <a:pt x="0" y="100"/>
                </a:lnTo>
                <a:lnTo>
                  <a:pt x="0" y="58"/>
                </a:lnTo>
                <a:lnTo>
                  <a:pt x="17" y="58"/>
                </a:lnTo>
                <a:cubicBezTo>
                  <a:pt x="46" y="57"/>
                  <a:pt x="72" y="53"/>
                  <a:pt x="96" y="45"/>
                </a:cubicBezTo>
                <a:cubicBezTo>
                  <a:pt x="121" y="37"/>
                  <a:pt x="138" y="30"/>
                  <a:pt x="147" y="23"/>
                </a:cubicBezTo>
                <a:cubicBezTo>
                  <a:pt x="157" y="16"/>
                  <a:pt x="166" y="10"/>
                  <a:pt x="173" y="3"/>
                </a:cubicBezTo>
                <a:cubicBezTo>
                  <a:pt x="174" y="1"/>
                  <a:pt x="178" y="0"/>
                  <a:pt x="184" y="0"/>
                </a:cubicBezTo>
                <a:cubicBezTo>
                  <a:pt x="190" y="0"/>
                  <a:pt x="195" y="2"/>
                  <a:pt x="200" y="6"/>
                </a:cubicBezTo>
                <a:lnTo>
                  <a:pt x="200" y="278"/>
                </a:lnTo>
                <a:lnTo>
                  <a:pt x="201" y="552"/>
                </a:lnTo>
                <a:cubicBezTo>
                  <a:pt x="205" y="556"/>
                  <a:pt x="209" y="559"/>
                  <a:pt x="212" y="560"/>
                </a:cubicBezTo>
                <a:cubicBezTo>
                  <a:pt x="215" y="561"/>
                  <a:pt x="222" y="562"/>
                  <a:pt x="234" y="563"/>
                </a:cubicBezTo>
                <a:cubicBezTo>
                  <a:pt x="245" y="565"/>
                  <a:pt x="264" y="565"/>
                  <a:pt x="290" y="565"/>
                </a:cubicBezTo>
                <a:lnTo>
                  <a:pt x="314" y="565"/>
                </a:lnTo>
                <a:lnTo>
                  <a:pt x="314" y="607"/>
                </a:lnTo>
                <a:lnTo>
                  <a:pt x="304" y="607"/>
                </a:lnTo>
                <a:cubicBezTo>
                  <a:pt x="291" y="605"/>
                  <a:pt x="243" y="604"/>
                  <a:pt x="158" y="604"/>
                </a:cubicBezTo>
                <a:cubicBezTo>
                  <a:pt x="76" y="604"/>
                  <a:pt x="28" y="605"/>
                  <a:pt x="16" y="607"/>
                </a:cubicBezTo>
                <a:lnTo>
                  <a:pt x="5" y="607"/>
                </a:lnTo>
                <a:lnTo>
                  <a:pt x="5" y="565"/>
                </a:lnTo>
                <a:lnTo>
                  <a:pt x="28" y="565"/>
                </a:lnTo>
                <a:cubicBezTo>
                  <a:pt x="42" y="565"/>
                  <a:pt x="53" y="565"/>
                  <a:pt x="63" y="565"/>
                </a:cubicBezTo>
                <a:cubicBezTo>
                  <a:pt x="73" y="565"/>
                  <a:pt x="80" y="565"/>
                  <a:pt x="86" y="564"/>
                </a:cubicBezTo>
                <a:cubicBezTo>
                  <a:pt x="91" y="564"/>
                  <a:pt x="96" y="563"/>
                  <a:pt x="100" y="562"/>
                </a:cubicBezTo>
                <a:cubicBezTo>
                  <a:pt x="104" y="560"/>
                  <a:pt x="107" y="560"/>
                  <a:pt x="107" y="560"/>
                </a:cubicBezTo>
                <a:cubicBezTo>
                  <a:pt x="108" y="560"/>
                  <a:pt x="110" y="558"/>
                  <a:pt x="113" y="555"/>
                </a:cubicBezTo>
                <a:cubicBezTo>
                  <a:pt x="116" y="552"/>
                  <a:pt x="118" y="551"/>
                  <a:pt x="118" y="552"/>
                </a:cubicBezTo>
                <a:lnTo>
                  <a:pt x="118" y="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7" name=""/>
          <p:cNvSpPr/>
          <p:nvPr/>
        </p:nvSpPr>
        <p:spPr>
          <a:xfrm>
            <a:off x="2048040" y="622908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2" y="74"/>
                </a:moveTo>
                <a:cubicBezTo>
                  <a:pt x="86" y="25"/>
                  <a:pt x="132" y="0"/>
                  <a:pt x="191" y="0"/>
                </a:cubicBezTo>
                <a:cubicBezTo>
                  <a:pt x="220" y="0"/>
                  <a:pt x="250" y="8"/>
                  <a:pt x="279" y="24"/>
                </a:cubicBezTo>
                <a:cubicBezTo>
                  <a:pt x="308" y="40"/>
                  <a:pt x="332" y="68"/>
                  <a:pt x="350" y="108"/>
                </a:cubicBezTo>
                <a:cubicBezTo>
                  <a:pt x="373" y="158"/>
                  <a:pt x="384" y="227"/>
                  <a:pt x="384" y="315"/>
                </a:cubicBezTo>
                <a:cubicBezTo>
                  <a:pt x="384" y="409"/>
                  <a:pt x="371" y="481"/>
                  <a:pt x="345" y="532"/>
                </a:cubicBezTo>
                <a:cubicBezTo>
                  <a:pt x="333" y="557"/>
                  <a:pt x="316" y="577"/>
                  <a:pt x="295" y="592"/>
                </a:cubicBezTo>
                <a:cubicBezTo>
                  <a:pt x="273" y="608"/>
                  <a:pt x="255" y="617"/>
                  <a:pt x="239" y="621"/>
                </a:cubicBezTo>
                <a:cubicBezTo>
                  <a:pt x="222" y="624"/>
                  <a:pt x="207" y="626"/>
                  <a:pt x="192" y="627"/>
                </a:cubicBezTo>
                <a:cubicBezTo>
                  <a:pt x="176" y="627"/>
                  <a:pt x="160" y="625"/>
                  <a:pt x="144" y="622"/>
                </a:cubicBezTo>
                <a:cubicBezTo>
                  <a:pt x="129" y="618"/>
                  <a:pt x="110" y="608"/>
                  <a:pt x="89" y="592"/>
                </a:cubicBezTo>
                <a:cubicBezTo>
                  <a:pt x="68" y="577"/>
                  <a:pt x="51" y="556"/>
                  <a:pt x="39" y="532"/>
                </a:cubicBezTo>
                <a:cubicBezTo>
                  <a:pt x="13" y="481"/>
                  <a:pt x="0" y="409"/>
                  <a:pt x="0" y="315"/>
                </a:cubicBezTo>
                <a:cubicBezTo>
                  <a:pt x="0" y="209"/>
                  <a:pt x="17" y="129"/>
                  <a:pt x="52" y="74"/>
                </a:cubicBezTo>
                <a:moveTo>
                  <a:pt x="257" y="63"/>
                </a:moveTo>
                <a:cubicBezTo>
                  <a:pt x="239" y="44"/>
                  <a:pt x="217" y="34"/>
                  <a:pt x="192" y="34"/>
                </a:cubicBezTo>
                <a:cubicBezTo>
                  <a:pt x="166" y="34"/>
                  <a:pt x="144" y="44"/>
                  <a:pt x="126" y="63"/>
                </a:cubicBezTo>
                <a:cubicBezTo>
                  <a:pt x="111" y="79"/>
                  <a:pt x="101" y="101"/>
                  <a:pt x="96" y="129"/>
                </a:cubicBezTo>
                <a:cubicBezTo>
                  <a:pt x="91" y="156"/>
                  <a:pt x="89" y="215"/>
                  <a:pt x="89" y="303"/>
                </a:cubicBezTo>
                <a:cubicBezTo>
                  <a:pt x="89" y="399"/>
                  <a:pt x="91" y="462"/>
                  <a:pt x="96" y="492"/>
                </a:cubicBezTo>
                <a:cubicBezTo>
                  <a:pt x="101" y="524"/>
                  <a:pt x="112" y="548"/>
                  <a:pt x="129" y="565"/>
                </a:cubicBezTo>
                <a:cubicBezTo>
                  <a:pt x="146" y="583"/>
                  <a:pt x="167" y="592"/>
                  <a:pt x="192" y="592"/>
                </a:cubicBezTo>
                <a:cubicBezTo>
                  <a:pt x="216" y="592"/>
                  <a:pt x="238" y="583"/>
                  <a:pt x="255" y="565"/>
                </a:cubicBezTo>
                <a:cubicBezTo>
                  <a:pt x="272" y="547"/>
                  <a:pt x="283" y="522"/>
                  <a:pt x="287" y="488"/>
                </a:cubicBezTo>
                <a:cubicBezTo>
                  <a:pt x="292" y="455"/>
                  <a:pt x="294" y="394"/>
                  <a:pt x="295" y="303"/>
                </a:cubicBezTo>
                <a:cubicBezTo>
                  <a:pt x="295" y="215"/>
                  <a:pt x="292" y="157"/>
                  <a:pt x="287" y="129"/>
                </a:cubicBezTo>
                <a:cubicBezTo>
                  <a:pt x="283" y="102"/>
                  <a:pt x="273" y="79"/>
                  <a:pt x="257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8" name=""/>
          <p:cNvSpPr/>
          <p:nvPr/>
        </p:nvSpPr>
        <p:spPr>
          <a:xfrm>
            <a:off x="2211840" y="622908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1" y="74"/>
                </a:moveTo>
                <a:cubicBezTo>
                  <a:pt x="85" y="25"/>
                  <a:pt x="132" y="0"/>
                  <a:pt x="192" y="0"/>
                </a:cubicBezTo>
                <a:cubicBezTo>
                  <a:pt x="221" y="0"/>
                  <a:pt x="250" y="8"/>
                  <a:pt x="279" y="24"/>
                </a:cubicBezTo>
                <a:cubicBezTo>
                  <a:pt x="308" y="40"/>
                  <a:pt x="332" y="68"/>
                  <a:pt x="350" y="108"/>
                </a:cubicBezTo>
                <a:cubicBezTo>
                  <a:pt x="372" y="158"/>
                  <a:pt x="384" y="227"/>
                  <a:pt x="384" y="315"/>
                </a:cubicBezTo>
                <a:cubicBezTo>
                  <a:pt x="384" y="409"/>
                  <a:pt x="371" y="481"/>
                  <a:pt x="344" y="532"/>
                </a:cubicBezTo>
                <a:cubicBezTo>
                  <a:pt x="332" y="557"/>
                  <a:pt x="316" y="577"/>
                  <a:pt x="294" y="592"/>
                </a:cubicBezTo>
                <a:cubicBezTo>
                  <a:pt x="273" y="608"/>
                  <a:pt x="255" y="617"/>
                  <a:pt x="239" y="621"/>
                </a:cubicBezTo>
                <a:cubicBezTo>
                  <a:pt x="223" y="624"/>
                  <a:pt x="208" y="626"/>
                  <a:pt x="193" y="627"/>
                </a:cubicBezTo>
                <a:cubicBezTo>
                  <a:pt x="177" y="627"/>
                  <a:pt x="161" y="625"/>
                  <a:pt x="144" y="622"/>
                </a:cubicBezTo>
                <a:cubicBezTo>
                  <a:pt x="129" y="618"/>
                  <a:pt x="110" y="608"/>
                  <a:pt x="89" y="592"/>
                </a:cubicBezTo>
                <a:cubicBezTo>
                  <a:pt x="68" y="577"/>
                  <a:pt x="51" y="556"/>
                  <a:pt x="39" y="532"/>
                </a:cubicBezTo>
                <a:cubicBezTo>
                  <a:pt x="13" y="481"/>
                  <a:pt x="0" y="409"/>
                  <a:pt x="0" y="315"/>
                </a:cubicBezTo>
                <a:cubicBezTo>
                  <a:pt x="0" y="209"/>
                  <a:pt x="17" y="129"/>
                  <a:pt x="51" y="74"/>
                </a:cubicBezTo>
                <a:moveTo>
                  <a:pt x="257" y="63"/>
                </a:moveTo>
                <a:cubicBezTo>
                  <a:pt x="239" y="44"/>
                  <a:pt x="217" y="34"/>
                  <a:pt x="193" y="34"/>
                </a:cubicBezTo>
                <a:cubicBezTo>
                  <a:pt x="167" y="34"/>
                  <a:pt x="144" y="44"/>
                  <a:pt x="126" y="63"/>
                </a:cubicBezTo>
                <a:cubicBezTo>
                  <a:pt x="111" y="79"/>
                  <a:pt x="101" y="101"/>
                  <a:pt x="96" y="129"/>
                </a:cubicBezTo>
                <a:cubicBezTo>
                  <a:pt x="91" y="156"/>
                  <a:pt x="89" y="215"/>
                  <a:pt x="89" y="303"/>
                </a:cubicBezTo>
                <a:cubicBezTo>
                  <a:pt x="89" y="399"/>
                  <a:pt x="91" y="462"/>
                  <a:pt x="96" y="492"/>
                </a:cubicBezTo>
                <a:cubicBezTo>
                  <a:pt x="101" y="524"/>
                  <a:pt x="112" y="548"/>
                  <a:pt x="129" y="565"/>
                </a:cubicBezTo>
                <a:cubicBezTo>
                  <a:pt x="146" y="583"/>
                  <a:pt x="168" y="592"/>
                  <a:pt x="193" y="592"/>
                </a:cubicBezTo>
                <a:cubicBezTo>
                  <a:pt x="217" y="592"/>
                  <a:pt x="237" y="583"/>
                  <a:pt x="254" y="565"/>
                </a:cubicBezTo>
                <a:cubicBezTo>
                  <a:pt x="272" y="547"/>
                  <a:pt x="283" y="522"/>
                  <a:pt x="287" y="488"/>
                </a:cubicBezTo>
                <a:cubicBezTo>
                  <a:pt x="291" y="455"/>
                  <a:pt x="294" y="394"/>
                  <a:pt x="294" y="303"/>
                </a:cubicBezTo>
                <a:cubicBezTo>
                  <a:pt x="294" y="215"/>
                  <a:pt x="292" y="157"/>
                  <a:pt x="287" y="129"/>
                </a:cubicBezTo>
                <a:cubicBezTo>
                  <a:pt x="282" y="102"/>
                  <a:pt x="272" y="79"/>
                  <a:pt x="257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89" name=""/>
          <p:cNvSpPr txBox="1"/>
          <p:nvPr/>
        </p:nvSpPr>
        <p:spPr>
          <a:xfrm>
            <a:off x="1104840" y="6181560"/>
            <a:ext cx="2664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pic>
        <p:nvPicPr>
          <p:cNvPr id="1190" name=""/>
          <p:cNvPicPr/>
          <p:nvPr/>
        </p:nvPicPr>
        <p:blipFill>
          <a:blip r:embed="rId1"/>
          <a:stretch/>
        </p:blipFill>
        <p:spPr>
          <a:xfrm>
            <a:off x="571320" y="6657840"/>
            <a:ext cx="11048760" cy="386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1" name=""/>
          <p:cNvSpPr txBox="1"/>
          <p:nvPr/>
        </p:nvSpPr>
        <p:spPr>
          <a:xfrm>
            <a:off x="2363760" y="6181560"/>
            <a:ext cx="47584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/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地域で信頼性のある推定‧推論が可能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92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193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94" name=""/>
          <p:cNvSpPr txBox="1"/>
          <p:nvPr/>
        </p:nvSpPr>
        <p:spPr>
          <a:xfrm>
            <a:off x="571320" y="155520"/>
            <a:ext cx="889380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シミュレーション結果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: </a:t>
            </a:r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バイアスと被覆確率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95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96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14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1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0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1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2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3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4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5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6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7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8" name=""/>
          <p:cNvSpPr/>
          <p:nvPr/>
        </p:nvSpPr>
        <p:spPr>
          <a:xfrm>
            <a:off x="580680" y="1723680"/>
            <a:ext cx="1810440" cy="524520"/>
          </a:xfrm>
          <a:custGeom>
            <a:avLst/>
            <a:gdLst/>
            <a:ahLst/>
            <a:rect l="0" t="0" r="r" b="b"/>
            <a:pathLst>
              <a:path w="5029" h="1457">
                <a:moveTo>
                  <a:pt x="0" y="0"/>
                </a:moveTo>
                <a:lnTo>
                  <a:pt x="5029" y="0"/>
                </a:lnTo>
                <a:lnTo>
                  <a:pt x="5029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09" name=""/>
          <p:cNvSpPr/>
          <p:nvPr/>
        </p:nvSpPr>
        <p:spPr>
          <a:xfrm>
            <a:off x="2390760" y="1723680"/>
            <a:ext cx="2743560" cy="524520"/>
          </a:xfrm>
          <a:custGeom>
            <a:avLst/>
            <a:gdLst/>
            <a:ahLst/>
            <a:rect l="0" t="0" r="r" b="b"/>
            <a:pathLst>
              <a:path w="7621" h="1457">
                <a:moveTo>
                  <a:pt x="0" y="0"/>
                </a:moveTo>
                <a:lnTo>
                  <a:pt x="7621" y="0"/>
                </a:lnTo>
                <a:lnTo>
                  <a:pt x="7621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10" name=""/>
          <p:cNvSpPr/>
          <p:nvPr/>
        </p:nvSpPr>
        <p:spPr>
          <a:xfrm>
            <a:off x="5133960" y="1723680"/>
            <a:ext cx="2467080" cy="524520"/>
          </a:xfrm>
          <a:custGeom>
            <a:avLst/>
            <a:gdLst/>
            <a:ahLst/>
            <a:rect l="0" t="0" r="r" b="b"/>
            <a:pathLst>
              <a:path w="6853" h="1457">
                <a:moveTo>
                  <a:pt x="0" y="0"/>
                </a:moveTo>
                <a:lnTo>
                  <a:pt x="6853" y="0"/>
                </a:lnTo>
                <a:lnTo>
                  <a:pt x="6853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11" name=""/>
          <p:cNvSpPr/>
          <p:nvPr/>
        </p:nvSpPr>
        <p:spPr>
          <a:xfrm>
            <a:off x="7600680" y="1723680"/>
            <a:ext cx="2181600" cy="524520"/>
          </a:xfrm>
          <a:custGeom>
            <a:avLst/>
            <a:gdLst/>
            <a:ahLst/>
            <a:rect l="0" t="0" r="r" b="b"/>
            <a:pathLst>
              <a:path w="6060" h="1457">
                <a:moveTo>
                  <a:pt x="0" y="0"/>
                </a:moveTo>
                <a:lnTo>
                  <a:pt x="6060" y="0"/>
                </a:lnTo>
                <a:lnTo>
                  <a:pt x="6060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12" name=""/>
          <p:cNvSpPr/>
          <p:nvPr/>
        </p:nvSpPr>
        <p:spPr>
          <a:xfrm>
            <a:off x="580680" y="1723680"/>
            <a:ext cx="1810440" cy="524520"/>
          </a:xfrm>
          <a:custGeom>
            <a:avLst/>
            <a:gdLst/>
            <a:ahLst/>
            <a:rect l="0" t="0" r="r" b="b"/>
            <a:pathLst>
              <a:path w="5029" h="1457">
                <a:moveTo>
                  <a:pt x="0" y="0"/>
                </a:moveTo>
                <a:lnTo>
                  <a:pt x="5029" y="0"/>
                </a:lnTo>
                <a:lnTo>
                  <a:pt x="5029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13" name=""/>
          <p:cNvSpPr/>
          <p:nvPr/>
        </p:nvSpPr>
        <p:spPr>
          <a:xfrm>
            <a:off x="2390760" y="1723680"/>
            <a:ext cx="2743560" cy="524520"/>
          </a:xfrm>
          <a:custGeom>
            <a:avLst/>
            <a:gdLst/>
            <a:ahLst/>
            <a:rect l="0" t="0" r="r" b="b"/>
            <a:pathLst>
              <a:path w="7621" h="1457">
                <a:moveTo>
                  <a:pt x="0" y="0"/>
                </a:moveTo>
                <a:lnTo>
                  <a:pt x="7621" y="0"/>
                </a:lnTo>
                <a:lnTo>
                  <a:pt x="7621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14" name=""/>
          <p:cNvSpPr/>
          <p:nvPr/>
        </p:nvSpPr>
        <p:spPr>
          <a:xfrm>
            <a:off x="5133960" y="1723680"/>
            <a:ext cx="2467080" cy="524520"/>
          </a:xfrm>
          <a:custGeom>
            <a:avLst/>
            <a:gdLst/>
            <a:ahLst/>
            <a:rect l="0" t="0" r="r" b="b"/>
            <a:pathLst>
              <a:path w="6853" h="1457">
                <a:moveTo>
                  <a:pt x="0" y="0"/>
                </a:moveTo>
                <a:lnTo>
                  <a:pt x="6853" y="0"/>
                </a:lnTo>
                <a:lnTo>
                  <a:pt x="6853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15" name=""/>
          <p:cNvSpPr/>
          <p:nvPr/>
        </p:nvSpPr>
        <p:spPr>
          <a:xfrm>
            <a:off x="7600680" y="1723680"/>
            <a:ext cx="2181600" cy="524520"/>
          </a:xfrm>
          <a:custGeom>
            <a:avLst/>
            <a:gdLst/>
            <a:ahLst/>
            <a:rect l="0" t="0" r="r" b="b"/>
            <a:pathLst>
              <a:path w="6060" h="1457">
                <a:moveTo>
                  <a:pt x="0" y="0"/>
                </a:moveTo>
                <a:lnTo>
                  <a:pt x="6060" y="0"/>
                </a:lnTo>
                <a:lnTo>
                  <a:pt x="6060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16" name=""/>
          <p:cNvSpPr/>
          <p:nvPr/>
        </p:nvSpPr>
        <p:spPr>
          <a:xfrm>
            <a:off x="580680" y="2247840"/>
            <a:ext cx="1810440" cy="486000"/>
          </a:xfrm>
          <a:custGeom>
            <a:avLst/>
            <a:gdLst/>
            <a:ahLst/>
            <a:rect l="0" t="0" r="r" b="b"/>
            <a:pathLst>
              <a:path w="5029" h="1350">
                <a:moveTo>
                  <a:pt x="0" y="0"/>
                </a:moveTo>
                <a:lnTo>
                  <a:pt x="5029" y="0"/>
                </a:lnTo>
                <a:lnTo>
                  <a:pt x="5029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17" name=""/>
          <p:cNvSpPr/>
          <p:nvPr/>
        </p:nvSpPr>
        <p:spPr>
          <a:xfrm>
            <a:off x="2390760" y="2247840"/>
            <a:ext cx="2743560" cy="486000"/>
          </a:xfrm>
          <a:custGeom>
            <a:avLst/>
            <a:gdLst/>
            <a:ahLst/>
            <a:rect l="0" t="0" r="r" b="b"/>
            <a:pathLst>
              <a:path w="7621" h="1350">
                <a:moveTo>
                  <a:pt x="0" y="0"/>
                </a:moveTo>
                <a:lnTo>
                  <a:pt x="7621" y="0"/>
                </a:lnTo>
                <a:lnTo>
                  <a:pt x="7621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18" name=""/>
          <p:cNvSpPr/>
          <p:nvPr/>
        </p:nvSpPr>
        <p:spPr>
          <a:xfrm>
            <a:off x="5133960" y="2247840"/>
            <a:ext cx="2467080" cy="486000"/>
          </a:xfrm>
          <a:custGeom>
            <a:avLst/>
            <a:gdLst/>
            <a:ahLst/>
            <a:rect l="0" t="0" r="r" b="b"/>
            <a:pathLst>
              <a:path w="6853" h="1350">
                <a:moveTo>
                  <a:pt x="0" y="0"/>
                </a:moveTo>
                <a:lnTo>
                  <a:pt x="6853" y="0"/>
                </a:lnTo>
                <a:lnTo>
                  <a:pt x="6853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19" name=""/>
          <p:cNvSpPr/>
          <p:nvPr/>
        </p:nvSpPr>
        <p:spPr>
          <a:xfrm>
            <a:off x="7600680" y="2247840"/>
            <a:ext cx="2181600" cy="486000"/>
          </a:xfrm>
          <a:custGeom>
            <a:avLst/>
            <a:gdLst/>
            <a:ahLst/>
            <a:rect l="0" t="0" r="r" b="b"/>
            <a:pathLst>
              <a:path w="6060" h="1350">
                <a:moveTo>
                  <a:pt x="0" y="0"/>
                </a:moveTo>
                <a:lnTo>
                  <a:pt x="6060" y="0"/>
                </a:lnTo>
                <a:lnTo>
                  <a:pt x="6060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20" name=""/>
          <p:cNvSpPr/>
          <p:nvPr/>
        </p:nvSpPr>
        <p:spPr>
          <a:xfrm>
            <a:off x="580680" y="2733480"/>
            <a:ext cx="1810440" cy="486000"/>
          </a:xfrm>
          <a:custGeom>
            <a:avLst/>
            <a:gdLst/>
            <a:ahLst/>
            <a:rect l="0" t="0" r="r" b="b"/>
            <a:pathLst>
              <a:path w="5029" h="1350">
                <a:moveTo>
                  <a:pt x="0" y="0"/>
                </a:moveTo>
                <a:lnTo>
                  <a:pt x="5029" y="0"/>
                </a:lnTo>
                <a:lnTo>
                  <a:pt x="5029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21" name=""/>
          <p:cNvSpPr/>
          <p:nvPr/>
        </p:nvSpPr>
        <p:spPr>
          <a:xfrm>
            <a:off x="2390760" y="2733480"/>
            <a:ext cx="2743560" cy="486000"/>
          </a:xfrm>
          <a:custGeom>
            <a:avLst/>
            <a:gdLst/>
            <a:ahLst/>
            <a:rect l="0" t="0" r="r" b="b"/>
            <a:pathLst>
              <a:path w="7621" h="1350">
                <a:moveTo>
                  <a:pt x="0" y="0"/>
                </a:moveTo>
                <a:lnTo>
                  <a:pt x="7621" y="0"/>
                </a:lnTo>
                <a:lnTo>
                  <a:pt x="7621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22" name=""/>
          <p:cNvSpPr/>
          <p:nvPr/>
        </p:nvSpPr>
        <p:spPr>
          <a:xfrm>
            <a:off x="5133960" y="2733480"/>
            <a:ext cx="2467080" cy="486000"/>
          </a:xfrm>
          <a:custGeom>
            <a:avLst/>
            <a:gdLst/>
            <a:ahLst/>
            <a:rect l="0" t="0" r="r" b="b"/>
            <a:pathLst>
              <a:path w="6853" h="1350">
                <a:moveTo>
                  <a:pt x="0" y="0"/>
                </a:moveTo>
                <a:lnTo>
                  <a:pt x="6853" y="0"/>
                </a:lnTo>
                <a:lnTo>
                  <a:pt x="6853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23" name=""/>
          <p:cNvSpPr/>
          <p:nvPr/>
        </p:nvSpPr>
        <p:spPr>
          <a:xfrm>
            <a:off x="7600680" y="2733480"/>
            <a:ext cx="2181600" cy="486000"/>
          </a:xfrm>
          <a:custGeom>
            <a:avLst/>
            <a:gdLst/>
            <a:ahLst/>
            <a:rect l="0" t="0" r="r" b="b"/>
            <a:pathLst>
              <a:path w="6060" h="1350">
                <a:moveTo>
                  <a:pt x="0" y="0"/>
                </a:moveTo>
                <a:lnTo>
                  <a:pt x="6060" y="0"/>
                </a:lnTo>
                <a:lnTo>
                  <a:pt x="6060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24" name=""/>
          <p:cNvSpPr/>
          <p:nvPr/>
        </p:nvSpPr>
        <p:spPr>
          <a:xfrm>
            <a:off x="580680" y="2733480"/>
            <a:ext cx="1810440" cy="486000"/>
          </a:xfrm>
          <a:custGeom>
            <a:avLst/>
            <a:gdLst/>
            <a:ahLst/>
            <a:rect l="0" t="0" r="r" b="b"/>
            <a:pathLst>
              <a:path w="5029" h="1350">
                <a:moveTo>
                  <a:pt x="0" y="0"/>
                </a:moveTo>
                <a:lnTo>
                  <a:pt x="5029" y="0"/>
                </a:lnTo>
                <a:lnTo>
                  <a:pt x="5029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25" name=""/>
          <p:cNvSpPr/>
          <p:nvPr/>
        </p:nvSpPr>
        <p:spPr>
          <a:xfrm>
            <a:off x="2390760" y="2733480"/>
            <a:ext cx="2743560" cy="486000"/>
          </a:xfrm>
          <a:custGeom>
            <a:avLst/>
            <a:gdLst/>
            <a:ahLst/>
            <a:rect l="0" t="0" r="r" b="b"/>
            <a:pathLst>
              <a:path w="7621" h="1350">
                <a:moveTo>
                  <a:pt x="0" y="0"/>
                </a:moveTo>
                <a:lnTo>
                  <a:pt x="7621" y="0"/>
                </a:lnTo>
                <a:lnTo>
                  <a:pt x="7621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26" name=""/>
          <p:cNvSpPr/>
          <p:nvPr/>
        </p:nvSpPr>
        <p:spPr>
          <a:xfrm>
            <a:off x="5133960" y="2733480"/>
            <a:ext cx="2467080" cy="486000"/>
          </a:xfrm>
          <a:custGeom>
            <a:avLst/>
            <a:gdLst/>
            <a:ahLst/>
            <a:rect l="0" t="0" r="r" b="b"/>
            <a:pathLst>
              <a:path w="6853" h="1350">
                <a:moveTo>
                  <a:pt x="0" y="0"/>
                </a:moveTo>
                <a:lnTo>
                  <a:pt x="6853" y="0"/>
                </a:lnTo>
                <a:lnTo>
                  <a:pt x="6853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27" name=""/>
          <p:cNvSpPr/>
          <p:nvPr/>
        </p:nvSpPr>
        <p:spPr>
          <a:xfrm>
            <a:off x="7600680" y="2733480"/>
            <a:ext cx="2181600" cy="486000"/>
          </a:xfrm>
          <a:custGeom>
            <a:avLst/>
            <a:gdLst/>
            <a:ahLst/>
            <a:rect l="0" t="0" r="r" b="b"/>
            <a:pathLst>
              <a:path w="6060" h="1350">
                <a:moveTo>
                  <a:pt x="0" y="0"/>
                </a:moveTo>
                <a:lnTo>
                  <a:pt x="6060" y="0"/>
                </a:lnTo>
                <a:lnTo>
                  <a:pt x="6060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28" name=""/>
          <p:cNvSpPr/>
          <p:nvPr/>
        </p:nvSpPr>
        <p:spPr>
          <a:xfrm>
            <a:off x="580680" y="3219120"/>
            <a:ext cx="1810440" cy="476640"/>
          </a:xfrm>
          <a:custGeom>
            <a:avLst/>
            <a:gdLst/>
            <a:ahLst/>
            <a:rect l="0" t="0" r="r" b="b"/>
            <a:pathLst>
              <a:path w="5029" h="1324">
                <a:moveTo>
                  <a:pt x="0" y="0"/>
                </a:moveTo>
                <a:lnTo>
                  <a:pt x="5029" y="0"/>
                </a:lnTo>
                <a:lnTo>
                  <a:pt x="5029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29" name=""/>
          <p:cNvSpPr/>
          <p:nvPr/>
        </p:nvSpPr>
        <p:spPr>
          <a:xfrm>
            <a:off x="2390760" y="3219120"/>
            <a:ext cx="2743560" cy="476640"/>
          </a:xfrm>
          <a:custGeom>
            <a:avLst/>
            <a:gdLst/>
            <a:ahLst/>
            <a:rect l="0" t="0" r="r" b="b"/>
            <a:pathLst>
              <a:path w="7621" h="1324">
                <a:moveTo>
                  <a:pt x="0" y="0"/>
                </a:moveTo>
                <a:lnTo>
                  <a:pt x="7621" y="0"/>
                </a:lnTo>
                <a:lnTo>
                  <a:pt x="7621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0" name=""/>
          <p:cNvSpPr/>
          <p:nvPr/>
        </p:nvSpPr>
        <p:spPr>
          <a:xfrm>
            <a:off x="5133960" y="3219120"/>
            <a:ext cx="2467080" cy="476640"/>
          </a:xfrm>
          <a:custGeom>
            <a:avLst/>
            <a:gdLst/>
            <a:ahLst/>
            <a:rect l="0" t="0" r="r" b="b"/>
            <a:pathLst>
              <a:path w="6853" h="1324">
                <a:moveTo>
                  <a:pt x="0" y="0"/>
                </a:moveTo>
                <a:lnTo>
                  <a:pt x="6853" y="0"/>
                </a:lnTo>
                <a:lnTo>
                  <a:pt x="6853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1" name=""/>
          <p:cNvSpPr/>
          <p:nvPr/>
        </p:nvSpPr>
        <p:spPr>
          <a:xfrm>
            <a:off x="7600680" y="3219120"/>
            <a:ext cx="2181600" cy="476640"/>
          </a:xfrm>
          <a:custGeom>
            <a:avLst/>
            <a:gdLst/>
            <a:ahLst/>
            <a:rect l="0" t="0" r="r" b="b"/>
            <a:pathLst>
              <a:path w="6060" h="1324">
                <a:moveTo>
                  <a:pt x="0" y="0"/>
                </a:moveTo>
                <a:lnTo>
                  <a:pt x="6060" y="0"/>
                </a:lnTo>
                <a:lnTo>
                  <a:pt x="6060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2" name=""/>
          <p:cNvSpPr/>
          <p:nvPr/>
        </p:nvSpPr>
        <p:spPr>
          <a:xfrm>
            <a:off x="571320" y="1723680"/>
            <a:ext cx="9720" cy="524520"/>
          </a:xfrm>
          <a:custGeom>
            <a:avLst/>
            <a:gdLst/>
            <a:ahLst/>
            <a:rect l="0" t="0" r="r" b="b"/>
            <a:pathLst>
              <a:path w="27" h="1457">
                <a:moveTo>
                  <a:pt x="0" y="0"/>
                </a:moveTo>
                <a:lnTo>
                  <a:pt x="27" y="0"/>
                </a:lnTo>
                <a:lnTo>
                  <a:pt x="27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3" name=""/>
          <p:cNvSpPr/>
          <p:nvPr/>
        </p:nvSpPr>
        <p:spPr>
          <a:xfrm>
            <a:off x="571320" y="1723680"/>
            <a:ext cx="1819800" cy="10080"/>
          </a:xfrm>
          <a:custGeom>
            <a:avLst/>
            <a:gdLst/>
            <a:ahLst/>
            <a:rect l="0" t="0" r="r" b="b"/>
            <a:pathLst>
              <a:path w="5055" h="28">
                <a:moveTo>
                  <a:pt x="0" y="0"/>
                </a:moveTo>
                <a:lnTo>
                  <a:pt x="5055" y="0"/>
                </a:lnTo>
                <a:lnTo>
                  <a:pt x="50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4" name=""/>
          <p:cNvSpPr/>
          <p:nvPr/>
        </p:nvSpPr>
        <p:spPr>
          <a:xfrm>
            <a:off x="2381040" y="1723680"/>
            <a:ext cx="10080" cy="524520"/>
          </a:xfrm>
          <a:custGeom>
            <a:avLst/>
            <a:gdLst/>
            <a:ahLst/>
            <a:rect l="0" t="0" r="r" b="b"/>
            <a:pathLst>
              <a:path w="28" h="1457">
                <a:moveTo>
                  <a:pt x="0" y="0"/>
                </a:moveTo>
                <a:lnTo>
                  <a:pt x="28" y="0"/>
                </a:lnTo>
                <a:lnTo>
                  <a:pt x="28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5" name=""/>
          <p:cNvSpPr/>
          <p:nvPr/>
        </p:nvSpPr>
        <p:spPr>
          <a:xfrm>
            <a:off x="2390760" y="1723680"/>
            <a:ext cx="2752920" cy="10080"/>
          </a:xfrm>
          <a:custGeom>
            <a:avLst/>
            <a:gdLst/>
            <a:ahLst/>
            <a:rect l="0" t="0" r="r" b="b"/>
            <a:pathLst>
              <a:path w="7647" h="28">
                <a:moveTo>
                  <a:pt x="0" y="0"/>
                </a:moveTo>
                <a:lnTo>
                  <a:pt x="7647" y="0"/>
                </a:lnTo>
                <a:lnTo>
                  <a:pt x="7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6" name=""/>
          <p:cNvSpPr/>
          <p:nvPr/>
        </p:nvSpPr>
        <p:spPr>
          <a:xfrm>
            <a:off x="5133960" y="1723680"/>
            <a:ext cx="9720" cy="524520"/>
          </a:xfrm>
          <a:custGeom>
            <a:avLst/>
            <a:gdLst/>
            <a:ahLst/>
            <a:rect l="0" t="0" r="r" b="b"/>
            <a:pathLst>
              <a:path w="27" h="1457">
                <a:moveTo>
                  <a:pt x="0" y="0"/>
                </a:moveTo>
                <a:lnTo>
                  <a:pt x="27" y="0"/>
                </a:lnTo>
                <a:lnTo>
                  <a:pt x="27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7" name=""/>
          <p:cNvSpPr/>
          <p:nvPr/>
        </p:nvSpPr>
        <p:spPr>
          <a:xfrm>
            <a:off x="5143320" y="1723680"/>
            <a:ext cx="2457720" cy="10080"/>
          </a:xfrm>
          <a:custGeom>
            <a:avLst/>
            <a:gdLst/>
            <a:ahLst/>
            <a:rect l="0" t="0" r="r" b="b"/>
            <a:pathLst>
              <a:path w="6827" h="28">
                <a:moveTo>
                  <a:pt x="0" y="0"/>
                </a:moveTo>
                <a:lnTo>
                  <a:pt x="6827" y="0"/>
                </a:lnTo>
                <a:lnTo>
                  <a:pt x="68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8" name=""/>
          <p:cNvSpPr/>
          <p:nvPr/>
        </p:nvSpPr>
        <p:spPr>
          <a:xfrm>
            <a:off x="7591320" y="1723680"/>
            <a:ext cx="9720" cy="524520"/>
          </a:xfrm>
          <a:custGeom>
            <a:avLst/>
            <a:gdLst/>
            <a:ahLst/>
            <a:rect l="0" t="0" r="r" b="b"/>
            <a:pathLst>
              <a:path w="27" h="1457">
                <a:moveTo>
                  <a:pt x="0" y="0"/>
                </a:moveTo>
                <a:lnTo>
                  <a:pt x="27" y="0"/>
                </a:lnTo>
                <a:lnTo>
                  <a:pt x="27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39" name=""/>
          <p:cNvSpPr/>
          <p:nvPr/>
        </p:nvSpPr>
        <p:spPr>
          <a:xfrm>
            <a:off x="7600680" y="1723680"/>
            <a:ext cx="2191320" cy="10080"/>
          </a:xfrm>
          <a:custGeom>
            <a:avLst/>
            <a:gdLst/>
            <a:ahLst/>
            <a:rect l="0" t="0" r="r" b="b"/>
            <a:pathLst>
              <a:path w="6087" h="28">
                <a:moveTo>
                  <a:pt x="0" y="0"/>
                </a:moveTo>
                <a:lnTo>
                  <a:pt x="6087" y="0"/>
                </a:lnTo>
                <a:lnTo>
                  <a:pt x="60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40" name=""/>
          <p:cNvSpPr/>
          <p:nvPr/>
        </p:nvSpPr>
        <p:spPr>
          <a:xfrm>
            <a:off x="9781920" y="1723680"/>
            <a:ext cx="10080" cy="524520"/>
          </a:xfrm>
          <a:custGeom>
            <a:avLst/>
            <a:gdLst/>
            <a:ahLst/>
            <a:rect l="0" t="0" r="r" b="b"/>
            <a:pathLst>
              <a:path w="28" h="1457">
                <a:moveTo>
                  <a:pt x="0" y="0"/>
                </a:moveTo>
                <a:lnTo>
                  <a:pt x="28" y="0"/>
                </a:lnTo>
                <a:lnTo>
                  <a:pt x="28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41" name=""/>
          <p:cNvSpPr/>
          <p:nvPr/>
        </p:nvSpPr>
        <p:spPr>
          <a:xfrm>
            <a:off x="571320" y="2238120"/>
            <a:ext cx="1819800" cy="10080"/>
          </a:xfrm>
          <a:custGeom>
            <a:avLst/>
            <a:gdLst/>
            <a:ahLst/>
            <a:rect l="0" t="0" r="r" b="b"/>
            <a:pathLst>
              <a:path w="5055" h="28">
                <a:moveTo>
                  <a:pt x="0" y="0"/>
                </a:moveTo>
                <a:lnTo>
                  <a:pt x="5055" y="0"/>
                </a:lnTo>
                <a:lnTo>
                  <a:pt x="50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42" name=""/>
          <p:cNvSpPr/>
          <p:nvPr/>
        </p:nvSpPr>
        <p:spPr>
          <a:xfrm>
            <a:off x="2390760" y="2238120"/>
            <a:ext cx="2752920" cy="10080"/>
          </a:xfrm>
          <a:custGeom>
            <a:avLst/>
            <a:gdLst/>
            <a:ahLst/>
            <a:rect l="0" t="0" r="r" b="b"/>
            <a:pathLst>
              <a:path w="7647" h="28">
                <a:moveTo>
                  <a:pt x="0" y="0"/>
                </a:moveTo>
                <a:lnTo>
                  <a:pt x="7647" y="0"/>
                </a:lnTo>
                <a:lnTo>
                  <a:pt x="7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43" name=""/>
          <p:cNvSpPr/>
          <p:nvPr/>
        </p:nvSpPr>
        <p:spPr>
          <a:xfrm>
            <a:off x="5143320" y="2238120"/>
            <a:ext cx="2457720" cy="10080"/>
          </a:xfrm>
          <a:custGeom>
            <a:avLst/>
            <a:gdLst/>
            <a:ahLst/>
            <a:rect l="0" t="0" r="r" b="b"/>
            <a:pathLst>
              <a:path w="6827" h="28">
                <a:moveTo>
                  <a:pt x="0" y="0"/>
                </a:moveTo>
                <a:lnTo>
                  <a:pt x="6827" y="0"/>
                </a:lnTo>
                <a:lnTo>
                  <a:pt x="68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44" name=""/>
          <p:cNvSpPr/>
          <p:nvPr/>
        </p:nvSpPr>
        <p:spPr>
          <a:xfrm>
            <a:off x="7600680" y="2238120"/>
            <a:ext cx="2191320" cy="10080"/>
          </a:xfrm>
          <a:custGeom>
            <a:avLst/>
            <a:gdLst/>
            <a:ahLst/>
            <a:rect l="0" t="0" r="r" b="b"/>
            <a:pathLst>
              <a:path w="6087" h="28">
                <a:moveTo>
                  <a:pt x="0" y="0"/>
                </a:moveTo>
                <a:lnTo>
                  <a:pt x="6087" y="0"/>
                </a:lnTo>
                <a:lnTo>
                  <a:pt x="60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45" name=""/>
          <p:cNvSpPr/>
          <p:nvPr/>
        </p:nvSpPr>
        <p:spPr>
          <a:xfrm>
            <a:off x="571320" y="224784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46" name=""/>
          <p:cNvSpPr/>
          <p:nvPr/>
        </p:nvSpPr>
        <p:spPr>
          <a:xfrm>
            <a:off x="2381040" y="224784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47" name=""/>
          <p:cNvSpPr/>
          <p:nvPr/>
        </p:nvSpPr>
        <p:spPr>
          <a:xfrm>
            <a:off x="5133960" y="224784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48" name=""/>
          <p:cNvSpPr/>
          <p:nvPr/>
        </p:nvSpPr>
        <p:spPr>
          <a:xfrm>
            <a:off x="7591320" y="224784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49" name=""/>
          <p:cNvSpPr/>
          <p:nvPr/>
        </p:nvSpPr>
        <p:spPr>
          <a:xfrm>
            <a:off x="9781920" y="224784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0" name=""/>
          <p:cNvSpPr/>
          <p:nvPr/>
        </p:nvSpPr>
        <p:spPr>
          <a:xfrm>
            <a:off x="571320" y="273348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1" name=""/>
          <p:cNvSpPr/>
          <p:nvPr/>
        </p:nvSpPr>
        <p:spPr>
          <a:xfrm>
            <a:off x="571320" y="2724120"/>
            <a:ext cx="1819800" cy="9720"/>
          </a:xfrm>
          <a:custGeom>
            <a:avLst/>
            <a:gdLst/>
            <a:ahLst/>
            <a:rect l="0" t="0" r="r" b="b"/>
            <a:pathLst>
              <a:path w="5055" h="27">
                <a:moveTo>
                  <a:pt x="0" y="0"/>
                </a:moveTo>
                <a:lnTo>
                  <a:pt x="5055" y="0"/>
                </a:lnTo>
                <a:lnTo>
                  <a:pt x="5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2" name=""/>
          <p:cNvSpPr/>
          <p:nvPr/>
        </p:nvSpPr>
        <p:spPr>
          <a:xfrm>
            <a:off x="2381040" y="273348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3" name=""/>
          <p:cNvSpPr/>
          <p:nvPr/>
        </p:nvSpPr>
        <p:spPr>
          <a:xfrm>
            <a:off x="2390760" y="2724120"/>
            <a:ext cx="2752920" cy="9720"/>
          </a:xfrm>
          <a:custGeom>
            <a:avLst/>
            <a:gdLst/>
            <a:ahLst/>
            <a:rect l="0" t="0" r="r" b="b"/>
            <a:pathLst>
              <a:path w="7647" h="27">
                <a:moveTo>
                  <a:pt x="0" y="0"/>
                </a:moveTo>
                <a:lnTo>
                  <a:pt x="7647" y="0"/>
                </a:lnTo>
                <a:lnTo>
                  <a:pt x="7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4" name=""/>
          <p:cNvSpPr/>
          <p:nvPr/>
        </p:nvSpPr>
        <p:spPr>
          <a:xfrm>
            <a:off x="5133960" y="273348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5" name=""/>
          <p:cNvSpPr/>
          <p:nvPr/>
        </p:nvSpPr>
        <p:spPr>
          <a:xfrm>
            <a:off x="5143320" y="2724120"/>
            <a:ext cx="2457720" cy="9720"/>
          </a:xfrm>
          <a:custGeom>
            <a:avLst/>
            <a:gdLst/>
            <a:ahLst/>
            <a:rect l="0" t="0" r="r" b="b"/>
            <a:pathLst>
              <a:path w="6827" h="27">
                <a:moveTo>
                  <a:pt x="0" y="0"/>
                </a:moveTo>
                <a:lnTo>
                  <a:pt x="6827" y="0"/>
                </a:lnTo>
                <a:lnTo>
                  <a:pt x="68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6" name=""/>
          <p:cNvSpPr/>
          <p:nvPr/>
        </p:nvSpPr>
        <p:spPr>
          <a:xfrm>
            <a:off x="7591320" y="273348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7" name=""/>
          <p:cNvSpPr/>
          <p:nvPr/>
        </p:nvSpPr>
        <p:spPr>
          <a:xfrm>
            <a:off x="7600680" y="2724120"/>
            <a:ext cx="2191320" cy="9720"/>
          </a:xfrm>
          <a:custGeom>
            <a:avLst/>
            <a:gdLst/>
            <a:ahLst/>
            <a:rect l="0" t="0" r="r" b="b"/>
            <a:pathLst>
              <a:path w="6087" h="27">
                <a:moveTo>
                  <a:pt x="0" y="0"/>
                </a:moveTo>
                <a:lnTo>
                  <a:pt x="6087" y="0"/>
                </a:lnTo>
                <a:lnTo>
                  <a:pt x="60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8" name=""/>
          <p:cNvSpPr/>
          <p:nvPr/>
        </p:nvSpPr>
        <p:spPr>
          <a:xfrm>
            <a:off x="9781920" y="273348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59" name=""/>
          <p:cNvSpPr/>
          <p:nvPr/>
        </p:nvSpPr>
        <p:spPr>
          <a:xfrm>
            <a:off x="571320" y="321912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60" name=""/>
          <p:cNvSpPr/>
          <p:nvPr/>
        </p:nvSpPr>
        <p:spPr>
          <a:xfrm>
            <a:off x="571320" y="3209760"/>
            <a:ext cx="1819800" cy="9720"/>
          </a:xfrm>
          <a:custGeom>
            <a:avLst/>
            <a:gdLst/>
            <a:ahLst/>
            <a:rect l="0" t="0" r="r" b="b"/>
            <a:pathLst>
              <a:path w="5055" h="27">
                <a:moveTo>
                  <a:pt x="0" y="0"/>
                </a:moveTo>
                <a:lnTo>
                  <a:pt x="5055" y="0"/>
                </a:lnTo>
                <a:lnTo>
                  <a:pt x="5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61" name=""/>
          <p:cNvSpPr/>
          <p:nvPr/>
        </p:nvSpPr>
        <p:spPr>
          <a:xfrm>
            <a:off x="2381040" y="321912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62" name=""/>
          <p:cNvSpPr/>
          <p:nvPr/>
        </p:nvSpPr>
        <p:spPr>
          <a:xfrm>
            <a:off x="2390760" y="3209760"/>
            <a:ext cx="2752920" cy="9720"/>
          </a:xfrm>
          <a:custGeom>
            <a:avLst/>
            <a:gdLst/>
            <a:ahLst/>
            <a:rect l="0" t="0" r="r" b="b"/>
            <a:pathLst>
              <a:path w="7647" h="27">
                <a:moveTo>
                  <a:pt x="0" y="0"/>
                </a:moveTo>
                <a:lnTo>
                  <a:pt x="7647" y="0"/>
                </a:lnTo>
                <a:lnTo>
                  <a:pt x="7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63" name=""/>
          <p:cNvSpPr/>
          <p:nvPr/>
        </p:nvSpPr>
        <p:spPr>
          <a:xfrm>
            <a:off x="5133960" y="321912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64" name=""/>
          <p:cNvSpPr/>
          <p:nvPr/>
        </p:nvSpPr>
        <p:spPr>
          <a:xfrm>
            <a:off x="5143320" y="3209760"/>
            <a:ext cx="2457720" cy="9720"/>
          </a:xfrm>
          <a:custGeom>
            <a:avLst/>
            <a:gdLst/>
            <a:ahLst/>
            <a:rect l="0" t="0" r="r" b="b"/>
            <a:pathLst>
              <a:path w="6827" h="27">
                <a:moveTo>
                  <a:pt x="0" y="0"/>
                </a:moveTo>
                <a:lnTo>
                  <a:pt x="6827" y="0"/>
                </a:lnTo>
                <a:lnTo>
                  <a:pt x="68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65" name=""/>
          <p:cNvSpPr/>
          <p:nvPr/>
        </p:nvSpPr>
        <p:spPr>
          <a:xfrm>
            <a:off x="7591320" y="321912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66" name=""/>
          <p:cNvSpPr/>
          <p:nvPr/>
        </p:nvSpPr>
        <p:spPr>
          <a:xfrm>
            <a:off x="7600680" y="3209760"/>
            <a:ext cx="2191320" cy="9720"/>
          </a:xfrm>
          <a:custGeom>
            <a:avLst/>
            <a:gdLst/>
            <a:ahLst/>
            <a:rect l="0" t="0" r="r" b="b"/>
            <a:pathLst>
              <a:path w="6087" h="27">
                <a:moveTo>
                  <a:pt x="0" y="0"/>
                </a:moveTo>
                <a:lnTo>
                  <a:pt x="6087" y="0"/>
                </a:lnTo>
                <a:lnTo>
                  <a:pt x="60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67" name=""/>
          <p:cNvSpPr/>
          <p:nvPr/>
        </p:nvSpPr>
        <p:spPr>
          <a:xfrm>
            <a:off x="9781920" y="321912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68" name=""/>
          <p:cNvSpPr/>
          <p:nvPr/>
        </p:nvSpPr>
        <p:spPr>
          <a:xfrm>
            <a:off x="571320" y="3695400"/>
            <a:ext cx="1819800" cy="10080"/>
          </a:xfrm>
          <a:custGeom>
            <a:avLst/>
            <a:gdLst/>
            <a:ahLst/>
            <a:rect l="0" t="0" r="r" b="b"/>
            <a:pathLst>
              <a:path w="5055" h="28">
                <a:moveTo>
                  <a:pt x="0" y="0"/>
                </a:moveTo>
                <a:lnTo>
                  <a:pt x="5055" y="0"/>
                </a:lnTo>
                <a:lnTo>
                  <a:pt x="50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69" name=""/>
          <p:cNvSpPr/>
          <p:nvPr/>
        </p:nvSpPr>
        <p:spPr>
          <a:xfrm>
            <a:off x="2390760" y="3695400"/>
            <a:ext cx="2752920" cy="10080"/>
          </a:xfrm>
          <a:custGeom>
            <a:avLst/>
            <a:gdLst/>
            <a:ahLst/>
            <a:rect l="0" t="0" r="r" b="b"/>
            <a:pathLst>
              <a:path w="7647" h="28">
                <a:moveTo>
                  <a:pt x="0" y="0"/>
                </a:moveTo>
                <a:lnTo>
                  <a:pt x="7647" y="0"/>
                </a:lnTo>
                <a:lnTo>
                  <a:pt x="7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0" name=""/>
          <p:cNvSpPr/>
          <p:nvPr/>
        </p:nvSpPr>
        <p:spPr>
          <a:xfrm>
            <a:off x="5143320" y="3695400"/>
            <a:ext cx="2457720" cy="10080"/>
          </a:xfrm>
          <a:custGeom>
            <a:avLst/>
            <a:gdLst/>
            <a:ahLst/>
            <a:rect l="0" t="0" r="r" b="b"/>
            <a:pathLst>
              <a:path w="6827" h="28">
                <a:moveTo>
                  <a:pt x="0" y="0"/>
                </a:moveTo>
                <a:lnTo>
                  <a:pt x="6827" y="0"/>
                </a:lnTo>
                <a:lnTo>
                  <a:pt x="68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1" name=""/>
          <p:cNvSpPr/>
          <p:nvPr/>
        </p:nvSpPr>
        <p:spPr>
          <a:xfrm>
            <a:off x="7600680" y="3695400"/>
            <a:ext cx="2191320" cy="10080"/>
          </a:xfrm>
          <a:custGeom>
            <a:avLst/>
            <a:gdLst/>
            <a:ahLst/>
            <a:rect l="0" t="0" r="r" b="b"/>
            <a:pathLst>
              <a:path w="6087" h="28">
                <a:moveTo>
                  <a:pt x="0" y="0"/>
                </a:moveTo>
                <a:lnTo>
                  <a:pt x="6087" y="0"/>
                </a:lnTo>
                <a:lnTo>
                  <a:pt x="60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2" name=""/>
          <p:cNvSpPr txBox="1"/>
          <p:nvPr/>
        </p:nvSpPr>
        <p:spPr>
          <a:xfrm>
            <a:off x="733320" y="1808280"/>
            <a:ext cx="99432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シナリオ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3" name=""/>
          <p:cNvSpPr/>
          <p:nvPr/>
        </p:nvSpPr>
        <p:spPr>
          <a:xfrm>
            <a:off x="4274640" y="1885680"/>
            <a:ext cx="202680" cy="203040"/>
          </a:xfrm>
          <a:custGeom>
            <a:avLst/>
            <a:gdLst/>
            <a:ahLst/>
            <a:rect l="0" t="0" r="r" b="b"/>
            <a:pathLst>
              <a:path w="563" h="564">
                <a:moveTo>
                  <a:pt x="12" y="266"/>
                </a:moveTo>
                <a:lnTo>
                  <a:pt x="265" y="266"/>
                </a:lnTo>
                <a:lnTo>
                  <a:pt x="265" y="140"/>
                </a:lnTo>
                <a:cubicBezTo>
                  <a:pt x="265" y="55"/>
                  <a:pt x="266" y="12"/>
                  <a:pt x="267" y="10"/>
                </a:cubicBezTo>
                <a:cubicBezTo>
                  <a:pt x="270" y="3"/>
                  <a:pt x="274" y="0"/>
                  <a:pt x="281" y="0"/>
                </a:cubicBezTo>
                <a:cubicBezTo>
                  <a:pt x="289" y="0"/>
                  <a:pt x="294" y="4"/>
                  <a:pt x="296" y="10"/>
                </a:cubicBezTo>
                <a:cubicBezTo>
                  <a:pt x="297" y="17"/>
                  <a:pt x="298" y="33"/>
                  <a:pt x="299" y="59"/>
                </a:cubicBezTo>
                <a:lnTo>
                  <a:pt x="299" y="141"/>
                </a:lnTo>
                <a:lnTo>
                  <a:pt x="299" y="266"/>
                </a:lnTo>
                <a:lnTo>
                  <a:pt x="551" y="266"/>
                </a:lnTo>
                <a:cubicBezTo>
                  <a:pt x="559" y="270"/>
                  <a:pt x="563" y="276"/>
                  <a:pt x="563" y="283"/>
                </a:cubicBezTo>
                <a:cubicBezTo>
                  <a:pt x="563" y="290"/>
                  <a:pt x="559" y="296"/>
                  <a:pt x="551" y="299"/>
                </a:cubicBezTo>
                <a:lnTo>
                  <a:pt x="299" y="299"/>
                </a:lnTo>
                <a:lnTo>
                  <a:pt x="299" y="530"/>
                </a:lnTo>
                <a:lnTo>
                  <a:pt x="551" y="530"/>
                </a:lnTo>
                <a:cubicBezTo>
                  <a:pt x="559" y="535"/>
                  <a:pt x="563" y="540"/>
                  <a:pt x="563" y="547"/>
                </a:cubicBezTo>
                <a:cubicBezTo>
                  <a:pt x="563" y="554"/>
                  <a:pt x="559" y="559"/>
                  <a:pt x="551" y="564"/>
                </a:cubicBezTo>
                <a:lnTo>
                  <a:pt x="12" y="564"/>
                </a:lnTo>
                <a:cubicBezTo>
                  <a:pt x="4" y="560"/>
                  <a:pt x="0" y="554"/>
                  <a:pt x="0" y="547"/>
                </a:cubicBezTo>
                <a:cubicBezTo>
                  <a:pt x="0" y="540"/>
                  <a:pt x="4" y="534"/>
                  <a:pt x="12" y="530"/>
                </a:cubicBezTo>
                <a:lnTo>
                  <a:pt x="265" y="530"/>
                </a:lnTo>
                <a:lnTo>
                  <a:pt x="265" y="299"/>
                </a:lnTo>
                <a:lnTo>
                  <a:pt x="12" y="299"/>
                </a:lnTo>
                <a:cubicBezTo>
                  <a:pt x="4" y="296"/>
                  <a:pt x="0" y="290"/>
                  <a:pt x="0" y="283"/>
                </a:cubicBezTo>
                <a:cubicBezTo>
                  <a:pt x="0" y="275"/>
                  <a:pt x="4" y="270"/>
                  <a:pt x="12" y="26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4" name=""/>
          <p:cNvSpPr txBox="1"/>
          <p:nvPr/>
        </p:nvSpPr>
        <p:spPr>
          <a:xfrm>
            <a:off x="2546280" y="1808280"/>
            <a:ext cx="157500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nABCD (mean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5" name=""/>
          <p:cNvSpPr txBox="1"/>
          <p:nvPr/>
        </p:nvSpPr>
        <p:spPr>
          <a:xfrm>
            <a:off x="4497120" y="1808280"/>
            <a:ext cx="43524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 SD)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6" name=""/>
          <p:cNvSpPr/>
          <p:nvPr/>
        </p:nvSpPr>
        <p:spPr>
          <a:xfrm>
            <a:off x="6741360" y="1885680"/>
            <a:ext cx="203040" cy="203040"/>
          </a:xfrm>
          <a:custGeom>
            <a:avLst/>
            <a:gdLst/>
            <a:ahLst/>
            <a:rect l="0" t="0" r="r" b="b"/>
            <a:pathLst>
              <a:path w="564" h="564">
                <a:moveTo>
                  <a:pt x="12" y="266"/>
                </a:moveTo>
                <a:lnTo>
                  <a:pt x="266" y="266"/>
                </a:lnTo>
                <a:lnTo>
                  <a:pt x="266" y="140"/>
                </a:lnTo>
                <a:cubicBezTo>
                  <a:pt x="266" y="55"/>
                  <a:pt x="266" y="12"/>
                  <a:pt x="268" y="10"/>
                </a:cubicBezTo>
                <a:cubicBezTo>
                  <a:pt x="270" y="3"/>
                  <a:pt x="275" y="0"/>
                  <a:pt x="282" y="0"/>
                </a:cubicBezTo>
                <a:cubicBezTo>
                  <a:pt x="290" y="0"/>
                  <a:pt x="295" y="4"/>
                  <a:pt x="296" y="10"/>
                </a:cubicBezTo>
                <a:cubicBezTo>
                  <a:pt x="298" y="17"/>
                  <a:pt x="299" y="33"/>
                  <a:pt x="300" y="59"/>
                </a:cubicBezTo>
                <a:lnTo>
                  <a:pt x="300" y="141"/>
                </a:lnTo>
                <a:lnTo>
                  <a:pt x="300" y="266"/>
                </a:lnTo>
                <a:lnTo>
                  <a:pt x="551" y="266"/>
                </a:lnTo>
                <a:cubicBezTo>
                  <a:pt x="560" y="270"/>
                  <a:pt x="564" y="276"/>
                  <a:pt x="564" y="283"/>
                </a:cubicBezTo>
                <a:cubicBezTo>
                  <a:pt x="564" y="290"/>
                  <a:pt x="560" y="296"/>
                  <a:pt x="551" y="299"/>
                </a:cubicBezTo>
                <a:lnTo>
                  <a:pt x="300" y="299"/>
                </a:lnTo>
                <a:lnTo>
                  <a:pt x="300" y="530"/>
                </a:lnTo>
                <a:lnTo>
                  <a:pt x="551" y="530"/>
                </a:lnTo>
                <a:cubicBezTo>
                  <a:pt x="560" y="535"/>
                  <a:pt x="564" y="540"/>
                  <a:pt x="564" y="547"/>
                </a:cubicBezTo>
                <a:cubicBezTo>
                  <a:pt x="564" y="554"/>
                  <a:pt x="560" y="559"/>
                  <a:pt x="551" y="564"/>
                </a:cubicBezTo>
                <a:lnTo>
                  <a:pt x="12" y="564"/>
                </a:lnTo>
                <a:cubicBezTo>
                  <a:pt x="4" y="560"/>
                  <a:pt x="0" y="554"/>
                  <a:pt x="0" y="547"/>
                </a:cubicBezTo>
                <a:cubicBezTo>
                  <a:pt x="0" y="540"/>
                  <a:pt x="4" y="534"/>
                  <a:pt x="12" y="530"/>
                </a:cubicBezTo>
                <a:lnTo>
                  <a:pt x="266" y="530"/>
                </a:lnTo>
                <a:lnTo>
                  <a:pt x="266" y="299"/>
                </a:lnTo>
                <a:lnTo>
                  <a:pt x="12" y="299"/>
                </a:lnTo>
                <a:cubicBezTo>
                  <a:pt x="4" y="296"/>
                  <a:pt x="0" y="290"/>
                  <a:pt x="0" y="283"/>
                </a:cubicBezTo>
                <a:cubicBezTo>
                  <a:pt x="0" y="275"/>
                  <a:pt x="4" y="270"/>
                  <a:pt x="12" y="26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7" name=""/>
          <p:cNvSpPr txBox="1"/>
          <p:nvPr/>
        </p:nvSpPr>
        <p:spPr>
          <a:xfrm>
            <a:off x="5292720" y="1808280"/>
            <a:ext cx="131004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SMD (mean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8" name=""/>
          <p:cNvSpPr txBox="1"/>
          <p:nvPr/>
        </p:nvSpPr>
        <p:spPr>
          <a:xfrm>
            <a:off x="6960960" y="1808280"/>
            <a:ext cx="43524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 SD)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79" name=""/>
          <p:cNvSpPr txBox="1"/>
          <p:nvPr/>
        </p:nvSpPr>
        <p:spPr>
          <a:xfrm>
            <a:off x="7756560" y="1808280"/>
            <a:ext cx="49752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含意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0" name=""/>
          <p:cNvSpPr/>
          <p:nvPr/>
        </p:nvSpPr>
        <p:spPr>
          <a:xfrm>
            <a:off x="2554920" y="239076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9" y="69"/>
                </a:moveTo>
                <a:cubicBezTo>
                  <a:pt x="80" y="22"/>
                  <a:pt x="123" y="0"/>
                  <a:pt x="178" y="0"/>
                </a:cubicBezTo>
                <a:cubicBezTo>
                  <a:pt x="206" y="0"/>
                  <a:pt x="233" y="7"/>
                  <a:pt x="260" y="22"/>
                </a:cubicBezTo>
                <a:cubicBezTo>
                  <a:pt x="287" y="36"/>
                  <a:pt x="309" y="63"/>
                  <a:pt x="326" y="100"/>
                </a:cubicBezTo>
                <a:cubicBezTo>
                  <a:pt x="347" y="147"/>
                  <a:pt x="357" y="211"/>
                  <a:pt x="357" y="293"/>
                </a:cubicBezTo>
                <a:cubicBezTo>
                  <a:pt x="357" y="380"/>
                  <a:pt x="345" y="447"/>
                  <a:pt x="321" y="493"/>
                </a:cubicBezTo>
                <a:cubicBezTo>
                  <a:pt x="310" y="517"/>
                  <a:pt x="294" y="536"/>
                  <a:pt x="274" y="550"/>
                </a:cubicBezTo>
                <a:cubicBezTo>
                  <a:pt x="255" y="564"/>
                  <a:pt x="237" y="573"/>
                  <a:pt x="223" y="576"/>
                </a:cubicBezTo>
                <a:cubicBezTo>
                  <a:pt x="208" y="579"/>
                  <a:pt x="194" y="581"/>
                  <a:pt x="179" y="582"/>
                </a:cubicBezTo>
                <a:cubicBezTo>
                  <a:pt x="164" y="582"/>
                  <a:pt x="149" y="580"/>
                  <a:pt x="135" y="577"/>
                </a:cubicBezTo>
                <a:cubicBezTo>
                  <a:pt x="120" y="573"/>
                  <a:pt x="103" y="564"/>
                  <a:pt x="83" y="550"/>
                </a:cubicBezTo>
                <a:cubicBezTo>
                  <a:pt x="64" y="535"/>
                  <a:pt x="48" y="516"/>
                  <a:pt x="37" y="493"/>
                </a:cubicBezTo>
                <a:cubicBezTo>
                  <a:pt x="13" y="447"/>
                  <a:pt x="0" y="380"/>
                  <a:pt x="0" y="293"/>
                </a:cubicBezTo>
                <a:cubicBezTo>
                  <a:pt x="0" y="195"/>
                  <a:pt x="17" y="120"/>
                  <a:pt x="49" y="69"/>
                </a:cubicBezTo>
                <a:moveTo>
                  <a:pt x="240" y="59"/>
                </a:moveTo>
                <a:cubicBezTo>
                  <a:pt x="223" y="40"/>
                  <a:pt x="203" y="31"/>
                  <a:pt x="179" y="31"/>
                </a:cubicBezTo>
                <a:cubicBezTo>
                  <a:pt x="155" y="31"/>
                  <a:pt x="135" y="40"/>
                  <a:pt x="118" y="59"/>
                </a:cubicBezTo>
                <a:cubicBezTo>
                  <a:pt x="104" y="73"/>
                  <a:pt x="95" y="94"/>
                  <a:pt x="90" y="120"/>
                </a:cubicBezTo>
                <a:cubicBezTo>
                  <a:pt x="86" y="146"/>
                  <a:pt x="83" y="200"/>
                  <a:pt x="83" y="282"/>
                </a:cubicBezTo>
                <a:cubicBezTo>
                  <a:pt x="83" y="371"/>
                  <a:pt x="86" y="429"/>
                  <a:pt x="90" y="458"/>
                </a:cubicBezTo>
                <a:cubicBezTo>
                  <a:pt x="95" y="486"/>
                  <a:pt x="105" y="508"/>
                  <a:pt x="120" y="524"/>
                </a:cubicBezTo>
                <a:cubicBezTo>
                  <a:pt x="136" y="541"/>
                  <a:pt x="156" y="550"/>
                  <a:pt x="179" y="550"/>
                </a:cubicBezTo>
                <a:cubicBezTo>
                  <a:pt x="202" y="550"/>
                  <a:pt x="221" y="541"/>
                  <a:pt x="237" y="524"/>
                </a:cubicBezTo>
                <a:cubicBezTo>
                  <a:pt x="254" y="507"/>
                  <a:pt x="264" y="484"/>
                  <a:pt x="268" y="453"/>
                </a:cubicBezTo>
                <a:cubicBezTo>
                  <a:pt x="272" y="423"/>
                  <a:pt x="274" y="366"/>
                  <a:pt x="274" y="282"/>
                </a:cubicBezTo>
                <a:cubicBezTo>
                  <a:pt x="274" y="200"/>
                  <a:pt x="272" y="146"/>
                  <a:pt x="268" y="121"/>
                </a:cubicBezTo>
                <a:cubicBezTo>
                  <a:pt x="263" y="95"/>
                  <a:pt x="254" y="74"/>
                  <a:pt x="240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1" name=""/>
          <p:cNvSpPr/>
          <p:nvPr/>
        </p:nvSpPr>
        <p:spPr>
          <a:xfrm>
            <a:off x="2719080" y="2556720"/>
            <a:ext cx="37080" cy="36720"/>
          </a:xfrm>
          <a:custGeom>
            <a:avLst/>
            <a:gdLst/>
            <a:ahLst/>
            <a:rect l="0" t="0" r="r" b="b"/>
            <a:pathLst>
              <a:path w="103" h="102">
                <a:moveTo>
                  <a:pt x="0" y="52"/>
                </a:moveTo>
                <a:cubicBezTo>
                  <a:pt x="0" y="38"/>
                  <a:pt x="5" y="26"/>
                  <a:pt x="14" y="15"/>
                </a:cubicBezTo>
                <a:cubicBezTo>
                  <a:pt x="24" y="5"/>
                  <a:pt x="36" y="0"/>
                  <a:pt x="52" y="0"/>
                </a:cubicBezTo>
                <a:cubicBezTo>
                  <a:pt x="65" y="0"/>
                  <a:pt x="77" y="4"/>
                  <a:pt x="87" y="13"/>
                </a:cubicBezTo>
                <a:cubicBezTo>
                  <a:pt x="97" y="23"/>
                  <a:pt x="103" y="35"/>
                  <a:pt x="103" y="51"/>
                </a:cubicBezTo>
                <a:cubicBezTo>
                  <a:pt x="103" y="65"/>
                  <a:pt x="98" y="77"/>
                  <a:pt x="89" y="87"/>
                </a:cubicBezTo>
                <a:cubicBezTo>
                  <a:pt x="79" y="97"/>
                  <a:pt x="67" y="102"/>
                  <a:pt x="52" y="102"/>
                </a:cubicBezTo>
                <a:cubicBezTo>
                  <a:pt x="37" y="102"/>
                  <a:pt x="25" y="97"/>
                  <a:pt x="15" y="88"/>
                </a:cubicBezTo>
                <a:cubicBezTo>
                  <a:pt x="5" y="78"/>
                  <a:pt x="0" y="66"/>
                  <a:pt x="0" y="5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2" name=""/>
          <p:cNvSpPr/>
          <p:nvPr/>
        </p:nvSpPr>
        <p:spPr>
          <a:xfrm>
            <a:off x="2792520" y="2390760"/>
            <a:ext cx="126720" cy="209520"/>
          </a:xfrm>
          <a:custGeom>
            <a:avLst/>
            <a:gdLst/>
            <a:ahLst/>
            <a:rect l="0" t="0" r="r" b="b"/>
            <a:pathLst>
              <a:path w="352" h="582">
                <a:moveTo>
                  <a:pt x="72" y="172"/>
                </a:moveTo>
                <a:cubicBezTo>
                  <a:pt x="57" y="172"/>
                  <a:pt x="45" y="167"/>
                  <a:pt x="37" y="158"/>
                </a:cubicBezTo>
                <a:cubicBezTo>
                  <a:pt x="28" y="148"/>
                  <a:pt x="24" y="136"/>
                  <a:pt x="23" y="121"/>
                </a:cubicBezTo>
                <a:cubicBezTo>
                  <a:pt x="23" y="90"/>
                  <a:pt x="37" y="62"/>
                  <a:pt x="64" y="38"/>
                </a:cubicBezTo>
                <a:cubicBezTo>
                  <a:pt x="91" y="12"/>
                  <a:pt x="124" y="0"/>
                  <a:pt x="163" y="0"/>
                </a:cubicBezTo>
                <a:cubicBezTo>
                  <a:pt x="182" y="0"/>
                  <a:pt x="195" y="1"/>
                  <a:pt x="200" y="1"/>
                </a:cubicBezTo>
                <a:cubicBezTo>
                  <a:pt x="242" y="8"/>
                  <a:pt x="273" y="23"/>
                  <a:pt x="295" y="47"/>
                </a:cubicBezTo>
                <a:cubicBezTo>
                  <a:pt x="317" y="70"/>
                  <a:pt x="329" y="95"/>
                  <a:pt x="329" y="122"/>
                </a:cubicBezTo>
                <a:cubicBezTo>
                  <a:pt x="329" y="151"/>
                  <a:pt x="320" y="180"/>
                  <a:pt x="300" y="208"/>
                </a:cubicBezTo>
                <a:cubicBezTo>
                  <a:pt x="281" y="235"/>
                  <a:pt x="255" y="255"/>
                  <a:pt x="221" y="268"/>
                </a:cubicBezTo>
                <a:lnTo>
                  <a:pt x="218" y="269"/>
                </a:lnTo>
                <a:cubicBezTo>
                  <a:pt x="218" y="270"/>
                  <a:pt x="221" y="271"/>
                  <a:pt x="226" y="272"/>
                </a:cubicBezTo>
                <a:cubicBezTo>
                  <a:pt x="231" y="273"/>
                  <a:pt x="239" y="275"/>
                  <a:pt x="251" y="279"/>
                </a:cubicBezTo>
                <a:cubicBezTo>
                  <a:pt x="262" y="283"/>
                  <a:pt x="273" y="289"/>
                  <a:pt x="283" y="297"/>
                </a:cubicBezTo>
                <a:cubicBezTo>
                  <a:pt x="329" y="327"/>
                  <a:pt x="352" y="366"/>
                  <a:pt x="352" y="415"/>
                </a:cubicBezTo>
                <a:cubicBezTo>
                  <a:pt x="352" y="460"/>
                  <a:pt x="334" y="499"/>
                  <a:pt x="300" y="532"/>
                </a:cubicBezTo>
                <a:cubicBezTo>
                  <a:pt x="265" y="565"/>
                  <a:pt x="220" y="582"/>
                  <a:pt x="167" y="582"/>
                </a:cubicBezTo>
                <a:cubicBezTo>
                  <a:pt x="122" y="582"/>
                  <a:pt x="82" y="570"/>
                  <a:pt x="49" y="545"/>
                </a:cubicBezTo>
                <a:cubicBezTo>
                  <a:pt x="17" y="521"/>
                  <a:pt x="0" y="491"/>
                  <a:pt x="0" y="453"/>
                </a:cubicBezTo>
                <a:cubicBezTo>
                  <a:pt x="0" y="438"/>
                  <a:pt x="5" y="425"/>
                  <a:pt x="16" y="415"/>
                </a:cubicBezTo>
                <a:cubicBezTo>
                  <a:pt x="26" y="406"/>
                  <a:pt x="38" y="401"/>
                  <a:pt x="54" y="400"/>
                </a:cubicBezTo>
                <a:cubicBezTo>
                  <a:pt x="69" y="400"/>
                  <a:pt x="82" y="405"/>
                  <a:pt x="92" y="415"/>
                </a:cubicBezTo>
                <a:cubicBezTo>
                  <a:pt x="103" y="426"/>
                  <a:pt x="108" y="438"/>
                  <a:pt x="108" y="453"/>
                </a:cubicBezTo>
                <a:cubicBezTo>
                  <a:pt x="108" y="460"/>
                  <a:pt x="107" y="465"/>
                  <a:pt x="105" y="470"/>
                </a:cubicBezTo>
                <a:cubicBezTo>
                  <a:pt x="103" y="475"/>
                  <a:pt x="101" y="480"/>
                  <a:pt x="99" y="484"/>
                </a:cubicBezTo>
                <a:cubicBezTo>
                  <a:pt x="97" y="488"/>
                  <a:pt x="94" y="491"/>
                  <a:pt x="90" y="494"/>
                </a:cubicBezTo>
                <a:cubicBezTo>
                  <a:pt x="86" y="497"/>
                  <a:pt x="83" y="499"/>
                  <a:pt x="80" y="501"/>
                </a:cubicBezTo>
                <a:cubicBezTo>
                  <a:pt x="77" y="502"/>
                  <a:pt x="74" y="504"/>
                  <a:pt x="71" y="504"/>
                </a:cubicBezTo>
                <a:cubicBezTo>
                  <a:pt x="68" y="505"/>
                  <a:pt x="66" y="505"/>
                  <a:pt x="65" y="507"/>
                </a:cubicBezTo>
                <a:lnTo>
                  <a:pt x="61" y="507"/>
                </a:lnTo>
                <a:cubicBezTo>
                  <a:pt x="90" y="533"/>
                  <a:pt x="126" y="545"/>
                  <a:pt x="167" y="545"/>
                </a:cubicBezTo>
                <a:cubicBezTo>
                  <a:pt x="198" y="545"/>
                  <a:pt x="221" y="531"/>
                  <a:pt x="237" y="501"/>
                </a:cubicBezTo>
                <a:cubicBezTo>
                  <a:pt x="247" y="482"/>
                  <a:pt x="251" y="454"/>
                  <a:pt x="251" y="415"/>
                </a:cubicBezTo>
                <a:lnTo>
                  <a:pt x="251" y="398"/>
                </a:lnTo>
                <a:cubicBezTo>
                  <a:pt x="251" y="345"/>
                  <a:pt x="233" y="309"/>
                  <a:pt x="197" y="291"/>
                </a:cubicBezTo>
                <a:cubicBezTo>
                  <a:pt x="189" y="288"/>
                  <a:pt x="172" y="286"/>
                  <a:pt x="146" y="285"/>
                </a:cubicBezTo>
                <a:lnTo>
                  <a:pt x="109" y="284"/>
                </a:lnTo>
                <a:lnTo>
                  <a:pt x="107" y="283"/>
                </a:lnTo>
                <a:cubicBezTo>
                  <a:pt x="106" y="281"/>
                  <a:pt x="105" y="277"/>
                  <a:pt x="105" y="269"/>
                </a:cubicBezTo>
                <a:cubicBezTo>
                  <a:pt x="105" y="259"/>
                  <a:pt x="107" y="254"/>
                  <a:pt x="112" y="254"/>
                </a:cubicBezTo>
                <a:cubicBezTo>
                  <a:pt x="129" y="254"/>
                  <a:pt x="145" y="253"/>
                  <a:pt x="162" y="250"/>
                </a:cubicBezTo>
                <a:cubicBezTo>
                  <a:pt x="181" y="247"/>
                  <a:pt x="198" y="235"/>
                  <a:pt x="214" y="214"/>
                </a:cubicBezTo>
                <a:cubicBezTo>
                  <a:pt x="230" y="193"/>
                  <a:pt x="238" y="162"/>
                  <a:pt x="238" y="120"/>
                </a:cubicBezTo>
                <a:lnTo>
                  <a:pt x="238" y="113"/>
                </a:lnTo>
                <a:cubicBezTo>
                  <a:pt x="238" y="81"/>
                  <a:pt x="228" y="59"/>
                  <a:pt x="208" y="46"/>
                </a:cubicBezTo>
                <a:cubicBezTo>
                  <a:pt x="196" y="38"/>
                  <a:pt x="183" y="34"/>
                  <a:pt x="169" y="34"/>
                </a:cubicBezTo>
                <a:cubicBezTo>
                  <a:pt x="151" y="34"/>
                  <a:pt x="134" y="37"/>
                  <a:pt x="119" y="44"/>
                </a:cubicBezTo>
                <a:cubicBezTo>
                  <a:pt x="103" y="50"/>
                  <a:pt x="92" y="56"/>
                  <a:pt x="86" y="63"/>
                </a:cubicBezTo>
                <a:cubicBezTo>
                  <a:pt x="79" y="70"/>
                  <a:pt x="76" y="73"/>
                  <a:pt x="76" y="73"/>
                </a:cubicBezTo>
                <a:lnTo>
                  <a:pt x="79" y="73"/>
                </a:lnTo>
                <a:cubicBezTo>
                  <a:pt x="81" y="74"/>
                  <a:pt x="83" y="74"/>
                  <a:pt x="86" y="75"/>
                </a:cubicBezTo>
                <a:cubicBezTo>
                  <a:pt x="88" y="75"/>
                  <a:pt x="91" y="77"/>
                  <a:pt x="94" y="79"/>
                </a:cubicBezTo>
                <a:cubicBezTo>
                  <a:pt x="97" y="81"/>
                  <a:pt x="100" y="83"/>
                  <a:pt x="104" y="85"/>
                </a:cubicBezTo>
                <a:cubicBezTo>
                  <a:pt x="108" y="87"/>
                  <a:pt x="111" y="90"/>
                  <a:pt x="113" y="94"/>
                </a:cubicBezTo>
                <a:cubicBezTo>
                  <a:pt x="114" y="99"/>
                  <a:pt x="117" y="103"/>
                  <a:pt x="120" y="107"/>
                </a:cubicBezTo>
                <a:cubicBezTo>
                  <a:pt x="123" y="111"/>
                  <a:pt x="124" y="117"/>
                  <a:pt x="123" y="124"/>
                </a:cubicBezTo>
                <a:cubicBezTo>
                  <a:pt x="123" y="136"/>
                  <a:pt x="119" y="147"/>
                  <a:pt x="110" y="157"/>
                </a:cubicBezTo>
                <a:cubicBezTo>
                  <a:pt x="102" y="166"/>
                  <a:pt x="90" y="171"/>
                  <a:pt x="72" y="17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3" name=""/>
          <p:cNvSpPr/>
          <p:nvPr/>
        </p:nvSpPr>
        <p:spPr>
          <a:xfrm>
            <a:off x="2944800" y="2390760"/>
            <a:ext cx="126360" cy="209520"/>
          </a:xfrm>
          <a:custGeom>
            <a:avLst/>
            <a:gdLst/>
            <a:ahLst/>
            <a:rect l="0" t="0" r="r" b="b"/>
            <a:pathLst>
              <a:path w="351" h="582">
                <a:moveTo>
                  <a:pt x="0" y="299"/>
                </a:moveTo>
                <a:cubicBezTo>
                  <a:pt x="0" y="207"/>
                  <a:pt x="24" y="134"/>
                  <a:pt x="69" y="81"/>
                </a:cubicBezTo>
                <a:cubicBezTo>
                  <a:pt x="115" y="26"/>
                  <a:pt x="165" y="0"/>
                  <a:pt x="221" y="0"/>
                </a:cubicBezTo>
                <a:cubicBezTo>
                  <a:pt x="260" y="0"/>
                  <a:pt x="288" y="10"/>
                  <a:pt x="305" y="30"/>
                </a:cubicBezTo>
                <a:cubicBezTo>
                  <a:pt x="322" y="51"/>
                  <a:pt x="330" y="74"/>
                  <a:pt x="330" y="99"/>
                </a:cubicBezTo>
                <a:cubicBezTo>
                  <a:pt x="330" y="113"/>
                  <a:pt x="326" y="124"/>
                  <a:pt x="318" y="132"/>
                </a:cubicBezTo>
                <a:cubicBezTo>
                  <a:pt x="311" y="141"/>
                  <a:pt x="300" y="145"/>
                  <a:pt x="285" y="145"/>
                </a:cubicBezTo>
                <a:cubicBezTo>
                  <a:pt x="273" y="145"/>
                  <a:pt x="262" y="141"/>
                  <a:pt x="253" y="133"/>
                </a:cubicBezTo>
                <a:cubicBezTo>
                  <a:pt x="245" y="125"/>
                  <a:pt x="241" y="114"/>
                  <a:pt x="241" y="100"/>
                </a:cubicBezTo>
                <a:cubicBezTo>
                  <a:pt x="241" y="75"/>
                  <a:pt x="254" y="61"/>
                  <a:pt x="280" y="55"/>
                </a:cubicBezTo>
                <a:cubicBezTo>
                  <a:pt x="268" y="43"/>
                  <a:pt x="251" y="35"/>
                  <a:pt x="228" y="33"/>
                </a:cubicBezTo>
                <a:cubicBezTo>
                  <a:pt x="188" y="33"/>
                  <a:pt x="155" y="51"/>
                  <a:pt x="129" y="85"/>
                </a:cubicBezTo>
                <a:cubicBezTo>
                  <a:pt x="103" y="122"/>
                  <a:pt x="89" y="179"/>
                  <a:pt x="89" y="256"/>
                </a:cubicBezTo>
                <a:lnTo>
                  <a:pt x="90" y="259"/>
                </a:lnTo>
                <a:cubicBezTo>
                  <a:pt x="93" y="256"/>
                  <a:pt x="95" y="252"/>
                  <a:pt x="97" y="248"/>
                </a:cubicBezTo>
                <a:cubicBezTo>
                  <a:pt x="120" y="214"/>
                  <a:pt x="150" y="197"/>
                  <a:pt x="187" y="197"/>
                </a:cubicBezTo>
                <a:lnTo>
                  <a:pt x="191" y="197"/>
                </a:lnTo>
                <a:cubicBezTo>
                  <a:pt x="217" y="197"/>
                  <a:pt x="240" y="203"/>
                  <a:pt x="259" y="213"/>
                </a:cubicBezTo>
                <a:cubicBezTo>
                  <a:pt x="273" y="221"/>
                  <a:pt x="286" y="233"/>
                  <a:pt x="300" y="247"/>
                </a:cubicBezTo>
                <a:cubicBezTo>
                  <a:pt x="313" y="262"/>
                  <a:pt x="324" y="278"/>
                  <a:pt x="333" y="295"/>
                </a:cubicBezTo>
                <a:cubicBezTo>
                  <a:pt x="345" y="323"/>
                  <a:pt x="351" y="353"/>
                  <a:pt x="351" y="386"/>
                </a:cubicBezTo>
                <a:lnTo>
                  <a:pt x="351" y="401"/>
                </a:lnTo>
                <a:cubicBezTo>
                  <a:pt x="351" y="414"/>
                  <a:pt x="349" y="426"/>
                  <a:pt x="346" y="437"/>
                </a:cubicBezTo>
                <a:cubicBezTo>
                  <a:pt x="340" y="471"/>
                  <a:pt x="322" y="503"/>
                  <a:pt x="292" y="534"/>
                </a:cubicBezTo>
                <a:cubicBezTo>
                  <a:pt x="262" y="566"/>
                  <a:pt x="225" y="582"/>
                  <a:pt x="179" y="582"/>
                </a:cubicBezTo>
                <a:cubicBezTo>
                  <a:pt x="163" y="582"/>
                  <a:pt x="148" y="580"/>
                  <a:pt x="133" y="575"/>
                </a:cubicBezTo>
                <a:cubicBezTo>
                  <a:pt x="119" y="571"/>
                  <a:pt x="103" y="562"/>
                  <a:pt x="86" y="550"/>
                </a:cubicBezTo>
                <a:cubicBezTo>
                  <a:pt x="69" y="537"/>
                  <a:pt x="55" y="521"/>
                  <a:pt x="43" y="500"/>
                </a:cubicBezTo>
                <a:cubicBezTo>
                  <a:pt x="31" y="479"/>
                  <a:pt x="20" y="452"/>
                  <a:pt x="12" y="418"/>
                </a:cubicBezTo>
                <a:cubicBezTo>
                  <a:pt x="3" y="384"/>
                  <a:pt x="-1" y="344"/>
                  <a:pt x="0" y="299"/>
                </a:cubicBezTo>
                <a:moveTo>
                  <a:pt x="182" y="228"/>
                </a:moveTo>
                <a:cubicBezTo>
                  <a:pt x="165" y="228"/>
                  <a:pt x="151" y="233"/>
                  <a:pt x="138" y="242"/>
                </a:cubicBezTo>
                <a:cubicBezTo>
                  <a:pt x="126" y="252"/>
                  <a:pt x="116" y="264"/>
                  <a:pt x="110" y="280"/>
                </a:cubicBezTo>
                <a:cubicBezTo>
                  <a:pt x="103" y="296"/>
                  <a:pt x="98" y="312"/>
                  <a:pt x="95" y="328"/>
                </a:cubicBezTo>
                <a:cubicBezTo>
                  <a:pt x="93" y="345"/>
                  <a:pt x="91" y="362"/>
                  <a:pt x="90" y="381"/>
                </a:cubicBezTo>
                <a:cubicBezTo>
                  <a:pt x="90" y="427"/>
                  <a:pt x="94" y="461"/>
                  <a:pt x="100" y="481"/>
                </a:cubicBezTo>
                <a:cubicBezTo>
                  <a:pt x="107" y="502"/>
                  <a:pt x="118" y="518"/>
                  <a:pt x="133" y="530"/>
                </a:cubicBezTo>
                <a:cubicBezTo>
                  <a:pt x="146" y="540"/>
                  <a:pt x="161" y="545"/>
                  <a:pt x="177" y="545"/>
                </a:cubicBezTo>
                <a:cubicBezTo>
                  <a:pt x="206" y="545"/>
                  <a:pt x="228" y="535"/>
                  <a:pt x="243" y="513"/>
                </a:cubicBezTo>
                <a:cubicBezTo>
                  <a:pt x="251" y="503"/>
                  <a:pt x="256" y="491"/>
                  <a:pt x="258" y="475"/>
                </a:cubicBezTo>
                <a:cubicBezTo>
                  <a:pt x="261" y="460"/>
                  <a:pt x="263" y="431"/>
                  <a:pt x="263" y="387"/>
                </a:cubicBezTo>
                <a:cubicBezTo>
                  <a:pt x="263" y="342"/>
                  <a:pt x="261" y="311"/>
                  <a:pt x="258" y="296"/>
                </a:cubicBezTo>
                <a:cubicBezTo>
                  <a:pt x="256" y="281"/>
                  <a:pt x="251" y="268"/>
                  <a:pt x="243" y="258"/>
                </a:cubicBezTo>
                <a:cubicBezTo>
                  <a:pt x="228" y="238"/>
                  <a:pt x="208" y="228"/>
                  <a:pt x="182" y="22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4" name=""/>
          <p:cNvSpPr/>
          <p:nvPr/>
        </p:nvSpPr>
        <p:spPr>
          <a:xfrm>
            <a:off x="3096720" y="2390760"/>
            <a:ext cx="126360" cy="209520"/>
          </a:xfrm>
          <a:custGeom>
            <a:avLst/>
            <a:gdLst/>
            <a:ahLst/>
            <a:rect l="0" t="0" r="r" b="b"/>
            <a:pathLst>
              <a:path w="351" h="582">
                <a:moveTo>
                  <a:pt x="0" y="299"/>
                </a:moveTo>
                <a:cubicBezTo>
                  <a:pt x="0" y="207"/>
                  <a:pt x="23" y="134"/>
                  <a:pt x="69" y="81"/>
                </a:cubicBezTo>
                <a:cubicBezTo>
                  <a:pt x="114" y="26"/>
                  <a:pt x="165" y="0"/>
                  <a:pt x="221" y="0"/>
                </a:cubicBezTo>
                <a:cubicBezTo>
                  <a:pt x="260" y="0"/>
                  <a:pt x="287" y="10"/>
                  <a:pt x="305" y="30"/>
                </a:cubicBezTo>
                <a:cubicBezTo>
                  <a:pt x="322" y="51"/>
                  <a:pt x="331" y="74"/>
                  <a:pt x="331" y="99"/>
                </a:cubicBezTo>
                <a:cubicBezTo>
                  <a:pt x="331" y="113"/>
                  <a:pt x="327" y="124"/>
                  <a:pt x="319" y="132"/>
                </a:cubicBezTo>
                <a:cubicBezTo>
                  <a:pt x="311" y="141"/>
                  <a:pt x="300" y="145"/>
                  <a:pt x="285" y="145"/>
                </a:cubicBezTo>
                <a:cubicBezTo>
                  <a:pt x="272" y="145"/>
                  <a:pt x="261" y="141"/>
                  <a:pt x="253" y="133"/>
                </a:cubicBezTo>
                <a:cubicBezTo>
                  <a:pt x="244" y="125"/>
                  <a:pt x="240" y="114"/>
                  <a:pt x="240" y="100"/>
                </a:cubicBezTo>
                <a:cubicBezTo>
                  <a:pt x="240" y="75"/>
                  <a:pt x="253" y="61"/>
                  <a:pt x="280" y="55"/>
                </a:cubicBezTo>
                <a:cubicBezTo>
                  <a:pt x="267" y="43"/>
                  <a:pt x="250" y="35"/>
                  <a:pt x="227" y="33"/>
                </a:cubicBezTo>
                <a:cubicBezTo>
                  <a:pt x="187" y="33"/>
                  <a:pt x="154" y="51"/>
                  <a:pt x="129" y="85"/>
                </a:cubicBezTo>
                <a:cubicBezTo>
                  <a:pt x="102" y="122"/>
                  <a:pt x="89" y="179"/>
                  <a:pt x="89" y="256"/>
                </a:cubicBezTo>
                <a:lnTo>
                  <a:pt x="90" y="259"/>
                </a:lnTo>
                <a:cubicBezTo>
                  <a:pt x="93" y="256"/>
                  <a:pt x="95" y="252"/>
                  <a:pt x="96" y="248"/>
                </a:cubicBezTo>
                <a:cubicBezTo>
                  <a:pt x="120" y="214"/>
                  <a:pt x="150" y="197"/>
                  <a:pt x="187" y="197"/>
                </a:cubicBezTo>
                <a:lnTo>
                  <a:pt x="190" y="197"/>
                </a:lnTo>
                <a:cubicBezTo>
                  <a:pt x="216" y="197"/>
                  <a:pt x="239" y="203"/>
                  <a:pt x="259" y="213"/>
                </a:cubicBezTo>
                <a:cubicBezTo>
                  <a:pt x="272" y="221"/>
                  <a:pt x="286" y="233"/>
                  <a:pt x="300" y="247"/>
                </a:cubicBezTo>
                <a:cubicBezTo>
                  <a:pt x="314" y="262"/>
                  <a:pt x="325" y="278"/>
                  <a:pt x="333" y="295"/>
                </a:cubicBezTo>
                <a:cubicBezTo>
                  <a:pt x="345" y="323"/>
                  <a:pt x="351" y="353"/>
                  <a:pt x="351" y="386"/>
                </a:cubicBezTo>
                <a:lnTo>
                  <a:pt x="351" y="401"/>
                </a:lnTo>
                <a:cubicBezTo>
                  <a:pt x="351" y="414"/>
                  <a:pt x="350" y="426"/>
                  <a:pt x="347" y="437"/>
                </a:cubicBezTo>
                <a:cubicBezTo>
                  <a:pt x="341" y="471"/>
                  <a:pt x="322" y="503"/>
                  <a:pt x="292" y="534"/>
                </a:cubicBezTo>
                <a:cubicBezTo>
                  <a:pt x="262" y="566"/>
                  <a:pt x="224" y="582"/>
                  <a:pt x="178" y="582"/>
                </a:cubicBezTo>
                <a:cubicBezTo>
                  <a:pt x="163" y="582"/>
                  <a:pt x="147" y="580"/>
                  <a:pt x="133" y="575"/>
                </a:cubicBezTo>
                <a:cubicBezTo>
                  <a:pt x="118" y="571"/>
                  <a:pt x="102" y="562"/>
                  <a:pt x="85" y="550"/>
                </a:cubicBezTo>
                <a:cubicBezTo>
                  <a:pt x="69" y="537"/>
                  <a:pt x="54" y="521"/>
                  <a:pt x="42" y="500"/>
                </a:cubicBezTo>
                <a:cubicBezTo>
                  <a:pt x="31" y="479"/>
                  <a:pt x="20" y="452"/>
                  <a:pt x="12" y="418"/>
                </a:cubicBezTo>
                <a:cubicBezTo>
                  <a:pt x="4" y="384"/>
                  <a:pt x="0" y="344"/>
                  <a:pt x="0" y="299"/>
                </a:cubicBezTo>
                <a:moveTo>
                  <a:pt x="182" y="228"/>
                </a:moveTo>
                <a:cubicBezTo>
                  <a:pt x="165" y="228"/>
                  <a:pt x="150" y="233"/>
                  <a:pt x="138" y="242"/>
                </a:cubicBezTo>
                <a:cubicBezTo>
                  <a:pt x="125" y="252"/>
                  <a:pt x="116" y="264"/>
                  <a:pt x="109" y="280"/>
                </a:cubicBezTo>
                <a:cubicBezTo>
                  <a:pt x="102" y="296"/>
                  <a:pt x="98" y="312"/>
                  <a:pt x="95" y="328"/>
                </a:cubicBezTo>
                <a:cubicBezTo>
                  <a:pt x="92" y="345"/>
                  <a:pt x="90" y="362"/>
                  <a:pt x="90" y="381"/>
                </a:cubicBezTo>
                <a:cubicBezTo>
                  <a:pt x="90" y="427"/>
                  <a:pt x="93" y="461"/>
                  <a:pt x="100" y="481"/>
                </a:cubicBezTo>
                <a:cubicBezTo>
                  <a:pt x="107" y="502"/>
                  <a:pt x="117" y="518"/>
                  <a:pt x="132" y="530"/>
                </a:cubicBezTo>
                <a:cubicBezTo>
                  <a:pt x="145" y="540"/>
                  <a:pt x="160" y="545"/>
                  <a:pt x="177" y="545"/>
                </a:cubicBezTo>
                <a:cubicBezTo>
                  <a:pt x="205" y="545"/>
                  <a:pt x="227" y="535"/>
                  <a:pt x="243" y="513"/>
                </a:cubicBezTo>
                <a:cubicBezTo>
                  <a:pt x="250" y="503"/>
                  <a:pt x="255" y="491"/>
                  <a:pt x="258" y="475"/>
                </a:cubicBezTo>
                <a:cubicBezTo>
                  <a:pt x="261" y="460"/>
                  <a:pt x="262" y="431"/>
                  <a:pt x="262" y="387"/>
                </a:cubicBezTo>
                <a:cubicBezTo>
                  <a:pt x="262" y="342"/>
                  <a:pt x="261" y="311"/>
                  <a:pt x="258" y="296"/>
                </a:cubicBezTo>
                <a:cubicBezTo>
                  <a:pt x="255" y="281"/>
                  <a:pt x="250" y="268"/>
                  <a:pt x="243" y="258"/>
                </a:cubicBezTo>
                <a:cubicBezTo>
                  <a:pt x="227" y="238"/>
                  <a:pt x="207" y="228"/>
                  <a:pt x="182" y="22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5" name=""/>
          <p:cNvSpPr/>
          <p:nvPr/>
        </p:nvSpPr>
        <p:spPr>
          <a:xfrm>
            <a:off x="3320640" y="2390760"/>
            <a:ext cx="203040" cy="202680"/>
          </a:xfrm>
          <a:custGeom>
            <a:avLst/>
            <a:gdLst/>
            <a:ahLst/>
            <a:rect l="0" t="0" r="r" b="b"/>
            <a:pathLst>
              <a:path w="564" h="563">
                <a:moveTo>
                  <a:pt x="12" y="264"/>
                </a:moveTo>
                <a:lnTo>
                  <a:pt x="266" y="264"/>
                </a:lnTo>
                <a:lnTo>
                  <a:pt x="266" y="138"/>
                </a:lnTo>
                <a:cubicBezTo>
                  <a:pt x="266" y="54"/>
                  <a:pt x="266" y="11"/>
                  <a:pt x="267" y="9"/>
                </a:cubicBezTo>
                <a:cubicBezTo>
                  <a:pt x="270" y="3"/>
                  <a:pt x="275" y="0"/>
                  <a:pt x="282" y="0"/>
                </a:cubicBezTo>
                <a:cubicBezTo>
                  <a:pt x="290" y="0"/>
                  <a:pt x="294" y="3"/>
                  <a:pt x="296" y="10"/>
                </a:cubicBezTo>
                <a:cubicBezTo>
                  <a:pt x="298" y="16"/>
                  <a:pt x="299" y="33"/>
                  <a:pt x="299" y="59"/>
                </a:cubicBezTo>
                <a:lnTo>
                  <a:pt x="299" y="140"/>
                </a:lnTo>
                <a:lnTo>
                  <a:pt x="299" y="264"/>
                </a:lnTo>
                <a:lnTo>
                  <a:pt x="551" y="264"/>
                </a:lnTo>
                <a:cubicBezTo>
                  <a:pt x="560" y="268"/>
                  <a:pt x="564" y="274"/>
                  <a:pt x="564" y="281"/>
                </a:cubicBezTo>
                <a:cubicBezTo>
                  <a:pt x="564" y="288"/>
                  <a:pt x="560" y="294"/>
                  <a:pt x="551" y="298"/>
                </a:cubicBezTo>
                <a:lnTo>
                  <a:pt x="299" y="298"/>
                </a:lnTo>
                <a:lnTo>
                  <a:pt x="299" y="529"/>
                </a:lnTo>
                <a:lnTo>
                  <a:pt x="551" y="529"/>
                </a:lnTo>
                <a:cubicBezTo>
                  <a:pt x="560" y="534"/>
                  <a:pt x="564" y="540"/>
                  <a:pt x="564" y="546"/>
                </a:cubicBezTo>
                <a:cubicBezTo>
                  <a:pt x="564" y="553"/>
                  <a:pt x="560" y="559"/>
                  <a:pt x="551" y="563"/>
                </a:cubicBezTo>
                <a:lnTo>
                  <a:pt x="12" y="563"/>
                </a:lnTo>
                <a:cubicBezTo>
                  <a:pt x="4" y="559"/>
                  <a:pt x="0" y="554"/>
                  <a:pt x="0" y="546"/>
                </a:cubicBezTo>
                <a:cubicBezTo>
                  <a:pt x="0" y="539"/>
                  <a:pt x="4" y="533"/>
                  <a:pt x="12" y="529"/>
                </a:cubicBezTo>
                <a:lnTo>
                  <a:pt x="266" y="529"/>
                </a:lnTo>
                <a:lnTo>
                  <a:pt x="266" y="298"/>
                </a:lnTo>
                <a:lnTo>
                  <a:pt x="12" y="298"/>
                </a:lnTo>
                <a:cubicBezTo>
                  <a:pt x="4" y="294"/>
                  <a:pt x="0" y="288"/>
                  <a:pt x="0" y="281"/>
                </a:cubicBezTo>
                <a:cubicBezTo>
                  <a:pt x="0" y="274"/>
                  <a:pt x="4" y="268"/>
                  <a:pt x="12" y="26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6" name=""/>
          <p:cNvSpPr/>
          <p:nvPr/>
        </p:nvSpPr>
        <p:spPr>
          <a:xfrm>
            <a:off x="3619800" y="239076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81" y="22"/>
                  <a:pt x="124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6"/>
                  <a:pt x="308" y="63"/>
                  <a:pt x="325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0"/>
                  <a:pt x="344" y="447"/>
                  <a:pt x="320" y="493"/>
                </a:cubicBezTo>
                <a:cubicBezTo>
                  <a:pt x="309" y="517"/>
                  <a:pt x="293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8" y="579"/>
                  <a:pt x="193" y="581"/>
                  <a:pt x="179" y="582"/>
                </a:cubicBezTo>
                <a:cubicBezTo>
                  <a:pt x="164" y="582"/>
                  <a:pt x="150" y="580"/>
                  <a:pt x="135" y="577"/>
                </a:cubicBezTo>
                <a:cubicBezTo>
                  <a:pt x="120" y="573"/>
                  <a:pt x="103" y="564"/>
                  <a:pt x="84" y="550"/>
                </a:cubicBezTo>
                <a:cubicBezTo>
                  <a:pt x="64" y="535"/>
                  <a:pt x="47" y="516"/>
                  <a:pt x="36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9" y="59"/>
                </a:moveTo>
                <a:cubicBezTo>
                  <a:pt x="222" y="40"/>
                  <a:pt x="202" y="31"/>
                  <a:pt x="179" y="31"/>
                </a:cubicBezTo>
                <a:cubicBezTo>
                  <a:pt x="155" y="31"/>
                  <a:pt x="135" y="40"/>
                  <a:pt x="118" y="59"/>
                </a:cubicBezTo>
                <a:cubicBezTo>
                  <a:pt x="104" y="73"/>
                  <a:pt x="95" y="94"/>
                  <a:pt x="90" y="120"/>
                </a:cubicBezTo>
                <a:cubicBezTo>
                  <a:pt x="86" y="146"/>
                  <a:pt x="84" y="200"/>
                  <a:pt x="84" y="282"/>
                </a:cubicBezTo>
                <a:cubicBezTo>
                  <a:pt x="84" y="371"/>
                  <a:pt x="86" y="429"/>
                  <a:pt x="90" y="458"/>
                </a:cubicBezTo>
                <a:cubicBezTo>
                  <a:pt x="95" y="486"/>
                  <a:pt x="105" y="508"/>
                  <a:pt x="121" y="524"/>
                </a:cubicBezTo>
                <a:cubicBezTo>
                  <a:pt x="137" y="541"/>
                  <a:pt x="156" y="550"/>
                  <a:pt x="179" y="550"/>
                </a:cubicBezTo>
                <a:cubicBezTo>
                  <a:pt x="202" y="550"/>
                  <a:pt x="221" y="541"/>
                  <a:pt x="237" y="524"/>
                </a:cubicBezTo>
                <a:cubicBezTo>
                  <a:pt x="253" y="507"/>
                  <a:pt x="263" y="484"/>
                  <a:pt x="267" y="453"/>
                </a:cubicBezTo>
                <a:cubicBezTo>
                  <a:pt x="271" y="423"/>
                  <a:pt x="273" y="366"/>
                  <a:pt x="274" y="282"/>
                </a:cubicBezTo>
                <a:cubicBezTo>
                  <a:pt x="274" y="200"/>
                  <a:pt x="271" y="146"/>
                  <a:pt x="267" y="121"/>
                </a:cubicBezTo>
                <a:cubicBezTo>
                  <a:pt x="262" y="95"/>
                  <a:pt x="253" y="74"/>
                  <a:pt x="239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7" name=""/>
          <p:cNvSpPr/>
          <p:nvPr/>
        </p:nvSpPr>
        <p:spPr>
          <a:xfrm>
            <a:off x="3783600" y="2556720"/>
            <a:ext cx="37080" cy="36720"/>
          </a:xfrm>
          <a:custGeom>
            <a:avLst/>
            <a:gdLst/>
            <a:ahLst/>
            <a:rect l="0" t="0" r="r" b="b"/>
            <a:pathLst>
              <a:path w="103" h="102">
                <a:moveTo>
                  <a:pt x="0" y="52"/>
                </a:moveTo>
                <a:cubicBezTo>
                  <a:pt x="0" y="38"/>
                  <a:pt x="5" y="26"/>
                  <a:pt x="15" y="15"/>
                </a:cubicBezTo>
                <a:cubicBezTo>
                  <a:pt x="24" y="5"/>
                  <a:pt x="36" y="0"/>
                  <a:pt x="52" y="0"/>
                </a:cubicBezTo>
                <a:cubicBezTo>
                  <a:pt x="65" y="0"/>
                  <a:pt x="77" y="4"/>
                  <a:pt x="87" y="13"/>
                </a:cubicBezTo>
                <a:cubicBezTo>
                  <a:pt x="97" y="23"/>
                  <a:pt x="103" y="35"/>
                  <a:pt x="103" y="51"/>
                </a:cubicBezTo>
                <a:cubicBezTo>
                  <a:pt x="103" y="65"/>
                  <a:pt x="99" y="77"/>
                  <a:pt x="89" y="87"/>
                </a:cubicBezTo>
                <a:cubicBezTo>
                  <a:pt x="79" y="97"/>
                  <a:pt x="67" y="102"/>
                  <a:pt x="53" y="102"/>
                </a:cubicBezTo>
                <a:cubicBezTo>
                  <a:pt x="37" y="102"/>
                  <a:pt x="25" y="97"/>
                  <a:pt x="15" y="88"/>
                </a:cubicBezTo>
                <a:cubicBezTo>
                  <a:pt x="6" y="78"/>
                  <a:pt x="1" y="66"/>
                  <a:pt x="0" y="5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8" name=""/>
          <p:cNvSpPr/>
          <p:nvPr/>
        </p:nvSpPr>
        <p:spPr>
          <a:xfrm>
            <a:off x="3856320" y="239076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9"/>
                </a:moveTo>
                <a:cubicBezTo>
                  <a:pt x="80" y="22"/>
                  <a:pt x="124" y="0"/>
                  <a:pt x="179" y="0"/>
                </a:cubicBezTo>
                <a:cubicBezTo>
                  <a:pt x="206" y="0"/>
                  <a:pt x="233" y="7"/>
                  <a:pt x="260" y="22"/>
                </a:cubicBezTo>
                <a:cubicBezTo>
                  <a:pt x="287" y="36"/>
                  <a:pt x="309" y="63"/>
                  <a:pt x="326" y="100"/>
                </a:cubicBezTo>
                <a:cubicBezTo>
                  <a:pt x="346" y="147"/>
                  <a:pt x="357" y="211"/>
                  <a:pt x="357" y="293"/>
                </a:cubicBezTo>
                <a:cubicBezTo>
                  <a:pt x="357" y="380"/>
                  <a:pt x="345" y="447"/>
                  <a:pt x="320" y="493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8" y="579"/>
                  <a:pt x="193" y="581"/>
                  <a:pt x="179" y="582"/>
                </a:cubicBezTo>
                <a:cubicBezTo>
                  <a:pt x="165" y="582"/>
                  <a:pt x="150" y="580"/>
                  <a:pt x="135" y="577"/>
                </a:cubicBezTo>
                <a:cubicBezTo>
                  <a:pt x="121" y="573"/>
                  <a:pt x="103" y="564"/>
                  <a:pt x="83" y="550"/>
                </a:cubicBezTo>
                <a:cubicBezTo>
                  <a:pt x="63" y="535"/>
                  <a:pt x="48" y="516"/>
                  <a:pt x="36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9" y="59"/>
                </a:moveTo>
                <a:cubicBezTo>
                  <a:pt x="222" y="40"/>
                  <a:pt x="202" y="31"/>
                  <a:pt x="179" y="31"/>
                </a:cubicBezTo>
                <a:cubicBezTo>
                  <a:pt x="156" y="31"/>
                  <a:pt x="135" y="40"/>
                  <a:pt x="119" y="59"/>
                </a:cubicBezTo>
                <a:cubicBezTo>
                  <a:pt x="103" y="73"/>
                  <a:pt x="94" y="94"/>
                  <a:pt x="90" y="120"/>
                </a:cubicBezTo>
                <a:cubicBezTo>
                  <a:pt x="85" y="146"/>
                  <a:pt x="83" y="200"/>
                  <a:pt x="83" y="282"/>
                </a:cubicBezTo>
                <a:cubicBezTo>
                  <a:pt x="83" y="371"/>
                  <a:pt x="85" y="429"/>
                  <a:pt x="90" y="458"/>
                </a:cubicBezTo>
                <a:cubicBezTo>
                  <a:pt x="94" y="486"/>
                  <a:pt x="104" y="508"/>
                  <a:pt x="121" y="524"/>
                </a:cubicBezTo>
                <a:cubicBezTo>
                  <a:pt x="137" y="541"/>
                  <a:pt x="156" y="550"/>
                  <a:pt x="179" y="550"/>
                </a:cubicBezTo>
                <a:cubicBezTo>
                  <a:pt x="202" y="550"/>
                  <a:pt x="221" y="541"/>
                  <a:pt x="237" y="524"/>
                </a:cubicBezTo>
                <a:cubicBezTo>
                  <a:pt x="253" y="507"/>
                  <a:pt x="263" y="484"/>
                  <a:pt x="267" y="453"/>
                </a:cubicBezTo>
                <a:cubicBezTo>
                  <a:pt x="271" y="423"/>
                  <a:pt x="273" y="366"/>
                  <a:pt x="274" y="282"/>
                </a:cubicBezTo>
                <a:cubicBezTo>
                  <a:pt x="274" y="200"/>
                  <a:pt x="272" y="146"/>
                  <a:pt x="267" y="121"/>
                </a:cubicBezTo>
                <a:cubicBezTo>
                  <a:pt x="263" y="95"/>
                  <a:pt x="253" y="74"/>
                  <a:pt x="239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89" name=""/>
          <p:cNvSpPr/>
          <p:nvPr/>
        </p:nvSpPr>
        <p:spPr>
          <a:xfrm>
            <a:off x="4009320" y="2390760"/>
            <a:ext cx="126360" cy="209520"/>
          </a:xfrm>
          <a:custGeom>
            <a:avLst/>
            <a:gdLst/>
            <a:ahLst/>
            <a:rect l="0" t="0" r="r" b="b"/>
            <a:pathLst>
              <a:path w="351" h="582">
                <a:moveTo>
                  <a:pt x="263" y="321"/>
                </a:moveTo>
                <a:cubicBezTo>
                  <a:pt x="236" y="364"/>
                  <a:pt x="201" y="385"/>
                  <a:pt x="161" y="385"/>
                </a:cubicBezTo>
                <a:cubicBezTo>
                  <a:pt x="117" y="385"/>
                  <a:pt x="81" y="368"/>
                  <a:pt x="52" y="335"/>
                </a:cubicBezTo>
                <a:cubicBezTo>
                  <a:pt x="24" y="302"/>
                  <a:pt x="7" y="266"/>
                  <a:pt x="2" y="229"/>
                </a:cubicBezTo>
                <a:cubicBezTo>
                  <a:pt x="1" y="220"/>
                  <a:pt x="0" y="208"/>
                  <a:pt x="0" y="195"/>
                </a:cubicBezTo>
                <a:lnTo>
                  <a:pt x="0" y="188"/>
                </a:lnTo>
                <a:cubicBezTo>
                  <a:pt x="0" y="136"/>
                  <a:pt x="19" y="90"/>
                  <a:pt x="58" y="51"/>
                </a:cubicBezTo>
                <a:cubicBezTo>
                  <a:pt x="92" y="16"/>
                  <a:pt x="129" y="0"/>
                  <a:pt x="170" y="0"/>
                </a:cubicBezTo>
                <a:cubicBezTo>
                  <a:pt x="171" y="0"/>
                  <a:pt x="173" y="0"/>
                  <a:pt x="175" y="0"/>
                </a:cubicBezTo>
                <a:cubicBezTo>
                  <a:pt x="177" y="0"/>
                  <a:pt x="179" y="0"/>
                  <a:pt x="182" y="0"/>
                </a:cubicBezTo>
                <a:lnTo>
                  <a:pt x="185" y="0"/>
                </a:lnTo>
                <a:cubicBezTo>
                  <a:pt x="192" y="0"/>
                  <a:pt x="199" y="1"/>
                  <a:pt x="207" y="2"/>
                </a:cubicBezTo>
                <a:cubicBezTo>
                  <a:pt x="215" y="3"/>
                  <a:pt x="225" y="7"/>
                  <a:pt x="238" y="12"/>
                </a:cubicBezTo>
                <a:cubicBezTo>
                  <a:pt x="252" y="18"/>
                  <a:pt x="265" y="27"/>
                  <a:pt x="278" y="39"/>
                </a:cubicBezTo>
                <a:cubicBezTo>
                  <a:pt x="291" y="53"/>
                  <a:pt x="303" y="69"/>
                  <a:pt x="314" y="90"/>
                </a:cubicBezTo>
                <a:cubicBezTo>
                  <a:pt x="339" y="140"/>
                  <a:pt x="351" y="203"/>
                  <a:pt x="351" y="281"/>
                </a:cubicBezTo>
                <a:cubicBezTo>
                  <a:pt x="351" y="360"/>
                  <a:pt x="334" y="427"/>
                  <a:pt x="300" y="481"/>
                </a:cubicBezTo>
                <a:cubicBezTo>
                  <a:pt x="280" y="513"/>
                  <a:pt x="257" y="537"/>
                  <a:pt x="229" y="555"/>
                </a:cubicBezTo>
                <a:cubicBezTo>
                  <a:pt x="201" y="572"/>
                  <a:pt x="171" y="581"/>
                  <a:pt x="140" y="582"/>
                </a:cubicBezTo>
                <a:cubicBezTo>
                  <a:pt x="106" y="582"/>
                  <a:pt x="78" y="574"/>
                  <a:pt x="56" y="557"/>
                </a:cubicBezTo>
                <a:cubicBezTo>
                  <a:pt x="34" y="541"/>
                  <a:pt x="23" y="517"/>
                  <a:pt x="22" y="485"/>
                </a:cubicBezTo>
                <a:cubicBezTo>
                  <a:pt x="21" y="453"/>
                  <a:pt x="36" y="437"/>
                  <a:pt x="67" y="437"/>
                </a:cubicBezTo>
                <a:cubicBezTo>
                  <a:pt x="79" y="437"/>
                  <a:pt x="90" y="441"/>
                  <a:pt x="98" y="449"/>
                </a:cubicBezTo>
                <a:cubicBezTo>
                  <a:pt x="107" y="457"/>
                  <a:pt x="111" y="468"/>
                  <a:pt x="111" y="482"/>
                </a:cubicBezTo>
                <a:cubicBezTo>
                  <a:pt x="111" y="492"/>
                  <a:pt x="108" y="501"/>
                  <a:pt x="103" y="508"/>
                </a:cubicBezTo>
                <a:cubicBezTo>
                  <a:pt x="98" y="516"/>
                  <a:pt x="94" y="520"/>
                  <a:pt x="90" y="522"/>
                </a:cubicBezTo>
                <a:cubicBezTo>
                  <a:pt x="86" y="524"/>
                  <a:pt x="82" y="525"/>
                  <a:pt x="79" y="526"/>
                </a:cubicBezTo>
                <a:lnTo>
                  <a:pt x="75" y="527"/>
                </a:lnTo>
                <a:cubicBezTo>
                  <a:pt x="75" y="528"/>
                  <a:pt x="77" y="530"/>
                  <a:pt x="81" y="532"/>
                </a:cubicBezTo>
                <a:cubicBezTo>
                  <a:pt x="85" y="534"/>
                  <a:pt x="92" y="537"/>
                  <a:pt x="103" y="540"/>
                </a:cubicBezTo>
                <a:cubicBezTo>
                  <a:pt x="114" y="544"/>
                  <a:pt x="126" y="545"/>
                  <a:pt x="139" y="545"/>
                </a:cubicBezTo>
                <a:lnTo>
                  <a:pt x="144" y="545"/>
                </a:lnTo>
                <a:cubicBezTo>
                  <a:pt x="177" y="545"/>
                  <a:pt x="207" y="527"/>
                  <a:pt x="230" y="491"/>
                </a:cubicBezTo>
                <a:cubicBezTo>
                  <a:pt x="252" y="459"/>
                  <a:pt x="263" y="404"/>
                  <a:pt x="263" y="327"/>
                </a:cubicBezTo>
                <a:lnTo>
                  <a:pt x="263" y="321"/>
                </a:lnTo>
                <a:moveTo>
                  <a:pt x="171" y="354"/>
                </a:moveTo>
                <a:cubicBezTo>
                  <a:pt x="198" y="354"/>
                  <a:pt x="220" y="340"/>
                  <a:pt x="237" y="312"/>
                </a:cubicBezTo>
                <a:cubicBezTo>
                  <a:pt x="253" y="285"/>
                  <a:pt x="262" y="247"/>
                  <a:pt x="262" y="200"/>
                </a:cubicBezTo>
                <a:cubicBezTo>
                  <a:pt x="262" y="156"/>
                  <a:pt x="260" y="124"/>
                  <a:pt x="255" y="105"/>
                </a:cubicBezTo>
                <a:cubicBezTo>
                  <a:pt x="254" y="100"/>
                  <a:pt x="253" y="94"/>
                  <a:pt x="250" y="88"/>
                </a:cubicBezTo>
                <a:cubicBezTo>
                  <a:pt x="248" y="83"/>
                  <a:pt x="244" y="75"/>
                  <a:pt x="238" y="66"/>
                </a:cubicBezTo>
                <a:cubicBezTo>
                  <a:pt x="233" y="57"/>
                  <a:pt x="224" y="50"/>
                  <a:pt x="213" y="44"/>
                </a:cubicBezTo>
                <a:cubicBezTo>
                  <a:pt x="201" y="36"/>
                  <a:pt x="188" y="34"/>
                  <a:pt x="172" y="34"/>
                </a:cubicBezTo>
                <a:cubicBezTo>
                  <a:pt x="151" y="34"/>
                  <a:pt x="133" y="43"/>
                  <a:pt x="117" y="58"/>
                </a:cubicBezTo>
                <a:cubicBezTo>
                  <a:pt x="106" y="70"/>
                  <a:pt x="98" y="85"/>
                  <a:pt x="95" y="102"/>
                </a:cubicBezTo>
                <a:cubicBezTo>
                  <a:pt x="91" y="119"/>
                  <a:pt x="89" y="148"/>
                  <a:pt x="89" y="191"/>
                </a:cubicBezTo>
                <a:cubicBezTo>
                  <a:pt x="89" y="237"/>
                  <a:pt x="90" y="269"/>
                  <a:pt x="93" y="285"/>
                </a:cubicBezTo>
                <a:cubicBezTo>
                  <a:pt x="96" y="302"/>
                  <a:pt x="101" y="315"/>
                  <a:pt x="110" y="325"/>
                </a:cubicBezTo>
                <a:cubicBezTo>
                  <a:pt x="124" y="344"/>
                  <a:pt x="144" y="354"/>
                  <a:pt x="171" y="3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0" name=""/>
          <p:cNvSpPr/>
          <p:nvPr/>
        </p:nvSpPr>
        <p:spPr>
          <a:xfrm>
            <a:off x="4161240" y="2390760"/>
            <a:ext cx="126360" cy="209520"/>
          </a:xfrm>
          <a:custGeom>
            <a:avLst/>
            <a:gdLst/>
            <a:ahLst/>
            <a:rect l="0" t="0" r="r" b="b"/>
            <a:pathLst>
              <a:path w="351" h="582">
                <a:moveTo>
                  <a:pt x="0" y="299"/>
                </a:moveTo>
                <a:cubicBezTo>
                  <a:pt x="0" y="207"/>
                  <a:pt x="23" y="134"/>
                  <a:pt x="69" y="81"/>
                </a:cubicBezTo>
                <a:cubicBezTo>
                  <a:pt x="115" y="26"/>
                  <a:pt x="166" y="0"/>
                  <a:pt x="222" y="0"/>
                </a:cubicBezTo>
                <a:cubicBezTo>
                  <a:pt x="261" y="0"/>
                  <a:pt x="289" y="10"/>
                  <a:pt x="306" y="30"/>
                </a:cubicBezTo>
                <a:cubicBezTo>
                  <a:pt x="323" y="51"/>
                  <a:pt x="331" y="74"/>
                  <a:pt x="331" y="99"/>
                </a:cubicBezTo>
                <a:cubicBezTo>
                  <a:pt x="331" y="113"/>
                  <a:pt x="327" y="124"/>
                  <a:pt x="319" y="132"/>
                </a:cubicBezTo>
                <a:cubicBezTo>
                  <a:pt x="311" y="141"/>
                  <a:pt x="300" y="145"/>
                  <a:pt x="286" y="145"/>
                </a:cubicBezTo>
                <a:cubicBezTo>
                  <a:pt x="273" y="145"/>
                  <a:pt x="263" y="141"/>
                  <a:pt x="254" y="133"/>
                </a:cubicBezTo>
                <a:cubicBezTo>
                  <a:pt x="246" y="125"/>
                  <a:pt x="241" y="114"/>
                  <a:pt x="241" y="100"/>
                </a:cubicBezTo>
                <a:cubicBezTo>
                  <a:pt x="241" y="75"/>
                  <a:pt x="255" y="61"/>
                  <a:pt x="281" y="55"/>
                </a:cubicBezTo>
                <a:cubicBezTo>
                  <a:pt x="269" y="43"/>
                  <a:pt x="251" y="35"/>
                  <a:pt x="229" y="33"/>
                </a:cubicBezTo>
                <a:cubicBezTo>
                  <a:pt x="189" y="33"/>
                  <a:pt x="156" y="51"/>
                  <a:pt x="129" y="85"/>
                </a:cubicBezTo>
                <a:cubicBezTo>
                  <a:pt x="102" y="122"/>
                  <a:pt x="89" y="179"/>
                  <a:pt x="89" y="256"/>
                </a:cubicBezTo>
                <a:lnTo>
                  <a:pt x="90" y="259"/>
                </a:lnTo>
                <a:cubicBezTo>
                  <a:pt x="93" y="256"/>
                  <a:pt x="95" y="252"/>
                  <a:pt x="97" y="248"/>
                </a:cubicBezTo>
                <a:cubicBezTo>
                  <a:pt x="120" y="214"/>
                  <a:pt x="151" y="197"/>
                  <a:pt x="188" y="197"/>
                </a:cubicBezTo>
                <a:lnTo>
                  <a:pt x="192" y="197"/>
                </a:lnTo>
                <a:cubicBezTo>
                  <a:pt x="217" y="197"/>
                  <a:pt x="240" y="203"/>
                  <a:pt x="260" y="213"/>
                </a:cubicBezTo>
                <a:cubicBezTo>
                  <a:pt x="274" y="221"/>
                  <a:pt x="287" y="233"/>
                  <a:pt x="301" y="247"/>
                </a:cubicBezTo>
                <a:cubicBezTo>
                  <a:pt x="314" y="262"/>
                  <a:pt x="325" y="278"/>
                  <a:pt x="334" y="295"/>
                </a:cubicBezTo>
                <a:cubicBezTo>
                  <a:pt x="345" y="323"/>
                  <a:pt x="351" y="353"/>
                  <a:pt x="351" y="386"/>
                </a:cubicBezTo>
                <a:lnTo>
                  <a:pt x="351" y="401"/>
                </a:lnTo>
                <a:cubicBezTo>
                  <a:pt x="351" y="414"/>
                  <a:pt x="350" y="426"/>
                  <a:pt x="347" y="437"/>
                </a:cubicBezTo>
                <a:cubicBezTo>
                  <a:pt x="341" y="471"/>
                  <a:pt x="323" y="503"/>
                  <a:pt x="293" y="534"/>
                </a:cubicBezTo>
                <a:cubicBezTo>
                  <a:pt x="263" y="566"/>
                  <a:pt x="225" y="582"/>
                  <a:pt x="180" y="582"/>
                </a:cubicBezTo>
                <a:cubicBezTo>
                  <a:pt x="164" y="582"/>
                  <a:pt x="149" y="580"/>
                  <a:pt x="134" y="575"/>
                </a:cubicBezTo>
                <a:cubicBezTo>
                  <a:pt x="118" y="571"/>
                  <a:pt x="103" y="562"/>
                  <a:pt x="86" y="550"/>
                </a:cubicBezTo>
                <a:cubicBezTo>
                  <a:pt x="69" y="537"/>
                  <a:pt x="55" y="521"/>
                  <a:pt x="43" y="500"/>
                </a:cubicBezTo>
                <a:cubicBezTo>
                  <a:pt x="31" y="479"/>
                  <a:pt x="21" y="452"/>
                  <a:pt x="12" y="418"/>
                </a:cubicBezTo>
                <a:cubicBezTo>
                  <a:pt x="4" y="384"/>
                  <a:pt x="0" y="344"/>
                  <a:pt x="0" y="299"/>
                </a:cubicBezTo>
                <a:moveTo>
                  <a:pt x="183" y="228"/>
                </a:moveTo>
                <a:cubicBezTo>
                  <a:pt x="166" y="228"/>
                  <a:pt x="152" y="233"/>
                  <a:pt x="139" y="242"/>
                </a:cubicBezTo>
                <a:cubicBezTo>
                  <a:pt x="126" y="252"/>
                  <a:pt x="116" y="264"/>
                  <a:pt x="109" y="280"/>
                </a:cubicBezTo>
                <a:cubicBezTo>
                  <a:pt x="103" y="296"/>
                  <a:pt x="98" y="312"/>
                  <a:pt x="95" y="328"/>
                </a:cubicBezTo>
                <a:cubicBezTo>
                  <a:pt x="92" y="345"/>
                  <a:pt x="91" y="362"/>
                  <a:pt x="90" y="381"/>
                </a:cubicBezTo>
                <a:cubicBezTo>
                  <a:pt x="90" y="427"/>
                  <a:pt x="93" y="461"/>
                  <a:pt x="100" y="481"/>
                </a:cubicBezTo>
                <a:cubicBezTo>
                  <a:pt x="107" y="502"/>
                  <a:pt x="118" y="518"/>
                  <a:pt x="132" y="530"/>
                </a:cubicBezTo>
                <a:cubicBezTo>
                  <a:pt x="147" y="540"/>
                  <a:pt x="162" y="545"/>
                  <a:pt x="178" y="545"/>
                </a:cubicBezTo>
                <a:cubicBezTo>
                  <a:pt x="207" y="545"/>
                  <a:pt x="229" y="535"/>
                  <a:pt x="244" y="513"/>
                </a:cubicBezTo>
                <a:cubicBezTo>
                  <a:pt x="251" y="503"/>
                  <a:pt x="256" y="491"/>
                  <a:pt x="259" y="475"/>
                </a:cubicBezTo>
                <a:cubicBezTo>
                  <a:pt x="262" y="460"/>
                  <a:pt x="263" y="431"/>
                  <a:pt x="263" y="387"/>
                </a:cubicBezTo>
                <a:cubicBezTo>
                  <a:pt x="263" y="342"/>
                  <a:pt x="262" y="311"/>
                  <a:pt x="259" y="296"/>
                </a:cubicBezTo>
                <a:cubicBezTo>
                  <a:pt x="256" y="281"/>
                  <a:pt x="251" y="268"/>
                  <a:pt x="244" y="258"/>
                </a:cubicBezTo>
                <a:cubicBezTo>
                  <a:pt x="229" y="238"/>
                  <a:pt x="208" y="228"/>
                  <a:pt x="183" y="22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1" name=""/>
          <p:cNvSpPr/>
          <p:nvPr/>
        </p:nvSpPr>
        <p:spPr>
          <a:xfrm>
            <a:off x="5308200" y="239400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79" y="23"/>
                  <a:pt x="122" y="0"/>
                  <a:pt x="177" y="0"/>
                </a:cubicBezTo>
                <a:cubicBezTo>
                  <a:pt x="204" y="0"/>
                  <a:pt x="231" y="7"/>
                  <a:pt x="258" y="22"/>
                </a:cubicBezTo>
                <a:cubicBezTo>
                  <a:pt x="285" y="37"/>
                  <a:pt x="307" y="63"/>
                  <a:pt x="324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0"/>
                  <a:pt x="344" y="447"/>
                  <a:pt x="319" y="493"/>
                </a:cubicBezTo>
                <a:cubicBezTo>
                  <a:pt x="308" y="517"/>
                  <a:pt x="292" y="536"/>
                  <a:pt x="272" y="550"/>
                </a:cubicBezTo>
                <a:cubicBezTo>
                  <a:pt x="253" y="564"/>
                  <a:pt x="235" y="573"/>
                  <a:pt x="221" y="576"/>
                </a:cubicBezTo>
                <a:cubicBezTo>
                  <a:pt x="206" y="579"/>
                  <a:pt x="192" y="581"/>
                  <a:pt x="178" y="582"/>
                </a:cubicBezTo>
                <a:cubicBezTo>
                  <a:pt x="163" y="582"/>
                  <a:pt x="148" y="580"/>
                  <a:pt x="134" y="577"/>
                </a:cubicBezTo>
                <a:cubicBezTo>
                  <a:pt x="119" y="573"/>
                  <a:pt x="102" y="564"/>
                  <a:pt x="82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8" y="59"/>
                </a:moveTo>
                <a:cubicBezTo>
                  <a:pt x="221" y="41"/>
                  <a:pt x="201" y="31"/>
                  <a:pt x="178" y="31"/>
                </a:cubicBezTo>
                <a:cubicBezTo>
                  <a:pt x="154" y="31"/>
                  <a:pt x="134" y="41"/>
                  <a:pt x="117" y="59"/>
                </a:cubicBezTo>
                <a:cubicBezTo>
                  <a:pt x="103" y="74"/>
                  <a:pt x="94" y="94"/>
                  <a:pt x="89" y="120"/>
                </a:cubicBezTo>
                <a:cubicBezTo>
                  <a:pt x="85" y="146"/>
                  <a:pt x="82" y="200"/>
                  <a:pt x="82" y="282"/>
                </a:cubicBezTo>
                <a:cubicBezTo>
                  <a:pt x="82" y="371"/>
                  <a:pt x="85" y="430"/>
                  <a:pt x="89" y="458"/>
                </a:cubicBezTo>
                <a:cubicBezTo>
                  <a:pt x="94" y="486"/>
                  <a:pt x="104" y="508"/>
                  <a:pt x="119" y="524"/>
                </a:cubicBezTo>
                <a:cubicBezTo>
                  <a:pt x="135" y="541"/>
                  <a:pt x="155" y="550"/>
                  <a:pt x="178" y="550"/>
                </a:cubicBezTo>
                <a:cubicBezTo>
                  <a:pt x="200" y="550"/>
                  <a:pt x="219" y="541"/>
                  <a:pt x="235" y="524"/>
                </a:cubicBezTo>
                <a:cubicBezTo>
                  <a:pt x="251" y="508"/>
                  <a:pt x="262" y="484"/>
                  <a:pt x="266" y="454"/>
                </a:cubicBezTo>
                <a:cubicBezTo>
                  <a:pt x="270" y="423"/>
                  <a:pt x="272" y="366"/>
                  <a:pt x="272" y="282"/>
                </a:cubicBezTo>
                <a:cubicBezTo>
                  <a:pt x="272" y="200"/>
                  <a:pt x="270" y="147"/>
                  <a:pt x="266" y="121"/>
                </a:cubicBezTo>
                <a:cubicBezTo>
                  <a:pt x="261" y="95"/>
                  <a:pt x="252" y="74"/>
                  <a:pt x="238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2" name=""/>
          <p:cNvSpPr/>
          <p:nvPr/>
        </p:nvSpPr>
        <p:spPr>
          <a:xfrm>
            <a:off x="5472000" y="2559960"/>
            <a:ext cx="37080" cy="36720"/>
          </a:xfrm>
          <a:custGeom>
            <a:avLst/>
            <a:gdLst/>
            <a:ahLst/>
            <a:rect l="0" t="0" r="r" b="b"/>
            <a:pathLst>
              <a:path w="103" h="102">
                <a:moveTo>
                  <a:pt x="0" y="52"/>
                </a:moveTo>
                <a:cubicBezTo>
                  <a:pt x="0" y="38"/>
                  <a:pt x="5" y="26"/>
                  <a:pt x="14" y="16"/>
                </a:cubicBezTo>
                <a:cubicBezTo>
                  <a:pt x="24" y="5"/>
                  <a:pt x="36" y="0"/>
                  <a:pt x="51" y="0"/>
                </a:cubicBezTo>
                <a:cubicBezTo>
                  <a:pt x="65" y="0"/>
                  <a:pt x="77" y="4"/>
                  <a:pt x="87" y="14"/>
                </a:cubicBezTo>
                <a:cubicBezTo>
                  <a:pt x="97" y="23"/>
                  <a:pt x="102" y="36"/>
                  <a:pt x="103" y="51"/>
                </a:cubicBezTo>
                <a:cubicBezTo>
                  <a:pt x="103" y="65"/>
                  <a:pt x="98" y="77"/>
                  <a:pt x="89" y="87"/>
                </a:cubicBezTo>
                <a:cubicBezTo>
                  <a:pt x="79" y="97"/>
                  <a:pt x="67" y="102"/>
                  <a:pt x="52" y="102"/>
                </a:cubicBezTo>
                <a:cubicBezTo>
                  <a:pt x="37" y="102"/>
                  <a:pt x="25" y="98"/>
                  <a:pt x="15" y="88"/>
                </a:cubicBezTo>
                <a:cubicBezTo>
                  <a:pt x="5" y="78"/>
                  <a:pt x="0" y="66"/>
                  <a:pt x="0" y="5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3" name=""/>
          <p:cNvSpPr/>
          <p:nvPr/>
        </p:nvSpPr>
        <p:spPr>
          <a:xfrm>
            <a:off x="5547960" y="2394000"/>
            <a:ext cx="121680" cy="209520"/>
          </a:xfrm>
          <a:custGeom>
            <a:avLst/>
            <a:gdLst/>
            <a:ahLst/>
            <a:rect l="0" t="0" r="r" b="b"/>
            <a:pathLst>
              <a:path w="338" h="582">
                <a:moveTo>
                  <a:pt x="96" y="431"/>
                </a:moveTo>
                <a:cubicBezTo>
                  <a:pt x="96" y="444"/>
                  <a:pt x="92" y="455"/>
                  <a:pt x="83" y="464"/>
                </a:cubicBezTo>
                <a:cubicBezTo>
                  <a:pt x="74" y="474"/>
                  <a:pt x="63" y="478"/>
                  <a:pt x="50" y="478"/>
                </a:cubicBezTo>
                <a:lnTo>
                  <a:pt x="44" y="478"/>
                </a:lnTo>
                <a:cubicBezTo>
                  <a:pt x="70" y="522"/>
                  <a:pt x="104" y="545"/>
                  <a:pt x="147" y="545"/>
                </a:cubicBezTo>
                <a:cubicBezTo>
                  <a:pt x="186" y="545"/>
                  <a:pt x="216" y="528"/>
                  <a:pt x="234" y="494"/>
                </a:cubicBezTo>
                <a:cubicBezTo>
                  <a:pt x="245" y="475"/>
                  <a:pt x="250" y="439"/>
                  <a:pt x="250" y="386"/>
                </a:cubicBezTo>
                <a:cubicBezTo>
                  <a:pt x="250" y="328"/>
                  <a:pt x="242" y="289"/>
                  <a:pt x="227" y="269"/>
                </a:cubicBezTo>
                <a:cubicBezTo>
                  <a:pt x="212" y="250"/>
                  <a:pt x="195" y="241"/>
                  <a:pt x="177" y="241"/>
                </a:cubicBezTo>
                <a:lnTo>
                  <a:pt x="172" y="241"/>
                </a:lnTo>
                <a:cubicBezTo>
                  <a:pt x="128" y="241"/>
                  <a:pt x="95" y="260"/>
                  <a:pt x="73" y="298"/>
                </a:cubicBezTo>
                <a:cubicBezTo>
                  <a:pt x="70" y="302"/>
                  <a:pt x="68" y="304"/>
                  <a:pt x="67" y="305"/>
                </a:cubicBezTo>
                <a:cubicBezTo>
                  <a:pt x="65" y="305"/>
                  <a:pt x="61" y="306"/>
                  <a:pt x="54" y="307"/>
                </a:cubicBezTo>
                <a:cubicBezTo>
                  <a:pt x="44" y="307"/>
                  <a:pt x="39" y="305"/>
                  <a:pt x="38" y="301"/>
                </a:cubicBezTo>
                <a:cubicBezTo>
                  <a:pt x="37" y="299"/>
                  <a:pt x="36" y="250"/>
                  <a:pt x="36" y="154"/>
                </a:cubicBezTo>
                <a:lnTo>
                  <a:pt x="36" y="45"/>
                </a:lnTo>
                <a:cubicBezTo>
                  <a:pt x="36" y="16"/>
                  <a:pt x="38" y="2"/>
                  <a:pt x="40" y="2"/>
                </a:cubicBezTo>
                <a:cubicBezTo>
                  <a:pt x="42" y="0"/>
                  <a:pt x="43" y="0"/>
                  <a:pt x="44" y="0"/>
                </a:cubicBezTo>
                <a:cubicBezTo>
                  <a:pt x="44" y="0"/>
                  <a:pt x="50" y="2"/>
                  <a:pt x="62" y="7"/>
                </a:cubicBezTo>
                <a:cubicBezTo>
                  <a:pt x="73" y="11"/>
                  <a:pt x="88" y="16"/>
                  <a:pt x="108" y="20"/>
                </a:cubicBezTo>
                <a:cubicBezTo>
                  <a:pt x="128" y="25"/>
                  <a:pt x="149" y="27"/>
                  <a:pt x="171" y="27"/>
                </a:cubicBezTo>
                <a:cubicBezTo>
                  <a:pt x="211" y="27"/>
                  <a:pt x="251" y="19"/>
                  <a:pt x="287" y="3"/>
                </a:cubicBezTo>
                <a:cubicBezTo>
                  <a:pt x="292" y="1"/>
                  <a:pt x="295" y="0"/>
                  <a:pt x="298" y="0"/>
                </a:cubicBezTo>
                <a:cubicBezTo>
                  <a:pt x="303" y="0"/>
                  <a:pt x="305" y="5"/>
                  <a:pt x="305" y="15"/>
                </a:cubicBezTo>
                <a:lnTo>
                  <a:pt x="305" y="26"/>
                </a:lnTo>
                <a:cubicBezTo>
                  <a:pt x="259" y="82"/>
                  <a:pt x="200" y="109"/>
                  <a:pt x="131" y="109"/>
                </a:cubicBezTo>
                <a:cubicBezTo>
                  <a:pt x="113" y="109"/>
                  <a:pt x="98" y="107"/>
                  <a:pt x="84" y="104"/>
                </a:cubicBezTo>
                <a:lnTo>
                  <a:pt x="75" y="102"/>
                </a:lnTo>
                <a:lnTo>
                  <a:pt x="75" y="247"/>
                </a:lnTo>
                <a:cubicBezTo>
                  <a:pt x="86" y="240"/>
                  <a:pt x="94" y="233"/>
                  <a:pt x="100" y="229"/>
                </a:cubicBezTo>
                <a:cubicBezTo>
                  <a:pt x="107" y="224"/>
                  <a:pt x="117" y="220"/>
                  <a:pt x="131" y="215"/>
                </a:cubicBezTo>
                <a:cubicBezTo>
                  <a:pt x="145" y="211"/>
                  <a:pt x="159" y="209"/>
                  <a:pt x="174" y="209"/>
                </a:cubicBezTo>
                <a:cubicBezTo>
                  <a:pt x="220" y="209"/>
                  <a:pt x="259" y="227"/>
                  <a:pt x="291" y="263"/>
                </a:cubicBezTo>
                <a:cubicBezTo>
                  <a:pt x="322" y="300"/>
                  <a:pt x="338" y="343"/>
                  <a:pt x="338" y="394"/>
                </a:cubicBezTo>
                <a:cubicBezTo>
                  <a:pt x="338" y="445"/>
                  <a:pt x="320" y="490"/>
                  <a:pt x="284" y="526"/>
                </a:cubicBezTo>
                <a:cubicBezTo>
                  <a:pt x="248" y="563"/>
                  <a:pt x="203" y="581"/>
                  <a:pt x="151" y="582"/>
                </a:cubicBezTo>
                <a:cubicBezTo>
                  <a:pt x="105" y="582"/>
                  <a:pt x="69" y="567"/>
                  <a:pt x="41" y="536"/>
                </a:cubicBezTo>
                <a:cubicBezTo>
                  <a:pt x="14" y="506"/>
                  <a:pt x="0" y="472"/>
                  <a:pt x="0" y="433"/>
                </a:cubicBezTo>
                <a:cubicBezTo>
                  <a:pt x="0" y="420"/>
                  <a:pt x="3" y="409"/>
                  <a:pt x="9" y="401"/>
                </a:cubicBezTo>
                <a:cubicBezTo>
                  <a:pt x="15" y="393"/>
                  <a:pt x="22" y="388"/>
                  <a:pt x="29" y="386"/>
                </a:cubicBezTo>
                <a:cubicBezTo>
                  <a:pt x="35" y="384"/>
                  <a:pt x="42" y="383"/>
                  <a:pt x="48" y="383"/>
                </a:cubicBezTo>
                <a:cubicBezTo>
                  <a:pt x="62" y="383"/>
                  <a:pt x="74" y="387"/>
                  <a:pt x="83" y="397"/>
                </a:cubicBezTo>
                <a:cubicBezTo>
                  <a:pt x="92" y="407"/>
                  <a:pt x="96" y="418"/>
                  <a:pt x="96" y="43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4" name=""/>
          <p:cNvSpPr/>
          <p:nvPr/>
        </p:nvSpPr>
        <p:spPr>
          <a:xfrm>
            <a:off x="5696640" y="239400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80" y="23"/>
                  <a:pt x="123" y="0"/>
                  <a:pt x="177" y="0"/>
                </a:cubicBezTo>
                <a:cubicBezTo>
                  <a:pt x="204" y="0"/>
                  <a:pt x="231" y="7"/>
                  <a:pt x="258" y="22"/>
                </a:cubicBezTo>
                <a:cubicBezTo>
                  <a:pt x="285" y="37"/>
                  <a:pt x="307" y="63"/>
                  <a:pt x="324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0"/>
                  <a:pt x="344" y="447"/>
                  <a:pt x="319" y="493"/>
                </a:cubicBezTo>
                <a:cubicBezTo>
                  <a:pt x="308" y="517"/>
                  <a:pt x="292" y="536"/>
                  <a:pt x="273" y="550"/>
                </a:cubicBezTo>
                <a:cubicBezTo>
                  <a:pt x="253" y="564"/>
                  <a:pt x="236" y="573"/>
                  <a:pt x="221" y="576"/>
                </a:cubicBezTo>
                <a:cubicBezTo>
                  <a:pt x="207" y="579"/>
                  <a:pt x="192" y="581"/>
                  <a:pt x="178" y="582"/>
                </a:cubicBezTo>
                <a:cubicBezTo>
                  <a:pt x="163" y="582"/>
                  <a:pt x="149" y="580"/>
                  <a:pt x="134" y="577"/>
                </a:cubicBezTo>
                <a:cubicBezTo>
                  <a:pt x="120" y="573"/>
                  <a:pt x="102" y="564"/>
                  <a:pt x="83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8" y="59"/>
                </a:moveTo>
                <a:cubicBezTo>
                  <a:pt x="221" y="41"/>
                  <a:pt x="201" y="31"/>
                  <a:pt x="178" y="31"/>
                </a:cubicBezTo>
                <a:cubicBezTo>
                  <a:pt x="154" y="31"/>
                  <a:pt x="134" y="41"/>
                  <a:pt x="117" y="59"/>
                </a:cubicBezTo>
                <a:cubicBezTo>
                  <a:pt x="103" y="74"/>
                  <a:pt x="94" y="94"/>
                  <a:pt x="89" y="120"/>
                </a:cubicBezTo>
                <a:cubicBezTo>
                  <a:pt x="85" y="146"/>
                  <a:pt x="83" y="200"/>
                  <a:pt x="83" y="282"/>
                </a:cubicBezTo>
                <a:cubicBezTo>
                  <a:pt x="83" y="371"/>
                  <a:pt x="85" y="430"/>
                  <a:pt x="89" y="458"/>
                </a:cubicBezTo>
                <a:cubicBezTo>
                  <a:pt x="94" y="486"/>
                  <a:pt x="104" y="508"/>
                  <a:pt x="120" y="524"/>
                </a:cubicBezTo>
                <a:cubicBezTo>
                  <a:pt x="136" y="541"/>
                  <a:pt x="155" y="550"/>
                  <a:pt x="178" y="550"/>
                </a:cubicBezTo>
                <a:cubicBezTo>
                  <a:pt x="201" y="550"/>
                  <a:pt x="220" y="541"/>
                  <a:pt x="236" y="524"/>
                </a:cubicBezTo>
                <a:cubicBezTo>
                  <a:pt x="252" y="508"/>
                  <a:pt x="262" y="484"/>
                  <a:pt x="266" y="454"/>
                </a:cubicBezTo>
                <a:cubicBezTo>
                  <a:pt x="270" y="423"/>
                  <a:pt x="272" y="366"/>
                  <a:pt x="273" y="282"/>
                </a:cubicBezTo>
                <a:cubicBezTo>
                  <a:pt x="273" y="200"/>
                  <a:pt x="270" y="147"/>
                  <a:pt x="266" y="121"/>
                </a:cubicBezTo>
                <a:cubicBezTo>
                  <a:pt x="261" y="95"/>
                  <a:pt x="252" y="74"/>
                  <a:pt x="238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5" name=""/>
          <p:cNvSpPr/>
          <p:nvPr/>
        </p:nvSpPr>
        <p:spPr>
          <a:xfrm>
            <a:off x="5921280" y="2394000"/>
            <a:ext cx="203040" cy="202680"/>
          </a:xfrm>
          <a:custGeom>
            <a:avLst/>
            <a:gdLst/>
            <a:ahLst/>
            <a:rect l="0" t="0" r="r" b="b"/>
            <a:pathLst>
              <a:path w="564" h="563">
                <a:moveTo>
                  <a:pt x="12" y="264"/>
                </a:moveTo>
                <a:lnTo>
                  <a:pt x="266" y="264"/>
                </a:lnTo>
                <a:lnTo>
                  <a:pt x="266" y="138"/>
                </a:lnTo>
                <a:cubicBezTo>
                  <a:pt x="266" y="54"/>
                  <a:pt x="266" y="11"/>
                  <a:pt x="267" y="9"/>
                </a:cubicBezTo>
                <a:cubicBezTo>
                  <a:pt x="270" y="3"/>
                  <a:pt x="275" y="0"/>
                  <a:pt x="282" y="0"/>
                </a:cubicBezTo>
                <a:cubicBezTo>
                  <a:pt x="289" y="0"/>
                  <a:pt x="294" y="3"/>
                  <a:pt x="296" y="10"/>
                </a:cubicBezTo>
                <a:cubicBezTo>
                  <a:pt x="298" y="17"/>
                  <a:pt x="299" y="33"/>
                  <a:pt x="299" y="59"/>
                </a:cubicBezTo>
                <a:lnTo>
                  <a:pt x="299" y="140"/>
                </a:lnTo>
                <a:lnTo>
                  <a:pt x="299" y="264"/>
                </a:lnTo>
                <a:lnTo>
                  <a:pt x="551" y="264"/>
                </a:lnTo>
                <a:cubicBezTo>
                  <a:pt x="559" y="269"/>
                  <a:pt x="564" y="274"/>
                  <a:pt x="564" y="281"/>
                </a:cubicBezTo>
                <a:cubicBezTo>
                  <a:pt x="564" y="288"/>
                  <a:pt x="559" y="294"/>
                  <a:pt x="551" y="298"/>
                </a:cubicBezTo>
                <a:lnTo>
                  <a:pt x="299" y="298"/>
                </a:lnTo>
                <a:lnTo>
                  <a:pt x="299" y="530"/>
                </a:lnTo>
                <a:lnTo>
                  <a:pt x="551" y="530"/>
                </a:lnTo>
                <a:cubicBezTo>
                  <a:pt x="559" y="534"/>
                  <a:pt x="564" y="540"/>
                  <a:pt x="564" y="546"/>
                </a:cubicBezTo>
                <a:cubicBezTo>
                  <a:pt x="564" y="553"/>
                  <a:pt x="559" y="559"/>
                  <a:pt x="551" y="563"/>
                </a:cubicBezTo>
                <a:lnTo>
                  <a:pt x="12" y="563"/>
                </a:lnTo>
                <a:cubicBezTo>
                  <a:pt x="4" y="559"/>
                  <a:pt x="0" y="554"/>
                  <a:pt x="0" y="546"/>
                </a:cubicBezTo>
                <a:cubicBezTo>
                  <a:pt x="0" y="539"/>
                  <a:pt x="4" y="533"/>
                  <a:pt x="12" y="530"/>
                </a:cubicBezTo>
                <a:lnTo>
                  <a:pt x="266" y="530"/>
                </a:lnTo>
                <a:lnTo>
                  <a:pt x="266" y="298"/>
                </a:lnTo>
                <a:lnTo>
                  <a:pt x="12" y="298"/>
                </a:lnTo>
                <a:cubicBezTo>
                  <a:pt x="4" y="294"/>
                  <a:pt x="0" y="288"/>
                  <a:pt x="0" y="281"/>
                </a:cubicBezTo>
                <a:cubicBezTo>
                  <a:pt x="0" y="274"/>
                  <a:pt x="4" y="268"/>
                  <a:pt x="12" y="26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6" name=""/>
          <p:cNvSpPr/>
          <p:nvPr/>
        </p:nvSpPr>
        <p:spPr>
          <a:xfrm>
            <a:off x="6220440" y="239400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79" y="23"/>
                  <a:pt x="122" y="0"/>
                  <a:pt x="177" y="0"/>
                </a:cubicBezTo>
                <a:cubicBezTo>
                  <a:pt x="204" y="0"/>
                  <a:pt x="231" y="7"/>
                  <a:pt x="258" y="22"/>
                </a:cubicBezTo>
                <a:cubicBezTo>
                  <a:pt x="285" y="37"/>
                  <a:pt x="308" y="63"/>
                  <a:pt x="325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0"/>
                  <a:pt x="344" y="447"/>
                  <a:pt x="320" y="493"/>
                </a:cubicBezTo>
                <a:cubicBezTo>
                  <a:pt x="309" y="517"/>
                  <a:pt x="292" y="536"/>
                  <a:pt x="272" y="550"/>
                </a:cubicBezTo>
                <a:cubicBezTo>
                  <a:pt x="253" y="564"/>
                  <a:pt x="235" y="573"/>
                  <a:pt x="221" y="576"/>
                </a:cubicBezTo>
                <a:cubicBezTo>
                  <a:pt x="206" y="579"/>
                  <a:pt x="192" y="581"/>
                  <a:pt x="178" y="582"/>
                </a:cubicBezTo>
                <a:cubicBezTo>
                  <a:pt x="163" y="582"/>
                  <a:pt x="148" y="580"/>
                  <a:pt x="134" y="577"/>
                </a:cubicBezTo>
                <a:cubicBezTo>
                  <a:pt x="119" y="573"/>
                  <a:pt x="102" y="564"/>
                  <a:pt x="82" y="550"/>
                </a:cubicBezTo>
                <a:cubicBezTo>
                  <a:pt x="63" y="535"/>
                  <a:pt x="47" y="516"/>
                  <a:pt x="36" y="493"/>
                </a:cubicBezTo>
                <a:cubicBezTo>
                  <a:pt x="12" y="447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8" y="59"/>
                </a:moveTo>
                <a:cubicBezTo>
                  <a:pt x="221" y="41"/>
                  <a:pt x="201" y="31"/>
                  <a:pt x="178" y="31"/>
                </a:cubicBezTo>
                <a:cubicBezTo>
                  <a:pt x="154" y="31"/>
                  <a:pt x="134" y="41"/>
                  <a:pt x="117" y="59"/>
                </a:cubicBezTo>
                <a:cubicBezTo>
                  <a:pt x="103" y="74"/>
                  <a:pt x="94" y="94"/>
                  <a:pt x="89" y="120"/>
                </a:cubicBezTo>
                <a:cubicBezTo>
                  <a:pt x="85" y="146"/>
                  <a:pt x="82" y="200"/>
                  <a:pt x="82" y="282"/>
                </a:cubicBezTo>
                <a:cubicBezTo>
                  <a:pt x="82" y="371"/>
                  <a:pt x="85" y="430"/>
                  <a:pt x="89" y="458"/>
                </a:cubicBezTo>
                <a:cubicBezTo>
                  <a:pt x="94" y="486"/>
                  <a:pt x="104" y="508"/>
                  <a:pt x="119" y="524"/>
                </a:cubicBezTo>
                <a:cubicBezTo>
                  <a:pt x="135" y="541"/>
                  <a:pt x="155" y="550"/>
                  <a:pt x="178" y="550"/>
                </a:cubicBezTo>
                <a:cubicBezTo>
                  <a:pt x="200" y="550"/>
                  <a:pt x="219" y="541"/>
                  <a:pt x="235" y="524"/>
                </a:cubicBezTo>
                <a:cubicBezTo>
                  <a:pt x="252" y="508"/>
                  <a:pt x="262" y="484"/>
                  <a:pt x="266" y="454"/>
                </a:cubicBezTo>
                <a:cubicBezTo>
                  <a:pt x="270" y="423"/>
                  <a:pt x="272" y="366"/>
                  <a:pt x="272" y="282"/>
                </a:cubicBezTo>
                <a:cubicBezTo>
                  <a:pt x="272" y="200"/>
                  <a:pt x="270" y="147"/>
                  <a:pt x="266" y="121"/>
                </a:cubicBezTo>
                <a:cubicBezTo>
                  <a:pt x="261" y="95"/>
                  <a:pt x="252" y="74"/>
                  <a:pt x="238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7" name=""/>
          <p:cNvSpPr/>
          <p:nvPr/>
        </p:nvSpPr>
        <p:spPr>
          <a:xfrm>
            <a:off x="6384240" y="2559960"/>
            <a:ext cx="37080" cy="36720"/>
          </a:xfrm>
          <a:custGeom>
            <a:avLst/>
            <a:gdLst/>
            <a:ahLst/>
            <a:rect l="0" t="0" r="r" b="b"/>
            <a:pathLst>
              <a:path w="103" h="102">
                <a:moveTo>
                  <a:pt x="0" y="52"/>
                </a:moveTo>
                <a:cubicBezTo>
                  <a:pt x="0" y="38"/>
                  <a:pt x="5" y="26"/>
                  <a:pt x="14" y="16"/>
                </a:cubicBezTo>
                <a:cubicBezTo>
                  <a:pt x="24" y="5"/>
                  <a:pt x="36" y="0"/>
                  <a:pt x="50" y="0"/>
                </a:cubicBezTo>
                <a:cubicBezTo>
                  <a:pt x="64" y="0"/>
                  <a:pt x="77" y="4"/>
                  <a:pt x="87" y="14"/>
                </a:cubicBezTo>
                <a:cubicBezTo>
                  <a:pt x="97" y="23"/>
                  <a:pt x="102" y="36"/>
                  <a:pt x="103" y="51"/>
                </a:cubicBezTo>
                <a:cubicBezTo>
                  <a:pt x="103" y="65"/>
                  <a:pt x="98" y="77"/>
                  <a:pt x="89" y="87"/>
                </a:cubicBezTo>
                <a:cubicBezTo>
                  <a:pt x="79" y="97"/>
                  <a:pt x="67" y="102"/>
                  <a:pt x="51" y="102"/>
                </a:cubicBezTo>
                <a:cubicBezTo>
                  <a:pt x="37" y="102"/>
                  <a:pt x="25" y="98"/>
                  <a:pt x="15" y="88"/>
                </a:cubicBezTo>
                <a:cubicBezTo>
                  <a:pt x="5" y="78"/>
                  <a:pt x="0" y="66"/>
                  <a:pt x="0" y="5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8" name=""/>
          <p:cNvSpPr/>
          <p:nvPr/>
        </p:nvSpPr>
        <p:spPr>
          <a:xfrm>
            <a:off x="6470280" y="2394000"/>
            <a:ext cx="104760" cy="202680"/>
          </a:xfrm>
          <a:custGeom>
            <a:avLst/>
            <a:gdLst/>
            <a:ahLst/>
            <a:rect l="0" t="0" r="r" b="b"/>
            <a:pathLst>
              <a:path w="291" h="563">
                <a:moveTo>
                  <a:pt x="110" y="74"/>
                </a:moveTo>
                <a:lnTo>
                  <a:pt x="99" y="78"/>
                </a:lnTo>
                <a:cubicBezTo>
                  <a:pt x="91" y="81"/>
                  <a:pt x="79" y="84"/>
                  <a:pt x="65" y="87"/>
                </a:cubicBezTo>
                <a:cubicBezTo>
                  <a:pt x="50" y="90"/>
                  <a:pt x="34" y="92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2" y="53"/>
                  <a:pt x="67" y="49"/>
                  <a:pt x="89" y="41"/>
                </a:cubicBezTo>
                <a:cubicBezTo>
                  <a:pt x="112" y="34"/>
                  <a:pt x="128" y="27"/>
                  <a:pt x="137" y="21"/>
                </a:cubicBezTo>
                <a:cubicBezTo>
                  <a:pt x="146" y="15"/>
                  <a:pt x="155" y="9"/>
                  <a:pt x="161" y="2"/>
                </a:cubicBezTo>
                <a:cubicBezTo>
                  <a:pt x="162" y="1"/>
                  <a:pt x="166" y="0"/>
                  <a:pt x="171" y="0"/>
                </a:cubicBezTo>
                <a:cubicBezTo>
                  <a:pt x="176" y="0"/>
                  <a:pt x="181" y="2"/>
                  <a:pt x="186" y="5"/>
                </a:cubicBezTo>
                <a:lnTo>
                  <a:pt x="186" y="257"/>
                </a:lnTo>
                <a:lnTo>
                  <a:pt x="187" y="512"/>
                </a:lnTo>
                <a:cubicBezTo>
                  <a:pt x="191" y="516"/>
                  <a:pt x="194" y="518"/>
                  <a:pt x="197" y="519"/>
                </a:cubicBezTo>
                <a:cubicBezTo>
                  <a:pt x="200" y="521"/>
                  <a:pt x="206" y="522"/>
                  <a:pt x="217" y="523"/>
                </a:cubicBezTo>
                <a:cubicBezTo>
                  <a:pt x="228" y="524"/>
                  <a:pt x="245" y="524"/>
                  <a:pt x="269" y="524"/>
                </a:cubicBezTo>
                <a:lnTo>
                  <a:pt x="291" y="524"/>
                </a:lnTo>
                <a:lnTo>
                  <a:pt x="291" y="563"/>
                </a:lnTo>
                <a:lnTo>
                  <a:pt x="282" y="563"/>
                </a:lnTo>
                <a:cubicBezTo>
                  <a:pt x="270" y="562"/>
                  <a:pt x="225" y="561"/>
                  <a:pt x="147" y="561"/>
                </a:cubicBezTo>
                <a:cubicBezTo>
                  <a:pt x="70" y="561"/>
                  <a:pt x="26" y="562"/>
                  <a:pt x="14" y="563"/>
                </a:cubicBezTo>
                <a:lnTo>
                  <a:pt x="4" y="563"/>
                </a:lnTo>
                <a:lnTo>
                  <a:pt x="4" y="524"/>
                </a:lnTo>
                <a:lnTo>
                  <a:pt x="26" y="524"/>
                </a:lnTo>
                <a:cubicBezTo>
                  <a:pt x="38" y="524"/>
                  <a:pt x="49" y="524"/>
                  <a:pt x="58" y="524"/>
                </a:cubicBezTo>
                <a:cubicBezTo>
                  <a:pt x="67" y="524"/>
                  <a:pt x="74" y="524"/>
                  <a:pt x="79" y="524"/>
                </a:cubicBezTo>
                <a:cubicBezTo>
                  <a:pt x="84" y="523"/>
                  <a:pt x="89" y="522"/>
                  <a:pt x="93" y="521"/>
                </a:cubicBezTo>
                <a:cubicBezTo>
                  <a:pt x="97" y="520"/>
                  <a:pt x="99" y="519"/>
                  <a:pt x="99" y="519"/>
                </a:cubicBezTo>
                <a:cubicBezTo>
                  <a:pt x="100" y="519"/>
                  <a:pt x="102" y="518"/>
                  <a:pt x="105" y="515"/>
                </a:cubicBezTo>
                <a:cubicBezTo>
                  <a:pt x="107" y="512"/>
                  <a:pt x="109" y="511"/>
                  <a:pt x="110" y="512"/>
                </a:cubicBezTo>
                <a:lnTo>
                  <a:pt x="110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299" name=""/>
          <p:cNvSpPr/>
          <p:nvPr/>
        </p:nvSpPr>
        <p:spPr>
          <a:xfrm>
            <a:off x="6605640" y="2390760"/>
            <a:ext cx="135000" cy="205920"/>
          </a:xfrm>
          <a:custGeom>
            <a:avLst/>
            <a:gdLst/>
            <a:ahLst/>
            <a:rect l="0" t="0" r="r" b="b"/>
            <a:pathLst>
              <a:path w="375" h="572">
                <a:moveTo>
                  <a:pt x="367" y="572"/>
                </a:moveTo>
                <a:cubicBezTo>
                  <a:pt x="357" y="571"/>
                  <a:pt x="321" y="570"/>
                  <a:pt x="258" y="570"/>
                </a:cubicBezTo>
                <a:cubicBezTo>
                  <a:pt x="193" y="570"/>
                  <a:pt x="154" y="571"/>
                  <a:pt x="144" y="572"/>
                </a:cubicBezTo>
                <a:lnTo>
                  <a:pt x="136" y="572"/>
                </a:lnTo>
                <a:lnTo>
                  <a:pt x="136" y="533"/>
                </a:lnTo>
                <a:lnTo>
                  <a:pt x="163" y="533"/>
                </a:lnTo>
                <a:cubicBezTo>
                  <a:pt x="175" y="533"/>
                  <a:pt x="182" y="533"/>
                  <a:pt x="186" y="533"/>
                </a:cubicBezTo>
                <a:cubicBezTo>
                  <a:pt x="190" y="533"/>
                  <a:pt x="195" y="533"/>
                  <a:pt x="201" y="532"/>
                </a:cubicBezTo>
                <a:cubicBezTo>
                  <a:pt x="206" y="531"/>
                  <a:pt x="210" y="529"/>
                  <a:pt x="213" y="528"/>
                </a:cubicBezTo>
                <a:cubicBezTo>
                  <a:pt x="215" y="526"/>
                  <a:pt x="217" y="524"/>
                  <a:pt x="219" y="521"/>
                </a:cubicBezTo>
                <a:cubicBezTo>
                  <a:pt x="219" y="520"/>
                  <a:pt x="219" y="504"/>
                  <a:pt x="219" y="474"/>
                </a:cubicBezTo>
                <a:lnTo>
                  <a:pt x="219" y="432"/>
                </a:lnTo>
                <a:lnTo>
                  <a:pt x="0" y="432"/>
                </a:lnTo>
                <a:lnTo>
                  <a:pt x="0" y="393"/>
                </a:lnTo>
                <a:lnTo>
                  <a:pt x="127" y="198"/>
                </a:lnTo>
                <a:cubicBezTo>
                  <a:pt x="214" y="67"/>
                  <a:pt x="258" y="2"/>
                  <a:pt x="259" y="1"/>
                </a:cubicBezTo>
                <a:cubicBezTo>
                  <a:pt x="260" y="0"/>
                  <a:pt x="266" y="0"/>
                  <a:pt x="277" y="0"/>
                </a:cubicBezTo>
                <a:lnTo>
                  <a:pt x="292" y="0"/>
                </a:lnTo>
                <a:lnTo>
                  <a:pt x="297" y="5"/>
                </a:lnTo>
                <a:lnTo>
                  <a:pt x="297" y="393"/>
                </a:lnTo>
                <a:lnTo>
                  <a:pt x="375" y="393"/>
                </a:lnTo>
                <a:lnTo>
                  <a:pt x="375" y="432"/>
                </a:lnTo>
                <a:lnTo>
                  <a:pt x="297" y="432"/>
                </a:lnTo>
                <a:lnTo>
                  <a:pt x="297" y="475"/>
                </a:lnTo>
                <a:cubicBezTo>
                  <a:pt x="297" y="499"/>
                  <a:pt x="297" y="513"/>
                  <a:pt x="297" y="517"/>
                </a:cubicBezTo>
                <a:cubicBezTo>
                  <a:pt x="297" y="521"/>
                  <a:pt x="299" y="524"/>
                  <a:pt x="302" y="527"/>
                </a:cubicBezTo>
                <a:cubicBezTo>
                  <a:pt x="307" y="531"/>
                  <a:pt x="323" y="533"/>
                  <a:pt x="350" y="533"/>
                </a:cubicBezTo>
                <a:lnTo>
                  <a:pt x="375" y="533"/>
                </a:lnTo>
                <a:lnTo>
                  <a:pt x="375" y="572"/>
                </a:lnTo>
                <a:lnTo>
                  <a:pt x="367" y="572"/>
                </a:lnTo>
                <a:moveTo>
                  <a:pt x="224" y="393"/>
                </a:moveTo>
                <a:lnTo>
                  <a:pt x="224" y="111"/>
                </a:lnTo>
                <a:lnTo>
                  <a:pt x="38" y="392"/>
                </a:lnTo>
                <a:lnTo>
                  <a:pt x="131" y="393"/>
                </a:lnTo>
                <a:lnTo>
                  <a:pt x="224" y="39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0" name=""/>
          <p:cNvSpPr txBox="1"/>
          <p:nvPr/>
        </p:nvSpPr>
        <p:spPr>
          <a:xfrm>
            <a:off x="733320" y="2343240"/>
            <a:ext cx="1006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S3 (</a:t>
            </a:r>
            <a:r>
              <a:rPr lang="ja-JP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位置</a:t>
            </a:r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1" name=""/>
          <p:cNvSpPr txBox="1"/>
          <p:nvPr/>
        </p:nvSpPr>
        <p:spPr>
          <a:xfrm>
            <a:off x="7756560" y="2343240"/>
            <a:ext cx="1242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両方が検出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2" name=""/>
          <p:cNvSpPr/>
          <p:nvPr/>
        </p:nvSpPr>
        <p:spPr>
          <a:xfrm>
            <a:off x="2555280" y="287928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9"/>
                </a:moveTo>
                <a:cubicBezTo>
                  <a:pt x="80" y="23"/>
                  <a:pt x="123" y="0"/>
                  <a:pt x="178" y="0"/>
                </a:cubicBezTo>
                <a:cubicBezTo>
                  <a:pt x="206" y="0"/>
                  <a:pt x="233" y="8"/>
                  <a:pt x="260" y="22"/>
                </a:cubicBezTo>
                <a:cubicBezTo>
                  <a:pt x="287" y="37"/>
                  <a:pt x="309" y="63"/>
                  <a:pt x="326" y="100"/>
                </a:cubicBezTo>
                <a:cubicBezTo>
                  <a:pt x="346" y="147"/>
                  <a:pt x="357" y="211"/>
                  <a:pt x="357" y="293"/>
                </a:cubicBezTo>
                <a:cubicBezTo>
                  <a:pt x="357" y="380"/>
                  <a:pt x="345" y="448"/>
                  <a:pt x="320" y="494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3"/>
                  <a:pt x="223" y="577"/>
                </a:cubicBezTo>
                <a:cubicBezTo>
                  <a:pt x="208" y="580"/>
                  <a:pt x="194" y="582"/>
                  <a:pt x="178" y="582"/>
                </a:cubicBezTo>
                <a:cubicBezTo>
                  <a:pt x="164" y="582"/>
                  <a:pt x="149" y="581"/>
                  <a:pt x="135" y="577"/>
                </a:cubicBezTo>
                <a:cubicBezTo>
                  <a:pt x="120" y="574"/>
                  <a:pt x="103" y="565"/>
                  <a:pt x="83" y="550"/>
                </a:cubicBezTo>
                <a:cubicBezTo>
                  <a:pt x="63" y="536"/>
                  <a:pt x="48" y="517"/>
                  <a:pt x="37" y="494"/>
                </a:cubicBezTo>
                <a:cubicBezTo>
                  <a:pt x="12" y="448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9" y="59"/>
                </a:moveTo>
                <a:cubicBezTo>
                  <a:pt x="223" y="41"/>
                  <a:pt x="203" y="32"/>
                  <a:pt x="178" y="32"/>
                </a:cubicBezTo>
                <a:cubicBezTo>
                  <a:pt x="155" y="32"/>
                  <a:pt x="135" y="41"/>
                  <a:pt x="118" y="59"/>
                </a:cubicBezTo>
                <a:cubicBezTo>
                  <a:pt x="104" y="73"/>
                  <a:pt x="94" y="94"/>
                  <a:pt x="90" y="119"/>
                </a:cubicBezTo>
                <a:cubicBezTo>
                  <a:pt x="85" y="145"/>
                  <a:pt x="83" y="199"/>
                  <a:pt x="83" y="282"/>
                </a:cubicBezTo>
                <a:cubicBezTo>
                  <a:pt x="83" y="371"/>
                  <a:pt x="85" y="430"/>
                  <a:pt x="90" y="458"/>
                </a:cubicBezTo>
                <a:cubicBezTo>
                  <a:pt x="94" y="486"/>
                  <a:pt x="104" y="509"/>
                  <a:pt x="120" y="525"/>
                </a:cubicBezTo>
                <a:cubicBezTo>
                  <a:pt x="136" y="542"/>
                  <a:pt x="155" y="550"/>
                  <a:pt x="178" y="550"/>
                </a:cubicBezTo>
                <a:cubicBezTo>
                  <a:pt x="202" y="550"/>
                  <a:pt x="221" y="542"/>
                  <a:pt x="237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3" y="366"/>
                  <a:pt x="274" y="282"/>
                </a:cubicBezTo>
                <a:cubicBezTo>
                  <a:pt x="274" y="200"/>
                  <a:pt x="272" y="146"/>
                  <a:pt x="267" y="120"/>
                </a:cubicBezTo>
                <a:cubicBezTo>
                  <a:pt x="263" y="94"/>
                  <a:pt x="253" y="74"/>
                  <a:pt x="239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3" name=""/>
          <p:cNvSpPr/>
          <p:nvPr/>
        </p:nvSpPr>
        <p:spPr>
          <a:xfrm>
            <a:off x="2719080" y="3045600"/>
            <a:ext cx="37440" cy="36720"/>
          </a:xfrm>
          <a:custGeom>
            <a:avLst/>
            <a:gdLst/>
            <a:ahLst/>
            <a:rect l="0" t="0" r="r" b="b"/>
            <a:pathLst>
              <a:path w="104" h="102">
                <a:moveTo>
                  <a:pt x="0" y="50"/>
                </a:moveTo>
                <a:cubicBezTo>
                  <a:pt x="0" y="37"/>
                  <a:pt x="5" y="25"/>
                  <a:pt x="15" y="15"/>
                </a:cubicBezTo>
                <a:cubicBezTo>
                  <a:pt x="24" y="5"/>
                  <a:pt x="36" y="0"/>
                  <a:pt x="52" y="0"/>
                </a:cubicBezTo>
                <a:cubicBezTo>
                  <a:pt x="66" y="0"/>
                  <a:pt x="77" y="4"/>
                  <a:pt x="88" y="13"/>
                </a:cubicBezTo>
                <a:cubicBezTo>
                  <a:pt x="98" y="22"/>
                  <a:pt x="103" y="34"/>
                  <a:pt x="104" y="49"/>
                </a:cubicBezTo>
                <a:cubicBezTo>
                  <a:pt x="104" y="63"/>
                  <a:pt x="99" y="77"/>
                  <a:pt x="89" y="87"/>
                </a:cubicBezTo>
                <a:cubicBezTo>
                  <a:pt x="80" y="97"/>
                  <a:pt x="68" y="102"/>
                  <a:pt x="53" y="102"/>
                </a:cubicBezTo>
                <a:cubicBezTo>
                  <a:pt x="37" y="102"/>
                  <a:pt x="25" y="97"/>
                  <a:pt x="16" y="88"/>
                </a:cubicBezTo>
                <a:cubicBezTo>
                  <a:pt x="6" y="78"/>
                  <a:pt x="1" y="65"/>
                  <a:pt x="0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4" name=""/>
          <p:cNvSpPr/>
          <p:nvPr/>
        </p:nvSpPr>
        <p:spPr>
          <a:xfrm>
            <a:off x="2795400" y="2879280"/>
            <a:ext cx="121680" cy="203040"/>
          </a:xfrm>
          <a:custGeom>
            <a:avLst/>
            <a:gdLst/>
            <a:ahLst/>
            <a:rect l="0" t="0" r="r" b="b"/>
            <a:pathLst>
              <a:path w="338" h="564">
                <a:moveTo>
                  <a:pt x="49" y="202"/>
                </a:moveTo>
                <a:cubicBezTo>
                  <a:pt x="34" y="202"/>
                  <a:pt x="22" y="196"/>
                  <a:pt x="13" y="186"/>
                </a:cubicBezTo>
                <a:cubicBezTo>
                  <a:pt x="4" y="176"/>
                  <a:pt x="0" y="164"/>
                  <a:pt x="0" y="148"/>
                </a:cubicBezTo>
                <a:cubicBezTo>
                  <a:pt x="0" y="108"/>
                  <a:pt x="15" y="74"/>
                  <a:pt x="44" y="44"/>
                </a:cubicBezTo>
                <a:cubicBezTo>
                  <a:pt x="74" y="15"/>
                  <a:pt x="111" y="0"/>
                  <a:pt x="157" y="0"/>
                </a:cubicBezTo>
                <a:cubicBezTo>
                  <a:pt x="208" y="0"/>
                  <a:pt x="251" y="16"/>
                  <a:pt x="285" y="48"/>
                </a:cubicBezTo>
                <a:cubicBezTo>
                  <a:pt x="320" y="79"/>
                  <a:pt x="337" y="120"/>
                  <a:pt x="338" y="171"/>
                </a:cubicBezTo>
                <a:cubicBezTo>
                  <a:pt x="338" y="195"/>
                  <a:pt x="332" y="218"/>
                  <a:pt x="321" y="240"/>
                </a:cubicBezTo>
                <a:cubicBezTo>
                  <a:pt x="309" y="262"/>
                  <a:pt x="296" y="281"/>
                  <a:pt x="280" y="298"/>
                </a:cubicBezTo>
                <a:cubicBezTo>
                  <a:pt x="264" y="314"/>
                  <a:pt x="242" y="335"/>
                  <a:pt x="213" y="360"/>
                </a:cubicBezTo>
                <a:cubicBezTo>
                  <a:pt x="192" y="378"/>
                  <a:pt x="164" y="404"/>
                  <a:pt x="127" y="438"/>
                </a:cubicBezTo>
                <a:lnTo>
                  <a:pt x="77" y="485"/>
                </a:lnTo>
                <a:lnTo>
                  <a:pt x="143" y="486"/>
                </a:lnTo>
                <a:cubicBezTo>
                  <a:pt x="231" y="486"/>
                  <a:pt x="278" y="485"/>
                  <a:pt x="284" y="482"/>
                </a:cubicBezTo>
                <a:cubicBezTo>
                  <a:pt x="287" y="481"/>
                  <a:pt x="294" y="456"/>
                  <a:pt x="304" y="407"/>
                </a:cubicBezTo>
                <a:lnTo>
                  <a:pt x="304" y="404"/>
                </a:lnTo>
                <a:lnTo>
                  <a:pt x="338" y="404"/>
                </a:lnTo>
                <a:lnTo>
                  <a:pt x="338" y="407"/>
                </a:lnTo>
                <a:cubicBezTo>
                  <a:pt x="337" y="408"/>
                  <a:pt x="333" y="434"/>
                  <a:pt x="327" y="484"/>
                </a:cubicBezTo>
                <a:cubicBezTo>
                  <a:pt x="320" y="533"/>
                  <a:pt x="316" y="559"/>
                  <a:pt x="314" y="561"/>
                </a:cubicBezTo>
                <a:lnTo>
                  <a:pt x="314" y="564"/>
                </a:lnTo>
                <a:lnTo>
                  <a:pt x="0" y="564"/>
                </a:lnTo>
                <a:lnTo>
                  <a:pt x="0" y="548"/>
                </a:lnTo>
                <a:lnTo>
                  <a:pt x="0" y="538"/>
                </a:lnTo>
                <a:cubicBezTo>
                  <a:pt x="0" y="534"/>
                  <a:pt x="1" y="530"/>
                  <a:pt x="5" y="525"/>
                </a:cubicBezTo>
                <a:cubicBezTo>
                  <a:pt x="8" y="521"/>
                  <a:pt x="17" y="511"/>
                  <a:pt x="30" y="495"/>
                </a:cubicBezTo>
                <a:cubicBezTo>
                  <a:pt x="46" y="477"/>
                  <a:pt x="60" y="462"/>
                  <a:pt x="72" y="448"/>
                </a:cubicBezTo>
                <a:cubicBezTo>
                  <a:pt x="77" y="443"/>
                  <a:pt x="87" y="432"/>
                  <a:pt x="101" y="417"/>
                </a:cubicBezTo>
                <a:cubicBezTo>
                  <a:pt x="115" y="402"/>
                  <a:pt x="125" y="391"/>
                  <a:pt x="130" y="386"/>
                </a:cubicBezTo>
                <a:cubicBezTo>
                  <a:pt x="136" y="380"/>
                  <a:pt x="144" y="371"/>
                  <a:pt x="155" y="358"/>
                </a:cubicBezTo>
                <a:cubicBezTo>
                  <a:pt x="166" y="345"/>
                  <a:pt x="174" y="335"/>
                  <a:pt x="179" y="329"/>
                </a:cubicBezTo>
                <a:cubicBezTo>
                  <a:pt x="183" y="323"/>
                  <a:pt x="190" y="314"/>
                  <a:pt x="198" y="304"/>
                </a:cubicBezTo>
                <a:cubicBezTo>
                  <a:pt x="207" y="293"/>
                  <a:pt x="213" y="284"/>
                  <a:pt x="216" y="277"/>
                </a:cubicBezTo>
                <a:cubicBezTo>
                  <a:pt x="219" y="269"/>
                  <a:pt x="224" y="261"/>
                  <a:pt x="229" y="252"/>
                </a:cubicBezTo>
                <a:cubicBezTo>
                  <a:pt x="234" y="243"/>
                  <a:pt x="237" y="234"/>
                  <a:pt x="240" y="225"/>
                </a:cubicBezTo>
                <a:cubicBezTo>
                  <a:pt x="242" y="216"/>
                  <a:pt x="244" y="208"/>
                  <a:pt x="246" y="200"/>
                </a:cubicBezTo>
                <a:cubicBezTo>
                  <a:pt x="247" y="192"/>
                  <a:pt x="248" y="183"/>
                  <a:pt x="248" y="172"/>
                </a:cubicBezTo>
                <a:cubicBezTo>
                  <a:pt x="248" y="135"/>
                  <a:pt x="239" y="105"/>
                  <a:pt x="219" y="79"/>
                </a:cubicBezTo>
                <a:cubicBezTo>
                  <a:pt x="200" y="53"/>
                  <a:pt x="173" y="40"/>
                  <a:pt x="137" y="40"/>
                </a:cubicBezTo>
                <a:cubicBezTo>
                  <a:pt x="118" y="40"/>
                  <a:pt x="102" y="45"/>
                  <a:pt x="87" y="54"/>
                </a:cubicBezTo>
                <a:cubicBezTo>
                  <a:pt x="73" y="64"/>
                  <a:pt x="64" y="73"/>
                  <a:pt x="58" y="82"/>
                </a:cubicBezTo>
                <a:cubicBezTo>
                  <a:pt x="52" y="91"/>
                  <a:pt x="49" y="97"/>
                  <a:pt x="49" y="98"/>
                </a:cubicBezTo>
                <a:cubicBezTo>
                  <a:pt x="49" y="99"/>
                  <a:pt x="51" y="99"/>
                  <a:pt x="54" y="99"/>
                </a:cubicBezTo>
                <a:cubicBezTo>
                  <a:pt x="64" y="99"/>
                  <a:pt x="74" y="103"/>
                  <a:pt x="85" y="111"/>
                </a:cubicBezTo>
                <a:cubicBezTo>
                  <a:pt x="96" y="119"/>
                  <a:pt x="101" y="132"/>
                  <a:pt x="101" y="150"/>
                </a:cubicBezTo>
                <a:cubicBezTo>
                  <a:pt x="101" y="165"/>
                  <a:pt x="96" y="177"/>
                  <a:pt x="87" y="186"/>
                </a:cubicBezTo>
                <a:cubicBezTo>
                  <a:pt x="78" y="196"/>
                  <a:pt x="66" y="201"/>
                  <a:pt x="49" y="20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5" name=""/>
          <p:cNvSpPr/>
          <p:nvPr/>
        </p:nvSpPr>
        <p:spPr>
          <a:xfrm>
            <a:off x="2948760" y="2876400"/>
            <a:ext cx="131040" cy="212400"/>
          </a:xfrm>
          <a:custGeom>
            <a:avLst/>
            <a:gdLst/>
            <a:ahLst/>
            <a:rect l="0" t="0" r="r" b="b"/>
            <a:pathLst>
              <a:path w="364" h="590">
                <a:moveTo>
                  <a:pt x="0" y="184"/>
                </a:moveTo>
                <a:cubicBezTo>
                  <a:pt x="1" y="183"/>
                  <a:pt x="5" y="152"/>
                  <a:pt x="14" y="92"/>
                </a:cubicBezTo>
                <a:lnTo>
                  <a:pt x="28" y="2"/>
                </a:lnTo>
                <a:cubicBezTo>
                  <a:pt x="28" y="0"/>
                  <a:pt x="34" y="0"/>
                  <a:pt x="45" y="0"/>
                </a:cubicBezTo>
                <a:lnTo>
                  <a:pt x="62" y="0"/>
                </a:lnTo>
                <a:lnTo>
                  <a:pt x="62" y="3"/>
                </a:lnTo>
                <a:cubicBezTo>
                  <a:pt x="62" y="9"/>
                  <a:pt x="66" y="14"/>
                  <a:pt x="74" y="18"/>
                </a:cubicBezTo>
                <a:cubicBezTo>
                  <a:pt x="83" y="22"/>
                  <a:pt x="98" y="24"/>
                  <a:pt x="118" y="25"/>
                </a:cubicBezTo>
                <a:cubicBezTo>
                  <a:pt x="139" y="26"/>
                  <a:pt x="187" y="27"/>
                  <a:pt x="261" y="27"/>
                </a:cubicBezTo>
                <a:lnTo>
                  <a:pt x="364" y="27"/>
                </a:lnTo>
                <a:lnTo>
                  <a:pt x="364" y="60"/>
                </a:lnTo>
                <a:lnTo>
                  <a:pt x="306" y="138"/>
                </a:lnTo>
                <a:cubicBezTo>
                  <a:pt x="301" y="145"/>
                  <a:pt x="292" y="156"/>
                  <a:pt x="281" y="172"/>
                </a:cubicBezTo>
                <a:cubicBezTo>
                  <a:pt x="269" y="188"/>
                  <a:pt x="261" y="198"/>
                  <a:pt x="258" y="203"/>
                </a:cubicBezTo>
                <a:cubicBezTo>
                  <a:pt x="254" y="209"/>
                  <a:pt x="248" y="218"/>
                  <a:pt x="240" y="230"/>
                </a:cubicBezTo>
                <a:cubicBezTo>
                  <a:pt x="232" y="243"/>
                  <a:pt x="226" y="254"/>
                  <a:pt x="223" y="261"/>
                </a:cubicBezTo>
                <a:cubicBezTo>
                  <a:pt x="220" y="268"/>
                  <a:pt x="216" y="279"/>
                  <a:pt x="211" y="292"/>
                </a:cubicBezTo>
                <a:cubicBezTo>
                  <a:pt x="206" y="306"/>
                  <a:pt x="203" y="319"/>
                  <a:pt x="200" y="331"/>
                </a:cubicBezTo>
                <a:cubicBezTo>
                  <a:pt x="198" y="343"/>
                  <a:pt x="196" y="359"/>
                  <a:pt x="194" y="377"/>
                </a:cubicBezTo>
                <a:cubicBezTo>
                  <a:pt x="191" y="395"/>
                  <a:pt x="190" y="414"/>
                  <a:pt x="188" y="434"/>
                </a:cubicBezTo>
                <a:cubicBezTo>
                  <a:pt x="187" y="454"/>
                  <a:pt x="187" y="477"/>
                  <a:pt x="186" y="503"/>
                </a:cubicBezTo>
                <a:cubicBezTo>
                  <a:pt x="186" y="511"/>
                  <a:pt x="186" y="519"/>
                  <a:pt x="186" y="527"/>
                </a:cubicBezTo>
                <a:cubicBezTo>
                  <a:pt x="186" y="535"/>
                  <a:pt x="186" y="542"/>
                  <a:pt x="185" y="547"/>
                </a:cubicBezTo>
                <a:lnTo>
                  <a:pt x="185" y="556"/>
                </a:lnTo>
                <a:cubicBezTo>
                  <a:pt x="183" y="565"/>
                  <a:pt x="177" y="574"/>
                  <a:pt x="169" y="580"/>
                </a:cubicBezTo>
                <a:cubicBezTo>
                  <a:pt x="161" y="587"/>
                  <a:pt x="151" y="590"/>
                  <a:pt x="140" y="590"/>
                </a:cubicBezTo>
                <a:cubicBezTo>
                  <a:pt x="134" y="590"/>
                  <a:pt x="128" y="590"/>
                  <a:pt x="123" y="588"/>
                </a:cubicBezTo>
                <a:cubicBezTo>
                  <a:pt x="117" y="586"/>
                  <a:pt x="111" y="581"/>
                  <a:pt x="105" y="572"/>
                </a:cubicBezTo>
                <a:cubicBezTo>
                  <a:pt x="99" y="563"/>
                  <a:pt x="96" y="552"/>
                  <a:pt x="96" y="537"/>
                </a:cubicBezTo>
                <a:cubicBezTo>
                  <a:pt x="96" y="448"/>
                  <a:pt x="123" y="356"/>
                  <a:pt x="177" y="260"/>
                </a:cubicBezTo>
                <a:cubicBezTo>
                  <a:pt x="189" y="242"/>
                  <a:pt x="212" y="208"/>
                  <a:pt x="248" y="158"/>
                </a:cubicBezTo>
                <a:lnTo>
                  <a:pt x="287" y="105"/>
                </a:lnTo>
                <a:lnTo>
                  <a:pt x="209" y="105"/>
                </a:lnTo>
                <a:cubicBezTo>
                  <a:pt x="111" y="105"/>
                  <a:pt x="59" y="106"/>
                  <a:pt x="54" y="110"/>
                </a:cubicBezTo>
                <a:cubicBezTo>
                  <a:pt x="51" y="111"/>
                  <a:pt x="48" y="118"/>
                  <a:pt x="45" y="130"/>
                </a:cubicBezTo>
                <a:cubicBezTo>
                  <a:pt x="42" y="142"/>
                  <a:pt x="39" y="154"/>
                  <a:pt x="36" y="166"/>
                </a:cubicBezTo>
                <a:lnTo>
                  <a:pt x="34" y="184"/>
                </a:lnTo>
                <a:lnTo>
                  <a:pt x="34" y="187"/>
                </a:lnTo>
                <a:lnTo>
                  <a:pt x="0" y="187"/>
                </a:lnTo>
                <a:lnTo>
                  <a:pt x="0" y="18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6" name=""/>
          <p:cNvSpPr/>
          <p:nvPr/>
        </p:nvSpPr>
        <p:spPr>
          <a:xfrm>
            <a:off x="3099240" y="2879280"/>
            <a:ext cx="121680" cy="203040"/>
          </a:xfrm>
          <a:custGeom>
            <a:avLst/>
            <a:gdLst/>
            <a:ahLst/>
            <a:rect l="0" t="0" r="r" b="b"/>
            <a:pathLst>
              <a:path w="338" h="564">
                <a:moveTo>
                  <a:pt x="50" y="202"/>
                </a:moveTo>
                <a:cubicBezTo>
                  <a:pt x="35" y="202"/>
                  <a:pt x="23" y="196"/>
                  <a:pt x="14" y="186"/>
                </a:cubicBezTo>
                <a:cubicBezTo>
                  <a:pt x="5" y="176"/>
                  <a:pt x="0" y="164"/>
                  <a:pt x="0" y="148"/>
                </a:cubicBezTo>
                <a:cubicBezTo>
                  <a:pt x="0" y="108"/>
                  <a:pt x="15" y="74"/>
                  <a:pt x="45" y="44"/>
                </a:cubicBezTo>
                <a:cubicBezTo>
                  <a:pt x="75" y="15"/>
                  <a:pt x="112" y="0"/>
                  <a:pt x="156" y="0"/>
                </a:cubicBezTo>
                <a:cubicBezTo>
                  <a:pt x="208" y="0"/>
                  <a:pt x="250" y="16"/>
                  <a:pt x="285" y="48"/>
                </a:cubicBezTo>
                <a:cubicBezTo>
                  <a:pt x="320" y="79"/>
                  <a:pt x="338" y="120"/>
                  <a:pt x="338" y="171"/>
                </a:cubicBezTo>
                <a:cubicBezTo>
                  <a:pt x="338" y="195"/>
                  <a:pt x="333" y="218"/>
                  <a:pt x="321" y="240"/>
                </a:cubicBezTo>
                <a:cubicBezTo>
                  <a:pt x="310" y="262"/>
                  <a:pt x="297" y="281"/>
                  <a:pt x="280" y="298"/>
                </a:cubicBezTo>
                <a:cubicBezTo>
                  <a:pt x="264" y="314"/>
                  <a:pt x="241" y="335"/>
                  <a:pt x="212" y="360"/>
                </a:cubicBezTo>
                <a:cubicBezTo>
                  <a:pt x="192" y="378"/>
                  <a:pt x="164" y="404"/>
                  <a:pt x="128" y="438"/>
                </a:cubicBezTo>
                <a:lnTo>
                  <a:pt x="78" y="485"/>
                </a:lnTo>
                <a:lnTo>
                  <a:pt x="142" y="486"/>
                </a:lnTo>
                <a:cubicBezTo>
                  <a:pt x="230" y="486"/>
                  <a:pt x="278" y="485"/>
                  <a:pt x="283" y="482"/>
                </a:cubicBezTo>
                <a:cubicBezTo>
                  <a:pt x="287" y="481"/>
                  <a:pt x="294" y="456"/>
                  <a:pt x="304" y="407"/>
                </a:cubicBezTo>
                <a:lnTo>
                  <a:pt x="304" y="404"/>
                </a:lnTo>
                <a:lnTo>
                  <a:pt x="338" y="404"/>
                </a:lnTo>
                <a:lnTo>
                  <a:pt x="338" y="407"/>
                </a:lnTo>
                <a:cubicBezTo>
                  <a:pt x="338" y="408"/>
                  <a:pt x="334" y="434"/>
                  <a:pt x="327" y="484"/>
                </a:cubicBezTo>
                <a:cubicBezTo>
                  <a:pt x="320" y="533"/>
                  <a:pt x="316" y="559"/>
                  <a:pt x="315" y="561"/>
                </a:cubicBezTo>
                <a:lnTo>
                  <a:pt x="315" y="564"/>
                </a:lnTo>
                <a:lnTo>
                  <a:pt x="0" y="564"/>
                </a:lnTo>
                <a:lnTo>
                  <a:pt x="0" y="548"/>
                </a:lnTo>
                <a:lnTo>
                  <a:pt x="0" y="538"/>
                </a:lnTo>
                <a:cubicBezTo>
                  <a:pt x="0" y="534"/>
                  <a:pt x="2" y="530"/>
                  <a:pt x="5" y="525"/>
                </a:cubicBezTo>
                <a:cubicBezTo>
                  <a:pt x="9" y="521"/>
                  <a:pt x="17" y="511"/>
                  <a:pt x="31" y="495"/>
                </a:cubicBezTo>
                <a:cubicBezTo>
                  <a:pt x="47" y="477"/>
                  <a:pt x="61" y="462"/>
                  <a:pt x="73" y="448"/>
                </a:cubicBezTo>
                <a:cubicBezTo>
                  <a:pt x="78" y="443"/>
                  <a:pt x="87" y="432"/>
                  <a:pt x="102" y="417"/>
                </a:cubicBezTo>
                <a:cubicBezTo>
                  <a:pt x="116" y="402"/>
                  <a:pt x="125" y="391"/>
                  <a:pt x="130" y="386"/>
                </a:cubicBezTo>
                <a:cubicBezTo>
                  <a:pt x="135" y="380"/>
                  <a:pt x="144" y="371"/>
                  <a:pt x="155" y="358"/>
                </a:cubicBezTo>
                <a:cubicBezTo>
                  <a:pt x="166" y="345"/>
                  <a:pt x="174" y="335"/>
                  <a:pt x="178" y="329"/>
                </a:cubicBezTo>
                <a:cubicBezTo>
                  <a:pt x="183" y="323"/>
                  <a:pt x="189" y="314"/>
                  <a:pt x="198" y="304"/>
                </a:cubicBezTo>
                <a:cubicBezTo>
                  <a:pt x="206" y="293"/>
                  <a:pt x="212" y="284"/>
                  <a:pt x="216" y="277"/>
                </a:cubicBezTo>
                <a:cubicBezTo>
                  <a:pt x="219" y="269"/>
                  <a:pt x="223" y="261"/>
                  <a:pt x="228" y="252"/>
                </a:cubicBezTo>
                <a:cubicBezTo>
                  <a:pt x="233" y="243"/>
                  <a:pt x="237" y="234"/>
                  <a:pt x="239" y="225"/>
                </a:cubicBezTo>
                <a:cubicBezTo>
                  <a:pt x="241" y="216"/>
                  <a:pt x="243" y="208"/>
                  <a:pt x="245" y="200"/>
                </a:cubicBezTo>
                <a:cubicBezTo>
                  <a:pt x="247" y="192"/>
                  <a:pt x="248" y="183"/>
                  <a:pt x="248" y="172"/>
                </a:cubicBezTo>
                <a:cubicBezTo>
                  <a:pt x="248" y="135"/>
                  <a:pt x="238" y="105"/>
                  <a:pt x="219" y="79"/>
                </a:cubicBezTo>
                <a:cubicBezTo>
                  <a:pt x="200" y="53"/>
                  <a:pt x="172" y="40"/>
                  <a:pt x="137" y="40"/>
                </a:cubicBezTo>
                <a:cubicBezTo>
                  <a:pt x="118" y="40"/>
                  <a:pt x="102" y="45"/>
                  <a:pt x="88" y="54"/>
                </a:cubicBezTo>
                <a:cubicBezTo>
                  <a:pt x="74" y="64"/>
                  <a:pt x="64" y="73"/>
                  <a:pt x="58" y="82"/>
                </a:cubicBezTo>
                <a:cubicBezTo>
                  <a:pt x="53" y="91"/>
                  <a:pt x="50" y="97"/>
                  <a:pt x="50" y="98"/>
                </a:cubicBezTo>
                <a:cubicBezTo>
                  <a:pt x="50" y="99"/>
                  <a:pt x="51" y="99"/>
                  <a:pt x="54" y="99"/>
                </a:cubicBezTo>
                <a:cubicBezTo>
                  <a:pt x="64" y="99"/>
                  <a:pt x="75" y="103"/>
                  <a:pt x="86" y="111"/>
                </a:cubicBezTo>
                <a:cubicBezTo>
                  <a:pt x="96" y="119"/>
                  <a:pt x="102" y="132"/>
                  <a:pt x="102" y="150"/>
                </a:cubicBezTo>
                <a:cubicBezTo>
                  <a:pt x="102" y="165"/>
                  <a:pt x="97" y="177"/>
                  <a:pt x="88" y="186"/>
                </a:cubicBezTo>
                <a:cubicBezTo>
                  <a:pt x="79" y="196"/>
                  <a:pt x="66" y="201"/>
                  <a:pt x="50" y="20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7" name=""/>
          <p:cNvSpPr/>
          <p:nvPr/>
        </p:nvSpPr>
        <p:spPr>
          <a:xfrm>
            <a:off x="3320640" y="2879280"/>
            <a:ext cx="203040" cy="203040"/>
          </a:xfrm>
          <a:custGeom>
            <a:avLst/>
            <a:gdLst/>
            <a:ahLst/>
            <a:rect l="0" t="0" r="r" b="b"/>
            <a:pathLst>
              <a:path w="564" h="564">
                <a:moveTo>
                  <a:pt x="12" y="266"/>
                </a:moveTo>
                <a:lnTo>
                  <a:pt x="266" y="266"/>
                </a:lnTo>
                <a:lnTo>
                  <a:pt x="266" y="139"/>
                </a:lnTo>
                <a:cubicBezTo>
                  <a:pt x="266" y="55"/>
                  <a:pt x="266" y="12"/>
                  <a:pt x="267" y="10"/>
                </a:cubicBezTo>
                <a:cubicBezTo>
                  <a:pt x="270" y="3"/>
                  <a:pt x="275" y="0"/>
                  <a:pt x="282" y="0"/>
                </a:cubicBezTo>
                <a:cubicBezTo>
                  <a:pt x="290" y="0"/>
                  <a:pt x="294" y="4"/>
                  <a:pt x="296" y="10"/>
                </a:cubicBezTo>
                <a:cubicBezTo>
                  <a:pt x="298" y="17"/>
                  <a:pt x="299" y="34"/>
                  <a:pt x="299" y="59"/>
                </a:cubicBezTo>
                <a:lnTo>
                  <a:pt x="299" y="141"/>
                </a:lnTo>
                <a:lnTo>
                  <a:pt x="299" y="266"/>
                </a:lnTo>
                <a:lnTo>
                  <a:pt x="551" y="266"/>
                </a:lnTo>
                <a:cubicBezTo>
                  <a:pt x="560" y="270"/>
                  <a:pt x="564" y="276"/>
                  <a:pt x="564" y="283"/>
                </a:cubicBezTo>
                <a:cubicBezTo>
                  <a:pt x="564" y="290"/>
                  <a:pt x="560" y="296"/>
                  <a:pt x="551" y="300"/>
                </a:cubicBezTo>
                <a:lnTo>
                  <a:pt x="299" y="300"/>
                </a:lnTo>
                <a:lnTo>
                  <a:pt x="299" y="530"/>
                </a:lnTo>
                <a:lnTo>
                  <a:pt x="551" y="530"/>
                </a:lnTo>
                <a:cubicBezTo>
                  <a:pt x="560" y="535"/>
                  <a:pt x="564" y="540"/>
                  <a:pt x="564" y="547"/>
                </a:cubicBezTo>
                <a:cubicBezTo>
                  <a:pt x="564" y="554"/>
                  <a:pt x="560" y="559"/>
                  <a:pt x="551" y="564"/>
                </a:cubicBezTo>
                <a:lnTo>
                  <a:pt x="12" y="564"/>
                </a:lnTo>
                <a:cubicBezTo>
                  <a:pt x="4" y="560"/>
                  <a:pt x="0" y="554"/>
                  <a:pt x="0" y="547"/>
                </a:cubicBezTo>
                <a:cubicBezTo>
                  <a:pt x="0" y="540"/>
                  <a:pt x="4" y="534"/>
                  <a:pt x="12" y="530"/>
                </a:cubicBezTo>
                <a:lnTo>
                  <a:pt x="266" y="530"/>
                </a:lnTo>
                <a:lnTo>
                  <a:pt x="266" y="300"/>
                </a:lnTo>
                <a:lnTo>
                  <a:pt x="12" y="300"/>
                </a:lnTo>
                <a:cubicBezTo>
                  <a:pt x="4" y="296"/>
                  <a:pt x="0" y="290"/>
                  <a:pt x="0" y="283"/>
                </a:cubicBezTo>
                <a:cubicBezTo>
                  <a:pt x="0" y="275"/>
                  <a:pt x="4" y="270"/>
                  <a:pt x="12" y="26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8" name=""/>
          <p:cNvSpPr/>
          <p:nvPr/>
        </p:nvSpPr>
        <p:spPr>
          <a:xfrm>
            <a:off x="3619800" y="287928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80" y="23"/>
                  <a:pt x="123" y="0"/>
                  <a:pt x="178" y="0"/>
                </a:cubicBezTo>
                <a:cubicBezTo>
                  <a:pt x="205" y="0"/>
                  <a:pt x="232" y="8"/>
                  <a:pt x="259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0"/>
                  <a:pt x="344" y="448"/>
                  <a:pt x="320" y="494"/>
                </a:cubicBezTo>
                <a:cubicBezTo>
                  <a:pt x="309" y="517"/>
                  <a:pt x="293" y="536"/>
                  <a:pt x="273" y="550"/>
                </a:cubicBezTo>
                <a:cubicBezTo>
                  <a:pt x="254" y="564"/>
                  <a:pt x="237" y="573"/>
                  <a:pt x="222" y="577"/>
                </a:cubicBezTo>
                <a:cubicBezTo>
                  <a:pt x="207" y="580"/>
                  <a:pt x="193" y="582"/>
                  <a:pt x="179" y="582"/>
                </a:cubicBezTo>
                <a:cubicBezTo>
                  <a:pt x="164" y="582"/>
                  <a:pt x="150" y="581"/>
                  <a:pt x="135" y="577"/>
                </a:cubicBezTo>
                <a:cubicBezTo>
                  <a:pt x="120" y="574"/>
                  <a:pt x="103" y="565"/>
                  <a:pt x="83" y="550"/>
                </a:cubicBezTo>
                <a:cubicBezTo>
                  <a:pt x="64" y="536"/>
                  <a:pt x="47" y="517"/>
                  <a:pt x="36" y="494"/>
                </a:cubicBezTo>
                <a:cubicBezTo>
                  <a:pt x="12" y="448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9" y="59"/>
                </a:moveTo>
                <a:cubicBezTo>
                  <a:pt x="222" y="41"/>
                  <a:pt x="202" y="32"/>
                  <a:pt x="179" y="32"/>
                </a:cubicBezTo>
                <a:cubicBezTo>
                  <a:pt x="155" y="32"/>
                  <a:pt x="135" y="41"/>
                  <a:pt x="118" y="59"/>
                </a:cubicBezTo>
                <a:cubicBezTo>
                  <a:pt x="104" y="73"/>
                  <a:pt x="95" y="94"/>
                  <a:pt x="90" y="119"/>
                </a:cubicBezTo>
                <a:cubicBezTo>
                  <a:pt x="86" y="145"/>
                  <a:pt x="83" y="199"/>
                  <a:pt x="83" y="282"/>
                </a:cubicBezTo>
                <a:cubicBezTo>
                  <a:pt x="83" y="371"/>
                  <a:pt x="86" y="430"/>
                  <a:pt x="90" y="458"/>
                </a:cubicBezTo>
                <a:cubicBezTo>
                  <a:pt x="95" y="486"/>
                  <a:pt x="105" y="509"/>
                  <a:pt x="121" y="525"/>
                </a:cubicBezTo>
                <a:cubicBezTo>
                  <a:pt x="136" y="542"/>
                  <a:pt x="156" y="550"/>
                  <a:pt x="179" y="550"/>
                </a:cubicBezTo>
                <a:cubicBezTo>
                  <a:pt x="201" y="550"/>
                  <a:pt x="221" y="542"/>
                  <a:pt x="236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3" y="366"/>
                  <a:pt x="273" y="282"/>
                </a:cubicBezTo>
                <a:cubicBezTo>
                  <a:pt x="273" y="200"/>
                  <a:pt x="271" y="146"/>
                  <a:pt x="267" y="120"/>
                </a:cubicBezTo>
                <a:cubicBezTo>
                  <a:pt x="262" y="94"/>
                  <a:pt x="253" y="74"/>
                  <a:pt x="239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09" name=""/>
          <p:cNvSpPr/>
          <p:nvPr/>
        </p:nvSpPr>
        <p:spPr>
          <a:xfrm>
            <a:off x="3783600" y="3045600"/>
            <a:ext cx="37080" cy="36720"/>
          </a:xfrm>
          <a:custGeom>
            <a:avLst/>
            <a:gdLst/>
            <a:ahLst/>
            <a:rect l="0" t="0" r="r" b="b"/>
            <a:pathLst>
              <a:path w="103" h="102">
                <a:moveTo>
                  <a:pt x="0" y="50"/>
                </a:moveTo>
                <a:cubicBezTo>
                  <a:pt x="0" y="37"/>
                  <a:pt x="5" y="25"/>
                  <a:pt x="14" y="15"/>
                </a:cubicBezTo>
                <a:cubicBezTo>
                  <a:pt x="24" y="5"/>
                  <a:pt x="36" y="0"/>
                  <a:pt x="52" y="0"/>
                </a:cubicBezTo>
                <a:cubicBezTo>
                  <a:pt x="65" y="0"/>
                  <a:pt x="77" y="4"/>
                  <a:pt x="87" y="13"/>
                </a:cubicBezTo>
                <a:cubicBezTo>
                  <a:pt x="97" y="22"/>
                  <a:pt x="103" y="34"/>
                  <a:pt x="103" y="49"/>
                </a:cubicBezTo>
                <a:cubicBezTo>
                  <a:pt x="103" y="63"/>
                  <a:pt x="98" y="77"/>
                  <a:pt x="89" y="87"/>
                </a:cubicBezTo>
                <a:cubicBezTo>
                  <a:pt x="79" y="97"/>
                  <a:pt x="67" y="102"/>
                  <a:pt x="52" y="102"/>
                </a:cubicBezTo>
                <a:cubicBezTo>
                  <a:pt x="37" y="102"/>
                  <a:pt x="25" y="97"/>
                  <a:pt x="15" y="88"/>
                </a:cubicBezTo>
                <a:cubicBezTo>
                  <a:pt x="6" y="78"/>
                  <a:pt x="0" y="65"/>
                  <a:pt x="0" y="5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10" name=""/>
          <p:cNvSpPr/>
          <p:nvPr/>
        </p:nvSpPr>
        <p:spPr>
          <a:xfrm>
            <a:off x="3856320" y="287928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79" y="23"/>
                  <a:pt x="123" y="0"/>
                  <a:pt x="178" y="0"/>
                </a:cubicBezTo>
                <a:cubicBezTo>
                  <a:pt x="205" y="0"/>
                  <a:pt x="232" y="8"/>
                  <a:pt x="259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0"/>
                  <a:pt x="344" y="448"/>
                  <a:pt x="320" y="494"/>
                </a:cubicBezTo>
                <a:cubicBezTo>
                  <a:pt x="309" y="517"/>
                  <a:pt x="293" y="536"/>
                  <a:pt x="274" y="550"/>
                </a:cubicBezTo>
                <a:cubicBezTo>
                  <a:pt x="254" y="564"/>
                  <a:pt x="237" y="573"/>
                  <a:pt x="222" y="577"/>
                </a:cubicBezTo>
                <a:cubicBezTo>
                  <a:pt x="207" y="580"/>
                  <a:pt x="193" y="582"/>
                  <a:pt x="179" y="582"/>
                </a:cubicBezTo>
                <a:cubicBezTo>
                  <a:pt x="164" y="582"/>
                  <a:pt x="150" y="581"/>
                  <a:pt x="135" y="577"/>
                </a:cubicBezTo>
                <a:cubicBezTo>
                  <a:pt x="120" y="574"/>
                  <a:pt x="102" y="565"/>
                  <a:pt x="82" y="550"/>
                </a:cubicBezTo>
                <a:cubicBezTo>
                  <a:pt x="63" y="536"/>
                  <a:pt x="47" y="517"/>
                  <a:pt x="36" y="494"/>
                </a:cubicBezTo>
                <a:cubicBezTo>
                  <a:pt x="12" y="448"/>
                  <a:pt x="0" y="380"/>
                  <a:pt x="0" y="293"/>
                </a:cubicBezTo>
                <a:cubicBezTo>
                  <a:pt x="0" y="195"/>
                  <a:pt x="16" y="120"/>
                  <a:pt x="48" y="69"/>
                </a:cubicBezTo>
                <a:moveTo>
                  <a:pt x="239" y="59"/>
                </a:moveTo>
                <a:cubicBezTo>
                  <a:pt x="222" y="41"/>
                  <a:pt x="202" y="32"/>
                  <a:pt x="179" y="32"/>
                </a:cubicBezTo>
                <a:cubicBezTo>
                  <a:pt x="155" y="32"/>
                  <a:pt x="135" y="41"/>
                  <a:pt x="118" y="59"/>
                </a:cubicBezTo>
                <a:cubicBezTo>
                  <a:pt x="103" y="73"/>
                  <a:pt x="94" y="94"/>
                  <a:pt x="89" y="119"/>
                </a:cubicBezTo>
                <a:cubicBezTo>
                  <a:pt x="85" y="145"/>
                  <a:pt x="82" y="199"/>
                  <a:pt x="82" y="282"/>
                </a:cubicBezTo>
                <a:cubicBezTo>
                  <a:pt x="82" y="371"/>
                  <a:pt x="85" y="430"/>
                  <a:pt x="89" y="458"/>
                </a:cubicBezTo>
                <a:cubicBezTo>
                  <a:pt x="94" y="486"/>
                  <a:pt x="104" y="509"/>
                  <a:pt x="121" y="525"/>
                </a:cubicBezTo>
                <a:cubicBezTo>
                  <a:pt x="136" y="542"/>
                  <a:pt x="156" y="550"/>
                  <a:pt x="179" y="550"/>
                </a:cubicBezTo>
                <a:cubicBezTo>
                  <a:pt x="201" y="550"/>
                  <a:pt x="221" y="542"/>
                  <a:pt x="236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3" y="366"/>
                  <a:pt x="274" y="282"/>
                </a:cubicBezTo>
                <a:cubicBezTo>
                  <a:pt x="274" y="200"/>
                  <a:pt x="271" y="146"/>
                  <a:pt x="267" y="120"/>
                </a:cubicBezTo>
                <a:cubicBezTo>
                  <a:pt x="262" y="94"/>
                  <a:pt x="253" y="74"/>
                  <a:pt x="239" y="5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11" name=""/>
          <p:cNvSpPr/>
          <p:nvPr/>
        </p:nvSpPr>
        <p:spPr>
          <a:xfrm>
            <a:off x="4009320" y="2879280"/>
            <a:ext cx="126000" cy="209520"/>
          </a:xfrm>
          <a:custGeom>
            <a:avLst/>
            <a:gdLst/>
            <a:ahLst/>
            <a:rect l="0" t="0" r="r" b="b"/>
            <a:pathLst>
              <a:path w="350" h="582">
                <a:moveTo>
                  <a:pt x="0" y="299"/>
                </a:moveTo>
                <a:cubicBezTo>
                  <a:pt x="0" y="207"/>
                  <a:pt x="22" y="134"/>
                  <a:pt x="68" y="81"/>
                </a:cubicBezTo>
                <a:cubicBezTo>
                  <a:pt x="114" y="27"/>
                  <a:pt x="164" y="0"/>
                  <a:pt x="221" y="0"/>
                </a:cubicBezTo>
                <a:cubicBezTo>
                  <a:pt x="260" y="0"/>
                  <a:pt x="288" y="10"/>
                  <a:pt x="305" y="31"/>
                </a:cubicBezTo>
                <a:cubicBezTo>
                  <a:pt x="322" y="51"/>
                  <a:pt x="330" y="74"/>
                  <a:pt x="330" y="98"/>
                </a:cubicBezTo>
                <a:cubicBezTo>
                  <a:pt x="330" y="112"/>
                  <a:pt x="326" y="124"/>
                  <a:pt x="318" y="132"/>
                </a:cubicBezTo>
                <a:cubicBezTo>
                  <a:pt x="310" y="141"/>
                  <a:pt x="299" y="145"/>
                  <a:pt x="285" y="145"/>
                </a:cubicBezTo>
                <a:cubicBezTo>
                  <a:pt x="272" y="145"/>
                  <a:pt x="262" y="141"/>
                  <a:pt x="253" y="133"/>
                </a:cubicBezTo>
                <a:cubicBezTo>
                  <a:pt x="245" y="125"/>
                  <a:pt x="240" y="114"/>
                  <a:pt x="240" y="100"/>
                </a:cubicBezTo>
                <a:cubicBezTo>
                  <a:pt x="240" y="75"/>
                  <a:pt x="254" y="60"/>
                  <a:pt x="280" y="55"/>
                </a:cubicBezTo>
                <a:cubicBezTo>
                  <a:pt x="268" y="43"/>
                  <a:pt x="250" y="36"/>
                  <a:pt x="228" y="34"/>
                </a:cubicBezTo>
                <a:cubicBezTo>
                  <a:pt x="187" y="34"/>
                  <a:pt x="154" y="51"/>
                  <a:pt x="128" y="85"/>
                </a:cubicBezTo>
                <a:cubicBezTo>
                  <a:pt x="101" y="122"/>
                  <a:pt x="88" y="179"/>
                  <a:pt x="88" y="255"/>
                </a:cubicBezTo>
                <a:lnTo>
                  <a:pt x="89" y="259"/>
                </a:lnTo>
                <a:cubicBezTo>
                  <a:pt x="92" y="255"/>
                  <a:pt x="94" y="252"/>
                  <a:pt x="96" y="248"/>
                </a:cubicBezTo>
                <a:cubicBezTo>
                  <a:pt x="119" y="214"/>
                  <a:pt x="149" y="197"/>
                  <a:pt x="186" y="197"/>
                </a:cubicBezTo>
                <a:lnTo>
                  <a:pt x="190" y="197"/>
                </a:lnTo>
                <a:cubicBezTo>
                  <a:pt x="216" y="197"/>
                  <a:pt x="239" y="203"/>
                  <a:pt x="259" y="213"/>
                </a:cubicBezTo>
                <a:cubicBezTo>
                  <a:pt x="273" y="221"/>
                  <a:pt x="286" y="232"/>
                  <a:pt x="300" y="247"/>
                </a:cubicBezTo>
                <a:cubicBezTo>
                  <a:pt x="313" y="262"/>
                  <a:pt x="324" y="278"/>
                  <a:pt x="332" y="295"/>
                </a:cubicBezTo>
                <a:cubicBezTo>
                  <a:pt x="344" y="323"/>
                  <a:pt x="350" y="353"/>
                  <a:pt x="350" y="385"/>
                </a:cubicBezTo>
                <a:lnTo>
                  <a:pt x="350" y="401"/>
                </a:lnTo>
                <a:cubicBezTo>
                  <a:pt x="350" y="414"/>
                  <a:pt x="349" y="426"/>
                  <a:pt x="346" y="438"/>
                </a:cubicBezTo>
                <a:cubicBezTo>
                  <a:pt x="340" y="471"/>
                  <a:pt x="322" y="504"/>
                  <a:pt x="292" y="535"/>
                </a:cubicBezTo>
                <a:cubicBezTo>
                  <a:pt x="262" y="567"/>
                  <a:pt x="224" y="582"/>
                  <a:pt x="178" y="582"/>
                </a:cubicBezTo>
                <a:cubicBezTo>
                  <a:pt x="162" y="582"/>
                  <a:pt x="147" y="580"/>
                  <a:pt x="132" y="576"/>
                </a:cubicBezTo>
                <a:cubicBezTo>
                  <a:pt x="118" y="571"/>
                  <a:pt x="102" y="563"/>
                  <a:pt x="85" y="550"/>
                </a:cubicBezTo>
                <a:cubicBezTo>
                  <a:pt x="68" y="538"/>
                  <a:pt x="54" y="521"/>
                  <a:pt x="42" y="501"/>
                </a:cubicBezTo>
                <a:cubicBezTo>
                  <a:pt x="30" y="480"/>
                  <a:pt x="20" y="452"/>
                  <a:pt x="11" y="418"/>
                </a:cubicBezTo>
                <a:cubicBezTo>
                  <a:pt x="3" y="384"/>
                  <a:pt x="-1" y="344"/>
                  <a:pt x="0" y="299"/>
                </a:cubicBezTo>
                <a:moveTo>
                  <a:pt x="181" y="228"/>
                </a:moveTo>
                <a:cubicBezTo>
                  <a:pt x="164" y="228"/>
                  <a:pt x="150" y="232"/>
                  <a:pt x="137" y="242"/>
                </a:cubicBezTo>
                <a:cubicBezTo>
                  <a:pt x="125" y="251"/>
                  <a:pt x="115" y="264"/>
                  <a:pt x="109" y="280"/>
                </a:cubicBezTo>
                <a:cubicBezTo>
                  <a:pt x="102" y="296"/>
                  <a:pt x="97" y="312"/>
                  <a:pt x="94" y="328"/>
                </a:cubicBezTo>
                <a:cubicBezTo>
                  <a:pt x="91" y="344"/>
                  <a:pt x="90" y="362"/>
                  <a:pt x="89" y="380"/>
                </a:cubicBezTo>
                <a:cubicBezTo>
                  <a:pt x="89" y="428"/>
                  <a:pt x="92" y="462"/>
                  <a:pt x="99" y="482"/>
                </a:cubicBezTo>
                <a:cubicBezTo>
                  <a:pt x="106" y="502"/>
                  <a:pt x="117" y="519"/>
                  <a:pt x="131" y="531"/>
                </a:cubicBezTo>
                <a:cubicBezTo>
                  <a:pt x="145" y="541"/>
                  <a:pt x="160" y="546"/>
                  <a:pt x="176" y="546"/>
                </a:cubicBezTo>
                <a:cubicBezTo>
                  <a:pt x="205" y="546"/>
                  <a:pt x="228" y="535"/>
                  <a:pt x="243" y="514"/>
                </a:cubicBezTo>
                <a:cubicBezTo>
                  <a:pt x="250" y="504"/>
                  <a:pt x="255" y="491"/>
                  <a:pt x="258" y="476"/>
                </a:cubicBezTo>
                <a:cubicBezTo>
                  <a:pt x="261" y="461"/>
                  <a:pt x="262" y="431"/>
                  <a:pt x="262" y="386"/>
                </a:cubicBezTo>
                <a:cubicBezTo>
                  <a:pt x="262" y="341"/>
                  <a:pt x="261" y="311"/>
                  <a:pt x="258" y="296"/>
                </a:cubicBezTo>
                <a:cubicBezTo>
                  <a:pt x="255" y="281"/>
                  <a:pt x="250" y="268"/>
                  <a:pt x="243" y="258"/>
                </a:cubicBezTo>
                <a:cubicBezTo>
                  <a:pt x="228" y="238"/>
                  <a:pt x="207" y="228"/>
                  <a:pt x="181" y="22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12" name=""/>
          <p:cNvSpPr/>
          <p:nvPr/>
        </p:nvSpPr>
        <p:spPr>
          <a:xfrm>
            <a:off x="4161240" y="2879280"/>
            <a:ext cx="126360" cy="209520"/>
          </a:xfrm>
          <a:custGeom>
            <a:avLst/>
            <a:gdLst/>
            <a:ahLst/>
            <a:rect l="0" t="0" r="r" b="b"/>
            <a:pathLst>
              <a:path w="351" h="582">
                <a:moveTo>
                  <a:pt x="0" y="299"/>
                </a:moveTo>
                <a:cubicBezTo>
                  <a:pt x="0" y="207"/>
                  <a:pt x="23" y="134"/>
                  <a:pt x="68" y="81"/>
                </a:cubicBezTo>
                <a:cubicBezTo>
                  <a:pt x="114" y="27"/>
                  <a:pt x="166" y="0"/>
                  <a:pt x="221" y="0"/>
                </a:cubicBezTo>
                <a:cubicBezTo>
                  <a:pt x="260" y="0"/>
                  <a:pt x="288" y="10"/>
                  <a:pt x="305" y="31"/>
                </a:cubicBezTo>
                <a:cubicBezTo>
                  <a:pt x="322" y="51"/>
                  <a:pt x="330" y="74"/>
                  <a:pt x="330" y="98"/>
                </a:cubicBezTo>
                <a:cubicBezTo>
                  <a:pt x="330" y="112"/>
                  <a:pt x="326" y="124"/>
                  <a:pt x="318" y="132"/>
                </a:cubicBezTo>
                <a:cubicBezTo>
                  <a:pt x="311" y="141"/>
                  <a:pt x="300" y="145"/>
                  <a:pt x="285" y="145"/>
                </a:cubicBezTo>
                <a:cubicBezTo>
                  <a:pt x="273" y="145"/>
                  <a:pt x="262" y="141"/>
                  <a:pt x="253" y="133"/>
                </a:cubicBezTo>
                <a:cubicBezTo>
                  <a:pt x="245" y="125"/>
                  <a:pt x="241" y="114"/>
                  <a:pt x="241" y="100"/>
                </a:cubicBezTo>
                <a:cubicBezTo>
                  <a:pt x="241" y="75"/>
                  <a:pt x="254" y="60"/>
                  <a:pt x="280" y="55"/>
                </a:cubicBezTo>
                <a:cubicBezTo>
                  <a:pt x="268" y="43"/>
                  <a:pt x="251" y="36"/>
                  <a:pt x="228" y="34"/>
                </a:cubicBezTo>
                <a:cubicBezTo>
                  <a:pt x="188" y="34"/>
                  <a:pt x="155" y="51"/>
                  <a:pt x="128" y="85"/>
                </a:cubicBezTo>
                <a:cubicBezTo>
                  <a:pt x="102" y="122"/>
                  <a:pt x="89" y="179"/>
                  <a:pt x="89" y="255"/>
                </a:cubicBezTo>
                <a:lnTo>
                  <a:pt x="89" y="259"/>
                </a:lnTo>
                <a:cubicBezTo>
                  <a:pt x="92" y="255"/>
                  <a:pt x="94" y="252"/>
                  <a:pt x="96" y="248"/>
                </a:cubicBezTo>
                <a:cubicBezTo>
                  <a:pt x="119" y="214"/>
                  <a:pt x="150" y="197"/>
                  <a:pt x="188" y="197"/>
                </a:cubicBezTo>
                <a:lnTo>
                  <a:pt x="191" y="197"/>
                </a:lnTo>
                <a:cubicBezTo>
                  <a:pt x="217" y="197"/>
                  <a:pt x="240" y="203"/>
                  <a:pt x="259" y="213"/>
                </a:cubicBezTo>
                <a:cubicBezTo>
                  <a:pt x="273" y="221"/>
                  <a:pt x="286" y="232"/>
                  <a:pt x="300" y="247"/>
                </a:cubicBezTo>
                <a:cubicBezTo>
                  <a:pt x="313" y="262"/>
                  <a:pt x="324" y="278"/>
                  <a:pt x="333" y="295"/>
                </a:cubicBezTo>
                <a:cubicBezTo>
                  <a:pt x="345" y="323"/>
                  <a:pt x="351" y="353"/>
                  <a:pt x="351" y="385"/>
                </a:cubicBezTo>
                <a:lnTo>
                  <a:pt x="351" y="401"/>
                </a:lnTo>
                <a:cubicBezTo>
                  <a:pt x="351" y="414"/>
                  <a:pt x="349" y="426"/>
                  <a:pt x="346" y="438"/>
                </a:cubicBezTo>
                <a:cubicBezTo>
                  <a:pt x="340" y="471"/>
                  <a:pt x="322" y="504"/>
                  <a:pt x="292" y="535"/>
                </a:cubicBezTo>
                <a:cubicBezTo>
                  <a:pt x="262" y="567"/>
                  <a:pt x="225" y="582"/>
                  <a:pt x="179" y="582"/>
                </a:cubicBezTo>
                <a:cubicBezTo>
                  <a:pt x="163" y="582"/>
                  <a:pt x="148" y="580"/>
                  <a:pt x="132" y="576"/>
                </a:cubicBezTo>
                <a:cubicBezTo>
                  <a:pt x="118" y="571"/>
                  <a:pt x="102" y="563"/>
                  <a:pt x="85" y="550"/>
                </a:cubicBezTo>
                <a:cubicBezTo>
                  <a:pt x="68" y="538"/>
                  <a:pt x="54" y="521"/>
                  <a:pt x="42" y="501"/>
                </a:cubicBezTo>
                <a:cubicBezTo>
                  <a:pt x="30" y="480"/>
                  <a:pt x="20" y="452"/>
                  <a:pt x="12" y="418"/>
                </a:cubicBezTo>
                <a:cubicBezTo>
                  <a:pt x="3" y="384"/>
                  <a:pt x="-1" y="344"/>
                  <a:pt x="0" y="299"/>
                </a:cubicBezTo>
                <a:moveTo>
                  <a:pt x="182" y="228"/>
                </a:moveTo>
                <a:cubicBezTo>
                  <a:pt x="166" y="228"/>
                  <a:pt x="151" y="232"/>
                  <a:pt x="139" y="242"/>
                </a:cubicBezTo>
                <a:cubicBezTo>
                  <a:pt x="125" y="251"/>
                  <a:pt x="116" y="264"/>
                  <a:pt x="109" y="280"/>
                </a:cubicBezTo>
                <a:cubicBezTo>
                  <a:pt x="102" y="296"/>
                  <a:pt x="97" y="312"/>
                  <a:pt x="94" y="328"/>
                </a:cubicBezTo>
                <a:cubicBezTo>
                  <a:pt x="92" y="344"/>
                  <a:pt x="90" y="362"/>
                  <a:pt x="89" y="380"/>
                </a:cubicBezTo>
                <a:cubicBezTo>
                  <a:pt x="89" y="428"/>
                  <a:pt x="93" y="462"/>
                  <a:pt x="100" y="482"/>
                </a:cubicBezTo>
                <a:cubicBezTo>
                  <a:pt x="106" y="502"/>
                  <a:pt x="117" y="519"/>
                  <a:pt x="132" y="531"/>
                </a:cubicBezTo>
                <a:cubicBezTo>
                  <a:pt x="146" y="541"/>
                  <a:pt x="161" y="546"/>
                  <a:pt x="177" y="546"/>
                </a:cubicBezTo>
                <a:cubicBezTo>
                  <a:pt x="206" y="546"/>
                  <a:pt x="228" y="535"/>
                  <a:pt x="243" y="514"/>
                </a:cubicBezTo>
                <a:cubicBezTo>
                  <a:pt x="251" y="504"/>
                  <a:pt x="256" y="491"/>
                  <a:pt x="258" y="476"/>
                </a:cubicBezTo>
                <a:cubicBezTo>
                  <a:pt x="261" y="461"/>
                  <a:pt x="263" y="431"/>
                  <a:pt x="263" y="386"/>
                </a:cubicBezTo>
                <a:cubicBezTo>
                  <a:pt x="263" y="341"/>
                  <a:pt x="261" y="311"/>
                  <a:pt x="258" y="296"/>
                </a:cubicBezTo>
                <a:cubicBezTo>
                  <a:pt x="256" y="281"/>
                  <a:pt x="251" y="268"/>
                  <a:pt x="243" y="258"/>
                </a:cubicBezTo>
                <a:cubicBezTo>
                  <a:pt x="228" y="238"/>
                  <a:pt x="208" y="228"/>
                  <a:pt x="182" y="22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13" name=""/>
          <p:cNvSpPr/>
          <p:nvPr/>
        </p:nvSpPr>
        <p:spPr>
          <a:xfrm>
            <a:off x="5308200" y="287964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79" y="23"/>
                  <a:pt x="122" y="0"/>
                  <a:pt x="177" y="0"/>
                </a:cubicBezTo>
                <a:cubicBezTo>
                  <a:pt x="204" y="0"/>
                  <a:pt x="231" y="8"/>
                  <a:pt x="258" y="22"/>
                </a:cubicBezTo>
                <a:cubicBezTo>
                  <a:pt x="285" y="37"/>
                  <a:pt x="307" y="63"/>
                  <a:pt x="324" y="100"/>
                </a:cubicBezTo>
                <a:cubicBezTo>
                  <a:pt x="346" y="147"/>
                  <a:pt x="356" y="211"/>
                  <a:pt x="356" y="292"/>
                </a:cubicBezTo>
                <a:cubicBezTo>
                  <a:pt x="356" y="380"/>
                  <a:pt x="344" y="447"/>
                  <a:pt x="319" y="494"/>
                </a:cubicBezTo>
                <a:cubicBezTo>
                  <a:pt x="308" y="517"/>
                  <a:pt x="292" y="536"/>
                  <a:pt x="272" y="550"/>
                </a:cubicBezTo>
                <a:cubicBezTo>
                  <a:pt x="253" y="564"/>
                  <a:pt x="235" y="573"/>
                  <a:pt x="221" y="576"/>
                </a:cubicBezTo>
                <a:cubicBezTo>
                  <a:pt x="206" y="580"/>
                  <a:pt x="192" y="582"/>
                  <a:pt x="178" y="582"/>
                </a:cubicBezTo>
                <a:cubicBezTo>
                  <a:pt x="163" y="582"/>
                  <a:pt x="148" y="581"/>
                  <a:pt x="134" y="577"/>
                </a:cubicBezTo>
                <a:cubicBezTo>
                  <a:pt x="119" y="574"/>
                  <a:pt x="102" y="565"/>
                  <a:pt x="82" y="550"/>
                </a:cubicBezTo>
                <a:cubicBezTo>
                  <a:pt x="63" y="536"/>
                  <a:pt x="47" y="517"/>
                  <a:pt x="36" y="494"/>
                </a:cubicBezTo>
                <a:cubicBezTo>
                  <a:pt x="12" y="447"/>
                  <a:pt x="0" y="380"/>
                  <a:pt x="0" y="292"/>
                </a:cubicBezTo>
                <a:cubicBezTo>
                  <a:pt x="0" y="194"/>
                  <a:pt x="16" y="120"/>
                  <a:pt x="48" y="69"/>
                </a:cubicBezTo>
                <a:moveTo>
                  <a:pt x="238" y="58"/>
                </a:moveTo>
                <a:cubicBezTo>
                  <a:pt x="221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5"/>
                  <a:pt x="82" y="199"/>
                  <a:pt x="82" y="281"/>
                </a:cubicBezTo>
                <a:cubicBezTo>
                  <a:pt x="82" y="370"/>
                  <a:pt x="85" y="430"/>
                  <a:pt x="89" y="458"/>
                </a:cubicBezTo>
                <a:cubicBezTo>
                  <a:pt x="94" y="486"/>
                  <a:pt x="104" y="509"/>
                  <a:pt x="119" y="525"/>
                </a:cubicBezTo>
                <a:cubicBezTo>
                  <a:pt x="135" y="542"/>
                  <a:pt x="155" y="550"/>
                  <a:pt x="178" y="550"/>
                </a:cubicBezTo>
                <a:cubicBezTo>
                  <a:pt x="200" y="550"/>
                  <a:pt x="219" y="542"/>
                  <a:pt x="235" y="525"/>
                </a:cubicBezTo>
                <a:cubicBezTo>
                  <a:pt x="251" y="508"/>
                  <a:pt x="262" y="484"/>
                  <a:pt x="266" y="454"/>
                </a:cubicBezTo>
                <a:cubicBezTo>
                  <a:pt x="270" y="422"/>
                  <a:pt x="272" y="365"/>
                  <a:pt x="272" y="281"/>
                </a:cubicBezTo>
                <a:cubicBezTo>
                  <a:pt x="272" y="200"/>
                  <a:pt x="270" y="146"/>
                  <a:pt x="266" y="120"/>
                </a:cubicBezTo>
                <a:cubicBezTo>
                  <a:pt x="261" y="94"/>
                  <a:pt x="252" y="74"/>
                  <a:pt x="238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14" name=""/>
          <p:cNvSpPr/>
          <p:nvPr/>
        </p:nvSpPr>
        <p:spPr>
          <a:xfrm>
            <a:off x="5472000" y="3045600"/>
            <a:ext cx="37080" cy="37080"/>
          </a:xfrm>
          <a:custGeom>
            <a:avLst/>
            <a:gdLst/>
            <a:ahLst/>
            <a:rect l="0" t="0" r="r" b="b"/>
            <a:pathLst>
              <a:path w="103" h="103">
                <a:moveTo>
                  <a:pt x="0" y="51"/>
                </a:moveTo>
                <a:cubicBezTo>
                  <a:pt x="0" y="38"/>
                  <a:pt x="5" y="26"/>
                  <a:pt x="14" y="16"/>
                </a:cubicBezTo>
                <a:cubicBezTo>
                  <a:pt x="24" y="5"/>
                  <a:pt x="36" y="0"/>
                  <a:pt x="51" y="0"/>
                </a:cubicBezTo>
                <a:cubicBezTo>
                  <a:pt x="65" y="0"/>
                  <a:pt x="77" y="5"/>
                  <a:pt x="87" y="14"/>
                </a:cubicBezTo>
                <a:cubicBezTo>
                  <a:pt x="97" y="23"/>
                  <a:pt x="102" y="35"/>
                  <a:pt x="103" y="50"/>
                </a:cubicBezTo>
                <a:cubicBezTo>
                  <a:pt x="103" y="64"/>
                  <a:pt x="98" y="77"/>
                  <a:pt x="89" y="87"/>
                </a:cubicBezTo>
                <a:cubicBezTo>
                  <a:pt x="79" y="98"/>
                  <a:pt x="67" y="103"/>
                  <a:pt x="52" y="103"/>
                </a:cubicBezTo>
                <a:cubicBezTo>
                  <a:pt x="37" y="103"/>
                  <a:pt x="25" y="98"/>
                  <a:pt x="15" y="88"/>
                </a:cubicBezTo>
                <a:cubicBezTo>
                  <a:pt x="5" y="79"/>
                  <a:pt x="0" y="66"/>
                  <a:pt x="0" y="5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15" name=""/>
          <p:cNvSpPr/>
          <p:nvPr/>
        </p:nvSpPr>
        <p:spPr>
          <a:xfrm>
            <a:off x="5544720" y="287964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9" y="69"/>
                </a:moveTo>
                <a:cubicBezTo>
                  <a:pt x="80" y="23"/>
                  <a:pt x="123" y="0"/>
                  <a:pt x="178" y="0"/>
                </a:cubicBezTo>
                <a:cubicBezTo>
                  <a:pt x="205" y="0"/>
                  <a:pt x="232" y="8"/>
                  <a:pt x="259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7"/>
                  <a:pt x="356" y="211"/>
                  <a:pt x="356" y="292"/>
                </a:cubicBezTo>
                <a:cubicBezTo>
                  <a:pt x="356" y="380"/>
                  <a:pt x="344" y="447"/>
                  <a:pt x="320" y="494"/>
                </a:cubicBezTo>
                <a:cubicBezTo>
                  <a:pt x="309" y="517"/>
                  <a:pt x="293" y="536"/>
                  <a:pt x="273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7" y="580"/>
                  <a:pt x="193" y="582"/>
                  <a:pt x="179" y="582"/>
                </a:cubicBezTo>
                <a:cubicBezTo>
                  <a:pt x="164" y="582"/>
                  <a:pt x="150" y="581"/>
                  <a:pt x="135" y="577"/>
                </a:cubicBezTo>
                <a:cubicBezTo>
                  <a:pt x="120" y="574"/>
                  <a:pt x="103" y="565"/>
                  <a:pt x="83" y="550"/>
                </a:cubicBezTo>
                <a:cubicBezTo>
                  <a:pt x="64" y="536"/>
                  <a:pt x="48" y="517"/>
                  <a:pt x="36" y="494"/>
                </a:cubicBezTo>
                <a:cubicBezTo>
                  <a:pt x="12" y="447"/>
                  <a:pt x="0" y="380"/>
                  <a:pt x="0" y="292"/>
                </a:cubicBezTo>
                <a:cubicBezTo>
                  <a:pt x="0" y="194"/>
                  <a:pt x="16" y="120"/>
                  <a:pt x="49" y="69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5" y="31"/>
                  <a:pt x="135" y="40"/>
                  <a:pt x="118" y="58"/>
                </a:cubicBezTo>
                <a:cubicBezTo>
                  <a:pt x="104" y="73"/>
                  <a:pt x="95" y="93"/>
                  <a:pt x="90" y="119"/>
                </a:cubicBezTo>
                <a:cubicBezTo>
                  <a:pt x="86" y="145"/>
                  <a:pt x="83" y="199"/>
                  <a:pt x="83" y="281"/>
                </a:cubicBezTo>
                <a:cubicBezTo>
                  <a:pt x="83" y="370"/>
                  <a:pt x="86" y="430"/>
                  <a:pt x="90" y="458"/>
                </a:cubicBezTo>
                <a:cubicBezTo>
                  <a:pt x="95" y="486"/>
                  <a:pt x="105" y="509"/>
                  <a:pt x="121" y="525"/>
                </a:cubicBezTo>
                <a:cubicBezTo>
                  <a:pt x="136" y="542"/>
                  <a:pt x="156" y="550"/>
                  <a:pt x="179" y="550"/>
                </a:cubicBezTo>
                <a:cubicBezTo>
                  <a:pt x="201" y="550"/>
                  <a:pt x="220" y="542"/>
                  <a:pt x="236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2"/>
                  <a:pt x="273" y="365"/>
                  <a:pt x="273" y="281"/>
                </a:cubicBezTo>
                <a:cubicBezTo>
                  <a:pt x="273" y="200"/>
                  <a:pt x="271" y="146"/>
                  <a:pt x="267" y="120"/>
                </a:cubicBezTo>
                <a:cubicBezTo>
                  <a:pt x="262" y="94"/>
                  <a:pt x="253" y="74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16" name=""/>
          <p:cNvSpPr/>
          <p:nvPr/>
        </p:nvSpPr>
        <p:spPr>
          <a:xfrm>
            <a:off x="5696640" y="287964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80" y="23"/>
                  <a:pt x="123" y="0"/>
                  <a:pt x="177" y="0"/>
                </a:cubicBezTo>
                <a:cubicBezTo>
                  <a:pt x="204" y="0"/>
                  <a:pt x="231" y="8"/>
                  <a:pt x="258" y="22"/>
                </a:cubicBezTo>
                <a:cubicBezTo>
                  <a:pt x="285" y="37"/>
                  <a:pt x="307" y="63"/>
                  <a:pt x="324" y="100"/>
                </a:cubicBezTo>
                <a:cubicBezTo>
                  <a:pt x="346" y="147"/>
                  <a:pt x="356" y="211"/>
                  <a:pt x="356" y="292"/>
                </a:cubicBezTo>
                <a:cubicBezTo>
                  <a:pt x="356" y="380"/>
                  <a:pt x="344" y="447"/>
                  <a:pt x="319" y="494"/>
                </a:cubicBezTo>
                <a:cubicBezTo>
                  <a:pt x="308" y="517"/>
                  <a:pt x="292" y="536"/>
                  <a:pt x="273" y="550"/>
                </a:cubicBezTo>
                <a:cubicBezTo>
                  <a:pt x="253" y="564"/>
                  <a:pt x="236" y="573"/>
                  <a:pt x="221" y="576"/>
                </a:cubicBezTo>
                <a:cubicBezTo>
                  <a:pt x="207" y="580"/>
                  <a:pt x="192" y="582"/>
                  <a:pt x="178" y="582"/>
                </a:cubicBezTo>
                <a:cubicBezTo>
                  <a:pt x="163" y="582"/>
                  <a:pt x="149" y="581"/>
                  <a:pt x="134" y="577"/>
                </a:cubicBezTo>
                <a:cubicBezTo>
                  <a:pt x="120" y="574"/>
                  <a:pt x="102" y="565"/>
                  <a:pt x="83" y="550"/>
                </a:cubicBezTo>
                <a:cubicBezTo>
                  <a:pt x="63" y="536"/>
                  <a:pt x="47" y="517"/>
                  <a:pt x="36" y="494"/>
                </a:cubicBezTo>
                <a:cubicBezTo>
                  <a:pt x="12" y="447"/>
                  <a:pt x="0" y="380"/>
                  <a:pt x="0" y="292"/>
                </a:cubicBezTo>
                <a:cubicBezTo>
                  <a:pt x="0" y="194"/>
                  <a:pt x="16" y="120"/>
                  <a:pt x="48" y="69"/>
                </a:cubicBezTo>
                <a:moveTo>
                  <a:pt x="238" y="58"/>
                </a:moveTo>
                <a:cubicBezTo>
                  <a:pt x="221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5"/>
                  <a:pt x="83" y="199"/>
                  <a:pt x="83" y="281"/>
                </a:cubicBezTo>
                <a:cubicBezTo>
                  <a:pt x="83" y="370"/>
                  <a:pt x="85" y="430"/>
                  <a:pt x="89" y="458"/>
                </a:cubicBezTo>
                <a:cubicBezTo>
                  <a:pt x="94" y="486"/>
                  <a:pt x="104" y="509"/>
                  <a:pt x="120" y="525"/>
                </a:cubicBezTo>
                <a:cubicBezTo>
                  <a:pt x="136" y="542"/>
                  <a:pt x="155" y="550"/>
                  <a:pt x="178" y="550"/>
                </a:cubicBezTo>
                <a:cubicBezTo>
                  <a:pt x="201" y="550"/>
                  <a:pt x="220" y="542"/>
                  <a:pt x="236" y="525"/>
                </a:cubicBezTo>
                <a:cubicBezTo>
                  <a:pt x="252" y="508"/>
                  <a:pt x="262" y="484"/>
                  <a:pt x="266" y="454"/>
                </a:cubicBezTo>
                <a:cubicBezTo>
                  <a:pt x="270" y="422"/>
                  <a:pt x="272" y="365"/>
                  <a:pt x="273" y="281"/>
                </a:cubicBezTo>
                <a:cubicBezTo>
                  <a:pt x="273" y="200"/>
                  <a:pt x="270" y="146"/>
                  <a:pt x="266" y="120"/>
                </a:cubicBezTo>
                <a:cubicBezTo>
                  <a:pt x="261" y="94"/>
                  <a:pt x="252" y="74"/>
                  <a:pt x="238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17" name=""/>
          <p:cNvSpPr/>
          <p:nvPr/>
        </p:nvSpPr>
        <p:spPr>
          <a:xfrm>
            <a:off x="5921280" y="2879640"/>
            <a:ext cx="203040" cy="203040"/>
          </a:xfrm>
          <a:custGeom>
            <a:avLst/>
            <a:gdLst/>
            <a:ahLst/>
            <a:rect l="0" t="0" r="r" b="b"/>
            <a:pathLst>
              <a:path w="564" h="564">
                <a:moveTo>
                  <a:pt x="12" y="266"/>
                </a:moveTo>
                <a:lnTo>
                  <a:pt x="266" y="266"/>
                </a:lnTo>
                <a:lnTo>
                  <a:pt x="266" y="139"/>
                </a:lnTo>
                <a:cubicBezTo>
                  <a:pt x="266" y="55"/>
                  <a:pt x="266" y="12"/>
                  <a:pt x="267" y="9"/>
                </a:cubicBezTo>
                <a:cubicBezTo>
                  <a:pt x="270" y="3"/>
                  <a:pt x="275" y="0"/>
                  <a:pt x="282" y="0"/>
                </a:cubicBezTo>
                <a:cubicBezTo>
                  <a:pt x="289" y="0"/>
                  <a:pt x="294" y="4"/>
                  <a:pt x="296" y="10"/>
                </a:cubicBezTo>
                <a:cubicBezTo>
                  <a:pt x="298" y="17"/>
                  <a:pt x="299" y="33"/>
                  <a:pt x="299" y="59"/>
                </a:cubicBezTo>
                <a:lnTo>
                  <a:pt x="299" y="140"/>
                </a:lnTo>
                <a:lnTo>
                  <a:pt x="299" y="266"/>
                </a:lnTo>
                <a:lnTo>
                  <a:pt x="551" y="266"/>
                </a:lnTo>
                <a:cubicBezTo>
                  <a:pt x="559" y="270"/>
                  <a:pt x="564" y="276"/>
                  <a:pt x="564" y="282"/>
                </a:cubicBezTo>
                <a:cubicBezTo>
                  <a:pt x="564" y="290"/>
                  <a:pt x="559" y="295"/>
                  <a:pt x="551" y="299"/>
                </a:cubicBezTo>
                <a:lnTo>
                  <a:pt x="299" y="299"/>
                </a:lnTo>
                <a:lnTo>
                  <a:pt x="299" y="530"/>
                </a:lnTo>
                <a:lnTo>
                  <a:pt x="551" y="530"/>
                </a:lnTo>
                <a:cubicBezTo>
                  <a:pt x="559" y="534"/>
                  <a:pt x="564" y="540"/>
                  <a:pt x="564" y="547"/>
                </a:cubicBezTo>
                <a:cubicBezTo>
                  <a:pt x="564" y="554"/>
                  <a:pt x="559" y="559"/>
                  <a:pt x="551" y="564"/>
                </a:cubicBezTo>
                <a:lnTo>
                  <a:pt x="12" y="564"/>
                </a:lnTo>
                <a:cubicBezTo>
                  <a:pt x="4" y="560"/>
                  <a:pt x="0" y="554"/>
                  <a:pt x="0" y="547"/>
                </a:cubicBezTo>
                <a:cubicBezTo>
                  <a:pt x="0" y="539"/>
                  <a:pt x="4" y="534"/>
                  <a:pt x="12" y="530"/>
                </a:cubicBezTo>
                <a:lnTo>
                  <a:pt x="266" y="530"/>
                </a:lnTo>
                <a:lnTo>
                  <a:pt x="266" y="299"/>
                </a:lnTo>
                <a:lnTo>
                  <a:pt x="12" y="299"/>
                </a:lnTo>
                <a:cubicBezTo>
                  <a:pt x="4" y="295"/>
                  <a:pt x="0" y="290"/>
                  <a:pt x="0" y="282"/>
                </a:cubicBezTo>
                <a:cubicBezTo>
                  <a:pt x="0" y="275"/>
                  <a:pt x="4" y="269"/>
                  <a:pt x="12" y="26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18" name=""/>
          <p:cNvSpPr/>
          <p:nvPr/>
        </p:nvSpPr>
        <p:spPr>
          <a:xfrm>
            <a:off x="6220440" y="287964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79" y="23"/>
                  <a:pt x="122" y="0"/>
                  <a:pt x="177" y="0"/>
                </a:cubicBezTo>
                <a:cubicBezTo>
                  <a:pt x="204" y="0"/>
                  <a:pt x="231" y="8"/>
                  <a:pt x="258" y="22"/>
                </a:cubicBezTo>
                <a:cubicBezTo>
                  <a:pt x="285" y="37"/>
                  <a:pt x="308" y="63"/>
                  <a:pt x="325" y="100"/>
                </a:cubicBezTo>
                <a:cubicBezTo>
                  <a:pt x="346" y="147"/>
                  <a:pt x="356" y="211"/>
                  <a:pt x="356" y="292"/>
                </a:cubicBezTo>
                <a:cubicBezTo>
                  <a:pt x="356" y="380"/>
                  <a:pt x="344" y="447"/>
                  <a:pt x="320" y="494"/>
                </a:cubicBezTo>
                <a:cubicBezTo>
                  <a:pt x="309" y="517"/>
                  <a:pt x="292" y="536"/>
                  <a:pt x="272" y="550"/>
                </a:cubicBezTo>
                <a:cubicBezTo>
                  <a:pt x="253" y="564"/>
                  <a:pt x="235" y="573"/>
                  <a:pt x="221" y="576"/>
                </a:cubicBezTo>
                <a:cubicBezTo>
                  <a:pt x="206" y="580"/>
                  <a:pt x="192" y="582"/>
                  <a:pt x="178" y="582"/>
                </a:cubicBezTo>
                <a:cubicBezTo>
                  <a:pt x="163" y="582"/>
                  <a:pt x="148" y="581"/>
                  <a:pt x="134" y="577"/>
                </a:cubicBezTo>
                <a:cubicBezTo>
                  <a:pt x="119" y="574"/>
                  <a:pt x="102" y="565"/>
                  <a:pt x="82" y="550"/>
                </a:cubicBezTo>
                <a:cubicBezTo>
                  <a:pt x="63" y="536"/>
                  <a:pt x="47" y="517"/>
                  <a:pt x="36" y="494"/>
                </a:cubicBezTo>
                <a:cubicBezTo>
                  <a:pt x="12" y="447"/>
                  <a:pt x="0" y="380"/>
                  <a:pt x="0" y="292"/>
                </a:cubicBezTo>
                <a:cubicBezTo>
                  <a:pt x="0" y="194"/>
                  <a:pt x="16" y="120"/>
                  <a:pt x="48" y="69"/>
                </a:cubicBezTo>
                <a:moveTo>
                  <a:pt x="238" y="58"/>
                </a:moveTo>
                <a:cubicBezTo>
                  <a:pt x="221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5"/>
                  <a:pt x="82" y="199"/>
                  <a:pt x="82" y="281"/>
                </a:cubicBezTo>
                <a:cubicBezTo>
                  <a:pt x="82" y="370"/>
                  <a:pt x="85" y="430"/>
                  <a:pt x="89" y="458"/>
                </a:cubicBezTo>
                <a:cubicBezTo>
                  <a:pt x="94" y="486"/>
                  <a:pt x="104" y="509"/>
                  <a:pt x="119" y="525"/>
                </a:cubicBezTo>
                <a:cubicBezTo>
                  <a:pt x="135" y="542"/>
                  <a:pt x="155" y="550"/>
                  <a:pt x="178" y="550"/>
                </a:cubicBezTo>
                <a:cubicBezTo>
                  <a:pt x="200" y="550"/>
                  <a:pt x="219" y="542"/>
                  <a:pt x="235" y="525"/>
                </a:cubicBezTo>
                <a:cubicBezTo>
                  <a:pt x="252" y="508"/>
                  <a:pt x="262" y="484"/>
                  <a:pt x="266" y="454"/>
                </a:cubicBezTo>
                <a:cubicBezTo>
                  <a:pt x="270" y="422"/>
                  <a:pt x="272" y="365"/>
                  <a:pt x="272" y="281"/>
                </a:cubicBezTo>
                <a:cubicBezTo>
                  <a:pt x="272" y="200"/>
                  <a:pt x="270" y="146"/>
                  <a:pt x="266" y="120"/>
                </a:cubicBezTo>
                <a:cubicBezTo>
                  <a:pt x="261" y="94"/>
                  <a:pt x="252" y="74"/>
                  <a:pt x="238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19" name=""/>
          <p:cNvSpPr/>
          <p:nvPr/>
        </p:nvSpPr>
        <p:spPr>
          <a:xfrm>
            <a:off x="6384240" y="3045600"/>
            <a:ext cx="37080" cy="37080"/>
          </a:xfrm>
          <a:custGeom>
            <a:avLst/>
            <a:gdLst/>
            <a:ahLst/>
            <a:rect l="0" t="0" r="r" b="b"/>
            <a:pathLst>
              <a:path w="103" h="103">
                <a:moveTo>
                  <a:pt x="0" y="51"/>
                </a:moveTo>
                <a:cubicBezTo>
                  <a:pt x="0" y="38"/>
                  <a:pt x="5" y="26"/>
                  <a:pt x="14" y="16"/>
                </a:cubicBezTo>
                <a:cubicBezTo>
                  <a:pt x="24" y="5"/>
                  <a:pt x="36" y="0"/>
                  <a:pt x="50" y="0"/>
                </a:cubicBezTo>
                <a:cubicBezTo>
                  <a:pt x="64" y="0"/>
                  <a:pt x="77" y="5"/>
                  <a:pt x="87" y="14"/>
                </a:cubicBezTo>
                <a:cubicBezTo>
                  <a:pt x="97" y="23"/>
                  <a:pt x="102" y="35"/>
                  <a:pt x="103" y="50"/>
                </a:cubicBezTo>
                <a:cubicBezTo>
                  <a:pt x="103" y="64"/>
                  <a:pt x="98" y="77"/>
                  <a:pt x="89" y="87"/>
                </a:cubicBezTo>
                <a:cubicBezTo>
                  <a:pt x="79" y="98"/>
                  <a:pt x="67" y="103"/>
                  <a:pt x="51" y="103"/>
                </a:cubicBezTo>
                <a:cubicBezTo>
                  <a:pt x="37" y="103"/>
                  <a:pt x="25" y="98"/>
                  <a:pt x="15" y="88"/>
                </a:cubicBezTo>
                <a:cubicBezTo>
                  <a:pt x="5" y="79"/>
                  <a:pt x="0" y="66"/>
                  <a:pt x="0" y="5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0" name=""/>
          <p:cNvSpPr/>
          <p:nvPr/>
        </p:nvSpPr>
        <p:spPr>
          <a:xfrm>
            <a:off x="6470280" y="2879640"/>
            <a:ext cx="104760" cy="203040"/>
          </a:xfrm>
          <a:custGeom>
            <a:avLst/>
            <a:gdLst/>
            <a:ahLst/>
            <a:rect l="0" t="0" r="r" b="b"/>
            <a:pathLst>
              <a:path w="291" h="564">
                <a:moveTo>
                  <a:pt x="110" y="75"/>
                </a:moveTo>
                <a:lnTo>
                  <a:pt x="99" y="79"/>
                </a:lnTo>
                <a:cubicBezTo>
                  <a:pt x="91" y="82"/>
                  <a:pt x="79" y="84"/>
                  <a:pt x="65" y="87"/>
                </a:cubicBezTo>
                <a:cubicBezTo>
                  <a:pt x="50" y="90"/>
                  <a:pt x="34" y="92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2" y="53"/>
                  <a:pt x="67" y="49"/>
                  <a:pt x="89" y="42"/>
                </a:cubicBezTo>
                <a:cubicBezTo>
                  <a:pt x="112" y="34"/>
                  <a:pt x="128" y="28"/>
                  <a:pt x="137" y="21"/>
                </a:cubicBezTo>
                <a:cubicBezTo>
                  <a:pt x="146" y="15"/>
                  <a:pt x="155" y="9"/>
                  <a:pt x="161" y="3"/>
                </a:cubicBezTo>
                <a:cubicBezTo>
                  <a:pt x="162" y="1"/>
                  <a:pt x="166" y="0"/>
                  <a:pt x="171" y="0"/>
                </a:cubicBezTo>
                <a:cubicBezTo>
                  <a:pt x="176" y="0"/>
                  <a:pt x="181" y="2"/>
                  <a:pt x="186" y="5"/>
                </a:cubicBezTo>
                <a:lnTo>
                  <a:pt x="186" y="259"/>
                </a:lnTo>
                <a:lnTo>
                  <a:pt x="187" y="512"/>
                </a:lnTo>
                <a:cubicBezTo>
                  <a:pt x="191" y="516"/>
                  <a:pt x="194" y="519"/>
                  <a:pt x="197" y="520"/>
                </a:cubicBezTo>
                <a:cubicBezTo>
                  <a:pt x="200" y="521"/>
                  <a:pt x="206" y="522"/>
                  <a:pt x="217" y="523"/>
                </a:cubicBezTo>
                <a:cubicBezTo>
                  <a:pt x="228" y="524"/>
                  <a:pt x="245" y="525"/>
                  <a:pt x="269" y="525"/>
                </a:cubicBezTo>
                <a:lnTo>
                  <a:pt x="291" y="525"/>
                </a:lnTo>
                <a:lnTo>
                  <a:pt x="291" y="564"/>
                </a:lnTo>
                <a:lnTo>
                  <a:pt x="282" y="564"/>
                </a:lnTo>
                <a:cubicBezTo>
                  <a:pt x="270" y="562"/>
                  <a:pt x="225" y="561"/>
                  <a:pt x="147" y="561"/>
                </a:cubicBezTo>
                <a:cubicBezTo>
                  <a:pt x="70" y="561"/>
                  <a:pt x="26" y="562"/>
                  <a:pt x="14" y="564"/>
                </a:cubicBezTo>
                <a:lnTo>
                  <a:pt x="4" y="564"/>
                </a:lnTo>
                <a:lnTo>
                  <a:pt x="4" y="525"/>
                </a:lnTo>
                <a:lnTo>
                  <a:pt x="26" y="525"/>
                </a:lnTo>
                <a:cubicBezTo>
                  <a:pt x="38" y="525"/>
                  <a:pt x="49" y="525"/>
                  <a:pt x="58" y="525"/>
                </a:cubicBezTo>
                <a:cubicBezTo>
                  <a:pt x="67" y="525"/>
                  <a:pt x="74" y="525"/>
                  <a:pt x="79" y="524"/>
                </a:cubicBezTo>
                <a:cubicBezTo>
                  <a:pt x="84" y="523"/>
                  <a:pt x="89" y="523"/>
                  <a:pt x="93" y="521"/>
                </a:cubicBezTo>
                <a:cubicBezTo>
                  <a:pt x="97" y="520"/>
                  <a:pt x="99" y="520"/>
                  <a:pt x="99" y="520"/>
                </a:cubicBezTo>
                <a:cubicBezTo>
                  <a:pt x="100" y="520"/>
                  <a:pt x="102" y="518"/>
                  <a:pt x="105" y="516"/>
                </a:cubicBezTo>
                <a:cubicBezTo>
                  <a:pt x="107" y="513"/>
                  <a:pt x="109" y="512"/>
                  <a:pt x="110" y="512"/>
                </a:cubicBezTo>
                <a:lnTo>
                  <a:pt x="110" y="7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1" name=""/>
          <p:cNvSpPr/>
          <p:nvPr/>
        </p:nvSpPr>
        <p:spPr>
          <a:xfrm>
            <a:off x="6605640" y="2876400"/>
            <a:ext cx="135000" cy="206280"/>
          </a:xfrm>
          <a:custGeom>
            <a:avLst/>
            <a:gdLst/>
            <a:ahLst/>
            <a:rect l="0" t="0" r="r" b="b"/>
            <a:pathLst>
              <a:path w="375" h="573">
                <a:moveTo>
                  <a:pt x="367" y="573"/>
                </a:moveTo>
                <a:cubicBezTo>
                  <a:pt x="357" y="571"/>
                  <a:pt x="321" y="570"/>
                  <a:pt x="258" y="570"/>
                </a:cubicBezTo>
                <a:cubicBezTo>
                  <a:pt x="193" y="570"/>
                  <a:pt x="154" y="571"/>
                  <a:pt x="144" y="573"/>
                </a:cubicBezTo>
                <a:lnTo>
                  <a:pt x="136" y="573"/>
                </a:lnTo>
                <a:lnTo>
                  <a:pt x="136" y="534"/>
                </a:lnTo>
                <a:lnTo>
                  <a:pt x="163" y="534"/>
                </a:lnTo>
                <a:cubicBezTo>
                  <a:pt x="175" y="534"/>
                  <a:pt x="182" y="534"/>
                  <a:pt x="186" y="534"/>
                </a:cubicBezTo>
                <a:cubicBezTo>
                  <a:pt x="190" y="534"/>
                  <a:pt x="195" y="533"/>
                  <a:pt x="201" y="532"/>
                </a:cubicBezTo>
                <a:cubicBezTo>
                  <a:pt x="206" y="531"/>
                  <a:pt x="210" y="530"/>
                  <a:pt x="213" y="528"/>
                </a:cubicBezTo>
                <a:cubicBezTo>
                  <a:pt x="215" y="526"/>
                  <a:pt x="217" y="524"/>
                  <a:pt x="219" y="521"/>
                </a:cubicBezTo>
                <a:cubicBezTo>
                  <a:pt x="219" y="520"/>
                  <a:pt x="219" y="505"/>
                  <a:pt x="219" y="476"/>
                </a:cubicBezTo>
                <a:lnTo>
                  <a:pt x="219" y="433"/>
                </a:lnTo>
                <a:lnTo>
                  <a:pt x="0" y="433"/>
                </a:lnTo>
                <a:lnTo>
                  <a:pt x="0" y="394"/>
                </a:lnTo>
                <a:lnTo>
                  <a:pt x="127" y="198"/>
                </a:lnTo>
                <a:cubicBezTo>
                  <a:pt x="214" y="68"/>
                  <a:pt x="258" y="2"/>
                  <a:pt x="259" y="2"/>
                </a:cubicBezTo>
                <a:cubicBezTo>
                  <a:pt x="260" y="0"/>
                  <a:pt x="266" y="0"/>
                  <a:pt x="277" y="0"/>
                </a:cubicBezTo>
                <a:lnTo>
                  <a:pt x="292" y="0"/>
                </a:lnTo>
                <a:lnTo>
                  <a:pt x="297" y="5"/>
                </a:lnTo>
                <a:lnTo>
                  <a:pt x="297" y="394"/>
                </a:lnTo>
                <a:lnTo>
                  <a:pt x="375" y="394"/>
                </a:lnTo>
                <a:lnTo>
                  <a:pt x="375" y="433"/>
                </a:lnTo>
                <a:lnTo>
                  <a:pt x="297" y="433"/>
                </a:lnTo>
                <a:lnTo>
                  <a:pt x="297" y="476"/>
                </a:lnTo>
                <a:cubicBezTo>
                  <a:pt x="297" y="499"/>
                  <a:pt x="297" y="513"/>
                  <a:pt x="297" y="517"/>
                </a:cubicBezTo>
                <a:cubicBezTo>
                  <a:pt x="297" y="521"/>
                  <a:pt x="299" y="524"/>
                  <a:pt x="302" y="527"/>
                </a:cubicBezTo>
                <a:cubicBezTo>
                  <a:pt x="307" y="531"/>
                  <a:pt x="323" y="533"/>
                  <a:pt x="350" y="534"/>
                </a:cubicBezTo>
                <a:lnTo>
                  <a:pt x="375" y="534"/>
                </a:lnTo>
                <a:lnTo>
                  <a:pt x="375" y="573"/>
                </a:lnTo>
                <a:lnTo>
                  <a:pt x="367" y="573"/>
                </a:lnTo>
                <a:moveTo>
                  <a:pt x="224" y="394"/>
                </a:moveTo>
                <a:lnTo>
                  <a:pt x="224" y="111"/>
                </a:lnTo>
                <a:lnTo>
                  <a:pt x="38" y="394"/>
                </a:lnTo>
                <a:lnTo>
                  <a:pt x="131" y="394"/>
                </a:lnTo>
                <a:lnTo>
                  <a:pt x="224" y="39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2" name=""/>
          <p:cNvSpPr txBox="1"/>
          <p:nvPr/>
        </p:nvSpPr>
        <p:spPr>
          <a:xfrm>
            <a:off x="733320" y="2828880"/>
            <a:ext cx="1503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S5 (</a:t>
            </a:r>
            <a:r>
              <a:rPr lang="ja-JP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尺度のみ</a:t>
            </a:r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3" name=""/>
          <p:cNvSpPr txBox="1"/>
          <p:nvPr/>
        </p:nvSpPr>
        <p:spPr>
          <a:xfrm>
            <a:off x="7756560" y="2789280"/>
            <a:ext cx="181044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nABCD </a:t>
            </a:r>
            <a:r>
              <a:rPr lang="ja-JP" sz="195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のみ検出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4" name=""/>
          <p:cNvSpPr/>
          <p:nvPr/>
        </p:nvSpPr>
        <p:spPr>
          <a:xfrm>
            <a:off x="2555280" y="335592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8" y="69"/>
                </a:moveTo>
                <a:cubicBezTo>
                  <a:pt x="80" y="23"/>
                  <a:pt x="123" y="0"/>
                  <a:pt x="178" y="0"/>
                </a:cubicBezTo>
                <a:cubicBezTo>
                  <a:pt x="206" y="0"/>
                  <a:pt x="233" y="7"/>
                  <a:pt x="260" y="22"/>
                </a:cubicBezTo>
                <a:cubicBezTo>
                  <a:pt x="287" y="37"/>
                  <a:pt x="309" y="63"/>
                  <a:pt x="326" y="100"/>
                </a:cubicBezTo>
                <a:cubicBezTo>
                  <a:pt x="346" y="147"/>
                  <a:pt x="357" y="211"/>
                  <a:pt x="357" y="293"/>
                </a:cubicBezTo>
                <a:cubicBezTo>
                  <a:pt x="357" y="381"/>
                  <a:pt x="345" y="447"/>
                  <a:pt x="321" y="494"/>
                </a:cubicBezTo>
                <a:cubicBezTo>
                  <a:pt x="309" y="517"/>
                  <a:pt x="294" y="536"/>
                  <a:pt x="274" y="550"/>
                </a:cubicBezTo>
                <a:cubicBezTo>
                  <a:pt x="254" y="564"/>
                  <a:pt x="237" y="573"/>
                  <a:pt x="223" y="576"/>
                </a:cubicBezTo>
                <a:cubicBezTo>
                  <a:pt x="208" y="580"/>
                  <a:pt x="194" y="582"/>
                  <a:pt x="179" y="582"/>
                </a:cubicBezTo>
                <a:cubicBezTo>
                  <a:pt x="164" y="582"/>
                  <a:pt x="149" y="580"/>
                  <a:pt x="135" y="577"/>
                </a:cubicBezTo>
                <a:cubicBezTo>
                  <a:pt x="120" y="574"/>
                  <a:pt x="103" y="565"/>
                  <a:pt x="83" y="550"/>
                </a:cubicBezTo>
                <a:cubicBezTo>
                  <a:pt x="63" y="535"/>
                  <a:pt x="48" y="517"/>
                  <a:pt x="37" y="494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4"/>
                  <a:pt x="16" y="120"/>
                  <a:pt x="48" y="69"/>
                </a:cubicBezTo>
                <a:moveTo>
                  <a:pt x="239" y="58"/>
                </a:moveTo>
                <a:cubicBezTo>
                  <a:pt x="223" y="40"/>
                  <a:pt x="203" y="31"/>
                  <a:pt x="179" y="31"/>
                </a:cubicBezTo>
                <a:cubicBezTo>
                  <a:pt x="155" y="31"/>
                  <a:pt x="135" y="40"/>
                  <a:pt x="118" y="58"/>
                </a:cubicBezTo>
                <a:cubicBezTo>
                  <a:pt x="104" y="73"/>
                  <a:pt x="94" y="93"/>
                  <a:pt x="90" y="119"/>
                </a:cubicBezTo>
                <a:cubicBezTo>
                  <a:pt x="85" y="145"/>
                  <a:pt x="83" y="199"/>
                  <a:pt x="83" y="282"/>
                </a:cubicBezTo>
                <a:cubicBezTo>
                  <a:pt x="83" y="371"/>
                  <a:pt x="85" y="430"/>
                  <a:pt x="90" y="458"/>
                </a:cubicBezTo>
                <a:cubicBezTo>
                  <a:pt x="94" y="486"/>
                  <a:pt x="104" y="508"/>
                  <a:pt x="120" y="525"/>
                </a:cubicBezTo>
                <a:cubicBezTo>
                  <a:pt x="136" y="542"/>
                  <a:pt x="155" y="550"/>
                  <a:pt x="179" y="550"/>
                </a:cubicBezTo>
                <a:cubicBezTo>
                  <a:pt x="202" y="550"/>
                  <a:pt x="221" y="542"/>
                  <a:pt x="237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4" y="366"/>
                  <a:pt x="274" y="282"/>
                </a:cubicBezTo>
                <a:cubicBezTo>
                  <a:pt x="274" y="200"/>
                  <a:pt x="272" y="146"/>
                  <a:pt x="267" y="120"/>
                </a:cubicBezTo>
                <a:cubicBezTo>
                  <a:pt x="263" y="94"/>
                  <a:pt x="254" y="74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5" name=""/>
          <p:cNvSpPr/>
          <p:nvPr/>
        </p:nvSpPr>
        <p:spPr>
          <a:xfrm>
            <a:off x="2719440" y="3521880"/>
            <a:ext cx="37080" cy="37080"/>
          </a:xfrm>
          <a:custGeom>
            <a:avLst/>
            <a:gdLst/>
            <a:ahLst/>
            <a:rect l="0" t="0" r="r" b="b"/>
            <a:pathLst>
              <a:path w="103" h="103">
                <a:moveTo>
                  <a:pt x="0" y="51"/>
                </a:moveTo>
                <a:cubicBezTo>
                  <a:pt x="0" y="37"/>
                  <a:pt x="4" y="26"/>
                  <a:pt x="14" y="15"/>
                </a:cubicBezTo>
                <a:cubicBezTo>
                  <a:pt x="23" y="5"/>
                  <a:pt x="36" y="0"/>
                  <a:pt x="51" y="0"/>
                </a:cubicBezTo>
                <a:cubicBezTo>
                  <a:pt x="65" y="0"/>
                  <a:pt x="77" y="5"/>
                  <a:pt x="87" y="14"/>
                </a:cubicBezTo>
                <a:cubicBezTo>
                  <a:pt x="97" y="23"/>
                  <a:pt x="102" y="35"/>
                  <a:pt x="103" y="50"/>
                </a:cubicBezTo>
                <a:cubicBezTo>
                  <a:pt x="103" y="64"/>
                  <a:pt x="98" y="77"/>
                  <a:pt x="88" y="87"/>
                </a:cubicBezTo>
                <a:cubicBezTo>
                  <a:pt x="79" y="98"/>
                  <a:pt x="67" y="103"/>
                  <a:pt x="52" y="103"/>
                </a:cubicBezTo>
                <a:cubicBezTo>
                  <a:pt x="36" y="103"/>
                  <a:pt x="24" y="98"/>
                  <a:pt x="15" y="88"/>
                </a:cubicBezTo>
                <a:cubicBezTo>
                  <a:pt x="5" y="79"/>
                  <a:pt x="0" y="67"/>
                  <a:pt x="0" y="5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6" name=""/>
          <p:cNvSpPr/>
          <p:nvPr/>
        </p:nvSpPr>
        <p:spPr>
          <a:xfrm>
            <a:off x="2792880" y="3355920"/>
            <a:ext cx="126360" cy="209520"/>
          </a:xfrm>
          <a:custGeom>
            <a:avLst/>
            <a:gdLst/>
            <a:ahLst/>
            <a:rect l="0" t="0" r="r" b="b"/>
            <a:pathLst>
              <a:path w="351" h="582">
                <a:moveTo>
                  <a:pt x="0" y="299"/>
                </a:moveTo>
                <a:cubicBezTo>
                  <a:pt x="0" y="206"/>
                  <a:pt x="23" y="134"/>
                  <a:pt x="68" y="80"/>
                </a:cubicBezTo>
                <a:cubicBezTo>
                  <a:pt x="115" y="27"/>
                  <a:pt x="166" y="0"/>
                  <a:pt x="221" y="0"/>
                </a:cubicBezTo>
                <a:cubicBezTo>
                  <a:pt x="260" y="0"/>
                  <a:pt x="288" y="10"/>
                  <a:pt x="305" y="31"/>
                </a:cubicBezTo>
                <a:cubicBezTo>
                  <a:pt x="322" y="51"/>
                  <a:pt x="330" y="73"/>
                  <a:pt x="330" y="98"/>
                </a:cubicBezTo>
                <a:cubicBezTo>
                  <a:pt x="330" y="112"/>
                  <a:pt x="326" y="123"/>
                  <a:pt x="318" y="132"/>
                </a:cubicBezTo>
                <a:cubicBezTo>
                  <a:pt x="311" y="140"/>
                  <a:pt x="300" y="145"/>
                  <a:pt x="286" y="145"/>
                </a:cubicBezTo>
                <a:cubicBezTo>
                  <a:pt x="273" y="145"/>
                  <a:pt x="262" y="141"/>
                  <a:pt x="253" y="133"/>
                </a:cubicBezTo>
                <a:cubicBezTo>
                  <a:pt x="245" y="125"/>
                  <a:pt x="241" y="114"/>
                  <a:pt x="241" y="100"/>
                </a:cubicBezTo>
                <a:cubicBezTo>
                  <a:pt x="241" y="75"/>
                  <a:pt x="254" y="60"/>
                  <a:pt x="280" y="55"/>
                </a:cubicBezTo>
                <a:cubicBezTo>
                  <a:pt x="268" y="43"/>
                  <a:pt x="251" y="36"/>
                  <a:pt x="228" y="34"/>
                </a:cubicBezTo>
                <a:cubicBezTo>
                  <a:pt x="188" y="34"/>
                  <a:pt x="155" y="51"/>
                  <a:pt x="129" y="85"/>
                </a:cubicBezTo>
                <a:cubicBezTo>
                  <a:pt x="103" y="122"/>
                  <a:pt x="89" y="179"/>
                  <a:pt x="89" y="255"/>
                </a:cubicBezTo>
                <a:lnTo>
                  <a:pt x="89" y="259"/>
                </a:lnTo>
                <a:cubicBezTo>
                  <a:pt x="92" y="255"/>
                  <a:pt x="94" y="252"/>
                  <a:pt x="97" y="248"/>
                </a:cubicBezTo>
                <a:cubicBezTo>
                  <a:pt x="120" y="214"/>
                  <a:pt x="150" y="197"/>
                  <a:pt x="188" y="197"/>
                </a:cubicBezTo>
                <a:lnTo>
                  <a:pt x="191" y="197"/>
                </a:lnTo>
                <a:cubicBezTo>
                  <a:pt x="217" y="197"/>
                  <a:pt x="240" y="202"/>
                  <a:pt x="259" y="213"/>
                </a:cubicBezTo>
                <a:cubicBezTo>
                  <a:pt x="273" y="221"/>
                  <a:pt x="286" y="232"/>
                  <a:pt x="300" y="247"/>
                </a:cubicBezTo>
                <a:cubicBezTo>
                  <a:pt x="313" y="261"/>
                  <a:pt x="324" y="278"/>
                  <a:pt x="333" y="296"/>
                </a:cubicBezTo>
                <a:cubicBezTo>
                  <a:pt x="345" y="323"/>
                  <a:pt x="351" y="354"/>
                  <a:pt x="351" y="386"/>
                </a:cubicBezTo>
                <a:lnTo>
                  <a:pt x="351" y="401"/>
                </a:lnTo>
                <a:cubicBezTo>
                  <a:pt x="351" y="414"/>
                  <a:pt x="349" y="427"/>
                  <a:pt x="346" y="438"/>
                </a:cubicBezTo>
                <a:cubicBezTo>
                  <a:pt x="340" y="471"/>
                  <a:pt x="322" y="503"/>
                  <a:pt x="292" y="535"/>
                </a:cubicBezTo>
                <a:cubicBezTo>
                  <a:pt x="262" y="566"/>
                  <a:pt x="225" y="582"/>
                  <a:pt x="179" y="582"/>
                </a:cubicBezTo>
                <a:cubicBezTo>
                  <a:pt x="163" y="582"/>
                  <a:pt x="148" y="580"/>
                  <a:pt x="134" y="575"/>
                </a:cubicBezTo>
                <a:cubicBezTo>
                  <a:pt x="119" y="571"/>
                  <a:pt x="103" y="562"/>
                  <a:pt x="85" y="550"/>
                </a:cubicBezTo>
                <a:cubicBezTo>
                  <a:pt x="68" y="538"/>
                  <a:pt x="54" y="521"/>
                  <a:pt x="42" y="500"/>
                </a:cubicBezTo>
                <a:cubicBezTo>
                  <a:pt x="30" y="479"/>
                  <a:pt x="20" y="452"/>
                  <a:pt x="12" y="418"/>
                </a:cubicBezTo>
                <a:cubicBezTo>
                  <a:pt x="3" y="385"/>
                  <a:pt x="-1" y="345"/>
                  <a:pt x="0" y="299"/>
                </a:cubicBezTo>
                <a:moveTo>
                  <a:pt x="182" y="227"/>
                </a:moveTo>
                <a:cubicBezTo>
                  <a:pt x="166" y="227"/>
                  <a:pt x="151" y="232"/>
                  <a:pt x="139" y="242"/>
                </a:cubicBezTo>
                <a:cubicBezTo>
                  <a:pt x="126" y="251"/>
                  <a:pt x="117" y="264"/>
                  <a:pt x="110" y="281"/>
                </a:cubicBezTo>
                <a:cubicBezTo>
                  <a:pt x="103" y="296"/>
                  <a:pt x="98" y="312"/>
                  <a:pt x="94" y="329"/>
                </a:cubicBezTo>
                <a:cubicBezTo>
                  <a:pt x="92" y="345"/>
                  <a:pt x="90" y="363"/>
                  <a:pt x="89" y="381"/>
                </a:cubicBezTo>
                <a:cubicBezTo>
                  <a:pt x="89" y="428"/>
                  <a:pt x="93" y="461"/>
                  <a:pt x="101" y="482"/>
                </a:cubicBezTo>
                <a:cubicBezTo>
                  <a:pt x="107" y="502"/>
                  <a:pt x="118" y="518"/>
                  <a:pt x="133" y="531"/>
                </a:cubicBezTo>
                <a:cubicBezTo>
                  <a:pt x="146" y="541"/>
                  <a:pt x="161" y="546"/>
                  <a:pt x="177" y="546"/>
                </a:cubicBezTo>
                <a:cubicBezTo>
                  <a:pt x="206" y="546"/>
                  <a:pt x="228" y="535"/>
                  <a:pt x="243" y="514"/>
                </a:cubicBezTo>
                <a:cubicBezTo>
                  <a:pt x="251" y="504"/>
                  <a:pt x="256" y="491"/>
                  <a:pt x="258" y="476"/>
                </a:cubicBezTo>
                <a:cubicBezTo>
                  <a:pt x="261" y="461"/>
                  <a:pt x="263" y="431"/>
                  <a:pt x="263" y="387"/>
                </a:cubicBezTo>
                <a:cubicBezTo>
                  <a:pt x="263" y="342"/>
                  <a:pt x="261" y="312"/>
                  <a:pt x="258" y="297"/>
                </a:cubicBezTo>
                <a:cubicBezTo>
                  <a:pt x="256" y="282"/>
                  <a:pt x="251" y="269"/>
                  <a:pt x="243" y="258"/>
                </a:cubicBezTo>
                <a:cubicBezTo>
                  <a:pt x="228" y="237"/>
                  <a:pt x="208" y="227"/>
                  <a:pt x="182" y="22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7" name=""/>
          <p:cNvSpPr/>
          <p:nvPr/>
        </p:nvSpPr>
        <p:spPr>
          <a:xfrm>
            <a:off x="2947320" y="3355920"/>
            <a:ext cx="121680" cy="203040"/>
          </a:xfrm>
          <a:custGeom>
            <a:avLst/>
            <a:gdLst/>
            <a:ahLst/>
            <a:rect l="0" t="0" r="r" b="b"/>
            <a:pathLst>
              <a:path w="338" h="564">
                <a:moveTo>
                  <a:pt x="51" y="200"/>
                </a:moveTo>
                <a:cubicBezTo>
                  <a:pt x="35" y="200"/>
                  <a:pt x="22" y="195"/>
                  <a:pt x="13" y="185"/>
                </a:cubicBezTo>
                <a:cubicBezTo>
                  <a:pt x="4" y="175"/>
                  <a:pt x="0" y="163"/>
                  <a:pt x="0" y="148"/>
                </a:cubicBezTo>
                <a:cubicBezTo>
                  <a:pt x="0" y="108"/>
                  <a:pt x="15" y="73"/>
                  <a:pt x="46" y="44"/>
                </a:cubicBezTo>
                <a:cubicBezTo>
                  <a:pt x="76" y="15"/>
                  <a:pt x="113" y="0"/>
                  <a:pt x="157" y="0"/>
                </a:cubicBezTo>
                <a:cubicBezTo>
                  <a:pt x="208" y="0"/>
                  <a:pt x="251" y="16"/>
                  <a:pt x="286" y="47"/>
                </a:cubicBezTo>
                <a:cubicBezTo>
                  <a:pt x="320" y="79"/>
                  <a:pt x="337" y="120"/>
                  <a:pt x="338" y="170"/>
                </a:cubicBezTo>
                <a:cubicBezTo>
                  <a:pt x="338" y="194"/>
                  <a:pt x="332" y="217"/>
                  <a:pt x="321" y="239"/>
                </a:cubicBezTo>
                <a:cubicBezTo>
                  <a:pt x="310" y="261"/>
                  <a:pt x="296" y="280"/>
                  <a:pt x="280" y="297"/>
                </a:cubicBezTo>
                <a:cubicBezTo>
                  <a:pt x="265" y="313"/>
                  <a:pt x="242" y="334"/>
                  <a:pt x="213" y="359"/>
                </a:cubicBezTo>
                <a:cubicBezTo>
                  <a:pt x="193" y="377"/>
                  <a:pt x="165" y="402"/>
                  <a:pt x="128" y="437"/>
                </a:cubicBezTo>
                <a:lnTo>
                  <a:pt x="79" y="484"/>
                </a:lnTo>
                <a:lnTo>
                  <a:pt x="143" y="485"/>
                </a:lnTo>
                <a:cubicBezTo>
                  <a:pt x="231" y="485"/>
                  <a:pt x="278" y="483"/>
                  <a:pt x="284" y="481"/>
                </a:cubicBezTo>
                <a:cubicBezTo>
                  <a:pt x="288" y="480"/>
                  <a:pt x="295" y="455"/>
                  <a:pt x="304" y="406"/>
                </a:cubicBezTo>
                <a:lnTo>
                  <a:pt x="304" y="403"/>
                </a:lnTo>
                <a:lnTo>
                  <a:pt x="338" y="403"/>
                </a:lnTo>
                <a:lnTo>
                  <a:pt x="338" y="406"/>
                </a:lnTo>
                <a:cubicBezTo>
                  <a:pt x="337" y="407"/>
                  <a:pt x="334" y="433"/>
                  <a:pt x="327" y="482"/>
                </a:cubicBezTo>
                <a:cubicBezTo>
                  <a:pt x="320" y="533"/>
                  <a:pt x="316" y="559"/>
                  <a:pt x="314" y="561"/>
                </a:cubicBezTo>
                <a:lnTo>
                  <a:pt x="314" y="564"/>
                </a:lnTo>
                <a:lnTo>
                  <a:pt x="0" y="564"/>
                </a:lnTo>
                <a:lnTo>
                  <a:pt x="0" y="548"/>
                </a:lnTo>
                <a:lnTo>
                  <a:pt x="0" y="537"/>
                </a:lnTo>
                <a:cubicBezTo>
                  <a:pt x="0" y="533"/>
                  <a:pt x="2" y="529"/>
                  <a:pt x="5" y="525"/>
                </a:cubicBezTo>
                <a:cubicBezTo>
                  <a:pt x="8" y="520"/>
                  <a:pt x="17" y="509"/>
                  <a:pt x="30" y="494"/>
                </a:cubicBezTo>
                <a:cubicBezTo>
                  <a:pt x="48" y="476"/>
                  <a:pt x="62" y="460"/>
                  <a:pt x="74" y="447"/>
                </a:cubicBezTo>
                <a:cubicBezTo>
                  <a:pt x="79" y="441"/>
                  <a:pt x="88" y="431"/>
                  <a:pt x="102" y="416"/>
                </a:cubicBezTo>
                <a:cubicBezTo>
                  <a:pt x="116" y="400"/>
                  <a:pt x="126" y="390"/>
                  <a:pt x="131" y="384"/>
                </a:cubicBezTo>
                <a:cubicBezTo>
                  <a:pt x="136" y="379"/>
                  <a:pt x="144" y="369"/>
                  <a:pt x="156" y="357"/>
                </a:cubicBezTo>
                <a:cubicBezTo>
                  <a:pt x="167" y="344"/>
                  <a:pt x="175" y="334"/>
                  <a:pt x="179" y="328"/>
                </a:cubicBezTo>
                <a:cubicBezTo>
                  <a:pt x="184" y="322"/>
                  <a:pt x="190" y="313"/>
                  <a:pt x="199" y="302"/>
                </a:cubicBezTo>
                <a:cubicBezTo>
                  <a:pt x="207" y="292"/>
                  <a:pt x="213" y="283"/>
                  <a:pt x="216" y="275"/>
                </a:cubicBezTo>
                <a:cubicBezTo>
                  <a:pt x="220" y="268"/>
                  <a:pt x="224" y="260"/>
                  <a:pt x="229" y="251"/>
                </a:cubicBezTo>
                <a:cubicBezTo>
                  <a:pt x="234" y="242"/>
                  <a:pt x="238" y="233"/>
                  <a:pt x="240" y="224"/>
                </a:cubicBezTo>
                <a:cubicBezTo>
                  <a:pt x="242" y="215"/>
                  <a:pt x="244" y="206"/>
                  <a:pt x="246" y="199"/>
                </a:cubicBezTo>
                <a:cubicBezTo>
                  <a:pt x="248" y="191"/>
                  <a:pt x="248" y="181"/>
                  <a:pt x="248" y="171"/>
                </a:cubicBezTo>
                <a:cubicBezTo>
                  <a:pt x="248" y="135"/>
                  <a:pt x="239" y="105"/>
                  <a:pt x="220" y="79"/>
                </a:cubicBezTo>
                <a:cubicBezTo>
                  <a:pt x="201" y="53"/>
                  <a:pt x="173" y="40"/>
                  <a:pt x="138" y="40"/>
                </a:cubicBezTo>
                <a:cubicBezTo>
                  <a:pt x="119" y="40"/>
                  <a:pt x="103" y="45"/>
                  <a:pt x="89" y="54"/>
                </a:cubicBezTo>
                <a:cubicBezTo>
                  <a:pt x="75" y="64"/>
                  <a:pt x="65" y="73"/>
                  <a:pt x="59" y="82"/>
                </a:cubicBezTo>
                <a:cubicBezTo>
                  <a:pt x="54" y="91"/>
                  <a:pt x="51" y="96"/>
                  <a:pt x="51" y="98"/>
                </a:cubicBezTo>
                <a:cubicBezTo>
                  <a:pt x="51" y="99"/>
                  <a:pt x="52" y="99"/>
                  <a:pt x="55" y="99"/>
                </a:cubicBezTo>
                <a:cubicBezTo>
                  <a:pt x="65" y="99"/>
                  <a:pt x="76" y="103"/>
                  <a:pt x="86" y="111"/>
                </a:cubicBezTo>
                <a:cubicBezTo>
                  <a:pt x="97" y="119"/>
                  <a:pt x="102" y="132"/>
                  <a:pt x="102" y="150"/>
                </a:cubicBezTo>
                <a:cubicBezTo>
                  <a:pt x="102" y="164"/>
                  <a:pt x="98" y="176"/>
                  <a:pt x="89" y="185"/>
                </a:cubicBezTo>
                <a:cubicBezTo>
                  <a:pt x="80" y="195"/>
                  <a:pt x="67" y="200"/>
                  <a:pt x="51" y="20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8" name=""/>
          <p:cNvSpPr/>
          <p:nvPr/>
        </p:nvSpPr>
        <p:spPr>
          <a:xfrm>
            <a:off x="3092760" y="3352680"/>
            <a:ext cx="135000" cy="206280"/>
          </a:xfrm>
          <a:custGeom>
            <a:avLst/>
            <a:gdLst/>
            <a:ahLst/>
            <a:rect l="0" t="0" r="r" b="b"/>
            <a:pathLst>
              <a:path w="375" h="573">
                <a:moveTo>
                  <a:pt x="367" y="573"/>
                </a:moveTo>
                <a:cubicBezTo>
                  <a:pt x="357" y="571"/>
                  <a:pt x="321" y="570"/>
                  <a:pt x="258" y="570"/>
                </a:cubicBezTo>
                <a:cubicBezTo>
                  <a:pt x="192" y="570"/>
                  <a:pt x="154" y="571"/>
                  <a:pt x="144" y="573"/>
                </a:cubicBezTo>
                <a:lnTo>
                  <a:pt x="136" y="573"/>
                </a:lnTo>
                <a:lnTo>
                  <a:pt x="136" y="534"/>
                </a:lnTo>
                <a:lnTo>
                  <a:pt x="163" y="534"/>
                </a:lnTo>
                <a:cubicBezTo>
                  <a:pt x="174" y="534"/>
                  <a:pt x="182" y="534"/>
                  <a:pt x="185" y="534"/>
                </a:cubicBezTo>
                <a:cubicBezTo>
                  <a:pt x="189" y="534"/>
                  <a:pt x="194" y="533"/>
                  <a:pt x="201" y="532"/>
                </a:cubicBezTo>
                <a:cubicBezTo>
                  <a:pt x="206" y="531"/>
                  <a:pt x="210" y="530"/>
                  <a:pt x="213" y="528"/>
                </a:cubicBezTo>
                <a:cubicBezTo>
                  <a:pt x="215" y="526"/>
                  <a:pt x="217" y="524"/>
                  <a:pt x="219" y="521"/>
                </a:cubicBezTo>
                <a:cubicBezTo>
                  <a:pt x="219" y="520"/>
                  <a:pt x="219" y="505"/>
                  <a:pt x="219" y="475"/>
                </a:cubicBezTo>
                <a:lnTo>
                  <a:pt x="219" y="433"/>
                </a:lnTo>
                <a:lnTo>
                  <a:pt x="0" y="433"/>
                </a:lnTo>
                <a:lnTo>
                  <a:pt x="0" y="394"/>
                </a:lnTo>
                <a:lnTo>
                  <a:pt x="127" y="199"/>
                </a:lnTo>
                <a:cubicBezTo>
                  <a:pt x="214" y="68"/>
                  <a:pt x="258" y="2"/>
                  <a:pt x="259" y="2"/>
                </a:cubicBezTo>
                <a:cubicBezTo>
                  <a:pt x="260" y="0"/>
                  <a:pt x="266" y="0"/>
                  <a:pt x="277" y="0"/>
                </a:cubicBezTo>
                <a:lnTo>
                  <a:pt x="292" y="0"/>
                </a:lnTo>
                <a:lnTo>
                  <a:pt x="297" y="5"/>
                </a:lnTo>
                <a:lnTo>
                  <a:pt x="297" y="394"/>
                </a:lnTo>
                <a:lnTo>
                  <a:pt x="375" y="394"/>
                </a:lnTo>
                <a:lnTo>
                  <a:pt x="375" y="433"/>
                </a:lnTo>
                <a:lnTo>
                  <a:pt x="297" y="433"/>
                </a:lnTo>
                <a:lnTo>
                  <a:pt x="297" y="476"/>
                </a:lnTo>
                <a:cubicBezTo>
                  <a:pt x="297" y="499"/>
                  <a:pt x="297" y="513"/>
                  <a:pt x="297" y="517"/>
                </a:cubicBezTo>
                <a:cubicBezTo>
                  <a:pt x="297" y="521"/>
                  <a:pt x="299" y="524"/>
                  <a:pt x="302" y="527"/>
                </a:cubicBezTo>
                <a:cubicBezTo>
                  <a:pt x="307" y="531"/>
                  <a:pt x="323" y="533"/>
                  <a:pt x="350" y="534"/>
                </a:cubicBezTo>
                <a:lnTo>
                  <a:pt x="375" y="534"/>
                </a:lnTo>
                <a:lnTo>
                  <a:pt x="375" y="573"/>
                </a:lnTo>
                <a:lnTo>
                  <a:pt x="367" y="573"/>
                </a:lnTo>
                <a:moveTo>
                  <a:pt x="224" y="394"/>
                </a:moveTo>
                <a:lnTo>
                  <a:pt x="224" y="112"/>
                </a:lnTo>
                <a:lnTo>
                  <a:pt x="38" y="394"/>
                </a:lnTo>
                <a:lnTo>
                  <a:pt x="131" y="394"/>
                </a:lnTo>
                <a:lnTo>
                  <a:pt x="224" y="39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29" name=""/>
          <p:cNvSpPr/>
          <p:nvPr/>
        </p:nvSpPr>
        <p:spPr>
          <a:xfrm>
            <a:off x="3320640" y="3355920"/>
            <a:ext cx="203040" cy="203040"/>
          </a:xfrm>
          <a:custGeom>
            <a:avLst/>
            <a:gdLst/>
            <a:ahLst/>
            <a:rect l="0" t="0" r="r" b="b"/>
            <a:pathLst>
              <a:path w="564" h="564">
                <a:moveTo>
                  <a:pt x="12" y="264"/>
                </a:moveTo>
                <a:lnTo>
                  <a:pt x="266" y="264"/>
                </a:lnTo>
                <a:lnTo>
                  <a:pt x="266" y="139"/>
                </a:lnTo>
                <a:cubicBezTo>
                  <a:pt x="266" y="55"/>
                  <a:pt x="266" y="12"/>
                  <a:pt x="267" y="9"/>
                </a:cubicBezTo>
                <a:cubicBezTo>
                  <a:pt x="270" y="3"/>
                  <a:pt x="275" y="0"/>
                  <a:pt x="282" y="0"/>
                </a:cubicBezTo>
                <a:cubicBezTo>
                  <a:pt x="290" y="0"/>
                  <a:pt x="294" y="4"/>
                  <a:pt x="296" y="10"/>
                </a:cubicBezTo>
                <a:cubicBezTo>
                  <a:pt x="298" y="17"/>
                  <a:pt x="299" y="33"/>
                  <a:pt x="299" y="59"/>
                </a:cubicBezTo>
                <a:lnTo>
                  <a:pt x="299" y="140"/>
                </a:lnTo>
                <a:lnTo>
                  <a:pt x="299" y="264"/>
                </a:lnTo>
                <a:lnTo>
                  <a:pt x="551" y="264"/>
                </a:lnTo>
                <a:cubicBezTo>
                  <a:pt x="560" y="269"/>
                  <a:pt x="564" y="275"/>
                  <a:pt x="564" y="281"/>
                </a:cubicBezTo>
                <a:cubicBezTo>
                  <a:pt x="564" y="289"/>
                  <a:pt x="560" y="294"/>
                  <a:pt x="551" y="298"/>
                </a:cubicBezTo>
                <a:lnTo>
                  <a:pt x="299" y="298"/>
                </a:lnTo>
                <a:lnTo>
                  <a:pt x="299" y="530"/>
                </a:lnTo>
                <a:lnTo>
                  <a:pt x="551" y="530"/>
                </a:lnTo>
                <a:cubicBezTo>
                  <a:pt x="560" y="534"/>
                  <a:pt x="564" y="540"/>
                  <a:pt x="564" y="547"/>
                </a:cubicBezTo>
                <a:cubicBezTo>
                  <a:pt x="564" y="553"/>
                  <a:pt x="560" y="559"/>
                  <a:pt x="551" y="564"/>
                </a:cubicBezTo>
                <a:lnTo>
                  <a:pt x="12" y="564"/>
                </a:lnTo>
                <a:cubicBezTo>
                  <a:pt x="4" y="560"/>
                  <a:pt x="0" y="554"/>
                  <a:pt x="0" y="547"/>
                </a:cubicBezTo>
                <a:cubicBezTo>
                  <a:pt x="0" y="539"/>
                  <a:pt x="4" y="534"/>
                  <a:pt x="12" y="530"/>
                </a:cubicBezTo>
                <a:lnTo>
                  <a:pt x="266" y="530"/>
                </a:lnTo>
                <a:lnTo>
                  <a:pt x="266" y="298"/>
                </a:lnTo>
                <a:lnTo>
                  <a:pt x="12" y="298"/>
                </a:lnTo>
                <a:cubicBezTo>
                  <a:pt x="4" y="294"/>
                  <a:pt x="0" y="289"/>
                  <a:pt x="0" y="281"/>
                </a:cubicBezTo>
                <a:cubicBezTo>
                  <a:pt x="0" y="274"/>
                  <a:pt x="4" y="268"/>
                  <a:pt x="12" y="26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0" name=""/>
          <p:cNvSpPr/>
          <p:nvPr/>
        </p:nvSpPr>
        <p:spPr>
          <a:xfrm>
            <a:off x="3619800" y="335592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80" y="23"/>
                  <a:pt x="123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1"/>
                  <a:pt x="344" y="447"/>
                  <a:pt x="320" y="494"/>
                </a:cubicBezTo>
                <a:cubicBezTo>
                  <a:pt x="309" y="517"/>
                  <a:pt x="293" y="536"/>
                  <a:pt x="273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7" y="580"/>
                  <a:pt x="193" y="582"/>
                  <a:pt x="179" y="582"/>
                </a:cubicBezTo>
                <a:cubicBezTo>
                  <a:pt x="164" y="582"/>
                  <a:pt x="150" y="580"/>
                  <a:pt x="135" y="577"/>
                </a:cubicBezTo>
                <a:cubicBezTo>
                  <a:pt x="120" y="574"/>
                  <a:pt x="103" y="565"/>
                  <a:pt x="83" y="550"/>
                </a:cubicBezTo>
                <a:cubicBezTo>
                  <a:pt x="64" y="535"/>
                  <a:pt x="47" y="517"/>
                  <a:pt x="36" y="494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4"/>
                  <a:pt x="16" y="120"/>
                  <a:pt x="48" y="69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5" y="31"/>
                  <a:pt x="135" y="40"/>
                  <a:pt x="118" y="58"/>
                </a:cubicBezTo>
                <a:cubicBezTo>
                  <a:pt x="104" y="73"/>
                  <a:pt x="95" y="93"/>
                  <a:pt x="90" y="119"/>
                </a:cubicBezTo>
                <a:cubicBezTo>
                  <a:pt x="86" y="145"/>
                  <a:pt x="83" y="199"/>
                  <a:pt x="83" y="282"/>
                </a:cubicBezTo>
                <a:cubicBezTo>
                  <a:pt x="83" y="371"/>
                  <a:pt x="86" y="430"/>
                  <a:pt x="90" y="458"/>
                </a:cubicBezTo>
                <a:cubicBezTo>
                  <a:pt x="95" y="486"/>
                  <a:pt x="105" y="508"/>
                  <a:pt x="121" y="525"/>
                </a:cubicBezTo>
                <a:cubicBezTo>
                  <a:pt x="136" y="542"/>
                  <a:pt x="156" y="550"/>
                  <a:pt x="179" y="550"/>
                </a:cubicBezTo>
                <a:cubicBezTo>
                  <a:pt x="201" y="550"/>
                  <a:pt x="220" y="542"/>
                  <a:pt x="236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3" y="366"/>
                  <a:pt x="273" y="282"/>
                </a:cubicBezTo>
                <a:cubicBezTo>
                  <a:pt x="273" y="200"/>
                  <a:pt x="271" y="146"/>
                  <a:pt x="267" y="120"/>
                </a:cubicBezTo>
                <a:cubicBezTo>
                  <a:pt x="262" y="94"/>
                  <a:pt x="253" y="74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1" name=""/>
          <p:cNvSpPr/>
          <p:nvPr/>
        </p:nvSpPr>
        <p:spPr>
          <a:xfrm>
            <a:off x="3783600" y="3521880"/>
            <a:ext cx="37080" cy="37080"/>
          </a:xfrm>
          <a:custGeom>
            <a:avLst/>
            <a:gdLst/>
            <a:ahLst/>
            <a:rect l="0" t="0" r="r" b="b"/>
            <a:pathLst>
              <a:path w="103" h="103">
                <a:moveTo>
                  <a:pt x="0" y="51"/>
                </a:moveTo>
                <a:cubicBezTo>
                  <a:pt x="0" y="37"/>
                  <a:pt x="5" y="26"/>
                  <a:pt x="14" y="15"/>
                </a:cubicBezTo>
                <a:cubicBezTo>
                  <a:pt x="24" y="5"/>
                  <a:pt x="36" y="0"/>
                  <a:pt x="52" y="0"/>
                </a:cubicBezTo>
                <a:cubicBezTo>
                  <a:pt x="65" y="0"/>
                  <a:pt x="77" y="5"/>
                  <a:pt x="87" y="14"/>
                </a:cubicBezTo>
                <a:cubicBezTo>
                  <a:pt x="97" y="23"/>
                  <a:pt x="102" y="35"/>
                  <a:pt x="103" y="50"/>
                </a:cubicBezTo>
                <a:cubicBezTo>
                  <a:pt x="103" y="64"/>
                  <a:pt x="98" y="77"/>
                  <a:pt x="89" y="87"/>
                </a:cubicBezTo>
                <a:cubicBezTo>
                  <a:pt x="79" y="98"/>
                  <a:pt x="67" y="103"/>
                  <a:pt x="52" y="103"/>
                </a:cubicBezTo>
                <a:cubicBezTo>
                  <a:pt x="37" y="103"/>
                  <a:pt x="25" y="98"/>
                  <a:pt x="15" y="88"/>
                </a:cubicBezTo>
                <a:cubicBezTo>
                  <a:pt x="5" y="79"/>
                  <a:pt x="0" y="67"/>
                  <a:pt x="0" y="5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2" name=""/>
          <p:cNvSpPr/>
          <p:nvPr/>
        </p:nvSpPr>
        <p:spPr>
          <a:xfrm>
            <a:off x="3856320" y="335592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79" y="23"/>
                  <a:pt x="123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1"/>
                  <a:pt x="344" y="447"/>
                  <a:pt x="320" y="494"/>
                </a:cubicBezTo>
                <a:cubicBezTo>
                  <a:pt x="309" y="517"/>
                  <a:pt x="293" y="536"/>
                  <a:pt x="273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7" y="580"/>
                  <a:pt x="193" y="582"/>
                  <a:pt x="179" y="582"/>
                </a:cubicBezTo>
                <a:cubicBezTo>
                  <a:pt x="164" y="582"/>
                  <a:pt x="150" y="580"/>
                  <a:pt x="135" y="577"/>
                </a:cubicBezTo>
                <a:cubicBezTo>
                  <a:pt x="120" y="574"/>
                  <a:pt x="102" y="565"/>
                  <a:pt x="82" y="550"/>
                </a:cubicBezTo>
                <a:cubicBezTo>
                  <a:pt x="63" y="535"/>
                  <a:pt x="47" y="517"/>
                  <a:pt x="36" y="494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4"/>
                  <a:pt x="16" y="120"/>
                  <a:pt x="48" y="69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5" y="31"/>
                  <a:pt x="135" y="40"/>
                  <a:pt x="118" y="58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5"/>
                  <a:pt x="82" y="199"/>
                  <a:pt x="82" y="282"/>
                </a:cubicBezTo>
                <a:cubicBezTo>
                  <a:pt x="82" y="371"/>
                  <a:pt x="85" y="430"/>
                  <a:pt x="89" y="458"/>
                </a:cubicBezTo>
                <a:cubicBezTo>
                  <a:pt x="94" y="486"/>
                  <a:pt x="104" y="508"/>
                  <a:pt x="121" y="525"/>
                </a:cubicBezTo>
                <a:cubicBezTo>
                  <a:pt x="136" y="542"/>
                  <a:pt x="156" y="550"/>
                  <a:pt x="179" y="550"/>
                </a:cubicBezTo>
                <a:cubicBezTo>
                  <a:pt x="201" y="550"/>
                  <a:pt x="221" y="542"/>
                  <a:pt x="236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3" y="366"/>
                  <a:pt x="273" y="282"/>
                </a:cubicBezTo>
                <a:cubicBezTo>
                  <a:pt x="273" y="200"/>
                  <a:pt x="271" y="146"/>
                  <a:pt x="267" y="120"/>
                </a:cubicBezTo>
                <a:cubicBezTo>
                  <a:pt x="262" y="94"/>
                  <a:pt x="253" y="74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3" name=""/>
          <p:cNvSpPr/>
          <p:nvPr/>
        </p:nvSpPr>
        <p:spPr>
          <a:xfrm>
            <a:off x="4009320" y="3355920"/>
            <a:ext cx="126000" cy="209520"/>
          </a:xfrm>
          <a:custGeom>
            <a:avLst/>
            <a:gdLst/>
            <a:ahLst/>
            <a:rect l="0" t="0" r="r" b="b"/>
            <a:pathLst>
              <a:path w="350" h="582">
                <a:moveTo>
                  <a:pt x="262" y="321"/>
                </a:moveTo>
                <a:cubicBezTo>
                  <a:pt x="235" y="364"/>
                  <a:pt x="201" y="385"/>
                  <a:pt x="160" y="385"/>
                </a:cubicBezTo>
                <a:cubicBezTo>
                  <a:pt x="116" y="385"/>
                  <a:pt x="80" y="369"/>
                  <a:pt x="52" y="336"/>
                </a:cubicBezTo>
                <a:cubicBezTo>
                  <a:pt x="24" y="302"/>
                  <a:pt x="7" y="267"/>
                  <a:pt x="1" y="228"/>
                </a:cubicBezTo>
                <a:cubicBezTo>
                  <a:pt x="0" y="219"/>
                  <a:pt x="0" y="208"/>
                  <a:pt x="0" y="194"/>
                </a:cubicBezTo>
                <a:lnTo>
                  <a:pt x="0" y="188"/>
                </a:lnTo>
                <a:cubicBezTo>
                  <a:pt x="0" y="135"/>
                  <a:pt x="19" y="90"/>
                  <a:pt x="58" y="51"/>
                </a:cubicBezTo>
                <a:cubicBezTo>
                  <a:pt x="92" y="17"/>
                  <a:pt x="129" y="0"/>
                  <a:pt x="169" y="0"/>
                </a:cubicBezTo>
                <a:cubicBezTo>
                  <a:pt x="170" y="0"/>
                  <a:pt x="172" y="0"/>
                  <a:pt x="174" y="0"/>
                </a:cubicBezTo>
                <a:cubicBezTo>
                  <a:pt x="177" y="0"/>
                  <a:pt x="179" y="0"/>
                  <a:pt x="181" y="1"/>
                </a:cubicBezTo>
                <a:lnTo>
                  <a:pt x="184" y="1"/>
                </a:lnTo>
                <a:cubicBezTo>
                  <a:pt x="191" y="1"/>
                  <a:pt x="198" y="2"/>
                  <a:pt x="207" y="3"/>
                </a:cubicBezTo>
                <a:cubicBezTo>
                  <a:pt x="214" y="4"/>
                  <a:pt x="224" y="7"/>
                  <a:pt x="238" y="13"/>
                </a:cubicBezTo>
                <a:cubicBezTo>
                  <a:pt x="251" y="18"/>
                  <a:pt x="265" y="27"/>
                  <a:pt x="278" y="40"/>
                </a:cubicBezTo>
                <a:cubicBezTo>
                  <a:pt x="290" y="52"/>
                  <a:pt x="303" y="69"/>
                  <a:pt x="314" y="90"/>
                </a:cubicBezTo>
                <a:cubicBezTo>
                  <a:pt x="338" y="139"/>
                  <a:pt x="350" y="203"/>
                  <a:pt x="350" y="282"/>
                </a:cubicBezTo>
                <a:cubicBezTo>
                  <a:pt x="350" y="360"/>
                  <a:pt x="333" y="427"/>
                  <a:pt x="299" y="482"/>
                </a:cubicBezTo>
                <a:cubicBezTo>
                  <a:pt x="280" y="513"/>
                  <a:pt x="256" y="538"/>
                  <a:pt x="229" y="555"/>
                </a:cubicBezTo>
                <a:cubicBezTo>
                  <a:pt x="200" y="573"/>
                  <a:pt x="171" y="582"/>
                  <a:pt x="140" y="582"/>
                </a:cubicBezTo>
                <a:cubicBezTo>
                  <a:pt x="105" y="582"/>
                  <a:pt x="77" y="574"/>
                  <a:pt x="55" y="558"/>
                </a:cubicBezTo>
                <a:cubicBezTo>
                  <a:pt x="33" y="541"/>
                  <a:pt x="22" y="517"/>
                  <a:pt x="21" y="485"/>
                </a:cubicBezTo>
                <a:cubicBezTo>
                  <a:pt x="21" y="453"/>
                  <a:pt x="36" y="437"/>
                  <a:pt x="66" y="438"/>
                </a:cubicBezTo>
                <a:cubicBezTo>
                  <a:pt x="79" y="438"/>
                  <a:pt x="89" y="442"/>
                  <a:pt x="97" y="450"/>
                </a:cubicBezTo>
                <a:cubicBezTo>
                  <a:pt x="106" y="457"/>
                  <a:pt x="110" y="468"/>
                  <a:pt x="110" y="483"/>
                </a:cubicBezTo>
                <a:cubicBezTo>
                  <a:pt x="110" y="493"/>
                  <a:pt x="108" y="501"/>
                  <a:pt x="103" y="509"/>
                </a:cubicBezTo>
                <a:cubicBezTo>
                  <a:pt x="97" y="516"/>
                  <a:pt x="93" y="521"/>
                  <a:pt x="89" y="522"/>
                </a:cubicBezTo>
                <a:cubicBezTo>
                  <a:pt x="85" y="524"/>
                  <a:pt x="81" y="525"/>
                  <a:pt x="78" y="526"/>
                </a:cubicBezTo>
                <a:lnTo>
                  <a:pt x="75" y="527"/>
                </a:lnTo>
                <a:cubicBezTo>
                  <a:pt x="75" y="528"/>
                  <a:pt x="77" y="530"/>
                  <a:pt x="81" y="532"/>
                </a:cubicBezTo>
                <a:cubicBezTo>
                  <a:pt x="85" y="535"/>
                  <a:pt x="92" y="537"/>
                  <a:pt x="103" y="541"/>
                </a:cubicBezTo>
                <a:cubicBezTo>
                  <a:pt x="113" y="544"/>
                  <a:pt x="125" y="546"/>
                  <a:pt x="138" y="545"/>
                </a:cubicBezTo>
                <a:lnTo>
                  <a:pt x="143" y="545"/>
                </a:lnTo>
                <a:cubicBezTo>
                  <a:pt x="177" y="545"/>
                  <a:pt x="205" y="527"/>
                  <a:pt x="229" y="491"/>
                </a:cubicBezTo>
                <a:cubicBezTo>
                  <a:pt x="251" y="459"/>
                  <a:pt x="262" y="405"/>
                  <a:pt x="262" y="327"/>
                </a:cubicBezTo>
                <a:lnTo>
                  <a:pt x="262" y="321"/>
                </a:lnTo>
                <a:moveTo>
                  <a:pt x="170" y="354"/>
                </a:moveTo>
                <a:cubicBezTo>
                  <a:pt x="197" y="354"/>
                  <a:pt x="220" y="340"/>
                  <a:pt x="236" y="313"/>
                </a:cubicBezTo>
                <a:cubicBezTo>
                  <a:pt x="252" y="285"/>
                  <a:pt x="261" y="247"/>
                  <a:pt x="261" y="199"/>
                </a:cubicBezTo>
                <a:cubicBezTo>
                  <a:pt x="261" y="156"/>
                  <a:pt x="259" y="124"/>
                  <a:pt x="255" y="105"/>
                </a:cubicBezTo>
                <a:cubicBezTo>
                  <a:pt x="254" y="99"/>
                  <a:pt x="252" y="94"/>
                  <a:pt x="250" y="88"/>
                </a:cubicBezTo>
                <a:cubicBezTo>
                  <a:pt x="247" y="82"/>
                  <a:pt x="243" y="75"/>
                  <a:pt x="238" y="66"/>
                </a:cubicBezTo>
                <a:cubicBezTo>
                  <a:pt x="232" y="57"/>
                  <a:pt x="224" y="49"/>
                  <a:pt x="212" y="43"/>
                </a:cubicBezTo>
                <a:cubicBezTo>
                  <a:pt x="200" y="37"/>
                  <a:pt x="187" y="34"/>
                  <a:pt x="172" y="35"/>
                </a:cubicBezTo>
                <a:cubicBezTo>
                  <a:pt x="150" y="35"/>
                  <a:pt x="132" y="42"/>
                  <a:pt x="117" y="58"/>
                </a:cubicBezTo>
                <a:cubicBezTo>
                  <a:pt x="105" y="70"/>
                  <a:pt x="97" y="85"/>
                  <a:pt x="94" y="101"/>
                </a:cubicBezTo>
                <a:cubicBezTo>
                  <a:pt x="91" y="118"/>
                  <a:pt x="89" y="148"/>
                  <a:pt x="88" y="190"/>
                </a:cubicBezTo>
                <a:cubicBezTo>
                  <a:pt x="88" y="237"/>
                  <a:pt x="90" y="269"/>
                  <a:pt x="92" y="286"/>
                </a:cubicBezTo>
                <a:cubicBezTo>
                  <a:pt x="95" y="302"/>
                  <a:pt x="101" y="315"/>
                  <a:pt x="109" y="325"/>
                </a:cubicBezTo>
                <a:cubicBezTo>
                  <a:pt x="123" y="345"/>
                  <a:pt x="144" y="354"/>
                  <a:pt x="170" y="35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4" name=""/>
          <p:cNvSpPr/>
          <p:nvPr/>
        </p:nvSpPr>
        <p:spPr>
          <a:xfrm>
            <a:off x="4161240" y="3355920"/>
            <a:ext cx="126000" cy="209520"/>
          </a:xfrm>
          <a:custGeom>
            <a:avLst/>
            <a:gdLst/>
            <a:ahLst/>
            <a:rect l="0" t="0" r="r" b="b"/>
            <a:pathLst>
              <a:path w="350" h="582">
                <a:moveTo>
                  <a:pt x="0" y="299"/>
                </a:moveTo>
                <a:cubicBezTo>
                  <a:pt x="0" y="206"/>
                  <a:pt x="23" y="134"/>
                  <a:pt x="68" y="80"/>
                </a:cubicBezTo>
                <a:cubicBezTo>
                  <a:pt x="114" y="27"/>
                  <a:pt x="165" y="0"/>
                  <a:pt x="221" y="0"/>
                </a:cubicBezTo>
                <a:cubicBezTo>
                  <a:pt x="260" y="0"/>
                  <a:pt x="288" y="10"/>
                  <a:pt x="305" y="31"/>
                </a:cubicBezTo>
                <a:cubicBezTo>
                  <a:pt x="322" y="51"/>
                  <a:pt x="330" y="73"/>
                  <a:pt x="330" y="98"/>
                </a:cubicBezTo>
                <a:cubicBezTo>
                  <a:pt x="330" y="112"/>
                  <a:pt x="326" y="123"/>
                  <a:pt x="318" y="132"/>
                </a:cubicBezTo>
                <a:cubicBezTo>
                  <a:pt x="310" y="140"/>
                  <a:pt x="299" y="145"/>
                  <a:pt x="285" y="145"/>
                </a:cubicBezTo>
                <a:cubicBezTo>
                  <a:pt x="272" y="145"/>
                  <a:pt x="262" y="141"/>
                  <a:pt x="253" y="133"/>
                </a:cubicBezTo>
                <a:cubicBezTo>
                  <a:pt x="245" y="125"/>
                  <a:pt x="241" y="114"/>
                  <a:pt x="241" y="100"/>
                </a:cubicBezTo>
                <a:cubicBezTo>
                  <a:pt x="241" y="75"/>
                  <a:pt x="254" y="60"/>
                  <a:pt x="280" y="55"/>
                </a:cubicBezTo>
                <a:cubicBezTo>
                  <a:pt x="268" y="43"/>
                  <a:pt x="251" y="36"/>
                  <a:pt x="228" y="34"/>
                </a:cubicBezTo>
                <a:cubicBezTo>
                  <a:pt x="188" y="34"/>
                  <a:pt x="155" y="51"/>
                  <a:pt x="128" y="85"/>
                </a:cubicBezTo>
                <a:cubicBezTo>
                  <a:pt x="102" y="122"/>
                  <a:pt x="88" y="179"/>
                  <a:pt x="88" y="255"/>
                </a:cubicBezTo>
                <a:lnTo>
                  <a:pt x="89" y="259"/>
                </a:lnTo>
                <a:cubicBezTo>
                  <a:pt x="92" y="255"/>
                  <a:pt x="94" y="252"/>
                  <a:pt x="96" y="248"/>
                </a:cubicBezTo>
                <a:cubicBezTo>
                  <a:pt x="119" y="214"/>
                  <a:pt x="150" y="197"/>
                  <a:pt x="187" y="197"/>
                </a:cubicBezTo>
                <a:lnTo>
                  <a:pt x="191" y="197"/>
                </a:lnTo>
                <a:cubicBezTo>
                  <a:pt x="217" y="197"/>
                  <a:pt x="240" y="202"/>
                  <a:pt x="259" y="213"/>
                </a:cubicBezTo>
                <a:cubicBezTo>
                  <a:pt x="273" y="221"/>
                  <a:pt x="286" y="232"/>
                  <a:pt x="300" y="247"/>
                </a:cubicBezTo>
                <a:cubicBezTo>
                  <a:pt x="313" y="261"/>
                  <a:pt x="324" y="278"/>
                  <a:pt x="333" y="296"/>
                </a:cubicBezTo>
                <a:cubicBezTo>
                  <a:pt x="345" y="323"/>
                  <a:pt x="350" y="354"/>
                  <a:pt x="350" y="386"/>
                </a:cubicBezTo>
                <a:lnTo>
                  <a:pt x="350" y="401"/>
                </a:lnTo>
                <a:cubicBezTo>
                  <a:pt x="350" y="414"/>
                  <a:pt x="349" y="427"/>
                  <a:pt x="346" y="438"/>
                </a:cubicBezTo>
                <a:cubicBezTo>
                  <a:pt x="340" y="471"/>
                  <a:pt x="322" y="503"/>
                  <a:pt x="292" y="535"/>
                </a:cubicBezTo>
                <a:cubicBezTo>
                  <a:pt x="262" y="566"/>
                  <a:pt x="225" y="582"/>
                  <a:pt x="179" y="582"/>
                </a:cubicBezTo>
                <a:cubicBezTo>
                  <a:pt x="163" y="582"/>
                  <a:pt x="148" y="580"/>
                  <a:pt x="132" y="575"/>
                </a:cubicBezTo>
                <a:cubicBezTo>
                  <a:pt x="118" y="571"/>
                  <a:pt x="102" y="562"/>
                  <a:pt x="85" y="550"/>
                </a:cubicBezTo>
                <a:cubicBezTo>
                  <a:pt x="68" y="538"/>
                  <a:pt x="54" y="521"/>
                  <a:pt x="42" y="500"/>
                </a:cubicBezTo>
                <a:cubicBezTo>
                  <a:pt x="30" y="479"/>
                  <a:pt x="20" y="452"/>
                  <a:pt x="12" y="418"/>
                </a:cubicBezTo>
                <a:cubicBezTo>
                  <a:pt x="3" y="385"/>
                  <a:pt x="-1" y="345"/>
                  <a:pt x="0" y="299"/>
                </a:cubicBezTo>
                <a:moveTo>
                  <a:pt x="182" y="227"/>
                </a:moveTo>
                <a:cubicBezTo>
                  <a:pt x="165" y="227"/>
                  <a:pt x="151" y="232"/>
                  <a:pt x="138" y="242"/>
                </a:cubicBezTo>
                <a:cubicBezTo>
                  <a:pt x="125" y="251"/>
                  <a:pt x="115" y="264"/>
                  <a:pt x="109" y="281"/>
                </a:cubicBezTo>
                <a:cubicBezTo>
                  <a:pt x="102" y="296"/>
                  <a:pt x="97" y="312"/>
                  <a:pt x="94" y="329"/>
                </a:cubicBezTo>
                <a:cubicBezTo>
                  <a:pt x="92" y="345"/>
                  <a:pt x="90" y="363"/>
                  <a:pt x="89" y="381"/>
                </a:cubicBezTo>
                <a:cubicBezTo>
                  <a:pt x="89" y="428"/>
                  <a:pt x="93" y="461"/>
                  <a:pt x="99" y="482"/>
                </a:cubicBezTo>
                <a:cubicBezTo>
                  <a:pt x="106" y="502"/>
                  <a:pt x="117" y="518"/>
                  <a:pt x="132" y="531"/>
                </a:cubicBezTo>
                <a:cubicBezTo>
                  <a:pt x="146" y="541"/>
                  <a:pt x="161" y="546"/>
                  <a:pt x="177" y="546"/>
                </a:cubicBezTo>
                <a:cubicBezTo>
                  <a:pt x="206" y="546"/>
                  <a:pt x="228" y="535"/>
                  <a:pt x="243" y="514"/>
                </a:cubicBezTo>
                <a:cubicBezTo>
                  <a:pt x="251" y="504"/>
                  <a:pt x="256" y="491"/>
                  <a:pt x="258" y="476"/>
                </a:cubicBezTo>
                <a:cubicBezTo>
                  <a:pt x="261" y="461"/>
                  <a:pt x="263" y="431"/>
                  <a:pt x="263" y="387"/>
                </a:cubicBezTo>
                <a:cubicBezTo>
                  <a:pt x="263" y="342"/>
                  <a:pt x="261" y="312"/>
                  <a:pt x="258" y="297"/>
                </a:cubicBezTo>
                <a:cubicBezTo>
                  <a:pt x="256" y="282"/>
                  <a:pt x="251" y="269"/>
                  <a:pt x="243" y="258"/>
                </a:cubicBezTo>
                <a:cubicBezTo>
                  <a:pt x="228" y="237"/>
                  <a:pt x="208" y="227"/>
                  <a:pt x="182" y="22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5" name=""/>
          <p:cNvSpPr/>
          <p:nvPr/>
        </p:nvSpPr>
        <p:spPr>
          <a:xfrm>
            <a:off x="5308200" y="335592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79" y="23"/>
                  <a:pt x="122" y="0"/>
                  <a:pt x="177" y="0"/>
                </a:cubicBezTo>
                <a:cubicBezTo>
                  <a:pt x="204" y="0"/>
                  <a:pt x="231" y="7"/>
                  <a:pt x="258" y="22"/>
                </a:cubicBezTo>
                <a:cubicBezTo>
                  <a:pt x="285" y="37"/>
                  <a:pt x="307" y="63"/>
                  <a:pt x="324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1"/>
                  <a:pt x="344" y="447"/>
                  <a:pt x="319" y="494"/>
                </a:cubicBezTo>
                <a:cubicBezTo>
                  <a:pt x="308" y="517"/>
                  <a:pt x="292" y="536"/>
                  <a:pt x="272" y="550"/>
                </a:cubicBezTo>
                <a:cubicBezTo>
                  <a:pt x="253" y="564"/>
                  <a:pt x="235" y="573"/>
                  <a:pt x="221" y="576"/>
                </a:cubicBezTo>
                <a:cubicBezTo>
                  <a:pt x="206" y="580"/>
                  <a:pt x="192" y="582"/>
                  <a:pt x="178" y="582"/>
                </a:cubicBezTo>
                <a:cubicBezTo>
                  <a:pt x="163" y="582"/>
                  <a:pt x="148" y="580"/>
                  <a:pt x="134" y="577"/>
                </a:cubicBezTo>
                <a:cubicBezTo>
                  <a:pt x="119" y="574"/>
                  <a:pt x="102" y="565"/>
                  <a:pt x="82" y="550"/>
                </a:cubicBezTo>
                <a:cubicBezTo>
                  <a:pt x="63" y="535"/>
                  <a:pt x="47" y="517"/>
                  <a:pt x="36" y="494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4"/>
                  <a:pt x="16" y="120"/>
                  <a:pt x="48" y="69"/>
                </a:cubicBezTo>
                <a:moveTo>
                  <a:pt x="238" y="58"/>
                </a:moveTo>
                <a:cubicBezTo>
                  <a:pt x="221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5"/>
                  <a:pt x="82" y="199"/>
                  <a:pt x="82" y="282"/>
                </a:cubicBezTo>
                <a:cubicBezTo>
                  <a:pt x="82" y="371"/>
                  <a:pt x="85" y="430"/>
                  <a:pt x="89" y="458"/>
                </a:cubicBezTo>
                <a:cubicBezTo>
                  <a:pt x="94" y="486"/>
                  <a:pt x="104" y="508"/>
                  <a:pt x="119" y="525"/>
                </a:cubicBezTo>
                <a:cubicBezTo>
                  <a:pt x="135" y="542"/>
                  <a:pt x="155" y="550"/>
                  <a:pt x="178" y="550"/>
                </a:cubicBezTo>
                <a:cubicBezTo>
                  <a:pt x="200" y="550"/>
                  <a:pt x="219" y="542"/>
                  <a:pt x="235" y="525"/>
                </a:cubicBezTo>
                <a:cubicBezTo>
                  <a:pt x="251" y="508"/>
                  <a:pt x="262" y="484"/>
                  <a:pt x="266" y="454"/>
                </a:cubicBezTo>
                <a:cubicBezTo>
                  <a:pt x="270" y="423"/>
                  <a:pt x="272" y="366"/>
                  <a:pt x="272" y="282"/>
                </a:cubicBezTo>
                <a:cubicBezTo>
                  <a:pt x="272" y="200"/>
                  <a:pt x="270" y="146"/>
                  <a:pt x="266" y="120"/>
                </a:cubicBezTo>
                <a:cubicBezTo>
                  <a:pt x="261" y="94"/>
                  <a:pt x="252" y="74"/>
                  <a:pt x="238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6" name=""/>
          <p:cNvSpPr/>
          <p:nvPr/>
        </p:nvSpPr>
        <p:spPr>
          <a:xfrm>
            <a:off x="5472000" y="3521880"/>
            <a:ext cx="37080" cy="37080"/>
          </a:xfrm>
          <a:custGeom>
            <a:avLst/>
            <a:gdLst/>
            <a:ahLst/>
            <a:rect l="0" t="0" r="r" b="b"/>
            <a:pathLst>
              <a:path w="103" h="103">
                <a:moveTo>
                  <a:pt x="0" y="51"/>
                </a:moveTo>
                <a:cubicBezTo>
                  <a:pt x="0" y="37"/>
                  <a:pt x="5" y="26"/>
                  <a:pt x="14" y="15"/>
                </a:cubicBezTo>
                <a:cubicBezTo>
                  <a:pt x="24" y="5"/>
                  <a:pt x="36" y="0"/>
                  <a:pt x="51" y="0"/>
                </a:cubicBezTo>
                <a:cubicBezTo>
                  <a:pt x="65" y="0"/>
                  <a:pt x="77" y="5"/>
                  <a:pt x="87" y="14"/>
                </a:cubicBezTo>
                <a:cubicBezTo>
                  <a:pt x="97" y="23"/>
                  <a:pt x="102" y="35"/>
                  <a:pt x="103" y="50"/>
                </a:cubicBezTo>
                <a:cubicBezTo>
                  <a:pt x="103" y="64"/>
                  <a:pt x="98" y="77"/>
                  <a:pt x="89" y="87"/>
                </a:cubicBezTo>
                <a:cubicBezTo>
                  <a:pt x="79" y="98"/>
                  <a:pt x="67" y="103"/>
                  <a:pt x="52" y="103"/>
                </a:cubicBezTo>
                <a:cubicBezTo>
                  <a:pt x="37" y="103"/>
                  <a:pt x="25" y="98"/>
                  <a:pt x="15" y="88"/>
                </a:cubicBezTo>
                <a:cubicBezTo>
                  <a:pt x="5" y="79"/>
                  <a:pt x="0" y="67"/>
                  <a:pt x="0" y="5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7" name=""/>
          <p:cNvSpPr/>
          <p:nvPr/>
        </p:nvSpPr>
        <p:spPr>
          <a:xfrm>
            <a:off x="5544720" y="335592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9" y="69"/>
                </a:moveTo>
                <a:cubicBezTo>
                  <a:pt x="80" y="23"/>
                  <a:pt x="123" y="0"/>
                  <a:pt x="178" y="0"/>
                </a:cubicBezTo>
                <a:cubicBezTo>
                  <a:pt x="205" y="0"/>
                  <a:pt x="232" y="7"/>
                  <a:pt x="259" y="22"/>
                </a:cubicBezTo>
                <a:cubicBezTo>
                  <a:pt x="286" y="37"/>
                  <a:pt x="308" y="63"/>
                  <a:pt x="325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1"/>
                  <a:pt x="344" y="447"/>
                  <a:pt x="320" y="494"/>
                </a:cubicBezTo>
                <a:cubicBezTo>
                  <a:pt x="309" y="517"/>
                  <a:pt x="293" y="536"/>
                  <a:pt x="273" y="550"/>
                </a:cubicBezTo>
                <a:cubicBezTo>
                  <a:pt x="254" y="564"/>
                  <a:pt x="237" y="573"/>
                  <a:pt x="222" y="576"/>
                </a:cubicBezTo>
                <a:cubicBezTo>
                  <a:pt x="207" y="580"/>
                  <a:pt x="193" y="582"/>
                  <a:pt x="179" y="582"/>
                </a:cubicBezTo>
                <a:cubicBezTo>
                  <a:pt x="164" y="582"/>
                  <a:pt x="150" y="580"/>
                  <a:pt x="135" y="577"/>
                </a:cubicBezTo>
                <a:cubicBezTo>
                  <a:pt x="120" y="574"/>
                  <a:pt x="103" y="565"/>
                  <a:pt x="83" y="550"/>
                </a:cubicBezTo>
                <a:cubicBezTo>
                  <a:pt x="64" y="535"/>
                  <a:pt x="48" y="517"/>
                  <a:pt x="36" y="494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4"/>
                  <a:pt x="16" y="120"/>
                  <a:pt x="49" y="69"/>
                </a:cubicBezTo>
                <a:moveTo>
                  <a:pt x="239" y="58"/>
                </a:moveTo>
                <a:cubicBezTo>
                  <a:pt x="222" y="40"/>
                  <a:pt x="202" y="31"/>
                  <a:pt x="179" y="31"/>
                </a:cubicBezTo>
                <a:cubicBezTo>
                  <a:pt x="155" y="31"/>
                  <a:pt x="135" y="40"/>
                  <a:pt x="118" y="58"/>
                </a:cubicBezTo>
                <a:cubicBezTo>
                  <a:pt x="104" y="73"/>
                  <a:pt x="95" y="93"/>
                  <a:pt x="90" y="119"/>
                </a:cubicBezTo>
                <a:cubicBezTo>
                  <a:pt x="86" y="145"/>
                  <a:pt x="83" y="199"/>
                  <a:pt x="83" y="282"/>
                </a:cubicBezTo>
                <a:cubicBezTo>
                  <a:pt x="83" y="371"/>
                  <a:pt x="86" y="430"/>
                  <a:pt x="90" y="458"/>
                </a:cubicBezTo>
                <a:cubicBezTo>
                  <a:pt x="95" y="486"/>
                  <a:pt x="105" y="508"/>
                  <a:pt x="121" y="525"/>
                </a:cubicBezTo>
                <a:cubicBezTo>
                  <a:pt x="136" y="542"/>
                  <a:pt x="156" y="550"/>
                  <a:pt x="179" y="550"/>
                </a:cubicBezTo>
                <a:cubicBezTo>
                  <a:pt x="201" y="550"/>
                  <a:pt x="220" y="542"/>
                  <a:pt x="236" y="525"/>
                </a:cubicBezTo>
                <a:cubicBezTo>
                  <a:pt x="253" y="508"/>
                  <a:pt x="263" y="484"/>
                  <a:pt x="267" y="454"/>
                </a:cubicBezTo>
                <a:cubicBezTo>
                  <a:pt x="271" y="423"/>
                  <a:pt x="273" y="366"/>
                  <a:pt x="273" y="282"/>
                </a:cubicBezTo>
                <a:cubicBezTo>
                  <a:pt x="273" y="200"/>
                  <a:pt x="271" y="146"/>
                  <a:pt x="267" y="120"/>
                </a:cubicBezTo>
                <a:cubicBezTo>
                  <a:pt x="262" y="94"/>
                  <a:pt x="253" y="74"/>
                  <a:pt x="239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8" name=""/>
          <p:cNvSpPr/>
          <p:nvPr/>
        </p:nvSpPr>
        <p:spPr>
          <a:xfrm>
            <a:off x="5696640" y="335592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80" y="23"/>
                  <a:pt x="123" y="0"/>
                  <a:pt x="177" y="0"/>
                </a:cubicBezTo>
                <a:cubicBezTo>
                  <a:pt x="204" y="0"/>
                  <a:pt x="231" y="7"/>
                  <a:pt x="258" y="22"/>
                </a:cubicBezTo>
                <a:cubicBezTo>
                  <a:pt x="285" y="37"/>
                  <a:pt x="307" y="63"/>
                  <a:pt x="324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1"/>
                  <a:pt x="344" y="447"/>
                  <a:pt x="319" y="494"/>
                </a:cubicBezTo>
                <a:cubicBezTo>
                  <a:pt x="308" y="517"/>
                  <a:pt x="292" y="536"/>
                  <a:pt x="273" y="550"/>
                </a:cubicBezTo>
                <a:cubicBezTo>
                  <a:pt x="253" y="564"/>
                  <a:pt x="236" y="573"/>
                  <a:pt x="221" y="576"/>
                </a:cubicBezTo>
                <a:cubicBezTo>
                  <a:pt x="207" y="580"/>
                  <a:pt x="192" y="582"/>
                  <a:pt x="178" y="582"/>
                </a:cubicBezTo>
                <a:cubicBezTo>
                  <a:pt x="163" y="582"/>
                  <a:pt x="149" y="580"/>
                  <a:pt x="134" y="577"/>
                </a:cubicBezTo>
                <a:cubicBezTo>
                  <a:pt x="120" y="574"/>
                  <a:pt x="102" y="565"/>
                  <a:pt x="83" y="550"/>
                </a:cubicBezTo>
                <a:cubicBezTo>
                  <a:pt x="63" y="535"/>
                  <a:pt x="47" y="517"/>
                  <a:pt x="36" y="494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4"/>
                  <a:pt x="16" y="120"/>
                  <a:pt x="48" y="69"/>
                </a:cubicBezTo>
                <a:moveTo>
                  <a:pt x="238" y="58"/>
                </a:moveTo>
                <a:cubicBezTo>
                  <a:pt x="221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5"/>
                  <a:pt x="83" y="199"/>
                  <a:pt x="83" y="282"/>
                </a:cubicBezTo>
                <a:cubicBezTo>
                  <a:pt x="83" y="371"/>
                  <a:pt x="85" y="430"/>
                  <a:pt x="89" y="458"/>
                </a:cubicBezTo>
                <a:cubicBezTo>
                  <a:pt x="94" y="486"/>
                  <a:pt x="104" y="508"/>
                  <a:pt x="120" y="525"/>
                </a:cubicBezTo>
                <a:cubicBezTo>
                  <a:pt x="136" y="542"/>
                  <a:pt x="155" y="550"/>
                  <a:pt x="178" y="550"/>
                </a:cubicBezTo>
                <a:cubicBezTo>
                  <a:pt x="201" y="550"/>
                  <a:pt x="220" y="542"/>
                  <a:pt x="236" y="525"/>
                </a:cubicBezTo>
                <a:cubicBezTo>
                  <a:pt x="252" y="508"/>
                  <a:pt x="262" y="484"/>
                  <a:pt x="266" y="454"/>
                </a:cubicBezTo>
                <a:cubicBezTo>
                  <a:pt x="270" y="423"/>
                  <a:pt x="272" y="366"/>
                  <a:pt x="273" y="282"/>
                </a:cubicBezTo>
                <a:cubicBezTo>
                  <a:pt x="273" y="200"/>
                  <a:pt x="270" y="146"/>
                  <a:pt x="266" y="120"/>
                </a:cubicBezTo>
                <a:cubicBezTo>
                  <a:pt x="261" y="94"/>
                  <a:pt x="252" y="74"/>
                  <a:pt x="238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39" name=""/>
          <p:cNvSpPr/>
          <p:nvPr/>
        </p:nvSpPr>
        <p:spPr>
          <a:xfrm>
            <a:off x="5921280" y="3355920"/>
            <a:ext cx="203040" cy="203040"/>
          </a:xfrm>
          <a:custGeom>
            <a:avLst/>
            <a:gdLst/>
            <a:ahLst/>
            <a:rect l="0" t="0" r="r" b="b"/>
            <a:pathLst>
              <a:path w="564" h="564">
                <a:moveTo>
                  <a:pt x="12" y="264"/>
                </a:moveTo>
                <a:lnTo>
                  <a:pt x="266" y="264"/>
                </a:lnTo>
                <a:lnTo>
                  <a:pt x="266" y="139"/>
                </a:lnTo>
                <a:cubicBezTo>
                  <a:pt x="266" y="55"/>
                  <a:pt x="266" y="12"/>
                  <a:pt x="267" y="9"/>
                </a:cubicBezTo>
                <a:cubicBezTo>
                  <a:pt x="270" y="3"/>
                  <a:pt x="275" y="0"/>
                  <a:pt x="282" y="0"/>
                </a:cubicBezTo>
                <a:cubicBezTo>
                  <a:pt x="289" y="0"/>
                  <a:pt x="294" y="4"/>
                  <a:pt x="296" y="10"/>
                </a:cubicBezTo>
                <a:cubicBezTo>
                  <a:pt x="298" y="17"/>
                  <a:pt x="299" y="33"/>
                  <a:pt x="299" y="59"/>
                </a:cubicBezTo>
                <a:lnTo>
                  <a:pt x="299" y="140"/>
                </a:lnTo>
                <a:lnTo>
                  <a:pt x="299" y="264"/>
                </a:lnTo>
                <a:lnTo>
                  <a:pt x="551" y="264"/>
                </a:lnTo>
                <a:cubicBezTo>
                  <a:pt x="559" y="269"/>
                  <a:pt x="564" y="275"/>
                  <a:pt x="564" y="281"/>
                </a:cubicBezTo>
                <a:cubicBezTo>
                  <a:pt x="564" y="289"/>
                  <a:pt x="559" y="294"/>
                  <a:pt x="551" y="298"/>
                </a:cubicBezTo>
                <a:lnTo>
                  <a:pt x="299" y="298"/>
                </a:lnTo>
                <a:lnTo>
                  <a:pt x="299" y="530"/>
                </a:lnTo>
                <a:lnTo>
                  <a:pt x="551" y="530"/>
                </a:lnTo>
                <a:cubicBezTo>
                  <a:pt x="559" y="534"/>
                  <a:pt x="564" y="540"/>
                  <a:pt x="564" y="547"/>
                </a:cubicBezTo>
                <a:cubicBezTo>
                  <a:pt x="564" y="553"/>
                  <a:pt x="559" y="559"/>
                  <a:pt x="551" y="564"/>
                </a:cubicBezTo>
                <a:lnTo>
                  <a:pt x="12" y="564"/>
                </a:lnTo>
                <a:cubicBezTo>
                  <a:pt x="4" y="560"/>
                  <a:pt x="0" y="554"/>
                  <a:pt x="0" y="547"/>
                </a:cubicBezTo>
                <a:cubicBezTo>
                  <a:pt x="0" y="539"/>
                  <a:pt x="4" y="534"/>
                  <a:pt x="12" y="530"/>
                </a:cubicBezTo>
                <a:lnTo>
                  <a:pt x="266" y="530"/>
                </a:lnTo>
                <a:lnTo>
                  <a:pt x="266" y="298"/>
                </a:lnTo>
                <a:lnTo>
                  <a:pt x="12" y="298"/>
                </a:lnTo>
                <a:cubicBezTo>
                  <a:pt x="4" y="294"/>
                  <a:pt x="0" y="289"/>
                  <a:pt x="0" y="281"/>
                </a:cubicBezTo>
                <a:cubicBezTo>
                  <a:pt x="0" y="274"/>
                  <a:pt x="4" y="268"/>
                  <a:pt x="12" y="26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0" name=""/>
          <p:cNvSpPr/>
          <p:nvPr/>
        </p:nvSpPr>
        <p:spPr>
          <a:xfrm>
            <a:off x="6220440" y="3355920"/>
            <a:ext cx="128160" cy="209520"/>
          </a:xfrm>
          <a:custGeom>
            <a:avLst/>
            <a:gdLst/>
            <a:ahLst/>
            <a:rect l="0" t="0" r="r" b="b"/>
            <a:pathLst>
              <a:path w="356" h="582">
                <a:moveTo>
                  <a:pt x="48" y="69"/>
                </a:moveTo>
                <a:cubicBezTo>
                  <a:pt x="79" y="23"/>
                  <a:pt x="122" y="0"/>
                  <a:pt x="177" y="0"/>
                </a:cubicBezTo>
                <a:cubicBezTo>
                  <a:pt x="204" y="0"/>
                  <a:pt x="231" y="7"/>
                  <a:pt x="258" y="22"/>
                </a:cubicBezTo>
                <a:cubicBezTo>
                  <a:pt x="285" y="37"/>
                  <a:pt x="308" y="63"/>
                  <a:pt x="325" y="100"/>
                </a:cubicBezTo>
                <a:cubicBezTo>
                  <a:pt x="346" y="147"/>
                  <a:pt x="356" y="211"/>
                  <a:pt x="356" y="293"/>
                </a:cubicBezTo>
                <a:cubicBezTo>
                  <a:pt x="356" y="381"/>
                  <a:pt x="344" y="447"/>
                  <a:pt x="320" y="494"/>
                </a:cubicBezTo>
                <a:cubicBezTo>
                  <a:pt x="309" y="517"/>
                  <a:pt x="292" y="536"/>
                  <a:pt x="272" y="550"/>
                </a:cubicBezTo>
                <a:cubicBezTo>
                  <a:pt x="253" y="564"/>
                  <a:pt x="235" y="573"/>
                  <a:pt x="221" y="576"/>
                </a:cubicBezTo>
                <a:cubicBezTo>
                  <a:pt x="206" y="580"/>
                  <a:pt x="192" y="582"/>
                  <a:pt x="178" y="582"/>
                </a:cubicBezTo>
                <a:cubicBezTo>
                  <a:pt x="163" y="582"/>
                  <a:pt x="148" y="580"/>
                  <a:pt x="134" y="577"/>
                </a:cubicBezTo>
                <a:cubicBezTo>
                  <a:pt x="119" y="574"/>
                  <a:pt x="102" y="565"/>
                  <a:pt x="82" y="550"/>
                </a:cubicBezTo>
                <a:cubicBezTo>
                  <a:pt x="63" y="535"/>
                  <a:pt x="47" y="517"/>
                  <a:pt x="36" y="494"/>
                </a:cubicBezTo>
                <a:cubicBezTo>
                  <a:pt x="12" y="447"/>
                  <a:pt x="0" y="381"/>
                  <a:pt x="0" y="293"/>
                </a:cubicBezTo>
                <a:cubicBezTo>
                  <a:pt x="0" y="194"/>
                  <a:pt x="16" y="120"/>
                  <a:pt x="48" y="69"/>
                </a:cubicBezTo>
                <a:moveTo>
                  <a:pt x="238" y="58"/>
                </a:moveTo>
                <a:cubicBezTo>
                  <a:pt x="221" y="40"/>
                  <a:pt x="201" y="31"/>
                  <a:pt x="178" y="31"/>
                </a:cubicBezTo>
                <a:cubicBezTo>
                  <a:pt x="154" y="31"/>
                  <a:pt x="134" y="40"/>
                  <a:pt x="117" y="58"/>
                </a:cubicBezTo>
                <a:cubicBezTo>
                  <a:pt x="103" y="73"/>
                  <a:pt x="94" y="93"/>
                  <a:pt x="89" y="119"/>
                </a:cubicBezTo>
                <a:cubicBezTo>
                  <a:pt x="85" y="145"/>
                  <a:pt x="82" y="199"/>
                  <a:pt x="82" y="282"/>
                </a:cubicBezTo>
                <a:cubicBezTo>
                  <a:pt x="82" y="371"/>
                  <a:pt x="85" y="430"/>
                  <a:pt x="89" y="458"/>
                </a:cubicBezTo>
                <a:cubicBezTo>
                  <a:pt x="94" y="486"/>
                  <a:pt x="104" y="508"/>
                  <a:pt x="119" y="525"/>
                </a:cubicBezTo>
                <a:cubicBezTo>
                  <a:pt x="135" y="542"/>
                  <a:pt x="155" y="550"/>
                  <a:pt x="178" y="550"/>
                </a:cubicBezTo>
                <a:cubicBezTo>
                  <a:pt x="200" y="550"/>
                  <a:pt x="219" y="542"/>
                  <a:pt x="235" y="525"/>
                </a:cubicBezTo>
                <a:cubicBezTo>
                  <a:pt x="252" y="508"/>
                  <a:pt x="262" y="484"/>
                  <a:pt x="266" y="454"/>
                </a:cubicBezTo>
                <a:cubicBezTo>
                  <a:pt x="270" y="423"/>
                  <a:pt x="272" y="366"/>
                  <a:pt x="272" y="282"/>
                </a:cubicBezTo>
                <a:cubicBezTo>
                  <a:pt x="272" y="200"/>
                  <a:pt x="270" y="146"/>
                  <a:pt x="266" y="120"/>
                </a:cubicBezTo>
                <a:cubicBezTo>
                  <a:pt x="261" y="94"/>
                  <a:pt x="252" y="74"/>
                  <a:pt x="238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1" name=""/>
          <p:cNvSpPr/>
          <p:nvPr/>
        </p:nvSpPr>
        <p:spPr>
          <a:xfrm>
            <a:off x="6384240" y="3521880"/>
            <a:ext cx="37080" cy="37080"/>
          </a:xfrm>
          <a:custGeom>
            <a:avLst/>
            <a:gdLst/>
            <a:ahLst/>
            <a:rect l="0" t="0" r="r" b="b"/>
            <a:pathLst>
              <a:path w="103" h="103">
                <a:moveTo>
                  <a:pt x="0" y="51"/>
                </a:moveTo>
                <a:cubicBezTo>
                  <a:pt x="0" y="37"/>
                  <a:pt x="5" y="26"/>
                  <a:pt x="14" y="15"/>
                </a:cubicBezTo>
                <a:cubicBezTo>
                  <a:pt x="24" y="5"/>
                  <a:pt x="36" y="0"/>
                  <a:pt x="50" y="0"/>
                </a:cubicBezTo>
                <a:cubicBezTo>
                  <a:pt x="64" y="0"/>
                  <a:pt x="77" y="5"/>
                  <a:pt x="87" y="14"/>
                </a:cubicBezTo>
                <a:cubicBezTo>
                  <a:pt x="97" y="23"/>
                  <a:pt x="102" y="35"/>
                  <a:pt x="103" y="50"/>
                </a:cubicBezTo>
                <a:cubicBezTo>
                  <a:pt x="103" y="64"/>
                  <a:pt x="98" y="77"/>
                  <a:pt x="89" y="87"/>
                </a:cubicBezTo>
                <a:cubicBezTo>
                  <a:pt x="79" y="98"/>
                  <a:pt x="67" y="103"/>
                  <a:pt x="51" y="103"/>
                </a:cubicBezTo>
                <a:cubicBezTo>
                  <a:pt x="37" y="103"/>
                  <a:pt x="25" y="98"/>
                  <a:pt x="15" y="88"/>
                </a:cubicBezTo>
                <a:cubicBezTo>
                  <a:pt x="5" y="79"/>
                  <a:pt x="0" y="67"/>
                  <a:pt x="0" y="5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2" name=""/>
          <p:cNvSpPr/>
          <p:nvPr/>
        </p:nvSpPr>
        <p:spPr>
          <a:xfrm>
            <a:off x="6470280" y="3355920"/>
            <a:ext cx="104760" cy="203040"/>
          </a:xfrm>
          <a:custGeom>
            <a:avLst/>
            <a:gdLst/>
            <a:ahLst/>
            <a:rect l="0" t="0" r="r" b="b"/>
            <a:pathLst>
              <a:path w="291" h="564">
                <a:moveTo>
                  <a:pt x="110" y="74"/>
                </a:moveTo>
                <a:lnTo>
                  <a:pt x="99" y="79"/>
                </a:lnTo>
                <a:cubicBezTo>
                  <a:pt x="91" y="81"/>
                  <a:pt x="79" y="84"/>
                  <a:pt x="65" y="87"/>
                </a:cubicBezTo>
                <a:cubicBezTo>
                  <a:pt x="50" y="90"/>
                  <a:pt x="34" y="92"/>
                  <a:pt x="16" y="93"/>
                </a:cubicBezTo>
                <a:lnTo>
                  <a:pt x="0" y="93"/>
                </a:lnTo>
                <a:lnTo>
                  <a:pt x="0" y="54"/>
                </a:lnTo>
                <a:lnTo>
                  <a:pt x="16" y="54"/>
                </a:lnTo>
                <a:cubicBezTo>
                  <a:pt x="42" y="53"/>
                  <a:pt x="67" y="49"/>
                  <a:pt x="89" y="42"/>
                </a:cubicBezTo>
                <a:cubicBezTo>
                  <a:pt x="112" y="34"/>
                  <a:pt x="128" y="27"/>
                  <a:pt x="137" y="21"/>
                </a:cubicBezTo>
                <a:cubicBezTo>
                  <a:pt x="146" y="15"/>
                  <a:pt x="155" y="9"/>
                  <a:pt x="161" y="3"/>
                </a:cubicBezTo>
                <a:cubicBezTo>
                  <a:pt x="162" y="1"/>
                  <a:pt x="166" y="0"/>
                  <a:pt x="171" y="0"/>
                </a:cubicBezTo>
                <a:cubicBezTo>
                  <a:pt x="176" y="0"/>
                  <a:pt x="181" y="2"/>
                  <a:pt x="186" y="5"/>
                </a:cubicBezTo>
                <a:lnTo>
                  <a:pt x="186" y="258"/>
                </a:lnTo>
                <a:lnTo>
                  <a:pt x="187" y="511"/>
                </a:lnTo>
                <a:cubicBezTo>
                  <a:pt x="191" y="516"/>
                  <a:pt x="194" y="519"/>
                  <a:pt x="197" y="520"/>
                </a:cubicBezTo>
                <a:cubicBezTo>
                  <a:pt x="200" y="521"/>
                  <a:pt x="206" y="522"/>
                  <a:pt x="217" y="523"/>
                </a:cubicBezTo>
                <a:cubicBezTo>
                  <a:pt x="228" y="524"/>
                  <a:pt x="245" y="525"/>
                  <a:pt x="269" y="525"/>
                </a:cubicBezTo>
                <a:lnTo>
                  <a:pt x="291" y="525"/>
                </a:lnTo>
                <a:lnTo>
                  <a:pt x="291" y="564"/>
                </a:lnTo>
                <a:lnTo>
                  <a:pt x="282" y="564"/>
                </a:lnTo>
                <a:cubicBezTo>
                  <a:pt x="270" y="562"/>
                  <a:pt x="225" y="561"/>
                  <a:pt x="147" y="561"/>
                </a:cubicBezTo>
                <a:cubicBezTo>
                  <a:pt x="70" y="561"/>
                  <a:pt x="26" y="562"/>
                  <a:pt x="14" y="564"/>
                </a:cubicBezTo>
                <a:lnTo>
                  <a:pt x="4" y="564"/>
                </a:lnTo>
                <a:lnTo>
                  <a:pt x="4" y="525"/>
                </a:lnTo>
                <a:lnTo>
                  <a:pt x="26" y="525"/>
                </a:lnTo>
                <a:cubicBezTo>
                  <a:pt x="38" y="525"/>
                  <a:pt x="49" y="525"/>
                  <a:pt x="58" y="525"/>
                </a:cubicBezTo>
                <a:cubicBezTo>
                  <a:pt x="67" y="525"/>
                  <a:pt x="74" y="524"/>
                  <a:pt x="79" y="524"/>
                </a:cubicBezTo>
                <a:cubicBezTo>
                  <a:pt x="84" y="523"/>
                  <a:pt x="89" y="523"/>
                  <a:pt x="93" y="521"/>
                </a:cubicBezTo>
                <a:cubicBezTo>
                  <a:pt x="97" y="520"/>
                  <a:pt x="99" y="520"/>
                  <a:pt x="99" y="520"/>
                </a:cubicBezTo>
                <a:cubicBezTo>
                  <a:pt x="100" y="520"/>
                  <a:pt x="102" y="518"/>
                  <a:pt x="105" y="515"/>
                </a:cubicBezTo>
                <a:cubicBezTo>
                  <a:pt x="107" y="512"/>
                  <a:pt x="109" y="511"/>
                  <a:pt x="110" y="511"/>
                </a:cubicBezTo>
                <a:lnTo>
                  <a:pt x="110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3" name=""/>
          <p:cNvSpPr/>
          <p:nvPr/>
        </p:nvSpPr>
        <p:spPr>
          <a:xfrm>
            <a:off x="6605640" y="3352680"/>
            <a:ext cx="135000" cy="206280"/>
          </a:xfrm>
          <a:custGeom>
            <a:avLst/>
            <a:gdLst/>
            <a:ahLst/>
            <a:rect l="0" t="0" r="r" b="b"/>
            <a:pathLst>
              <a:path w="375" h="573">
                <a:moveTo>
                  <a:pt x="367" y="573"/>
                </a:moveTo>
                <a:cubicBezTo>
                  <a:pt x="357" y="571"/>
                  <a:pt x="321" y="570"/>
                  <a:pt x="258" y="570"/>
                </a:cubicBezTo>
                <a:cubicBezTo>
                  <a:pt x="193" y="570"/>
                  <a:pt x="154" y="571"/>
                  <a:pt x="144" y="573"/>
                </a:cubicBezTo>
                <a:lnTo>
                  <a:pt x="136" y="573"/>
                </a:lnTo>
                <a:lnTo>
                  <a:pt x="136" y="534"/>
                </a:lnTo>
                <a:lnTo>
                  <a:pt x="163" y="534"/>
                </a:lnTo>
                <a:cubicBezTo>
                  <a:pt x="175" y="534"/>
                  <a:pt x="182" y="534"/>
                  <a:pt x="186" y="534"/>
                </a:cubicBezTo>
                <a:cubicBezTo>
                  <a:pt x="190" y="534"/>
                  <a:pt x="195" y="533"/>
                  <a:pt x="201" y="532"/>
                </a:cubicBezTo>
                <a:cubicBezTo>
                  <a:pt x="206" y="531"/>
                  <a:pt x="210" y="530"/>
                  <a:pt x="213" y="528"/>
                </a:cubicBezTo>
                <a:cubicBezTo>
                  <a:pt x="215" y="526"/>
                  <a:pt x="217" y="524"/>
                  <a:pt x="219" y="521"/>
                </a:cubicBezTo>
                <a:cubicBezTo>
                  <a:pt x="219" y="520"/>
                  <a:pt x="219" y="505"/>
                  <a:pt x="219" y="475"/>
                </a:cubicBezTo>
                <a:lnTo>
                  <a:pt x="219" y="433"/>
                </a:lnTo>
                <a:lnTo>
                  <a:pt x="0" y="433"/>
                </a:lnTo>
                <a:lnTo>
                  <a:pt x="0" y="394"/>
                </a:lnTo>
                <a:lnTo>
                  <a:pt x="127" y="199"/>
                </a:lnTo>
                <a:cubicBezTo>
                  <a:pt x="214" y="68"/>
                  <a:pt x="258" y="2"/>
                  <a:pt x="259" y="2"/>
                </a:cubicBezTo>
                <a:cubicBezTo>
                  <a:pt x="260" y="0"/>
                  <a:pt x="266" y="0"/>
                  <a:pt x="277" y="0"/>
                </a:cubicBezTo>
                <a:lnTo>
                  <a:pt x="292" y="0"/>
                </a:lnTo>
                <a:lnTo>
                  <a:pt x="297" y="5"/>
                </a:lnTo>
                <a:lnTo>
                  <a:pt x="297" y="394"/>
                </a:lnTo>
                <a:lnTo>
                  <a:pt x="375" y="394"/>
                </a:lnTo>
                <a:lnTo>
                  <a:pt x="375" y="433"/>
                </a:lnTo>
                <a:lnTo>
                  <a:pt x="297" y="433"/>
                </a:lnTo>
                <a:lnTo>
                  <a:pt x="297" y="476"/>
                </a:lnTo>
                <a:cubicBezTo>
                  <a:pt x="297" y="499"/>
                  <a:pt x="297" y="513"/>
                  <a:pt x="297" y="517"/>
                </a:cubicBezTo>
                <a:cubicBezTo>
                  <a:pt x="297" y="521"/>
                  <a:pt x="299" y="524"/>
                  <a:pt x="302" y="527"/>
                </a:cubicBezTo>
                <a:cubicBezTo>
                  <a:pt x="307" y="531"/>
                  <a:pt x="323" y="533"/>
                  <a:pt x="350" y="534"/>
                </a:cubicBezTo>
                <a:lnTo>
                  <a:pt x="375" y="534"/>
                </a:lnTo>
                <a:lnTo>
                  <a:pt x="375" y="573"/>
                </a:lnTo>
                <a:lnTo>
                  <a:pt x="367" y="573"/>
                </a:lnTo>
                <a:moveTo>
                  <a:pt x="224" y="394"/>
                </a:moveTo>
                <a:lnTo>
                  <a:pt x="224" y="112"/>
                </a:lnTo>
                <a:lnTo>
                  <a:pt x="38" y="394"/>
                </a:lnTo>
                <a:lnTo>
                  <a:pt x="131" y="394"/>
                </a:lnTo>
                <a:lnTo>
                  <a:pt x="224" y="39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4" name=""/>
          <p:cNvSpPr txBox="1"/>
          <p:nvPr/>
        </p:nvSpPr>
        <p:spPr>
          <a:xfrm>
            <a:off x="733320" y="3314520"/>
            <a:ext cx="1503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S6 (</a:t>
            </a:r>
            <a:r>
              <a:rPr lang="ja-JP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歪度のみ</a:t>
            </a:r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5" name=""/>
          <p:cNvSpPr txBox="1"/>
          <p:nvPr/>
        </p:nvSpPr>
        <p:spPr>
          <a:xfrm>
            <a:off x="7756560" y="3274920"/>
            <a:ext cx="181044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nABCD </a:t>
            </a:r>
            <a:r>
              <a:rPr lang="ja-JP" sz="195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のみ検出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6" name=""/>
          <p:cNvSpPr/>
          <p:nvPr/>
        </p:nvSpPr>
        <p:spPr>
          <a:xfrm>
            <a:off x="933120" y="45622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2"/>
                  <a:pt x="250" y="248"/>
                </a:cubicBezTo>
                <a:cubicBezTo>
                  <a:pt x="243" y="255"/>
                  <a:pt x="236" y="261"/>
                  <a:pt x="228" y="267"/>
                </a:cubicBezTo>
                <a:cubicBezTo>
                  <a:pt x="220" y="272"/>
                  <a:pt x="211" y="276"/>
                  <a:pt x="203" y="281"/>
                </a:cubicBezTo>
                <a:cubicBezTo>
                  <a:pt x="194" y="285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6"/>
                  <a:pt x="73" y="272"/>
                  <a:pt x="65" y="267"/>
                </a:cubicBezTo>
                <a:cubicBezTo>
                  <a:pt x="57" y="261"/>
                  <a:pt x="50" y="255"/>
                  <a:pt x="43" y="248"/>
                </a:cubicBezTo>
                <a:cubicBezTo>
                  <a:pt x="36" y="242"/>
                  <a:pt x="30" y="234"/>
                  <a:pt x="25" y="226"/>
                </a:cubicBezTo>
                <a:cubicBezTo>
                  <a:pt x="20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7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7" name=""/>
          <p:cNvSpPr txBox="1"/>
          <p:nvPr/>
        </p:nvSpPr>
        <p:spPr>
          <a:xfrm>
            <a:off x="571320" y="3900600"/>
            <a:ext cx="13647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Key Finding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8" name=""/>
          <p:cNvSpPr/>
          <p:nvPr/>
        </p:nvSpPr>
        <p:spPr>
          <a:xfrm>
            <a:off x="933120" y="50004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3"/>
                  <a:pt x="285" y="193"/>
                  <a:pt x="281" y="201"/>
                </a:cubicBezTo>
                <a:cubicBezTo>
                  <a:pt x="278" y="210"/>
                  <a:pt x="273" y="219"/>
                  <a:pt x="268" y="227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8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0"/>
                  <a:pt x="11" y="201"/>
                </a:cubicBezTo>
                <a:cubicBezTo>
                  <a:pt x="8" y="193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49" name=""/>
          <p:cNvSpPr txBox="1"/>
          <p:nvPr/>
        </p:nvSpPr>
        <p:spPr>
          <a:xfrm>
            <a:off x="1200240" y="4448160"/>
            <a:ext cx="51940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位置差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SMD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と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nABCD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は同等の情報を提供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50" name=""/>
          <p:cNvSpPr txBox="1"/>
          <p:nvPr/>
        </p:nvSpPr>
        <p:spPr>
          <a:xfrm>
            <a:off x="1200240" y="4843800"/>
            <a:ext cx="160092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尺度‧歪度差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51" name=""/>
          <p:cNvSpPr/>
          <p:nvPr/>
        </p:nvSpPr>
        <p:spPr>
          <a:xfrm>
            <a:off x="933120" y="54385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52" name=""/>
          <p:cNvSpPr txBox="1"/>
          <p:nvPr/>
        </p:nvSpPr>
        <p:spPr>
          <a:xfrm>
            <a:off x="2800440" y="4886280"/>
            <a:ext cx="49978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SMD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はゼロのまま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--- nABCD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のみが検出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53" name=""/>
          <p:cNvSpPr/>
          <p:nvPr/>
        </p:nvSpPr>
        <p:spPr>
          <a:xfrm>
            <a:off x="5714280" y="5469840"/>
            <a:ext cx="218520" cy="77040"/>
          </a:xfrm>
          <a:custGeom>
            <a:avLst/>
            <a:gdLst/>
            <a:ahLst/>
            <a:rect l="0" t="0" r="r" b="b"/>
            <a:pathLst>
              <a:path w="607" h="214">
                <a:moveTo>
                  <a:pt x="0" y="18"/>
                </a:moveTo>
                <a:cubicBezTo>
                  <a:pt x="0" y="10"/>
                  <a:pt x="4" y="4"/>
                  <a:pt x="13" y="0"/>
                </a:cubicBezTo>
                <a:lnTo>
                  <a:pt x="593" y="0"/>
                </a:lnTo>
                <a:cubicBezTo>
                  <a:pt x="602" y="5"/>
                  <a:pt x="607" y="11"/>
                  <a:pt x="607" y="18"/>
                </a:cubicBezTo>
                <a:cubicBezTo>
                  <a:pt x="607" y="25"/>
                  <a:pt x="603" y="31"/>
                  <a:pt x="594" y="35"/>
                </a:cubicBezTo>
                <a:lnTo>
                  <a:pt x="305" y="36"/>
                </a:lnTo>
                <a:lnTo>
                  <a:pt x="15" y="36"/>
                </a:lnTo>
                <a:cubicBezTo>
                  <a:pt x="5" y="33"/>
                  <a:pt x="0" y="27"/>
                  <a:pt x="0" y="18"/>
                </a:cubicBezTo>
                <a:moveTo>
                  <a:pt x="0" y="196"/>
                </a:moveTo>
                <a:cubicBezTo>
                  <a:pt x="0" y="187"/>
                  <a:pt x="5" y="181"/>
                  <a:pt x="15" y="177"/>
                </a:cubicBezTo>
                <a:lnTo>
                  <a:pt x="594" y="177"/>
                </a:lnTo>
                <a:cubicBezTo>
                  <a:pt x="603" y="184"/>
                  <a:pt x="607" y="190"/>
                  <a:pt x="607" y="196"/>
                </a:cubicBezTo>
                <a:cubicBezTo>
                  <a:pt x="607" y="204"/>
                  <a:pt x="602" y="210"/>
                  <a:pt x="593" y="214"/>
                </a:cubicBezTo>
                <a:lnTo>
                  <a:pt x="13" y="214"/>
                </a:lnTo>
                <a:cubicBezTo>
                  <a:pt x="4" y="210"/>
                  <a:pt x="0" y="204"/>
                  <a:pt x="0" y="19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54" name=""/>
          <p:cNvSpPr/>
          <p:nvPr/>
        </p:nvSpPr>
        <p:spPr>
          <a:xfrm>
            <a:off x="6054480" y="537192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2" y="74"/>
                </a:moveTo>
                <a:cubicBezTo>
                  <a:pt x="86" y="25"/>
                  <a:pt x="132" y="0"/>
                  <a:pt x="192" y="0"/>
                </a:cubicBezTo>
                <a:cubicBezTo>
                  <a:pt x="221" y="0"/>
                  <a:pt x="250" y="8"/>
                  <a:pt x="279" y="24"/>
                </a:cubicBezTo>
                <a:cubicBezTo>
                  <a:pt x="308" y="39"/>
                  <a:pt x="332" y="67"/>
                  <a:pt x="350" y="107"/>
                </a:cubicBezTo>
                <a:cubicBezTo>
                  <a:pt x="373" y="158"/>
                  <a:pt x="384" y="227"/>
                  <a:pt x="384" y="315"/>
                </a:cubicBezTo>
                <a:cubicBezTo>
                  <a:pt x="384" y="410"/>
                  <a:pt x="371" y="482"/>
                  <a:pt x="345" y="531"/>
                </a:cubicBezTo>
                <a:cubicBezTo>
                  <a:pt x="333" y="557"/>
                  <a:pt x="316" y="577"/>
                  <a:pt x="295" y="592"/>
                </a:cubicBezTo>
                <a:cubicBezTo>
                  <a:pt x="274" y="607"/>
                  <a:pt x="255" y="617"/>
                  <a:pt x="239" y="621"/>
                </a:cubicBezTo>
                <a:cubicBezTo>
                  <a:pt x="224" y="624"/>
                  <a:pt x="208" y="626"/>
                  <a:pt x="193" y="627"/>
                </a:cubicBezTo>
                <a:cubicBezTo>
                  <a:pt x="176" y="627"/>
                  <a:pt x="160" y="625"/>
                  <a:pt x="145" y="621"/>
                </a:cubicBezTo>
                <a:cubicBezTo>
                  <a:pt x="129" y="618"/>
                  <a:pt x="110" y="608"/>
                  <a:pt x="89" y="592"/>
                </a:cubicBezTo>
                <a:cubicBezTo>
                  <a:pt x="68" y="577"/>
                  <a:pt x="51" y="556"/>
                  <a:pt x="39" y="531"/>
                </a:cubicBezTo>
                <a:cubicBezTo>
                  <a:pt x="13" y="482"/>
                  <a:pt x="0" y="410"/>
                  <a:pt x="0" y="315"/>
                </a:cubicBezTo>
                <a:cubicBezTo>
                  <a:pt x="0" y="209"/>
                  <a:pt x="17" y="129"/>
                  <a:pt x="52" y="74"/>
                </a:cubicBezTo>
                <a:moveTo>
                  <a:pt x="258" y="63"/>
                </a:moveTo>
                <a:cubicBezTo>
                  <a:pt x="239" y="43"/>
                  <a:pt x="218" y="34"/>
                  <a:pt x="193" y="34"/>
                </a:cubicBezTo>
                <a:cubicBezTo>
                  <a:pt x="166" y="34"/>
                  <a:pt x="145" y="43"/>
                  <a:pt x="126" y="63"/>
                </a:cubicBezTo>
                <a:cubicBezTo>
                  <a:pt x="111" y="79"/>
                  <a:pt x="101" y="100"/>
                  <a:pt x="96" y="128"/>
                </a:cubicBezTo>
                <a:cubicBezTo>
                  <a:pt x="92" y="156"/>
                  <a:pt x="89" y="214"/>
                  <a:pt x="89" y="303"/>
                </a:cubicBezTo>
                <a:cubicBezTo>
                  <a:pt x="89" y="400"/>
                  <a:pt x="92" y="463"/>
                  <a:pt x="96" y="493"/>
                </a:cubicBezTo>
                <a:cubicBezTo>
                  <a:pt x="101" y="523"/>
                  <a:pt x="112" y="547"/>
                  <a:pt x="129" y="565"/>
                </a:cubicBezTo>
                <a:cubicBezTo>
                  <a:pt x="146" y="583"/>
                  <a:pt x="167" y="592"/>
                  <a:pt x="193" y="592"/>
                </a:cubicBezTo>
                <a:cubicBezTo>
                  <a:pt x="217" y="592"/>
                  <a:pt x="238" y="583"/>
                  <a:pt x="255" y="565"/>
                </a:cubicBezTo>
                <a:cubicBezTo>
                  <a:pt x="272" y="547"/>
                  <a:pt x="283" y="521"/>
                  <a:pt x="288" y="489"/>
                </a:cubicBezTo>
                <a:cubicBezTo>
                  <a:pt x="292" y="456"/>
                  <a:pt x="294" y="394"/>
                  <a:pt x="295" y="303"/>
                </a:cubicBezTo>
                <a:cubicBezTo>
                  <a:pt x="295" y="215"/>
                  <a:pt x="292" y="157"/>
                  <a:pt x="288" y="129"/>
                </a:cubicBezTo>
                <a:cubicBezTo>
                  <a:pt x="283" y="101"/>
                  <a:pt x="273" y="79"/>
                  <a:pt x="258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55" name=""/>
          <p:cNvSpPr/>
          <p:nvPr/>
        </p:nvSpPr>
        <p:spPr>
          <a:xfrm>
            <a:off x="6230880" y="5550840"/>
            <a:ext cx="39960" cy="39600"/>
          </a:xfrm>
          <a:custGeom>
            <a:avLst/>
            <a:gdLst/>
            <a:ahLst/>
            <a:rect l="0" t="0" r="r" b="b"/>
            <a:pathLst>
              <a:path w="111" h="110">
                <a:moveTo>
                  <a:pt x="0" y="55"/>
                </a:moveTo>
                <a:cubicBezTo>
                  <a:pt x="0" y="41"/>
                  <a:pt x="5" y="28"/>
                  <a:pt x="16" y="17"/>
                </a:cubicBezTo>
                <a:cubicBezTo>
                  <a:pt x="27" y="6"/>
                  <a:pt x="40" y="0"/>
                  <a:pt x="56" y="0"/>
                </a:cubicBezTo>
                <a:cubicBezTo>
                  <a:pt x="70" y="0"/>
                  <a:pt x="83" y="6"/>
                  <a:pt x="94" y="15"/>
                </a:cubicBezTo>
                <a:cubicBezTo>
                  <a:pt x="105" y="25"/>
                  <a:pt x="111" y="38"/>
                  <a:pt x="111" y="54"/>
                </a:cubicBezTo>
                <a:cubicBezTo>
                  <a:pt x="111" y="70"/>
                  <a:pt x="106" y="83"/>
                  <a:pt x="96" y="94"/>
                </a:cubicBezTo>
                <a:cubicBezTo>
                  <a:pt x="86" y="104"/>
                  <a:pt x="73" y="110"/>
                  <a:pt x="57" y="110"/>
                </a:cubicBezTo>
                <a:cubicBezTo>
                  <a:pt x="41" y="110"/>
                  <a:pt x="28" y="105"/>
                  <a:pt x="18" y="94"/>
                </a:cubicBezTo>
                <a:cubicBezTo>
                  <a:pt x="6" y="84"/>
                  <a:pt x="1" y="71"/>
                  <a:pt x="0" y="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56" name=""/>
          <p:cNvSpPr/>
          <p:nvPr/>
        </p:nvSpPr>
        <p:spPr>
          <a:xfrm>
            <a:off x="6310080" y="5371920"/>
            <a:ext cx="136080" cy="225720"/>
          </a:xfrm>
          <a:custGeom>
            <a:avLst/>
            <a:gdLst/>
            <a:ahLst/>
            <a:rect l="0" t="0" r="r" b="b"/>
            <a:pathLst>
              <a:path w="378" h="627">
                <a:moveTo>
                  <a:pt x="0" y="321"/>
                </a:moveTo>
                <a:cubicBezTo>
                  <a:pt x="0" y="222"/>
                  <a:pt x="25" y="144"/>
                  <a:pt x="74" y="86"/>
                </a:cubicBezTo>
                <a:cubicBezTo>
                  <a:pt x="123" y="29"/>
                  <a:pt x="178" y="0"/>
                  <a:pt x="238" y="0"/>
                </a:cubicBezTo>
                <a:cubicBezTo>
                  <a:pt x="280" y="0"/>
                  <a:pt x="310" y="11"/>
                  <a:pt x="328" y="33"/>
                </a:cubicBezTo>
                <a:cubicBezTo>
                  <a:pt x="347" y="55"/>
                  <a:pt x="356" y="79"/>
                  <a:pt x="356" y="106"/>
                </a:cubicBezTo>
                <a:cubicBezTo>
                  <a:pt x="356" y="121"/>
                  <a:pt x="352" y="133"/>
                  <a:pt x="344" y="142"/>
                </a:cubicBezTo>
                <a:cubicBezTo>
                  <a:pt x="335" y="151"/>
                  <a:pt x="322" y="156"/>
                  <a:pt x="307" y="156"/>
                </a:cubicBezTo>
                <a:cubicBezTo>
                  <a:pt x="293" y="156"/>
                  <a:pt x="282" y="151"/>
                  <a:pt x="272" y="143"/>
                </a:cubicBezTo>
                <a:cubicBezTo>
                  <a:pt x="263" y="134"/>
                  <a:pt x="259" y="123"/>
                  <a:pt x="259" y="107"/>
                </a:cubicBezTo>
                <a:cubicBezTo>
                  <a:pt x="259" y="81"/>
                  <a:pt x="273" y="65"/>
                  <a:pt x="302" y="59"/>
                </a:cubicBezTo>
                <a:cubicBezTo>
                  <a:pt x="288" y="46"/>
                  <a:pt x="269" y="38"/>
                  <a:pt x="245" y="36"/>
                </a:cubicBezTo>
                <a:cubicBezTo>
                  <a:pt x="202" y="36"/>
                  <a:pt x="167" y="55"/>
                  <a:pt x="139" y="91"/>
                </a:cubicBezTo>
                <a:cubicBezTo>
                  <a:pt x="110" y="131"/>
                  <a:pt x="96" y="192"/>
                  <a:pt x="96" y="275"/>
                </a:cubicBezTo>
                <a:lnTo>
                  <a:pt x="97" y="278"/>
                </a:lnTo>
                <a:cubicBezTo>
                  <a:pt x="100" y="275"/>
                  <a:pt x="102" y="271"/>
                  <a:pt x="104" y="267"/>
                </a:cubicBezTo>
                <a:cubicBezTo>
                  <a:pt x="129" y="230"/>
                  <a:pt x="162" y="212"/>
                  <a:pt x="202" y="212"/>
                </a:cubicBezTo>
                <a:lnTo>
                  <a:pt x="205" y="212"/>
                </a:lnTo>
                <a:cubicBezTo>
                  <a:pt x="233" y="212"/>
                  <a:pt x="258" y="218"/>
                  <a:pt x="279" y="229"/>
                </a:cubicBezTo>
                <a:cubicBezTo>
                  <a:pt x="293" y="238"/>
                  <a:pt x="308" y="250"/>
                  <a:pt x="323" y="266"/>
                </a:cubicBezTo>
                <a:cubicBezTo>
                  <a:pt x="338" y="281"/>
                  <a:pt x="350" y="299"/>
                  <a:pt x="359" y="317"/>
                </a:cubicBezTo>
                <a:cubicBezTo>
                  <a:pt x="372" y="347"/>
                  <a:pt x="378" y="380"/>
                  <a:pt x="378" y="416"/>
                </a:cubicBezTo>
                <a:lnTo>
                  <a:pt x="378" y="432"/>
                </a:lnTo>
                <a:cubicBezTo>
                  <a:pt x="378" y="446"/>
                  <a:pt x="377" y="459"/>
                  <a:pt x="374" y="471"/>
                </a:cubicBezTo>
                <a:cubicBezTo>
                  <a:pt x="367" y="507"/>
                  <a:pt x="347" y="542"/>
                  <a:pt x="314" y="576"/>
                </a:cubicBezTo>
                <a:cubicBezTo>
                  <a:pt x="282" y="610"/>
                  <a:pt x="242" y="627"/>
                  <a:pt x="192" y="627"/>
                </a:cubicBezTo>
                <a:cubicBezTo>
                  <a:pt x="175" y="627"/>
                  <a:pt x="159" y="624"/>
                  <a:pt x="143" y="620"/>
                </a:cubicBezTo>
                <a:cubicBezTo>
                  <a:pt x="128" y="615"/>
                  <a:pt x="111" y="606"/>
                  <a:pt x="92" y="592"/>
                </a:cubicBezTo>
                <a:cubicBezTo>
                  <a:pt x="74" y="579"/>
                  <a:pt x="59" y="561"/>
                  <a:pt x="46" y="539"/>
                </a:cubicBezTo>
                <a:cubicBezTo>
                  <a:pt x="33" y="516"/>
                  <a:pt x="22" y="487"/>
                  <a:pt x="13" y="450"/>
                </a:cubicBezTo>
                <a:cubicBezTo>
                  <a:pt x="4" y="414"/>
                  <a:pt x="0" y="370"/>
                  <a:pt x="0" y="321"/>
                </a:cubicBezTo>
                <a:moveTo>
                  <a:pt x="196" y="245"/>
                </a:moveTo>
                <a:cubicBezTo>
                  <a:pt x="178" y="245"/>
                  <a:pt x="162" y="250"/>
                  <a:pt x="149" y="260"/>
                </a:cubicBezTo>
                <a:cubicBezTo>
                  <a:pt x="135" y="270"/>
                  <a:pt x="125" y="284"/>
                  <a:pt x="118" y="301"/>
                </a:cubicBezTo>
                <a:cubicBezTo>
                  <a:pt x="111" y="318"/>
                  <a:pt x="105" y="335"/>
                  <a:pt x="102" y="353"/>
                </a:cubicBezTo>
                <a:cubicBezTo>
                  <a:pt x="99" y="371"/>
                  <a:pt x="98" y="389"/>
                  <a:pt x="97" y="410"/>
                </a:cubicBezTo>
                <a:cubicBezTo>
                  <a:pt x="97" y="461"/>
                  <a:pt x="101" y="497"/>
                  <a:pt x="108" y="519"/>
                </a:cubicBezTo>
                <a:cubicBezTo>
                  <a:pt x="115" y="540"/>
                  <a:pt x="127" y="558"/>
                  <a:pt x="142" y="571"/>
                </a:cubicBezTo>
                <a:cubicBezTo>
                  <a:pt x="157" y="582"/>
                  <a:pt x="173" y="588"/>
                  <a:pt x="191" y="588"/>
                </a:cubicBezTo>
                <a:cubicBezTo>
                  <a:pt x="222" y="588"/>
                  <a:pt x="245" y="576"/>
                  <a:pt x="262" y="553"/>
                </a:cubicBezTo>
                <a:cubicBezTo>
                  <a:pt x="269" y="542"/>
                  <a:pt x="275" y="529"/>
                  <a:pt x="278" y="512"/>
                </a:cubicBezTo>
                <a:cubicBezTo>
                  <a:pt x="281" y="496"/>
                  <a:pt x="282" y="464"/>
                  <a:pt x="282" y="417"/>
                </a:cubicBezTo>
                <a:cubicBezTo>
                  <a:pt x="282" y="367"/>
                  <a:pt x="281" y="335"/>
                  <a:pt x="278" y="318"/>
                </a:cubicBezTo>
                <a:cubicBezTo>
                  <a:pt x="275" y="302"/>
                  <a:pt x="269" y="288"/>
                  <a:pt x="262" y="277"/>
                </a:cubicBezTo>
                <a:cubicBezTo>
                  <a:pt x="245" y="256"/>
                  <a:pt x="223" y="245"/>
                  <a:pt x="196" y="24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57" name=""/>
          <p:cNvSpPr/>
          <p:nvPr/>
        </p:nvSpPr>
        <p:spPr>
          <a:xfrm>
            <a:off x="6476760" y="5371920"/>
            <a:ext cx="131040" cy="218520"/>
          </a:xfrm>
          <a:custGeom>
            <a:avLst/>
            <a:gdLst/>
            <a:ahLst/>
            <a:rect l="0" t="0" r="r" b="b"/>
            <a:pathLst>
              <a:path w="364" h="607">
                <a:moveTo>
                  <a:pt x="53" y="216"/>
                </a:moveTo>
                <a:cubicBezTo>
                  <a:pt x="37" y="216"/>
                  <a:pt x="24" y="210"/>
                  <a:pt x="14" y="199"/>
                </a:cubicBezTo>
                <a:cubicBezTo>
                  <a:pt x="4" y="188"/>
                  <a:pt x="0" y="175"/>
                  <a:pt x="0" y="159"/>
                </a:cubicBezTo>
                <a:cubicBezTo>
                  <a:pt x="0" y="116"/>
                  <a:pt x="16" y="79"/>
                  <a:pt x="48" y="47"/>
                </a:cubicBezTo>
                <a:cubicBezTo>
                  <a:pt x="80" y="16"/>
                  <a:pt x="120" y="0"/>
                  <a:pt x="168" y="0"/>
                </a:cubicBezTo>
                <a:cubicBezTo>
                  <a:pt x="223" y="0"/>
                  <a:pt x="269" y="17"/>
                  <a:pt x="307" y="51"/>
                </a:cubicBezTo>
                <a:cubicBezTo>
                  <a:pt x="344" y="85"/>
                  <a:pt x="363" y="129"/>
                  <a:pt x="364" y="183"/>
                </a:cubicBezTo>
                <a:cubicBezTo>
                  <a:pt x="364" y="209"/>
                  <a:pt x="358" y="234"/>
                  <a:pt x="345" y="257"/>
                </a:cubicBezTo>
                <a:cubicBezTo>
                  <a:pt x="333" y="281"/>
                  <a:pt x="319" y="302"/>
                  <a:pt x="302" y="319"/>
                </a:cubicBezTo>
                <a:cubicBezTo>
                  <a:pt x="284" y="337"/>
                  <a:pt x="260" y="359"/>
                  <a:pt x="228" y="387"/>
                </a:cubicBezTo>
                <a:cubicBezTo>
                  <a:pt x="206" y="405"/>
                  <a:pt x="176" y="433"/>
                  <a:pt x="137" y="470"/>
                </a:cubicBezTo>
                <a:lnTo>
                  <a:pt x="83" y="522"/>
                </a:lnTo>
                <a:lnTo>
                  <a:pt x="152" y="523"/>
                </a:lnTo>
                <a:cubicBezTo>
                  <a:pt x="248" y="523"/>
                  <a:pt x="299" y="522"/>
                  <a:pt x="305" y="519"/>
                </a:cubicBezTo>
                <a:cubicBezTo>
                  <a:pt x="310" y="517"/>
                  <a:pt x="317" y="489"/>
                  <a:pt x="327" y="437"/>
                </a:cubicBezTo>
                <a:lnTo>
                  <a:pt x="327" y="434"/>
                </a:lnTo>
                <a:lnTo>
                  <a:pt x="364" y="434"/>
                </a:lnTo>
                <a:lnTo>
                  <a:pt x="364" y="437"/>
                </a:lnTo>
                <a:cubicBezTo>
                  <a:pt x="363" y="438"/>
                  <a:pt x="359" y="466"/>
                  <a:pt x="352" y="520"/>
                </a:cubicBezTo>
                <a:cubicBezTo>
                  <a:pt x="345" y="574"/>
                  <a:pt x="340" y="602"/>
                  <a:pt x="338" y="604"/>
                </a:cubicBezTo>
                <a:lnTo>
                  <a:pt x="338" y="607"/>
                </a:lnTo>
                <a:lnTo>
                  <a:pt x="0" y="607"/>
                </a:lnTo>
                <a:lnTo>
                  <a:pt x="0" y="590"/>
                </a:lnTo>
                <a:lnTo>
                  <a:pt x="0" y="579"/>
                </a:lnTo>
                <a:cubicBezTo>
                  <a:pt x="0" y="574"/>
                  <a:pt x="1" y="570"/>
                  <a:pt x="5" y="565"/>
                </a:cubicBezTo>
                <a:cubicBezTo>
                  <a:pt x="9" y="560"/>
                  <a:pt x="18" y="550"/>
                  <a:pt x="32" y="533"/>
                </a:cubicBezTo>
                <a:cubicBezTo>
                  <a:pt x="50" y="514"/>
                  <a:pt x="65" y="496"/>
                  <a:pt x="78" y="481"/>
                </a:cubicBezTo>
                <a:cubicBezTo>
                  <a:pt x="83" y="475"/>
                  <a:pt x="94" y="464"/>
                  <a:pt x="109" y="448"/>
                </a:cubicBezTo>
                <a:cubicBezTo>
                  <a:pt x="124" y="431"/>
                  <a:pt x="134" y="420"/>
                  <a:pt x="140" y="414"/>
                </a:cubicBezTo>
                <a:cubicBezTo>
                  <a:pt x="145" y="408"/>
                  <a:pt x="154" y="398"/>
                  <a:pt x="166" y="384"/>
                </a:cubicBezTo>
                <a:cubicBezTo>
                  <a:pt x="178" y="370"/>
                  <a:pt x="187" y="360"/>
                  <a:pt x="192" y="353"/>
                </a:cubicBezTo>
                <a:cubicBezTo>
                  <a:pt x="196" y="346"/>
                  <a:pt x="203" y="337"/>
                  <a:pt x="213" y="326"/>
                </a:cubicBezTo>
                <a:cubicBezTo>
                  <a:pt x="222" y="314"/>
                  <a:pt x="228" y="304"/>
                  <a:pt x="232" y="297"/>
                </a:cubicBezTo>
                <a:cubicBezTo>
                  <a:pt x="235" y="289"/>
                  <a:pt x="240" y="280"/>
                  <a:pt x="245" y="270"/>
                </a:cubicBezTo>
                <a:cubicBezTo>
                  <a:pt x="251" y="260"/>
                  <a:pt x="255" y="251"/>
                  <a:pt x="257" y="241"/>
                </a:cubicBezTo>
                <a:cubicBezTo>
                  <a:pt x="260" y="231"/>
                  <a:pt x="262" y="222"/>
                  <a:pt x="263" y="214"/>
                </a:cubicBezTo>
                <a:cubicBezTo>
                  <a:pt x="265" y="205"/>
                  <a:pt x="266" y="195"/>
                  <a:pt x="266" y="184"/>
                </a:cubicBezTo>
                <a:cubicBezTo>
                  <a:pt x="266" y="146"/>
                  <a:pt x="256" y="113"/>
                  <a:pt x="235" y="85"/>
                </a:cubicBezTo>
                <a:cubicBezTo>
                  <a:pt x="215" y="57"/>
                  <a:pt x="185" y="43"/>
                  <a:pt x="147" y="43"/>
                </a:cubicBezTo>
                <a:cubicBezTo>
                  <a:pt x="127" y="43"/>
                  <a:pt x="109" y="48"/>
                  <a:pt x="94" y="58"/>
                </a:cubicBezTo>
                <a:cubicBezTo>
                  <a:pt x="79" y="69"/>
                  <a:pt x="68" y="79"/>
                  <a:pt x="62" y="88"/>
                </a:cubicBezTo>
                <a:cubicBezTo>
                  <a:pt x="56" y="98"/>
                  <a:pt x="53" y="104"/>
                  <a:pt x="53" y="106"/>
                </a:cubicBezTo>
                <a:cubicBezTo>
                  <a:pt x="53" y="106"/>
                  <a:pt x="55" y="106"/>
                  <a:pt x="58" y="106"/>
                </a:cubicBezTo>
                <a:cubicBezTo>
                  <a:pt x="69" y="106"/>
                  <a:pt x="80" y="111"/>
                  <a:pt x="92" y="119"/>
                </a:cubicBezTo>
                <a:cubicBezTo>
                  <a:pt x="103" y="128"/>
                  <a:pt x="109" y="142"/>
                  <a:pt x="109" y="161"/>
                </a:cubicBezTo>
                <a:cubicBezTo>
                  <a:pt x="109" y="176"/>
                  <a:pt x="104" y="189"/>
                  <a:pt x="94" y="199"/>
                </a:cubicBezTo>
                <a:cubicBezTo>
                  <a:pt x="85" y="210"/>
                  <a:pt x="71" y="215"/>
                  <a:pt x="53" y="21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58" name=""/>
          <p:cNvSpPr txBox="1"/>
          <p:nvPr/>
        </p:nvSpPr>
        <p:spPr>
          <a:xfrm>
            <a:off x="1200240" y="5324400"/>
            <a:ext cx="44985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S6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は特に顕著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大きな分布差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(nABCD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59" name=""/>
          <p:cNvSpPr txBox="1"/>
          <p:nvPr/>
        </p:nvSpPr>
        <p:spPr>
          <a:xfrm>
            <a:off x="6626160" y="5324400"/>
            <a:ext cx="32295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が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SMD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には完全に不可視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0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1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2" name=""/>
          <p:cNvSpPr/>
          <p:nvPr/>
        </p:nvSpPr>
        <p:spPr>
          <a:xfrm>
            <a:off x="6165000" y="439920"/>
            <a:ext cx="314280" cy="254880"/>
          </a:xfrm>
          <a:custGeom>
            <a:avLst/>
            <a:gdLst/>
            <a:ahLst/>
            <a:rect l="0" t="0" r="r" b="b"/>
            <a:pathLst>
              <a:path w="873" h="708">
                <a:moveTo>
                  <a:pt x="0" y="242"/>
                </a:moveTo>
                <a:cubicBezTo>
                  <a:pt x="1" y="236"/>
                  <a:pt x="3" y="227"/>
                  <a:pt x="5" y="217"/>
                </a:cubicBezTo>
                <a:cubicBezTo>
                  <a:pt x="7" y="206"/>
                  <a:pt x="13" y="187"/>
                  <a:pt x="23" y="158"/>
                </a:cubicBezTo>
                <a:cubicBezTo>
                  <a:pt x="34" y="128"/>
                  <a:pt x="44" y="104"/>
                  <a:pt x="55" y="84"/>
                </a:cubicBezTo>
                <a:cubicBezTo>
                  <a:pt x="65" y="64"/>
                  <a:pt x="82" y="45"/>
                  <a:pt x="106" y="27"/>
                </a:cubicBezTo>
                <a:cubicBezTo>
                  <a:pt x="130" y="8"/>
                  <a:pt x="154" y="-1"/>
                  <a:pt x="178" y="0"/>
                </a:cubicBezTo>
                <a:cubicBezTo>
                  <a:pt x="215" y="0"/>
                  <a:pt x="246" y="9"/>
                  <a:pt x="271" y="28"/>
                </a:cubicBezTo>
                <a:cubicBezTo>
                  <a:pt x="296" y="47"/>
                  <a:pt x="312" y="64"/>
                  <a:pt x="318" y="81"/>
                </a:cubicBezTo>
                <a:cubicBezTo>
                  <a:pt x="324" y="98"/>
                  <a:pt x="327" y="109"/>
                  <a:pt x="327" y="114"/>
                </a:cubicBezTo>
                <a:cubicBezTo>
                  <a:pt x="327" y="116"/>
                  <a:pt x="328" y="117"/>
                  <a:pt x="329" y="117"/>
                </a:cubicBezTo>
                <a:lnTo>
                  <a:pt x="346" y="100"/>
                </a:lnTo>
                <a:cubicBezTo>
                  <a:pt x="410" y="33"/>
                  <a:pt x="482" y="0"/>
                  <a:pt x="563" y="0"/>
                </a:cubicBezTo>
                <a:cubicBezTo>
                  <a:pt x="619" y="0"/>
                  <a:pt x="664" y="14"/>
                  <a:pt x="699" y="42"/>
                </a:cubicBezTo>
                <a:cubicBezTo>
                  <a:pt x="734" y="70"/>
                  <a:pt x="752" y="111"/>
                  <a:pt x="753" y="165"/>
                </a:cubicBezTo>
                <a:cubicBezTo>
                  <a:pt x="754" y="219"/>
                  <a:pt x="734" y="301"/>
                  <a:pt x="692" y="410"/>
                </a:cubicBezTo>
                <a:cubicBezTo>
                  <a:pt x="652" y="519"/>
                  <a:pt x="632" y="586"/>
                  <a:pt x="633" y="609"/>
                </a:cubicBezTo>
                <a:cubicBezTo>
                  <a:pt x="633" y="636"/>
                  <a:pt x="642" y="650"/>
                  <a:pt x="660" y="650"/>
                </a:cubicBezTo>
                <a:cubicBezTo>
                  <a:pt x="666" y="650"/>
                  <a:pt x="671" y="649"/>
                  <a:pt x="674" y="648"/>
                </a:cubicBezTo>
                <a:cubicBezTo>
                  <a:pt x="704" y="643"/>
                  <a:pt x="732" y="623"/>
                  <a:pt x="756" y="589"/>
                </a:cubicBezTo>
                <a:cubicBezTo>
                  <a:pt x="780" y="555"/>
                  <a:pt x="798" y="512"/>
                  <a:pt x="810" y="463"/>
                </a:cubicBezTo>
                <a:cubicBezTo>
                  <a:pt x="813" y="455"/>
                  <a:pt x="823" y="451"/>
                  <a:pt x="842" y="451"/>
                </a:cubicBezTo>
                <a:cubicBezTo>
                  <a:pt x="862" y="451"/>
                  <a:pt x="873" y="455"/>
                  <a:pt x="873" y="463"/>
                </a:cubicBezTo>
                <a:cubicBezTo>
                  <a:pt x="873" y="464"/>
                  <a:pt x="871" y="472"/>
                  <a:pt x="867" y="487"/>
                </a:cubicBezTo>
                <a:cubicBezTo>
                  <a:pt x="858" y="517"/>
                  <a:pt x="847" y="547"/>
                  <a:pt x="832" y="577"/>
                </a:cubicBezTo>
                <a:cubicBezTo>
                  <a:pt x="818" y="606"/>
                  <a:pt x="794" y="635"/>
                  <a:pt x="761" y="664"/>
                </a:cubicBezTo>
                <a:cubicBezTo>
                  <a:pt x="726" y="693"/>
                  <a:pt x="690" y="707"/>
                  <a:pt x="652" y="706"/>
                </a:cubicBezTo>
                <a:cubicBezTo>
                  <a:pt x="603" y="706"/>
                  <a:pt x="568" y="692"/>
                  <a:pt x="546" y="664"/>
                </a:cubicBezTo>
                <a:cubicBezTo>
                  <a:pt x="524" y="636"/>
                  <a:pt x="513" y="607"/>
                  <a:pt x="513" y="577"/>
                </a:cubicBezTo>
                <a:cubicBezTo>
                  <a:pt x="513" y="557"/>
                  <a:pt x="532" y="493"/>
                  <a:pt x="569" y="388"/>
                </a:cubicBezTo>
                <a:cubicBezTo>
                  <a:pt x="607" y="283"/>
                  <a:pt x="626" y="204"/>
                  <a:pt x="627" y="151"/>
                </a:cubicBezTo>
                <a:cubicBezTo>
                  <a:pt x="627" y="90"/>
                  <a:pt x="604" y="59"/>
                  <a:pt x="558" y="59"/>
                </a:cubicBezTo>
                <a:lnTo>
                  <a:pt x="551" y="59"/>
                </a:lnTo>
                <a:cubicBezTo>
                  <a:pt x="461" y="59"/>
                  <a:pt x="386" y="112"/>
                  <a:pt x="324" y="217"/>
                </a:cubicBezTo>
                <a:lnTo>
                  <a:pt x="313" y="236"/>
                </a:lnTo>
                <a:lnTo>
                  <a:pt x="262" y="445"/>
                </a:lnTo>
                <a:cubicBezTo>
                  <a:pt x="228" y="582"/>
                  <a:pt x="208" y="655"/>
                  <a:pt x="203" y="665"/>
                </a:cubicBezTo>
                <a:cubicBezTo>
                  <a:pt x="189" y="693"/>
                  <a:pt x="167" y="708"/>
                  <a:pt x="136" y="708"/>
                </a:cubicBezTo>
                <a:cubicBezTo>
                  <a:pt x="122" y="708"/>
                  <a:pt x="111" y="704"/>
                  <a:pt x="103" y="698"/>
                </a:cubicBezTo>
                <a:cubicBezTo>
                  <a:pt x="95" y="692"/>
                  <a:pt x="89" y="686"/>
                  <a:pt x="86" y="679"/>
                </a:cubicBezTo>
                <a:cubicBezTo>
                  <a:pt x="83" y="673"/>
                  <a:pt x="82" y="668"/>
                  <a:pt x="83" y="664"/>
                </a:cubicBezTo>
                <a:cubicBezTo>
                  <a:pt x="83" y="650"/>
                  <a:pt x="102" y="566"/>
                  <a:pt x="142" y="409"/>
                </a:cubicBezTo>
                <a:cubicBezTo>
                  <a:pt x="181" y="253"/>
                  <a:pt x="202" y="168"/>
                  <a:pt x="204" y="154"/>
                </a:cubicBezTo>
                <a:cubicBezTo>
                  <a:pt x="205" y="149"/>
                  <a:pt x="206" y="137"/>
                  <a:pt x="206" y="119"/>
                </a:cubicBezTo>
                <a:cubicBezTo>
                  <a:pt x="206" y="78"/>
                  <a:pt x="193" y="58"/>
                  <a:pt x="168" y="58"/>
                </a:cubicBezTo>
                <a:cubicBezTo>
                  <a:pt x="129" y="58"/>
                  <a:pt x="96" y="110"/>
                  <a:pt x="70" y="214"/>
                </a:cubicBezTo>
                <a:cubicBezTo>
                  <a:pt x="64" y="234"/>
                  <a:pt x="61" y="245"/>
                  <a:pt x="61" y="246"/>
                </a:cubicBezTo>
                <a:cubicBezTo>
                  <a:pt x="59" y="253"/>
                  <a:pt x="49" y="256"/>
                  <a:pt x="31" y="256"/>
                </a:cubicBezTo>
                <a:lnTo>
                  <a:pt x="9" y="256"/>
                </a:lnTo>
                <a:cubicBezTo>
                  <a:pt x="3" y="250"/>
                  <a:pt x="0" y="245"/>
                  <a:pt x="0" y="2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3" name=""/>
          <p:cNvSpPr/>
          <p:nvPr/>
        </p:nvSpPr>
        <p:spPr>
          <a:xfrm>
            <a:off x="6677640" y="482040"/>
            <a:ext cx="374040" cy="131760"/>
          </a:xfrm>
          <a:custGeom>
            <a:avLst/>
            <a:gdLst/>
            <a:ahLst/>
            <a:rect l="0" t="0" r="r" b="b"/>
            <a:pathLst>
              <a:path w="1039" h="366">
                <a:moveTo>
                  <a:pt x="0" y="31"/>
                </a:moveTo>
                <a:cubicBezTo>
                  <a:pt x="0" y="18"/>
                  <a:pt x="7" y="7"/>
                  <a:pt x="21" y="0"/>
                </a:cubicBezTo>
                <a:lnTo>
                  <a:pt x="1016" y="0"/>
                </a:lnTo>
                <a:cubicBezTo>
                  <a:pt x="1032" y="8"/>
                  <a:pt x="1039" y="19"/>
                  <a:pt x="1039" y="31"/>
                </a:cubicBezTo>
                <a:cubicBezTo>
                  <a:pt x="1039" y="43"/>
                  <a:pt x="1032" y="52"/>
                  <a:pt x="1018" y="61"/>
                </a:cubicBezTo>
                <a:lnTo>
                  <a:pt x="521" y="62"/>
                </a:lnTo>
                <a:lnTo>
                  <a:pt x="25" y="62"/>
                </a:lnTo>
                <a:cubicBezTo>
                  <a:pt x="8" y="57"/>
                  <a:pt x="0" y="47"/>
                  <a:pt x="0" y="31"/>
                </a:cubicBezTo>
                <a:moveTo>
                  <a:pt x="0" y="335"/>
                </a:moveTo>
                <a:cubicBezTo>
                  <a:pt x="0" y="319"/>
                  <a:pt x="8" y="309"/>
                  <a:pt x="25" y="304"/>
                </a:cubicBezTo>
                <a:lnTo>
                  <a:pt x="1018" y="304"/>
                </a:lnTo>
                <a:cubicBezTo>
                  <a:pt x="1032" y="314"/>
                  <a:pt x="1039" y="324"/>
                  <a:pt x="1039" y="335"/>
                </a:cubicBezTo>
                <a:cubicBezTo>
                  <a:pt x="1039" y="348"/>
                  <a:pt x="1032" y="359"/>
                  <a:pt x="1016" y="366"/>
                </a:cubicBezTo>
                <a:lnTo>
                  <a:pt x="21" y="366"/>
                </a:lnTo>
                <a:cubicBezTo>
                  <a:pt x="7" y="359"/>
                  <a:pt x="0" y="348"/>
                  <a:pt x="0" y="33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4" name=""/>
          <p:cNvSpPr/>
          <p:nvPr/>
        </p:nvSpPr>
        <p:spPr>
          <a:xfrm>
            <a:off x="7285320" y="314280"/>
            <a:ext cx="193680" cy="374040"/>
          </a:xfrm>
          <a:custGeom>
            <a:avLst/>
            <a:gdLst/>
            <a:ahLst/>
            <a:rect l="0" t="0" r="r" b="b"/>
            <a:pathLst>
              <a:path w="538" h="1039">
                <a:moveTo>
                  <a:pt x="203" y="137"/>
                </a:moveTo>
                <a:lnTo>
                  <a:pt x="183" y="145"/>
                </a:lnTo>
                <a:cubicBezTo>
                  <a:pt x="168" y="150"/>
                  <a:pt x="148" y="155"/>
                  <a:pt x="121" y="160"/>
                </a:cubicBezTo>
                <a:cubicBezTo>
                  <a:pt x="94" y="165"/>
                  <a:pt x="63" y="169"/>
                  <a:pt x="30" y="171"/>
                </a:cubicBezTo>
                <a:lnTo>
                  <a:pt x="0" y="171"/>
                </a:lnTo>
                <a:lnTo>
                  <a:pt x="0" y="99"/>
                </a:lnTo>
                <a:lnTo>
                  <a:pt x="30" y="99"/>
                </a:lnTo>
                <a:cubicBezTo>
                  <a:pt x="79" y="97"/>
                  <a:pt x="124" y="90"/>
                  <a:pt x="166" y="76"/>
                </a:cubicBezTo>
                <a:cubicBezTo>
                  <a:pt x="207" y="63"/>
                  <a:pt x="236" y="50"/>
                  <a:pt x="253" y="39"/>
                </a:cubicBezTo>
                <a:cubicBezTo>
                  <a:pt x="270" y="27"/>
                  <a:pt x="284" y="16"/>
                  <a:pt x="297" y="4"/>
                </a:cubicBezTo>
                <a:cubicBezTo>
                  <a:pt x="299" y="1"/>
                  <a:pt x="305" y="0"/>
                  <a:pt x="316" y="0"/>
                </a:cubicBezTo>
                <a:cubicBezTo>
                  <a:pt x="325" y="0"/>
                  <a:pt x="334" y="3"/>
                  <a:pt x="342" y="9"/>
                </a:cubicBezTo>
                <a:lnTo>
                  <a:pt x="342" y="475"/>
                </a:lnTo>
                <a:lnTo>
                  <a:pt x="344" y="944"/>
                </a:lnTo>
                <a:cubicBezTo>
                  <a:pt x="351" y="952"/>
                  <a:pt x="357" y="956"/>
                  <a:pt x="362" y="958"/>
                </a:cubicBezTo>
                <a:cubicBezTo>
                  <a:pt x="368" y="960"/>
                  <a:pt x="380" y="962"/>
                  <a:pt x="401" y="965"/>
                </a:cubicBezTo>
                <a:cubicBezTo>
                  <a:pt x="420" y="967"/>
                  <a:pt x="453" y="968"/>
                  <a:pt x="497" y="968"/>
                </a:cubicBezTo>
                <a:lnTo>
                  <a:pt x="538" y="968"/>
                </a:lnTo>
                <a:lnTo>
                  <a:pt x="538" y="1039"/>
                </a:lnTo>
                <a:lnTo>
                  <a:pt x="521" y="1039"/>
                </a:lnTo>
                <a:cubicBezTo>
                  <a:pt x="499" y="1036"/>
                  <a:pt x="416" y="1035"/>
                  <a:pt x="272" y="1035"/>
                </a:cubicBezTo>
                <a:cubicBezTo>
                  <a:pt x="130" y="1035"/>
                  <a:pt x="49" y="1036"/>
                  <a:pt x="27" y="1039"/>
                </a:cubicBezTo>
                <a:lnTo>
                  <a:pt x="8" y="1039"/>
                </a:lnTo>
                <a:lnTo>
                  <a:pt x="8" y="968"/>
                </a:lnTo>
                <a:lnTo>
                  <a:pt x="49" y="968"/>
                </a:lnTo>
                <a:cubicBezTo>
                  <a:pt x="72" y="968"/>
                  <a:pt x="91" y="968"/>
                  <a:pt x="108" y="968"/>
                </a:cubicBezTo>
                <a:cubicBezTo>
                  <a:pt x="125" y="968"/>
                  <a:pt x="138" y="967"/>
                  <a:pt x="147" y="966"/>
                </a:cubicBezTo>
                <a:cubicBezTo>
                  <a:pt x="156" y="965"/>
                  <a:pt x="165" y="963"/>
                  <a:pt x="172" y="961"/>
                </a:cubicBezTo>
                <a:cubicBezTo>
                  <a:pt x="179" y="959"/>
                  <a:pt x="183" y="958"/>
                  <a:pt x="185" y="958"/>
                </a:cubicBezTo>
                <a:cubicBezTo>
                  <a:pt x="186" y="958"/>
                  <a:pt x="189" y="956"/>
                  <a:pt x="194" y="950"/>
                </a:cubicBezTo>
                <a:cubicBezTo>
                  <a:pt x="199" y="945"/>
                  <a:pt x="202" y="943"/>
                  <a:pt x="203" y="944"/>
                </a:cubicBezTo>
                <a:lnTo>
                  <a:pt x="203" y="13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5" name=""/>
          <p:cNvSpPr/>
          <p:nvPr/>
        </p:nvSpPr>
        <p:spPr>
          <a:xfrm>
            <a:off x="7541640" y="314280"/>
            <a:ext cx="236520" cy="386640"/>
          </a:xfrm>
          <a:custGeom>
            <a:avLst/>
            <a:gdLst/>
            <a:ahLst/>
            <a:rect l="0" t="0" r="r" b="b"/>
            <a:pathLst>
              <a:path w="657" h="1074">
                <a:moveTo>
                  <a:pt x="89" y="126"/>
                </a:moveTo>
                <a:cubicBezTo>
                  <a:pt x="147" y="42"/>
                  <a:pt x="226" y="0"/>
                  <a:pt x="327" y="0"/>
                </a:cubicBezTo>
                <a:cubicBezTo>
                  <a:pt x="378" y="0"/>
                  <a:pt x="428" y="13"/>
                  <a:pt x="478" y="40"/>
                </a:cubicBezTo>
                <a:cubicBezTo>
                  <a:pt x="528" y="67"/>
                  <a:pt x="568" y="115"/>
                  <a:pt x="600" y="184"/>
                </a:cubicBezTo>
                <a:cubicBezTo>
                  <a:pt x="638" y="270"/>
                  <a:pt x="657" y="389"/>
                  <a:pt x="657" y="539"/>
                </a:cubicBezTo>
                <a:cubicBezTo>
                  <a:pt x="657" y="700"/>
                  <a:pt x="635" y="825"/>
                  <a:pt x="590" y="910"/>
                </a:cubicBezTo>
                <a:cubicBezTo>
                  <a:pt x="569" y="954"/>
                  <a:pt x="541" y="988"/>
                  <a:pt x="504" y="1014"/>
                </a:cubicBezTo>
                <a:cubicBezTo>
                  <a:pt x="468" y="1040"/>
                  <a:pt x="436" y="1057"/>
                  <a:pt x="409" y="1063"/>
                </a:cubicBezTo>
                <a:cubicBezTo>
                  <a:pt x="382" y="1069"/>
                  <a:pt x="355" y="1073"/>
                  <a:pt x="329" y="1074"/>
                </a:cubicBezTo>
                <a:cubicBezTo>
                  <a:pt x="302" y="1074"/>
                  <a:pt x="275" y="1071"/>
                  <a:pt x="248" y="1064"/>
                </a:cubicBezTo>
                <a:cubicBezTo>
                  <a:pt x="221" y="1058"/>
                  <a:pt x="189" y="1041"/>
                  <a:pt x="153" y="1014"/>
                </a:cubicBezTo>
                <a:cubicBezTo>
                  <a:pt x="116" y="987"/>
                  <a:pt x="88" y="953"/>
                  <a:pt x="67" y="910"/>
                </a:cubicBezTo>
                <a:cubicBezTo>
                  <a:pt x="22" y="825"/>
                  <a:pt x="0" y="700"/>
                  <a:pt x="0" y="539"/>
                </a:cubicBezTo>
                <a:cubicBezTo>
                  <a:pt x="0" y="358"/>
                  <a:pt x="29" y="221"/>
                  <a:pt x="89" y="126"/>
                </a:cubicBezTo>
                <a:moveTo>
                  <a:pt x="441" y="107"/>
                </a:moveTo>
                <a:cubicBezTo>
                  <a:pt x="409" y="74"/>
                  <a:pt x="372" y="57"/>
                  <a:pt x="329" y="57"/>
                </a:cubicBezTo>
                <a:cubicBezTo>
                  <a:pt x="285" y="57"/>
                  <a:pt x="248" y="74"/>
                  <a:pt x="216" y="107"/>
                </a:cubicBezTo>
                <a:cubicBezTo>
                  <a:pt x="190" y="134"/>
                  <a:pt x="173" y="172"/>
                  <a:pt x="165" y="220"/>
                </a:cubicBezTo>
                <a:cubicBezTo>
                  <a:pt x="157" y="267"/>
                  <a:pt x="153" y="367"/>
                  <a:pt x="153" y="519"/>
                </a:cubicBezTo>
                <a:cubicBezTo>
                  <a:pt x="153" y="683"/>
                  <a:pt x="157" y="792"/>
                  <a:pt x="165" y="844"/>
                </a:cubicBezTo>
                <a:cubicBezTo>
                  <a:pt x="173" y="896"/>
                  <a:pt x="192" y="937"/>
                  <a:pt x="221" y="968"/>
                </a:cubicBezTo>
                <a:cubicBezTo>
                  <a:pt x="250" y="999"/>
                  <a:pt x="286" y="1014"/>
                  <a:pt x="329" y="1014"/>
                </a:cubicBezTo>
                <a:cubicBezTo>
                  <a:pt x="370" y="1014"/>
                  <a:pt x="407" y="999"/>
                  <a:pt x="436" y="968"/>
                </a:cubicBezTo>
                <a:cubicBezTo>
                  <a:pt x="466" y="936"/>
                  <a:pt x="485" y="893"/>
                  <a:pt x="492" y="837"/>
                </a:cubicBezTo>
                <a:cubicBezTo>
                  <a:pt x="499" y="780"/>
                  <a:pt x="503" y="674"/>
                  <a:pt x="504" y="519"/>
                </a:cubicBezTo>
                <a:cubicBezTo>
                  <a:pt x="504" y="368"/>
                  <a:pt x="500" y="269"/>
                  <a:pt x="492" y="221"/>
                </a:cubicBezTo>
                <a:cubicBezTo>
                  <a:pt x="484" y="173"/>
                  <a:pt x="467" y="135"/>
                  <a:pt x="441" y="10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6" name=""/>
          <p:cNvSpPr/>
          <p:nvPr/>
        </p:nvSpPr>
        <p:spPr>
          <a:xfrm>
            <a:off x="7822440" y="314280"/>
            <a:ext cx="236520" cy="386640"/>
          </a:xfrm>
          <a:custGeom>
            <a:avLst/>
            <a:gdLst/>
            <a:ahLst/>
            <a:rect l="0" t="0" r="r" b="b"/>
            <a:pathLst>
              <a:path w="657" h="1074">
                <a:moveTo>
                  <a:pt x="88" y="126"/>
                </a:moveTo>
                <a:cubicBezTo>
                  <a:pt x="147" y="42"/>
                  <a:pt x="226" y="0"/>
                  <a:pt x="328" y="0"/>
                </a:cubicBezTo>
                <a:cubicBezTo>
                  <a:pt x="378" y="0"/>
                  <a:pt x="428" y="13"/>
                  <a:pt x="478" y="40"/>
                </a:cubicBezTo>
                <a:cubicBezTo>
                  <a:pt x="528" y="67"/>
                  <a:pt x="568" y="115"/>
                  <a:pt x="599" y="184"/>
                </a:cubicBezTo>
                <a:cubicBezTo>
                  <a:pt x="638" y="270"/>
                  <a:pt x="657" y="389"/>
                  <a:pt x="657" y="539"/>
                </a:cubicBezTo>
                <a:cubicBezTo>
                  <a:pt x="657" y="700"/>
                  <a:pt x="635" y="825"/>
                  <a:pt x="590" y="910"/>
                </a:cubicBezTo>
                <a:cubicBezTo>
                  <a:pt x="569" y="954"/>
                  <a:pt x="541" y="988"/>
                  <a:pt x="504" y="1014"/>
                </a:cubicBezTo>
                <a:cubicBezTo>
                  <a:pt x="468" y="1040"/>
                  <a:pt x="436" y="1057"/>
                  <a:pt x="409" y="1063"/>
                </a:cubicBezTo>
                <a:cubicBezTo>
                  <a:pt x="382" y="1069"/>
                  <a:pt x="356" y="1073"/>
                  <a:pt x="330" y="1074"/>
                </a:cubicBezTo>
                <a:cubicBezTo>
                  <a:pt x="303" y="1074"/>
                  <a:pt x="276" y="1071"/>
                  <a:pt x="249" y="1064"/>
                </a:cubicBezTo>
                <a:cubicBezTo>
                  <a:pt x="220" y="1058"/>
                  <a:pt x="189" y="1041"/>
                  <a:pt x="152" y="1014"/>
                </a:cubicBezTo>
                <a:cubicBezTo>
                  <a:pt x="116" y="987"/>
                  <a:pt x="87" y="953"/>
                  <a:pt x="67" y="910"/>
                </a:cubicBezTo>
                <a:cubicBezTo>
                  <a:pt x="22" y="825"/>
                  <a:pt x="0" y="700"/>
                  <a:pt x="0" y="539"/>
                </a:cubicBezTo>
                <a:cubicBezTo>
                  <a:pt x="0" y="358"/>
                  <a:pt x="29" y="221"/>
                  <a:pt x="88" y="126"/>
                </a:cubicBezTo>
                <a:moveTo>
                  <a:pt x="440" y="107"/>
                </a:moveTo>
                <a:cubicBezTo>
                  <a:pt x="409" y="74"/>
                  <a:pt x="372" y="57"/>
                  <a:pt x="330" y="57"/>
                </a:cubicBezTo>
                <a:cubicBezTo>
                  <a:pt x="286" y="57"/>
                  <a:pt x="249" y="74"/>
                  <a:pt x="216" y="107"/>
                </a:cubicBezTo>
                <a:cubicBezTo>
                  <a:pt x="190" y="134"/>
                  <a:pt x="173" y="172"/>
                  <a:pt x="165" y="220"/>
                </a:cubicBezTo>
                <a:cubicBezTo>
                  <a:pt x="157" y="267"/>
                  <a:pt x="152" y="367"/>
                  <a:pt x="152" y="519"/>
                </a:cubicBezTo>
                <a:cubicBezTo>
                  <a:pt x="152" y="683"/>
                  <a:pt x="157" y="792"/>
                  <a:pt x="165" y="844"/>
                </a:cubicBezTo>
                <a:cubicBezTo>
                  <a:pt x="173" y="896"/>
                  <a:pt x="192" y="937"/>
                  <a:pt x="221" y="968"/>
                </a:cubicBezTo>
                <a:cubicBezTo>
                  <a:pt x="251" y="999"/>
                  <a:pt x="287" y="1014"/>
                  <a:pt x="330" y="1014"/>
                </a:cubicBezTo>
                <a:cubicBezTo>
                  <a:pt x="371" y="1014"/>
                  <a:pt x="407" y="999"/>
                  <a:pt x="436" y="968"/>
                </a:cubicBezTo>
                <a:cubicBezTo>
                  <a:pt x="466" y="936"/>
                  <a:pt x="485" y="893"/>
                  <a:pt x="492" y="837"/>
                </a:cubicBezTo>
                <a:cubicBezTo>
                  <a:pt x="499" y="780"/>
                  <a:pt x="503" y="674"/>
                  <a:pt x="504" y="519"/>
                </a:cubicBezTo>
                <a:cubicBezTo>
                  <a:pt x="504" y="368"/>
                  <a:pt x="500" y="269"/>
                  <a:pt x="492" y="221"/>
                </a:cubicBezTo>
                <a:cubicBezTo>
                  <a:pt x="484" y="173"/>
                  <a:pt x="466" y="135"/>
                  <a:pt x="440" y="10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7" name=""/>
          <p:cNvSpPr txBox="1"/>
          <p:nvPr/>
        </p:nvSpPr>
        <p:spPr>
          <a:xfrm>
            <a:off x="571320" y="155520"/>
            <a:ext cx="520488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nABCD vs SMD: </a:t>
            </a:r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感度比較 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(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8" name=""/>
          <p:cNvSpPr txBox="1"/>
          <p:nvPr/>
        </p:nvSpPr>
        <p:spPr>
          <a:xfrm>
            <a:off x="8080560" y="155520"/>
            <a:ext cx="45684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)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69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70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74" name=""/>
          <p:cNvSpPr/>
          <p:nvPr/>
        </p:nvSpPr>
        <p:spPr>
          <a:xfrm>
            <a:off x="571320" y="3962160"/>
            <a:ext cx="3848400" cy="38520"/>
          </a:xfrm>
          <a:custGeom>
            <a:avLst/>
            <a:gdLst/>
            <a:ahLst/>
            <a:rect l="0" t="0" r="r" b="b"/>
            <a:pathLst>
              <a:path w="10690" h="107">
                <a:moveTo>
                  <a:pt x="0" y="0"/>
                </a:moveTo>
                <a:lnTo>
                  <a:pt x="10690" y="0"/>
                </a:lnTo>
                <a:lnTo>
                  <a:pt x="10690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75" name=""/>
          <p:cNvSpPr txBox="1"/>
          <p:nvPr/>
        </p:nvSpPr>
        <p:spPr>
          <a:xfrm>
            <a:off x="571320" y="2833560"/>
            <a:ext cx="3454560" cy="1015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Application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79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0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1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2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3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4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5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6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7" name=""/>
          <p:cNvSpPr/>
          <p:nvPr/>
        </p:nvSpPr>
        <p:spPr>
          <a:xfrm>
            <a:off x="933120" y="21049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5"/>
                  <a:pt x="220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8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8" name=""/>
          <p:cNvSpPr txBox="1"/>
          <p:nvPr/>
        </p:nvSpPr>
        <p:spPr>
          <a:xfrm>
            <a:off x="571320" y="1443240"/>
            <a:ext cx="5342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設定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89" name=""/>
          <p:cNvSpPr txBox="1"/>
          <p:nvPr/>
        </p:nvSpPr>
        <p:spPr>
          <a:xfrm>
            <a:off x="1200240" y="1990800"/>
            <a:ext cx="19274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新規血栓溶解薬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0" name=""/>
          <p:cNvSpPr txBox="1"/>
          <p:nvPr/>
        </p:nvSpPr>
        <p:spPr>
          <a:xfrm>
            <a:off x="3126960" y="1947960"/>
            <a:ext cx="7740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Drug 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1" name=""/>
          <p:cNvSpPr/>
          <p:nvPr/>
        </p:nvSpPr>
        <p:spPr>
          <a:xfrm>
            <a:off x="933120" y="25430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20" y="73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7"/>
                  <a:pt x="203" y="11"/>
                </a:cubicBezTo>
                <a:cubicBezTo>
                  <a:pt x="211" y="15"/>
                  <a:pt x="220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2" name=""/>
          <p:cNvSpPr txBox="1"/>
          <p:nvPr/>
        </p:nvSpPr>
        <p:spPr>
          <a:xfrm>
            <a:off x="3990240" y="1990800"/>
            <a:ext cx="52808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の急性心筋梗塞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(AMI) Phase 3 MRCT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を計画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3" name=""/>
          <p:cNvSpPr/>
          <p:nvPr/>
        </p:nvSpPr>
        <p:spPr>
          <a:xfrm>
            <a:off x="3877560" y="2466720"/>
            <a:ext cx="280800" cy="224280"/>
          </a:xfrm>
          <a:custGeom>
            <a:avLst/>
            <a:gdLst/>
            <a:ahLst/>
            <a:rect l="0" t="0" r="r" b="b"/>
            <a:pathLst>
              <a:path w="780" h="623">
                <a:moveTo>
                  <a:pt x="184" y="42"/>
                </a:moveTo>
                <a:cubicBezTo>
                  <a:pt x="182" y="42"/>
                  <a:pt x="180" y="42"/>
                  <a:pt x="177" y="42"/>
                </a:cubicBezTo>
                <a:cubicBezTo>
                  <a:pt x="162" y="42"/>
                  <a:pt x="153" y="42"/>
                  <a:pt x="150" y="41"/>
                </a:cubicBezTo>
                <a:cubicBezTo>
                  <a:pt x="147" y="41"/>
                  <a:pt x="145" y="37"/>
                  <a:pt x="145" y="31"/>
                </a:cubicBezTo>
                <a:cubicBezTo>
                  <a:pt x="145" y="15"/>
                  <a:pt x="148" y="5"/>
                  <a:pt x="155" y="1"/>
                </a:cubicBezTo>
                <a:cubicBezTo>
                  <a:pt x="156" y="1"/>
                  <a:pt x="186" y="0"/>
                  <a:pt x="243" y="0"/>
                </a:cubicBezTo>
                <a:cubicBezTo>
                  <a:pt x="290" y="0"/>
                  <a:pt x="317" y="0"/>
                  <a:pt x="323" y="0"/>
                </a:cubicBezTo>
                <a:cubicBezTo>
                  <a:pt x="330" y="0"/>
                  <a:pt x="334" y="2"/>
                  <a:pt x="336" y="6"/>
                </a:cubicBezTo>
                <a:cubicBezTo>
                  <a:pt x="464" y="308"/>
                  <a:pt x="530" y="462"/>
                  <a:pt x="533" y="470"/>
                </a:cubicBezTo>
                <a:lnTo>
                  <a:pt x="582" y="275"/>
                </a:lnTo>
                <a:cubicBezTo>
                  <a:pt x="614" y="147"/>
                  <a:pt x="630" y="79"/>
                  <a:pt x="630" y="70"/>
                </a:cubicBezTo>
                <a:cubicBezTo>
                  <a:pt x="630" y="54"/>
                  <a:pt x="611" y="44"/>
                  <a:pt x="572" y="42"/>
                </a:cubicBezTo>
                <a:cubicBezTo>
                  <a:pt x="557" y="42"/>
                  <a:pt x="550" y="39"/>
                  <a:pt x="550" y="32"/>
                </a:cubicBezTo>
                <a:cubicBezTo>
                  <a:pt x="550" y="31"/>
                  <a:pt x="551" y="27"/>
                  <a:pt x="552" y="21"/>
                </a:cubicBezTo>
                <a:cubicBezTo>
                  <a:pt x="554" y="11"/>
                  <a:pt x="556" y="6"/>
                  <a:pt x="557" y="4"/>
                </a:cubicBezTo>
                <a:cubicBezTo>
                  <a:pt x="559" y="2"/>
                  <a:pt x="562" y="1"/>
                  <a:pt x="566" y="0"/>
                </a:cubicBezTo>
                <a:cubicBezTo>
                  <a:pt x="568" y="0"/>
                  <a:pt x="578" y="1"/>
                  <a:pt x="595" y="1"/>
                </a:cubicBezTo>
                <a:cubicBezTo>
                  <a:pt x="612" y="2"/>
                  <a:pt x="637" y="2"/>
                  <a:pt x="670" y="3"/>
                </a:cubicBezTo>
                <a:cubicBezTo>
                  <a:pt x="700" y="3"/>
                  <a:pt x="723" y="3"/>
                  <a:pt x="739" y="2"/>
                </a:cubicBezTo>
                <a:cubicBezTo>
                  <a:pt x="755" y="1"/>
                  <a:pt x="764" y="1"/>
                  <a:pt x="767" y="1"/>
                </a:cubicBezTo>
                <a:cubicBezTo>
                  <a:pt x="776" y="1"/>
                  <a:pt x="780" y="4"/>
                  <a:pt x="780" y="10"/>
                </a:cubicBezTo>
                <a:cubicBezTo>
                  <a:pt x="780" y="24"/>
                  <a:pt x="778" y="33"/>
                  <a:pt x="773" y="38"/>
                </a:cubicBezTo>
                <a:cubicBezTo>
                  <a:pt x="772" y="41"/>
                  <a:pt x="765" y="42"/>
                  <a:pt x="753" y="42"/>
                </a:cubicBezTo>
                <a:cubicBezTo>
                  <a:pt x="710" y="44"/>
                  <a:pt x="683" y="57"/>
                  <a:pt x="672" y="78"/>
                </a:cubicBezTo>
                <a:lnTo>
                  <a:pt x="536" y="616"/>
                </a:lnTo>
                <a:cubicBezTo>
                  <a:pt x="535" y="620"/>
                  <a:pt x="529" y="623"/>
                  <a:pt x="516" y="623"/>
                </a:cubicBezTo>
                <a:cubicBezTo>
                  <a:pt x="508" y="623"/>
                  <a:pt x="503" y="622"/>
                  <a:pt x="501" y="621"/>
                </a:cubicBezTo>
                <a:cubicBezTo>
                  <a:pt x="499" y="619"/>
                  <a:pt x="460" y="527"/>
                  <a:pt x="383" y="345"/>
                </a:cubicBezTo>
                <a:lnTo>
                  <a:pt x="268" y="72"/>
                </a:lnTo>
                <a:lnTo>
                  <a:pt x="209" y="310"/>
                </a:lnTo>
                <a:cubicBezTo>
                  <a:pt x="169" y="465"/>
                  <a:pt x="150" y="545"/>
                  <a:pt x="150" y="551"/>
                </a:cubicBezTo>
                <a:cubicBezTo>
                  <a:pt x="153" y="571"/>
                  <a:pt x="174" y="581"/>
                  <a:pt x="215" y="581"/>
                </a:cubicBezTo>
                <a:lnTo>
                  <a:pt x="224" y="581"/>
                </a:lnTo>
                <a:cubicBezTo>
                  <a:pt x="228" y="584"/>
                  <a:pt x="230" y="586"/>
                  <a:pt x="230" y="588"/>
                </a:cubicBezTo>
                <a:cubicBezTo>
                  <a:pt x="230" y="590"/>
                  <a:pt x="229" y="596"/>
                  <a:pt x="228" y="605"/>
                </a:cubicBezTo>
                <a:cubicBezTo>
                  <a:pt x="225" y="613"/>
                  <a:pt x="222" y="619"/>
                  <a:pt x="219" y="623"/>
                </a:cubicBezTo>
                <a:lnTo>
                  <a:pt x="207" y="623"/>
                </a:lnTo>
                <a:cubicBezTo>
                  <a:pt x="188" y="621"/>
                  <a:pt x="155" y="621"/>
                  <a:pt x="109" y="621"/>
                </a:cubicBezTo>
                <a:cubicBezTo>
                  <a:pt x="92" y="621"/>
                  <a:pt x="76" y="621"/>
                  <a:pt x="62" y="621"/>
                </a:cubicBezTo>
                <a:cubicBezTo>
                  <a:pt x="48" y="621"/>
                  <a:pt x="37" y="621"/>
                  <a:pt x="29" y="621"/>
                </a:cubicBezTo>
                <a:cubicBezTo>
                  <a:pt x="20" y="621"/>
                  <a:pt x="15" y="621"/>
                  <a:pt x="13" y="622"/>
                </a:cubicBezTo>
                <a:cubicBezTo>
                  <a:pt x="4" y="622"/>
                  <a:pt x="0" y="619"/>
                  <a:pt x="0" y="613"/>
                </a:cubicBezTo>
                <a:cubicBezTo>
                  <a:pt x="0" y="611"/>
                  <a:pt x="0" y="606"/>
                  <a:pt x="2" y="599"/>
                </a:cubicBezTo>
                <a:cubicBezTo>
                  <a:pt x="4" y="592"/>
                  <a:pt x="6" y="587"/>
                  <a:pt x="7" y="586"/>
                </a:cubicBezTo>
                <a:cubicBezTo>
                  <a:pt x="8" y="583"/>
                  <a:pt x="15" y="581"/>
                  <a:pt x="28" y="581"/>
                </a:cubicBezTo>
                <a:cubicBezTo>
                  <a:pt x="69" y="579"/>
                  <a:pt x="96" y="567"/>
                  <a:pt x="108" y="545"/>
                </a:cubicBezTo>
                <a:cubicBezTo>
                  <a:pt x="110" y="542"/>
                  <a:pt x="132" y="458"/>
                  <a:pt x="172" y="293"/>
                </a:cubicBezTo>
                <a:lnTo>
                  <a:pt x="234" y="45"/>
                </a:lnTo>
                <a:cubicBezTo>
                  <a:pt x="233" y="44"/>
                  <a:pt x="216" y="43"/>
                  <a:pt x="184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4" name=""/>
          <p:cNvSpPr/>
          <p:nvPr/>
        </p:nvSpPr>
        <p:spPr>
          <a:xfrm>
            <a:off x="4267440" y="2570400"/>
            <a:ext cx="218520" cy="77040"/>
          </a:xfrm>
          <a:custGeom>
            <a:avLst/>
            <a:gdLst/>
            <a:ahLst/>
            <a:rect l="0" t="0" r="r" b="b"/>
            <a:pathLst>
              <a:path w="607" h="214">
                <a:moveTo>
                  <a:pt x="0" y="18"/>
                </a:moveTo>
                <a:cubicBezTo>
                  <a:pt x="0" y="10"/>
                  <a:pt x="4" y="4"/>
                  <a:pt x="13" y="0"/>
                </a:cubicBezTo>
                <a:lnTo>
                  <a:pt x="593" y="0"/>
                </a:lnTo>
                <a:cubicBezTo>
                  <a:pt x="602" y="5"/>
                  <a:pt x="607" y="11"/>
                  <a:pt x="607" y="18"/>
                </a:cubicBezTo>
                <a:cubicBezTo>
                  <a:pt x="607" y="25"/>
                  <a:pt x="603" y="30"/>
                  <a:pt x="594" y="35"/>
                </a:cubicBezTo>
                <a:lnTo>
                  <a:pt x="304" y="36"/>
                </a:lnTo>
                <a:lnTo>
                  <a:pt x="14" y="36"/>
                </a:lnTo>
                <a:cubicBezTo>
                  <a:pt x="5" y="33"/>
                  <a:pt x="0" y="27"/>
                  <a:pt x="0" y="18"/>
                </a:cubicBezTo>
                <a:moveTo>
                  <a:pt x="0" y="195"/>
                </a:moveTo>
                <a:cubicBezTo>
                  <a:pt x="0" y="186"/>
                  <a:pt x="5" y="180"/>
                  <a:pt x="14" y="177"/>
                </a:cubicBezTo>
                <a:lnTo>
                  <a:pt x="594" y="177"/>
                </a:lnTo>
                <a:cubicBezTo>
                  <a:pt x="603" y="183"/>
                  <a:pt x="607" y="189"/>
                  <a:pt x="607" y="195"/>
                </a:cubicBezTo>
                <a:cubicBezTo>
                  <a:pt x="607" y="203"/>
                  <a:pt x="602" y="209"/>
                  <a:pt x="593" y="214"/>
                </a:cubicBezTo>
                <a:lnTo>
                  <a:pt x="13" y="214"/>
                </a:lnTo>
                <a:cubicBezTo>
                  <a:pt x="4" y="209"/>
                  <a:pt x="0" y="203"/>
                  <a:pt x="0" y="19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5" name=""/>
          <p:cNvSpPr/>
          <p:nvPr/>
        </p:nvSpPr>
        <p:spPr>
          <a:xfrm>
            <a:off x="4604040" y="2468880"/>
            <a:ext cx="145440" cy="222120"/>
          </a:xfrm>
          <a:custGeom>
            <a:avLst/>
            <a:gdLst/>
            <a:ahLst/>
            <a:rect l="0" t="0" r="r" b="b"/>
            <a:pathLst>
              <a:path w="404" h="617">
                <a:moveTo>
                  <a:pt x="396" y="617"/>
                </a:moveTo>
                <a:cubicBezTo>
                  <a:pt x="385" y="615"/>
                  <a:pt x="346" y="614"/>
                  <a:pt x="277" y="614"/>
                </a:cubicBezTo>
                <a:cubicBezTo>
                  <a:pt x="207" y="614"/>
                  <a:pt x="166" y="615"/>
                  <a:pt x="156" y="617"/>
                </a:cubicBezTo>
                <a:lnTo>
                  <a:pt x="147" y="617"/>
                </a:lnTo>
                <a:lnTo>
                  <a:pt x="147" y="575"/>
                </a:lnTo>
                <a:lnTo>
                  <a:pt x="176" y="575"/>
                </a:lnTo>
                <a:cubicBezTo>
                  <a:pt x="188" y="575"/>
                  <a:pt x="196" y="575"/>
                  <a:pt x="200" y="575"/>
                </a:cubicBezTo>
                <a:cubicBezTo>
                  <a:pt x="204" y="575"/>
                  <a:pt x="210" y="574"/>
                  <a:pt x="216" y="573"/>
                </a:cubicBezTo>
                <a:cubicBezTo>
                  <a:pt x="222" y="572"/>
                  <a:pt x="226" y="570"/>
                  <a:pt x="228" y="568"/>
                </a:cubicBezTo>
                <a:cubicBezTo>
                  <a:pt x="231" y="567"/>
                  <a:pt x="233" y="564"/>
                  <a:pt x="235" y="561"/>
                </a:cubicBezTo>
                <a:cubicBezTo>
                  <a:pt x="235" y="560"/>
                  <a:pt x="236" y="544"/>
                  <a:pt x="236" y="512"/>
                </a:cubicBezTo>
                <a:lnTo>
                  <a:pt x="236" y="466"/>
                </a:lnTo>
                <a:lnTo>
                  <a:pt x="0" y="466"/>
                </a:lnTo>
                <a:lnTo>
                  <a:pt x="0" y="425"/>
                </a:lnTo>
                <a:lnTo>
                  <a:pt x="137" y="213"/>
                </a:lnTo>
                <a:cubicBezTo>
                  <a:pt x="230" y="73"/>
                  <a:pt x="277" y="2"/>
                  <a:pt x="278" y="1"/>
                </a:cubicBezTo>
                <a:cubicBezTo>
                  <a:pt x="280" y="0"/>
                  <a:pt x="286" y="0"/>
                  <a:pt x="297" y="0"/>
                </a:cubicBezTo>
                <a:lnTo>
                  <a:pt x="315" y="0"/>
                </a:lnTo>
                <a:lnTo>
                  <a:pt x="320" y="5"/>
                </a:lnTo>
                <a:lnTo>
                  <a:pt x="320" y="425"/>
                </a:lnTo>
                <a:lnTo>
                  <a:pt x="404" y="425"/>
                </a:lnTo>
                <a:lnTo>
                  <a:pt x="404" y="466"/>
                </a:lnTo>
                <a:lnTo>
                  <a:pt x="320" y="466"/>
                </a:lnTo>
                <a:lnTo>
                  <a:pt x="320" y="513"/>
                </a:lnTo>
                <a:cubicBezTo>
                  <a:pt x="320" y="538"/>
                  <a:pt x="320" y="552"/>
                  <a:pt x="320" y="557"/>
                </a:cubicBezTo>
                <a:cubicBezTo>
                  <a:pt x="320" y="561"/>
                  <a:pt x="322" y="564"/>
                  <a:pt x="326" y="567"/>
                </a:cubicBezTo>
                <a:cubicBezTo>
                  <a:pt x="331" y="572"/>
                  <a:pt x="348" y="574"/>
                  <a:pt x="378" y="575"/>
                </a:cubicBezTo>
                <a:lnTo>
                  <a:pt x="404" y="575"/>
                </a:lnTo>
                <a:lnTo>
                  <a:pt x="404" y="617"/>
                </a:lnTo>
                <a:lnTo>
                  <a:pt x="396" y="617"/>
                </a:lnTo>
                <a:moveTo>
                  <a:pt x="241" y="425"/>
                </a:moveTo>
                <a:lnTo>
                  <a:pt x="241" y="120"/>
                </a:lnTo>
                <a:lnTo>
                  <a:pt x="42" y="424"/>
                </a:lnTo>
                <a:lnTo>
                  <a:pt x="141" y="425"/>
                </a:lnTo>
                <a:lnTo>
                  <a:pt x="241" y="4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6" name=""/>
          <p:cNvSpPr/>
          <p:nvPr/>
        </p:nvSpPr>
        <p:spPr>
          <a:xfrm>
            <a:off x="4771440" y="247248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2" y="73"/>
                </a:moveTo>
                <a:cubicBezTo>
                  <a:pt x="86" y="24"/>
                  <a:pt x="132" y="0"/>
                  <a:pt x="191" y="0"/>
                </a:cubicBezTo>
                <a:cubicBezTo>
                  <a:pt x="220" y="0"/>
                  <a:pt x="249" y="8"/>
                  <a:pt x="278" y="23"/>
                </a:cubicBezTo>
                <a:cubicBezTo>
                  <a:pt x="307" y="39"/>
                  <a:pt x="331" y="67"/>
                  <a:pt x="350" y="107"/>
                </a:cubicBezTo>
                <a:cubicBezTo>
                  <a:pt x="373" y="157"/>
                  <a:pt x="384" y="227"/>
                  <a:pt x="384" y="314"/>
                </a:cubicBezTo>
                <a:cubicBezTo>
                  <a:pt x="384" y="409"/>
                  <a:pt x="371" y="481"/>
                  <a:pt x="345" y="531"/>
                </a:cubicBezTo>
                <a:cubicBezTo>
                  <a:pt x="332" y="557"/>
                  <a:pt x="315" y="577"/>
                  <a:pt x="294" y="592"/>
                </a:cubicBezTo>
                <a:cubicBezTo>
                  <a:pt x="272" y="607"/>
                  <a:pt x="254" y="617"/>
                  <a:pt x="238" y="620"/>
                </a:cubicBezTo>
                <a:cubicBezTo>
                  <a:pt x="222" y="624"/>
                  <a:pt x="207" y="626"/>
                  <a:pt x="192" y="627"/>
                </a:cubicBezTo>
                <a:cubicBezTo>
                  <a:pt x="176" y="627"/>
                  <a:pt x="160" y="625"/>
                  <a:pt x="145" y="621"/>
                </a:cubicBezTo>
                <a:cubicBezTo>
                  <a:pt x="129" y="618"/>
                  <a:pt x="110" y="608"/>
                  <a:pt x="89" y="592"/>
                </a:cubicBezTo>
                <a:cubicBezTo>
                  <a:pt x="68" y="576"/>
                  <a:pt x="51" y="556"/>
                  <a:pt x="39" y="531"/>
                </a:cubicBezTo>
                <a:cubicBezTo>
                  <a:pt x="13" y="481"/>
                  <a:pt x="0" y="409"/>
                  <a:pt x="0" y="314"/>
                </a:cubicBezTo>
                <a:cubicBezTo>
                  <a:pt x="0" y="209"/>
                  <a:pt x="17" y="129"/>
                  <a:pt x="52" y="73"/>
                </a:cubicBezTo>
                <a:moveTo>
                  <a:pt x="256" y="62"/>
                </a:moveTo>
                <a:cubicBezTo>
                  <a:pt x="238" y="43"/>
                  <a:pt x="217" y="33"/>
                  <a:pt x="192" y="33"/>
                </a:cubicBezTo>
                <a:cubicBezTo>
                  <a:pt x="166" y="33"/>
                  <a:pt x="145" y="43"/>
                  <a:pt x="126" y="62"/>
                </a:cubicBezTo>
                <a:cubicBezTo>
                  <a:pt x="111" y="78"/>
                  <a:pt x="101" y="100"/>
                  <a:pt x="96" y="128"/>
                </a:cubicBezTo>
                <a:cubicBezTo>
                  <a:pt x="91" y="156"/>
                  <a:pt x="89" y="214"/>
                  <a:pt x="89" y="303"/>
                </a:cubicBezTo>
                <a:cubicBezTo>
                  <a:pt x="89" y="399"/>
                  <a:pt x="91" y="463"/>
                  <a:pt x="96" y="493"/>
                </a:cubicBezTo>
                <a:cubicBezTo>
                  <a:pt x="101" y="523"/>
                  <a:pt x="112" y="547"/>
                  <a:pt x="129" y="565"/>
                </a:cubicBezTo>
                <a:cubicBezTo>
                  <a:pt x="146" y="583"/>
                  <a:pt x="167" y="592"/>
                  <a:pt x="192" y="592"/>
                </a:cubicBezTo>
                <a:cubicBezTo>
                  <a:pt x="216" y="592"/>
                  <a:pt x="237" y="583"/>
                  <a:pt x="254" y="565"/>
                </a:cubicBezTo>
                <a:cubicBezTo>
                  <a:pt x="271" y="547"/>
                  <a:pt x="282" y="521"/>
                  <a:pt x="286" y="488"/>
                </a:cubicBezTo>
                <a:cubicBezTo>
                  <a:pt x="291" y="456"/>
                  <a:pt x="293" y="394"/>
                  <a:pt x="294" y="303"/>
                </a:cubicBezTo>
                <a:cubicBezTo>
                  <a:pt x="294" y="215"/>
                  <a:pt x="291" y="157"/>
                  <a:pt x="286" y="129"/>
                </a:cubicBezTo>
                <a:cubicBezTo>
                  <a:pt x="282" y="101"/>
                  <a:pt x="272" y="79"/>
                  <a:pt x="256" y="6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7" name=""/>
          <p:cNvSpPr/>
          <p:nvPr/>
        </p:nvSpPr>
        <p:spPr>
          <a:xfrm>
            <a:off x="4947840" y="2651040"/>
            <a:ext cx="43560" cy="103320"/>
          </a:xfrm>
          <a:custGeom>
            <a:avLst/>
            <a:gdLst/>
            <a:ahLst/>
            <a:rect l="0" t="0" r="r" b="b"/>
            <a:pathLst>
              <a:path w="121" h="287">
                <a:moveTo>
                  <a:pt x="0" y="78"/>
                </a:moveTo>
                <a:cubicBezTo>
                  <a:pt x="0" y="78"/>
                  <a:pt x="0" y="70"/>
                  <a:pt x="0" y="55"/>
                </a:cubicBezTo>
                <a:cubicBezTo>
                  <a:pt x="0" y="40"/>
                  <a:pt x="5" y="27"/>
                  <a:pt x="15" y="16"/>
                </a:cubicBezTo>
                <a:cubicBezTo>
                  <a:pt x="24" y="5"/>
                  <a:pt x="38" y="0"/>
                  <a:pt x="54" y="0"/>
                </a:cubicBezTo>
                <a:cubicBezTo>
                  <a:pt x="71" y="0"/>
                  <a:pt x="86" y="7"/>
                  <a:pt x="99" y="22"/>
                </a:cubicBezTo>
                <a:cubicBezTo>
                  <a:pt x="113" y="37"/>
                  <a:pt x="121" y="64"/>
                  <a:pt x="121" y="102"/>
                </a:cubicBezTo>
                <a:cubicBezTo>
                  <a:pt x="121" y="124"/>
                  <a:pt x="119" y="144"/>
                  <a:pt x="112" y="164"/>
                </a:cubicBezTo>
                <a:cubicBezTo>
                  <a:pt x="107" y="184"/>
                  <a:pt x="100" y="201"/>
                  <a:pt x="93" y="217"/>
                </a:cubicBezTo>
                <a:cubicBezTo>
                  <a:pt x="86" y="232"/>
                  <a:pt x="78" y="244"/>
                  <a:pt x="69" y="254"/>
                </a:cubicBezTo>
                <a:cubicBezTo>
                  <a:pt x="61" y="265"/>
                  <a:pt x="54" y="273"/>
                  <a:pt x="48" y="279"/>
                </a:cubicBezTo>
                <a:cubicBezTo>
                  <a:pt x="41" y="285"/>
                  <a:pt x="38" y="288"/>
                  <a:pt x="36" y="287"/>
                </a:cubicBezTo>
                <a:cubicBezTo>
                  <a:pt x="33" y="287"/>
                  <a:pt x="29" y="284"/>
                  <a:pt x="24" y="279"/>
                </a:cubicBezTo>
                <a:cubicBezTo>
                  <a:pt x="18" y="273"/>
                  <a:pt x="16" y="270"/>
                  <a:pt x="16" y="267"/>
                </a:cubicBezTo>
                <a:cubicBezTo>
                  <a:pt x="16" y="265"/>
                  <a:pt x="19" y="260"/>
                  <a:pt x="26" y="253"/>
                </a:cubicBezTo>
                <a:cubicBezTo>
                  <a:pt x="32" y="245"/>
                  <a:pt x="40" y="236"/>
                  <a:pt x="48" y="225"/>
                </a:cubicBezTo>
                <a:cubicBezTo>
                  <a:pt x="57" y="213"/>
                  <a:pt x="65" y="198"/>
                  <a:pt x="72" y="179"/>
                </a:cubicBezTo>
                <a:cubicBezTo>
                  <a:pt x="79" y="159"/>
                  <a:pt x="84" y="137"/>
                  <a:pt x="87" y="112"/>
                </a:cubicBezTo>
                <a:lnTo>
                  <a:pt x="87" y="101"/>
                </a:lnTo>
                <a:lnTo>
                  <a:pt x="86" y="102"/>
                </a:lnTo>
                <a:cubicBezTo>
                  <a:pt x="85" y="103"/>
                  <a:pt x="83" y="104"/>
                  <a:pt x="81" y="104"/>
                </a:cubicBezTo>
                <a:cubicBezTo>
                  <a:pt x="79" y="105"/>
                  <a:pt x="78" y="106"/>
                  <a:pt x="76" y="107"/>
                </a:cubicBezTo>
                <a:cubicBezTo>
                  <a:pt x="74" y="108"/>
                  <a:pt x="71" y="109"/>
                  <a:pt x="68" y="109"/>
                </a:cubicBezTo>
                <a:cubicBezTo>
                  <a:pt x="64" y="109"/>
                  <a:pt x="60" y="109"/>
                  <a:pt x="57" y="110"/>
                </a:cubicBezTo>
                <a:cubicBezTo>
                  <a:pt x="40" y="110"/>
                  <a:pt x="27" y="104"/>
                  <a:pt x="17" y="94"/>
                </a:cubicBezTo>
                <a:lnTo>
                  <a:pt x="0" y="7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8" name=""/>
          <p:cNvSpPr/>
          <p:nvPr/>
        </p:nvSpPr>
        <p:spPr>
          <a:xfrm>
            <a:off x="5027400" y="2472480"/>
            <a:ext cx="136080" cy="225720"/>
          </a:xfrm>
          <a:custGeom>
            <a:avLst/>
            <a:gdLst/>
            <a:ahLst/>
            <a:rect l="0" t="0" r="r" b="b"/>
            <a:pathLst>
              <a:path w="378" h="627">
                <a:moveTo>
                  <a:pt x="74" y="43"/>
                </a:moveTo>
                <a:cubicBezTo>
                  <a:pt x="107" y="15"/>
                  <a:pt x="145" y="0"/>
                  <a:pt x="188" y="0"/>
                </a:cubicBezTo>
                <a:cubicBezTo>
                  <a:pt x="231" y="0"/>
                  <a:pt x="269" y="12"/>
                  <a:pt x="302" y="38"/>
                </a:cubicBezTo>
                <a:cubicBezTo>
                  <a:pt x="336" y="63"/>
                  <a:pt x="352" y="96"/>
                  <a:pt x="352" y="137"/>
                </a:cubicBezTo>
                <a:cubicBezTo>
                  <a:pt x="352" y="155"/>
                  <a:pt x="349" y="172"/>
                  <a:pt x="342" y="188"/>
                </a:cubicBezTo>
                <a:cubicBezTo>
                  <a:pt x="336" y="204"/>
                  <a:pt x="328" y="217"/>
                  <a:pt x="319" y="226"/>
                </a:cubicBezTo>
                <a:cubicBezTo>
                  <a:pt x="310" y="236"/>
                  <a:pt x="300" y="244"/>
                  <a:pt x="291" y="252"/>
                </a:cubicBezTo>
                <a:cubicBezTo>
                  <a:pt x="281" y="259"/>
                  <a:pt x="273" y="264"/>
                  <a:pt x="267" y="268"/>
                </a:cubicBezTo>
                <a:cubicBezTo>
                  <a:pt x="261" y="272"/>
                  <a:pt x="258" y="274"/>
                  <a:pt x="257" y="275"/>
                </a:cubicBezTo>
                <a:lnTo>
                  <a:pt x="270" y="284"/>
                </a:lnTo>
                <a:cubicBezTo>
                  <a:pt x="278" y="290"/>
                  <a:pt x="287" y="296"/>
                  <a:pt x="295" y="302"/>
                </a:cubicBezTo>
                <a:cubicBezTo>
                  <a:pt x="304" y="308"/>
                  <a:pt x="309" y="311"/>
                  <a:pt x="310" y="312"/>
                </a:cubicBezTo>
                <a:cubicBezTo>
                  <a:pt x="355" y="349"/>
                  <a:pt x="378" y="394"/>
                  <a:pt x="378" y="448"/>
                </a:cubicBezTo>
                <a:cubicBezTo>
                  <a:pt x="378" y="496"/>
                  <a:pt x="360" y="538"/>
                  <a:pt x="325" y="573"/>
                </a:cubicBezTo>
                <a:cubicBezTo>
                  <a:pt x="290" y="608"/>
                  <a:pt x="245" y="626"/>
                  <a:pt x="189" y="627"/>
                </a:cubicBezTo>
                <a:cubicBezTo>
                  <a:pt x="133" y="627"/>
                  <a:pt x="88" y="611"/>
                  <a:pt x="53" y="580"/>
                </a:cubicBezTo>
                <a:cubicBezTo>
                  <a:pt x="18" y="549"/>
                  <a:pt x="0" y="511"/>
                  <a:pt x="0" y="466"/>
                </a:cubicBezTo>
                <a:cubicBezTo>
                  <a:pt x="0" y="400"/>
                  <a:pt x="39" y="345"/>
                  <a:pt x="118" y="301"/>
                </a:cubicBezTo>
                <a:lnTo>
                  <a:pt x="101" y="289"/>
                </a:lnTo>
                <a:cubicBezTo>
                  <a:pt x="89" y="281"/>
                  <a:pt x="80" y="275"/>
                  <a:pt x="77" y="271"/>
                </a:cubicBezTo>
                <a:cubicBezTo>
                  <a:pt x="42" y="241"/>
                  <a:pt x="25" y="203"/>
                  <a:pt x="25" y="156"/>
                </a:cubicBezTo>
                <a:cubicBezTo>
                  <a:pt x="25" y="109"/>
                  <a:pt x="41" y="72"/>
                  <a:pt x="74" y="43"/>
                </a:cubicBezTo>
                <a:moveTo>
                  <a:pt x="222" y="254"/>
                </a:moveTo>
                <a:lnTo>
                  <a:pt x="228" y="251"/>
                </a:lnTo>
                <a:cubicBezTo>
                  <a:pt x="231" y="248"/>
                  <a:pt x="234" y="247"/>
                  <a:pt x="236" y="245"/>
                </a:cubicBezTo>
                <a:cubicBezTo>
                  <a:pt x="238" y="244"/>
                  <a:pt x="241" y="242"/>
                  <a:pt x="245" y="239"/>
                </a:cubicBezTo>
                <a:cubicBezTo>
                  <a:pt x="249" y="236"/>
                  <a:pt x="253" y="233"/>
                  <a:pt x="256" y="230"/>
                </a:cubicBezTo>
                <a:cubicBezTo>
                  <a:pt x="259" y="227"/>
                  <a:pt x="262" y="223"/>
                  <a:pt x="266" y="219"/>
                </a:cubicBezTo>
                <a:cubicBezTo>
                  <a:pt x="270" y="215"/>
                  <a:pt x="273" y="211"/>
                  <a:pt x="276" y="207"/>
                </a:cubicBezTo>
                <a:cubicBezTo>
                  <a:pt x="279" y="203"/>
                  <a:pt x="282" y="199"/>
                  <a:pt x="285" y="193"/>
                </a:cubicBezTo>
                <a:cubicBezTo>
                  <a:pt x="288" y="186"/>
                  <a:pt x="291" y="181"/>
                  <a:pt x="293" y="177"/>
                </a:cubicBezTo>
                <a:cubicBezTo>
                  <a:pt x="296" y="173"/>
                  <a:pt x="297" y="167"/>
                  <a:pt x="298" y="159"/>
                </a:cubicBezTo>
                <a:cubicBezTo>
                  <a:pt x="299" y="151"/>
                  <a:pt x="299" y="144"/>
                  <a:pt x="300" y="139"/>
                </a:cubicBezTo>
                <a:cubicBezTo>
                  <a:pt x="300" y="113"/>
                  <a:pt x="291" y="91"/>
                  <a:pt x="273" y="72"/>
                </a:cubicBezTo>
                <a:cubicBezTo>
                  <a:pt x="256" y="54"/>
                  <a:pt x="235" y="43"/>
                  <a:pt x="212" y="38"/>
                </a:cubicBezTo>
                <a:cubicBezTo>
                  <a:pt x="208" y="37"/>
                  <a:pt x="198" y="37"/>
                  <a:pt x="182" y="37"/>
                </a:cubicBezTo>
                <a:cubicBezTo>
                  <a:pt x="157" y="37"/>
                  <a:pt x="133" y="45"/>
                  <a:pt x="111" y="61"/>
                </a:cubicBezTo>
                <a:cubicBezTo>
                  <a:pt x="89" y="76"/>
                  <a:pt x="78" y="96"/>
                  <a:pt x="78" y="120"/>
                </a:cubicBezTo>
                <a:cubicBezTo>
                  <a:pt x="78" y="134"/>
                  <a:pt x="82" y="146"/>
                  <a:pt x="89" y="158"/>
                </a:cubicBezTo>
                <a:cubicBezTo>
                  <a:pt x="97" y="170"/>
                  <a:pt x="105" y="178"/>
                  <a:pt x="113" y="184"/>
                </a:cubicBezTo>
                <a:cubicBezTo>
                  <a:pt x="121" y="190"/>
                  <a:pt x="137" y="200"/>
                  <a:pt x="160" y="213"/>
                </a:cubicBezTo>
                <a:cubicBezTo>
                  <a:pt x="164" y="217"/>
                  <a:pt x="167" y="219"/>
                  <a:pt x="170" y="220"/>
                </a:cubicBezTo>
                <a:lnTo>
                  <a:pt x="222" y="254"/>
                </a:lnTo>
                <a:moveTo>
                  <a:pt x="190" y="587"/>
                </a:moveTo>
                <a:cubicBezTo>
                  <a:pt x="225" y="587"/>
                  <a:pt x="255" y="577"/>
                  <a:pt x="281" y="557"/>
                </a:cubicBezTo>
                <a:cubicBezTo>
                  <a:pt x="306" y="536"/>
                  <a:pt x="319" y="511"/>
                  <a:pt x="319" y="482"/>
                </a:cubicBezTo>
                <a:cubicBezTo>
                  <a:pt x="319" y="472"/>
                  <a:pt x="317" y="462"/>
                  <a:pt x="314" y="453"/>
                </a:cubicBezTo>
                <a:cubicBezTo>
                  <a:pt x="311" y="444"/>
                  <a:pt x="308" y="436"/>
                  <a:pt x="303" y="430"/>
                </a:cubicBezTo>
                <a:cubicBezTo>
                  <a:pt x="299" y="424"/>
                  <a:pt x="292" y="417"/>
                  <a:pt x="283" y="410"/>
                </a:cubicBezTo>
                <a:cubicBezTo>
                  <a:pt x="274" y="403"/>
                  <a:pt x="267" y="397"/>
                  <a:pt x="262" y="394"/>
                </a:cubicBezTo>
                <a:cubicBezTo>
                  <a:pt x="258" y="390"/>
                  <a:pt x="249" y="384"/>
                  <a:pt x="236" y="376"/>
                </a:cubicBezTo>
                <a:cubicBezTo>
                  <a:pt x="223" y="369"/>
                  <a:pt x="215" y="363"/>
                  <a:pt x="211" y="361"/>
                </a:cubicBezTo>
                <a:cubicBezTo>
                  <a:pt x="203" y="355"/>
                  <a:pt x="194" y="350"/>
                  <a:pt x="184" y="344"/>
                </a:cubicBezTo>
                <a:cubicBezTo>
                  <a:pt x="174" y="338"/>
                  <a:pt x="167" y="332"/>
                  <a:pt x="161" y="328"/>
                </a:cubicBezTo>
                <a:lnTo>
                  <a:pt x="153" y="324"/>
                </a:lnTo>
                <a:cubicBezTo>
                  <a:pt x="150" y="324"/>
                  <a:pt x="141" y="329"/>
                  <a:pt x="126" y="339"/>
                </a:cubicBezTo>
                <a:cubicBezTo>
                  <a:pt x="112" y="349"/>
                  <a:pt x="97" y="366"/>
                  <a:pt x="82" y="389"/>
                </a:cubicBezTo>
                <a:cubicBezTo>
                  <a:pt x="67" y="412"/>
                  <a:pt x="59" y="437"/>
                  <a:pt x="59" y="464"/>
                </a:cubicBezTo>
                <a:cubicBezTo>
                  <a:pt x="59" y="500"/>
                  <a:pt x="72" y="529"/>
                  <a:pt x="98" y="552"/>
                </a:cubicBezTo>
                <a:cubicBezTo>
                  <a:pt x="124" y="575"/>
                  <a:pt x="155" y="587"/>
                  <a:pt x="190" y="5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399" name=""/>
          <p:cNvSpPr/>
          <p:nvPr/>
        </p:nvSpPr>
        <p:spPr>
          <a:xfrm>
            <a:off x="5190840" y="2472840"/>
            <a:ext cx="136440" cy="225360"/>
          </a:xfrm>
          <a:custGeom>
            <a:avLst/>
            <a:gdLst/>
            <a:ahLst/>
            <a:rect l="0" t="0" r="r" b="b"/>
            <a:pathLst>
              <a:path w="379" h="626">
                <a:moveTo>
                  <a:pt x="78" y="183"/>
                </a:moveTo>
                <a:cubicBezTo>
                  <a:pt x="61" y="183"/>
                  <a:pt x="49" y="178"/>
                  <a:pt x="39" y="168"/>
                </a:cubicBezTo>
                <a:cubicBezTo>
                  <a:pt x="30" y="158"/>
                  <a:pt x="25" y="144"/>
                  <a:pt x="25" y="128"/>
                </a:cubicBezTo>
                <a:cubicBezTo>
                  <a:pt x="25" y="95"/>
                  <a:pt x="39" y="65"/>
                  <a:pt x="69" y="39"/>
                </a:cubicBezTo>
                <a:cubicBezTo>
                  <a:pt x="99" y="13"/>
                  <a:pt x="134" y="0"/>
                  <a:pt x="175" y="0"/>
                </a:cubicBezTo>
                <a:cubicBezTo>
                  <a:pt x="196" y="0"/>
                  <a:pt x="210" y="0"/>
                  <a:pt x="215" y="0"/>
                </a:cubicBezTo>
                <a:cubicBezTo>
                  <a:pt x="260" y="8"/>
                  <a:pt x="294" y="24"/>
                  <a:pt x="318" y="49"/>
                </a:cubicBezTo>
                <a:cubicBezTo>
                  <a:pt x="342" y="74"/>
                  <a:pt x="354" y="101"/>
                  <a:pt x="354" y="130"/>
                </a:cubicBezTo>
                <a:cubicBezTo>
                  <a:pt x="354" y="161"/>
                  <a:pt x="344" y="192"/>
                  <a:pt x="323" y="222"/>
                </a:cubicBezTo>
                <a:cubicBezTo>
                  <a:pt x="303" y="251"/>
                  <a:pt x="274" y="273"/>
                  <a:pt x="238" y="286"/>
                </a:cubicBezTo>
                <a:lnTo>
                  <a:pt x="235" y="288"/>
                </a:lnTo>
                <a:cubicBezTo>
                  <a:pt x="235" y="289"/>
                  <a:pt x="238" y="290"/>
                  <a:pt x="243" y="291"/>
                </a:cubicBezTo>
                <a:cubicBezTo>
                  <a:pt x="249" y="292"/>
                  <a:pt x="258" y="295"/>
                  <a:pt x="270" y="299"/>
                </a:cubicBezTo>
                <a:cubicBezTo>
                  <a:pt x="282" y="303"/>
                  <a:pt x="293" y="310"/>
                  <a:pt x="304" y="318"/>
                </a:cubicBezTo>
                <a:cubicBezTo>
                  <a:pt x="354" y="351"/>
                  <a:pt x="379" y="394"/>
                  <a:pt x="379" y="446"/>
                </a:cubicBezTo>
                <a:cubicBezTo>
                  <a:pt x="379" y="494"/>
                  <a:pt x="360" y="536"/>
                  <a:pt x="322" y="572"/>
                </a:cubicBezTo>
                <a:cubicBezTo>
                  <a:pt x="285" y="608"/>
                  <a:pt x="237" y="626"/>
                  <a:pt x="180" y="626"/>
                </a:cubicBezTo>
                <a:cubicBezTo>
                  <a:pt x="131" y="626"/>
                  <a:pt x="88" y="613"/>
                  <a:pt x="53" y="586"/>
                </a:cubicBezTo>
                <a:cubicBezTo>
                  <a:pt x="18" y="560"/>
                  <a:pt x="0" y="527"/>
                  <a:pt x="0" y="487"/>
                </a:cubicBezTo>
                <a:cubicBezTo>
                  <a:pt x="0" y="470"/>
                  <a:pt x="6" y="457"/>
                  <a:pt x="17" y="446"/>
                </a:cubicBezTo>
                <a:cubicBezTo>
                  <a:pt x="28" y="436"/>
                  <a:pt x="41" y="431"/>
                  <a:pt x="58" y="430"/>
                </a:cubicBezTo>
                <a:cubicBezTo>
                  <a:pt x="75" y="430"/>
                  <a:pt x="89" y="435"/>
                  <a:pt x="100" y="446"/>
                </a:cubicBezTo>
                <a:cubicBezTo>
                  <a:pt x="111" y="457"/>
                  <a:pt x="117" y="471"/>
                  <a:pt x="117" y="487"/>
                </a:cubicBezTo>
                <a:cubicBezTo>
                  <a:pt x="117" y="494"/>
                  <a:pt x="116" y="500"/>
                  <a:pt x="114" y="506"/>
                </a:cubicBezTo>
                <a:cubicBezTo>
                  <a:pt x="112" y="511"/>
                  <a:pt x="110" y="516"/>
                  <a:pt x="108" y="520"/>
                </a:cubicBezTo>
                <a:cubicBezTo>
                  <a:pt x="105" y="524"/>
                  <a:pt x="102" y="528"/>
                  <a:pt x="98" y="531"/>
                </a:cubicBezTo>
                <a:cubicBezTo>
                  <a:pt x="92" y="534"/>
                  <a:pt x="89" y="536"/>
                  <a:pt x="86" y="538"/>
                </a:cubicBezTo>
                <a:cubicBezTo>
                  <a:pt x="83" y="540"/>
                  <a:pt x="80" y="541"/>
                  <a:pt x="77" y="542"/>
                </a:cubicBezTo>
                <a:cubicBezTo>
                  <a:pt x="74" y="543"/>
                  <a:pt x="71" y="543"/>
                  <a:pt x="69" y="545"/>
                </a:cubicBezTo>
                <a:lnTo>
                  <a:pt x="66" y="546"/>
                </a:lnTo>
                <a:cubicBezTo>
                  <a:pt x="98" y="573"/>
                  <a:pt x="135" y="586"/>
                  <a:pt x="180" y="586"/>
                </a:cubicBezTo>
                <a:cubicBezTo>
                  <a:pt x="213" y="586"/>
                  <a:pt x="238" y="570"/>
                  <a:pt x="255" y="538"/>
                </a:cubicBezTo>
                <a:cubicBezTo>
                  <a:pt x="265" y="518"/>
                  <a:pt x="271" y="488"/>
                  <a:pt x="271" y="446"/>
                </a:cubicBezTo>
                <a:lnTo>
                  <a:pt x="271" y="428"/>
                </a:lnTo>
                <a:cubicBezTo>
                  <a:pt x="271" y="371"/>
                  <a:pt x="251" y="332"/>
                  <a:pt x="212" y="312"/>
                </a:cubicBezTo>
                <a:cubicBezTo>
                  <a:pt x="203" y="308"/>
                  <a:pt x="185" y="306"/>
                  <a:pt x="157" y="305"/>
                </a:cubicBezTo>
                <a:lnTo>
                  <a:pt x="119" y="304"/>
                </a:lnTo>
                <a:lnTo>
                  <a:pt x="116" y="303"/>
                </a:lnTo>
                <a:cubicBezTo>
                  <a:pt x="115" y="301"/>
                  <a:pt x="114" y="296"/>
                  <a:pt x="114" y="288"/>
                </a:cubicBezTo>
                <a:cubicBezTo>
                  <a:pt x="114" y="277"/>
                  <a:pt x="117" y="272"/>
                  <a:pt x="121" y="272"/>
                </a:cubicBezTo>
                <a:cubicBezTo>
                  <a:pt x="138" y="272"/>
                  <a:pt x="156" y="270"/>
                  <a:pt x="174" y="267"/>
                </a:cubicBezTo>
                <a:cubicBezTo>
                  <a:pt x="195" y="264"/>
                  <a:pt x="214" y="251"/>
                  <a:pt x="231" y="229"/>
                </a:cubicBezTo>
                <a:cubicBezTo>
                  <a:pt x="248" y="206"/>
                  <a:pt x="256" y="172"/>
                  <a:pt x="256" y="127"/>
                </a:cubicBezTo>
                <a:lnTo>
                  <a:pt x="256" y="120"/>
                </a:lnTo>
                <a:cubicBezTo>
                  <a:pt x="256" y="85"/>
                  <a:pt x="245" y="61"/>
                  <a:pt x="224" y="48"/>
                </a:cubicBezTo>
                <a:cubicBezTo>
                  <a:pt x="211" y="39"/>
                  <a:pt x="197" y="35"/>
                  <a:pt x="181" y="35"/>
                </a:cubicBezTo>
                <a:cubicBezTo>
                  <a:pt x="162" y="35"/>
                  <a:pt x="144" y="38"/>
                  <a:pt x="128" y="45"/>
                </a:cubicBezTo>
                <a:cubicBezTo>
                  <a:pt x="111" y="52"/>
                  <a:pt x="100" y="59"/>
                  <a:pt x="92" y="66"/>
                </a:cubicBezTo>
                <a:cubicBezTo>
                  <a:pt x="86" y="73"/>
                  <a:pt x="82" y="77"/>
                  <a:pt x="82" y="77"/>
                </a:cubicBezTo>
                <a:lnTo>
                  <a:pt x="85" y="77"/>
                </a:lnTo>
                <a:cubicBezTo>
                  <a:pt x="87" y="78"/>
                  <a:pt x="89" y="78"/>
                  <a:pt x="92" y="79"/>
                </a:cubicBezTo>
                <a:cubicBezTo>
                  <a:pt x="95" y="79"/>
                  <a:pt x="99" y="81"/>
                  <a:pt x="102" y="83"/>
                </a:cubicBezTo>
                <a:cubicBezTo>
                  <a:pt x="105" y="86"/>
                  <a:pt x="109" y="88"/>
                  <a:pt x="113" y="90"/>
                </a:cubicBezTo>
                <a:cubicBezTo>
                  <a:pt x="117" y="91"/>
                  <a:pt x="120" y="95"/>
                  <a:pt x="122" y="100"/>
                </a:cubicBezTo>
                <a:cubicBezTo>
                  <a:pt x="124" y="105"/>
                  <a:pt x="127" y="109"/>
                  <a:pt x="130" y="113"/>
                </a:cubicBezTo>
                <a:cubicBezTo>
                  <a:pt x="133" y="118"/>
                  <a:pt x="134" y="124"/>
                  <a:pt x="132" y="132"/>
                </a:cubicBezTo>
                <a:cubicBezTo>
                  <a:pt x="132" y="145"/>
                  <a:pt x="128" y="157"/>
                  <a:pt x="120" y="167"/>
                </a:cubicBezTo>
                <a:cubicBezTo>
                  <a:pt x="111" y="177"/>
                  <a:pt x="97" y="183"/>
                  <a:pt x="78" y="18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00" name=""/>
          <p:cNvSpPr/>
          <p:nvPr/>
        </p:nvSpPr>
        <p:spPr>
          <a:xfrm>
            <a:off x="5353560" y="247248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2" y="73"/>
                </a:moveTo>
                <a:cubicBezTo>
                  <a:pt x="86" y="24"/>
                  <a:pt x="133" y="0"/>
                  <a:pt x="192" y="0"/>
                </a:cubicBezTo>
                <a:cubicBezTo>
                  <a:pt x="221" y="0"/>
                  <a:pt x="250" y="8"/>
                  <a:pt x="280" y="23"/>
                </a:cubicBezTo>
                <a:cubicBezTo>
                  <a:pt x="309" y="39"/>
                  <a:pt x="333" y="67"/>
                  <a:pt x="351" y="107"/>
                </a:cubicBezTo>
                <a:cubicBezTo>
                  <a:pt x="373" y="157"/>
                  <a:pt x="384" y="227"/>
                  <a:pt x="384" y="314"/>
                </a:cubicBezTo>
                <a:cubicBezTo>
                  <a:pt x="384" y="409"/>
                  <a:pt x="371" y="481"/>
                  <a:pt x="345" y="531"/>
                </a:cubicBezTo>
                <a:cubicBezTo>
                  <a:pt x="333" y="557"/>
                  <a:pt x="317" y="577"/>
                  <a:pt x="295" y="592"/>
                </a:cubicBezTo>
                <a:cubicBezTo>
                  <a:pt x="274" y="607"/>
                  <a:pt x="255" y="617"/>
                  <a:pt x="239" y="620"/>
                </a:cubicBezTo>
                <a:cubicBezTo>
                  <a:pt x="223" y="624"/>
                  <a:pt x="208" y="626"/>
                  <a:pt x="192" y="627"/>
                </a:cubicBezTo>
                <a:cubicBezTo>
                  <a:pt x="177" y="627"/>
                  <a:pt x="161" y="625"/>
                  <a:pt x="145" y="621"/>
                </a:cubicBezTo>
                <a:cubicBezTo>
                  <a:pt x="129" y="618"/>
                  <a:pt x="111" y="608"/>
                  <a:pt x="90" y="592"/>
                </a:cubicBezTo>
                <a:cubicBezTo>
                  <a:pt x="68" y="576"/>
                  <a:pt x="52" y="556"/>
                  <a:pt x="40" y="531"/>
                </a:cubicBezTo>
                <a:cubicBezTo>
                  <a:pt x="14" y="481"/>
                  <a:pt x="0" y="409"/>
                  <a:pt x="0" y="314"/>
                </a:cubicBezTo>
                <a:cubicBezTo>
                  <a:pt x="0" y="209"/>
                  <a:pt x="18" y="129"/>
                  <a:pt x="52" y="73"/>
                </a:cubicBezTo>
                <a:moveTo>
                  <a:pt x="257" y="62"/>
                </a:moveTo>
                <a:cubicBezTo>
                  <a:pt x="239" y="43"/>
                  <a:pt x="217" y="33"/>
                  <a:pt x="192" y="33"/>
                </a:cubicBezTo>
                <a:cubicBezTo>
                  <a:pt x="167" y="33"/>
                  <a:pt x="145" y="43"/>
                  <a:pt x="127" y="62"/>
                </a:cubicBezTo>
                <a:cubicBezTo>
                  <a:pt x="112" y="78"/>
                  <a:pt x="102" y="100"/>
                  <a:pt x="97" y="128"/>
                </a:cubicBezTo>
                <a:cubicBezTo>
                  <a:pt x="92" y="156"/>
                  <a:pt x="90" y="214"/>
                  <a:pt x="90" y="303"/>
                </a:cubicBezTo>
                <a:cubicBezTo>
                  <a:pt x="90" y="399"/>
                  <a:pt x="92" y="463"/>
                  <a:pt x="97" y="493"/>
                </a:cubicBezTo>
                <a:cubicBezTo>
                  <a:pt x="102" y="523"/>
                  <a:pt x="113" y="547"/>
                  <a:pt x="130" y="565"/>
                </a:cubicBezTo>
                <a:cubicBezTo>
                  <a:pt x="147" y="583"/>
                  <a:pt x="168" y="592"/>
                  <a:pt x="192" y="592"/>
                </a:cubicBezTo>
                <a:cubicBezTo>
                  <a:pt x="217" y="592"/>
                  <a:pt x="237" y="583"/>
                  <a:pt x="254" y="565"/>
                </a:cubicBezTo>
                <a:cubicBezTo>
                  <a:pt x="273" y="547"/>
                  <a:pt x="284" y="521"/>
                  <a:pt x="288" y="488"/>
                </a:cubicBezTo>
                <a:cubicBezTo>
                  <a:pt x="292" y="456"/>
                  <a:pt x="295" y="394"/>
                  <a:pt x="295" y="303"/>
                </a:cubicBezTo>
                <a:cubicBezTo>
                  <a:pt x="295" y="215"/>
                  <a:pt x="293" y="157"/>
                  <a:pt x="288" y="129"/>
                </a:cubicBezTo>
                <a:cubicBezTo>
                  <a:pt x="283" y="101"/>
                  <a:pt x="273" y="79"/>
                  <a:pt x="257" y="6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01" name=""/>
          <p:cNvSpPr txBox="1"/>
          <p:nvPr/>
        </p:nvSpPr>
        <p:spPr>
          <a:xfrm>
            <a:off x="1200240" y="2428920"/>
            <a:ext cx="26812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GUSTO-I (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公開データ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;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02" name=""/>
          <p:cNvSpPr txBox="1"/>
          <p:nvPr/>
        </p:nvSpPr>
        <p:spPr>
          <a:xfrm>
            <a:off x="5500800" y="2428920"/>
            <a:ext cx="59601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、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16 anonymized regions)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を分布情報源として利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03" name=""/>
          <p:cNvSpPr/>
          <p:nvPr/>
        </p:nvSpPr>
        <p:spPr>
          <a:xfrm>
            <a:off x="933120" y="33526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5"/>
                  <a:pt x="220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8"/>
                  <a:pt x="290" y="117"/>
                </a:cubicBezTo>
                <a:cubicBezTo>
                  <a:pt x="292" y="126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04" name=""/>
          <p:cNvSpPr txBox="1"/>
          <p:nvPr/>
        </p:nvSpPr>
        <p:spPr>
          <a:xfrm>
            <a:off x="1200240" y="2800440"/>
            <a:ext cx="2674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05" name=""/>
          <p:cNvSpPr/>
          <p:nvPr/>
        </p:nvSpPr>
        <p:spPr>
          <a:xfrm>
            <a:off x="933120" y="38001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20" y="74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9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06" name=""/>
          <p:cNvSpPr txBox="1"/>
          <p:nvPr/>
        </p:nvSpPr>
        <p:spPr>
          <a:xfrm>
            <a:off x="1200240" y="3238560"/>
            <a:ext cx="96199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GUSTO-I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自体は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MRCT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ではなく、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regions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は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anonymize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済み → 地理解釈は不可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07" name=""/>
          <p:cNvSpPr txBox="1"/>
          <p:nvPr/>
        </p:nvSpPr>
        <p:spPr>
          <a:xfrm>
            <a:off x="1200240" y="3686040"/>
            <a:ext cx="11271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あくまで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08" name=""/>
          <p:cNvSpPr txBox="1"/>
          <p:nvPr/>
        </p:nvSpPr>
        <p:spPr>
          <a:xfrm>
            <a:off x="2326680" y="3643560"/>
            <a:ext cx="34678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方法論デモンストレーション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09" name=""/>
          <p:cNvSpPr txBox="1"/>
          <p:nvPr/>
        </p:nvSpPr>
        <p:spPr>
          <a:xfrm>
            <a:off x="5783400" y="3686040"/>
            <a:ext cx="16606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としての利用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10" name=""/>
          <p:cNvSpPr/>
          <p:nvPr/>
        </p:nvSpPr>
        <p:spPr>
          <a:xfrm>
            <a:off x="933120" y="48862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2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2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4"/>
                  <a:pt x="220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11" name=""/>
          <p:cNvSpPr txBox="1"/>
          <p:nvPr/>
        </p:nvSpPr>
        <p:spPr>
          <a:xfrm>
            <a:off x="571320" y="4224600"/>
            <a:ext cx="16470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Anchor region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12" name=""/>
          <p:cNvSpPr txBox="1"/>
          <p:nvPr/>
        </p:nvSpPr>
        <p:spPr>
          <a:xfrm>
            <a:off x="1200240" y="4729320"/>
            <a:ext cx="10137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Region 8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13" name=""/>
          <p:cNvSpPr/>
          <p:nvPr/>
        </p:nvSpPr>
        <p:spPr>
          <a:xfrm>
            <a:off x="2483280" y="4892760"/>
            <a:ext cx="183600" cy="148680"/>
          </a:xfrm>
          <a:custGeom>
            <a:avLst/>
            <a:gdLst/>
            <a:ahLst/>
            <a:rect l="0" t="0" r="r" b="b"/>
            <a:pathLst>
              <a:path w="510" h="413">
                <a:moveTo>
                  <a:pt x="0" y="141"/>
                </a:moveTo>
                <a:cubicBezTo>
                  <a:pt x="1" y="138"/>
                  <a:pt x="1" y="133"/>
                  <a:pt x="3" y="127"/>
                </a:cubicBezTo>
                <a:cubicBezTo>
                  <a:pt x="4" y="121"/>
                  <a:pt x="7" y="109"/>
                  <a:pt x="14" y="92"/>
                </a:cubicBezTo>
                <a:cubicBezTo>
                  <a:pt x="20" y="75"/>
                  <a:pt x="26" y="61"/>
                  <a:pt x="32" y="49"/>
                </a:cubicBezTo>
                <a:cubicBezTo>
                  <a:pt x="38" y="38"/>
                  <a:pt x="48" y="27"/>
                  <a:pt x="62" y="16"/>
                </a:cubicBezTo>
                <a:cubicBezTo>
                  <a:pt x="76" y="5"/>
                  <a:pt x="90" y="0"/>
                  <a:pt x="104" y="0"/>
                </a:cubicBezTo>
                <a:cubicBezTo>
                  <a:pt x="125" y="0"/>
                  <a:pt x="144" y="6"/>
                  <a:pt x="158" y="17"/>
                </a:cubicBezTo>
                <a:cubicBezTo>
                  <a:pt x="173" y="28"/>
                  <a:pt x="182" y="38"/>
                  <a:pt x="186" y="48"/>
                </a:cubicBezTo>
                <a:cubicBezTo>
                  <a:pt x="189" y="57"/>
                  <a:pt x="191" y="64"/>
                  <a:pt x="191" y="67"/>
                </a:cubicBezTo>
                <a:cubicBezTo>
                  <a:pt x="191" y="68"/>
                  <a:pt x="191" y="69"/>
                  <a:pt x="192" y="69"/>
                </a:cubicBezTo>
                <a:lnTo>
                  <a:pt x="202" y="58"/>
                </a:lnTo>
                <a:cubicBezTo>
                  <a:pt x="239" y="20"/>
                  <a:pt x="281" y="0"/>
                  <a:pt x="328" y="0"/>
                </a:cubicBezTo>
                <a:cubicBezTo>
                  <a:pt x="361" y="0"/>
                  <a:pt x="388" y="8"/>
                  <a:pt x="408" y="25"/>
                </a:cubicBezTo>
                <a:cubicBezTo>
                  <a:pt x="428" y="41"/>
                  <a:pt x="438" y="65"/>
                  <a:pt x="439" y="97"/>
                </a:cubicBezTo>
                <a:cubicBezTo>
                  <a:pt x="439" y="128"/>
                  <a:pt x="428" y="176"/>
                  <a:pt x="404" y="241"/>
                </a:cubicBezTo>
                <a:cubicBezTo>
                  <a:pt x="380" y="304"/>
                  <a:pt x="369" y="343"/>
                  <a:pt x="369" y="356"/>
                </a:cubicBezTo>
                <a:cubicBezTo>
                  <a:pt x="369" y="372"/>
                  <a:pt x="375" y="380"/>
                  <a:pt x="385" y="380"/>
                </a:cubicBezTo>
                <a:cubicBezTo>
                  <a:pt x="388" y="380"/>
                  <a:pt x="391" y="380"/>
                  <a:pt x="393" y="379"/>
                </a:cubicBezTo>
                <a:cubicBezTo>
                  <a:pt x="411" y="376"/>
                  <a:pt x="426" y="364"/>
                  <a:pt x="440" y="344"/>
                </a:cubicBezTo>
                <a:cubicBezTo>
                  <a:pt x="454" y="324"/>
                  <a:pt x="465" y="300"/>
                  <a:pt x="473" y="272"/>
                </a:cubicBezTo>
                <a:cubicBezTo>
                  <a:pt x="474" y="267"/>
                  <a:pt x="480" y="264"/>
                  <a:pt x="491" y="264"/>
                </a:cubicBezTo>
                <a:cubicBezTo>
                  <a:pt x="504" y="264"/>
                  <a:pt x="510" y="267"/>
                  <a:pt x="510" y="272"/>
                </a:cubicBezTo>
                <a:cubicBezTo>
                  <a:pt x="510" y="272"/>
                  <a:pt x="508" y="277"/>
                  <a:pt x="506" y="285"/>
                </a:cubicBezTo>
                <a:cubicBezTo>
                  <a:pt x="501" y="303"/>
                  <a:pt x="494" y="320"/>
                  <a:pt x="486" y="337"/>
                </a:cubicBezTo>
                <a:cubicBezTo>
                  <a:pt x="477" y="354"/>
                  <a:pt x="462" y="371"/>
                  <a:pt x="443" y="388"/>
                </a:cubicBezTo>
                <a:cubicBezTo>
                  <a:pt x="424" y="405"/>
                  <a:pt x="403" y="413"/>
                  <a:pt x="380" y="413"/>
                </a:cubicBezTo>
                <a:cubicBezTo>
                  <a:pt x="352" y="413"/>
                  <a:pt x="331" y="404"/>
                  <a:pt x="318" y="388"/>
                </a:cubicBezTo>
                <a:cubicBezTo>
                  <a:pt x="306" y="372"/>
                  <a:pt x="299" y="355"/>
                  <a:pt x="299" y="337"/>
                </a:cubicBezTo>
                <a:cubicBezTo>
                  <a:pt x="299" y="326"/>
                  <a:pt x="310" y="289"/>
                  <a:pt x="332" y="228"/>
                </a:cubicBezTo>
                <a:cubicBezTo>
                  <a:pt x="354" y="166"/>
                  <a:pt x="365" y="119"/>
                  <a:pt x="366" y="89"/>
                </a:cubicBezTo>
                <a:cubicBezTo>
                  <a:pt x="366" y="53"/>
                  <a:pt x="352" y="35"/>
                  <a:pt x="326" y="35"/>
                </a:cubicBezTo>
                <a:lnTo>
                  <a:pt x="321" y="35"/>
                </a:lnTo>
                <a:cubicBezTo>
                  <a:pt x="269" y="35"/>
                  <a:pt x="225" y="65"/>
                  <a:pt x="189" y="127"/>
                </a:cubicBezTo>
                <a:lnTo>
                  <a:pt x="183" y="138"/>
                </a:lnTo>
                <a:lnTo>
                  <a:pt x="153" y="261"/>
                </a:lnTo>
                <a:cubicBezTo>
                  <a:pt x="133" y="340"/>
                  <a:pt x="121" y="383"/>
                  <a:pt x="118" y="389"/>
                </a:cubicBezTo>
                <a:cubicBezTo>
                  <a:pt x="110" y="405"/>
                  <a:pt x="97" y="413"/>
                  <a:pt x="79" y="413"/>
                </a:cubicBezTo>
                <a:cubicBezTo>
                  <a:pt x="71" y="413"/>
                  <a:pt x="65" y="412"/>
                  <a:pt x="60" y="408"/>
                </a:cubicBezTo>
                <a:cubicBezTo>
                  <a:pt x="55" y="404"/>
                  <a:pt x="52" y="401"/>
                  <a:pt x="50" y="397"/>
                </a:cubicBezTo>
                <a:cubicBezTo>
                  <a:pt x="48" y="393"/>
                  <a:pt x="48" y="390"/>
                  <a:pt x="48" y="388"/>
                </a:cubicBezTo>
                <a:cubicBezTo>
                  <a:pt x="48" y="380"/>
                  <a:pt x="60" y="331"/>
                  <a:pt x="83" y="240"/>
                </a:cubicBezTo>
                <a:cubicBezTo>
                  <a:pt x="106" y="148"/>
                  <a:pt x="118" y="98"/>
                  <a:pt x="119" y="90"/>
                </a:cubicBezTo>
                <a:cubicBezTo>
                  <a:pt x="120" y="87"/>
                  <a:pt x="120" y="80"/>
                  <a:pt x="120" y="69"/>
                </a:cubicBezTo>
                <a:cubicBezTo>
                  <a:pt x="120" y="46"/>
                  <a:pt x="113" y="34"/>
                  <a:pt x="98" y="34"/>
                </a:cubicBezTo>
                <a:cubicBezTo>
                  <a:pt x="75" y="34"/>
                  <a:pt x="56" y="64"/>
                  <a:pt x="41" y="125"/>
                </a:cubicBezTo>
                <a:cubicBezTo>
                  <a:pt x="37" y="137"/>
                  <a:pt x="35" y="143"/>
                  <a:pt x="35" y="144"/>
                </a:cubicBezTo>
                <a:cubicBezTo>
                  <a:pt x="34" y="148"/>
                  <a:pt x="28" y="149"/>
                  <a:pt x="18" y="149"/>
                </a:cubicBezTo>
                <a:lnTo>
                  <a:pt x="5" y="149"/>
                </a:lnTo>
                <a:cubicBezTo>
                  <a:pt x="2" y="146"/>
                  <a:pt x="0" y="143"/>
                  <a:pt x="0" y="1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14" name=""/>
          <p:cNvSpPr/>
          <p:nvPr/>
        </p:nvSpPr>
        <p:spPr>
          <a:xfrm>
            <a:off x="2782440" y="4917600"/>
            <a:ext cx="218520" cy="76680"/>
          </a:xfrm>
          <a:custGeom>
            <a:avLst/>
            <a:gdLst/>
            <a:ahLst/>
            <a:rect l="0" t="0" r="r" b="b"/>
            <a:pathLst>
              <a:path w="607" h="213">
                <a:moveTo>
                  <a:pt x="0" y="19"/>
                </a:moveTo>
                <a:cubicBezTo>
                  <a:pt x="0" y="10"/>
                  <a:pt x="4" y="4"/>
                  <a:pt x="12" y="0"/>
                </a:cubicBezTo>
                <a:lnTo>
                  <a:pt x="593" y="0"/>
                </a:lnTo>
                <a:cubicBezTo>
                  <a:pt x="602" y="4"/>
                  <a:pt x="607" y="10"/>
                  <a:pt x="607" y="19"/>
                </a:cubicBezTo>
                <a:cubicBezTo>
                  <a:pt x="607" y="25"/>
                  <a:pt x="602" y="31"/>
                  <a:pt x="594" y="36"/>
                </a:cubicBezTo>
                <a:lnTo>
                  <a:pt x="303" y="37"/>
                </a:lnTo>
                <a:lnTo>
                  <a:pt x="14" y="37"/>
                </a:lnTo>
                <a:cubicBezTo>
                  <a:pt x="4" y="34"/>
                  <a:pt x="0" y="28"/>
                  <a:pt x="0" y="19"/>
                </a:cubicBezTo>
                <a:moveTo>
                  <a:pt x="0" y="195"/>
                </a:moveTo>
                <a:cubicBezTo>
                  <a:pt x="0" y="186"/>
                  <a:pt x="4" y="180"/>
                  <a:pt x="14" y="177"/>
                </a:cubicBezTo>
                <a:lnTo>
                  <a:pt x="594" y="177"/>
                </a:lnTo>
                <a:cubicBezTo>
                  <a:pt x="602" y="183"/>
                  <a:pt x="607" y="189"/>
                  <a:pt x="607" y="195"/>
                </a:cubicBezTo>
                <a:cubicBezTo>
                  <a:pt x="607" y="203"/>
                  <a:pt x="602" y="209"/>
                  <a:pt x="593" y="213"/>
                </a:cubicBezTo>
                <a:lnTo>
                  <a:pt x="12" y="213"/>
                </a:lnTo>
                <a:cubicBezTo>
                  <a:pt x="4" y="209"/>
                  <a:pt x="0" y="203"/>
                  <a:pt x="0" y="19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15" name=""/>
          <p:cNvSpPr/>
          <p:nvPr/>
        </p:nvSpPr>
        <p:spPr>
          <a:xfrm>
            <a:off x="3126240" y="4819320"/>
            <a:ext cx="131040" cy="218520"/>
          </a:xfrm>
          <a:custGeom>
            <a:avLst/>
            <a:gdLst/>
            <a:ahLst/>
            <a:rect l="0" t="0" r="r" b="b"/>
            <a:pathLst>
              <a:path w="364" h="607">
                <a:moveTo>
                  <a:pt x="54" y="216"/>
                </a:moveTo>
                <a:cubicBezTo>
                  <a:pt x="37" y="216"/>
                  <a:pt x="24" y="211"/>
                  <a:pt x="14" y="200"/>
                </a:cubicBezTo>
                <a:cubicBezTo>
                  <a:pt x="5" y="189"/>
                  <a:pt x="0" y="175"/>
                  <a:pt x="0" y="160"/>
                </a:cubicBezTo>
                <a:cubicBezTo>
                  <a:pt x="0" y="117"/>
                  <a:pt x="16" y="79"/>
                  <a:pt x="48" y="48"/>
                </a:cubicBezTo>
                <a:cubicBezTo>
                  <a:pt x="80" y="16"/>
                  <a:pt x="120" y="0"/>
                  <a:pt x="168" y="0"/>
                </a:cubicBezTo>
                <a:cubicBezTo>
                  <a:pt x="224" y="0"/>
                  <a:pt x="270" y="17"/>
                  <a:pt x="307" y="51"/>
                </a:cubicBezTo>
                <a:cubicBezTo>
                  <a:pt x="345" y="85"/>
                  <a:pt x="363" y="129"/>
                  <a:pt x="364" y="183"/>
                </a:cubicBezTo>
                <a:cubicBezTo>
                  <a:pt x="364" y="209"/>
                  <a:pt x="358" y="234"/>
                  <a:pt x="346" y="259"/>
                </a:cubicBezTo>
                <a:cubicBezTo>
                  <a:pt x="334" y="283"/>
                  <a:pt x="319" y="303"/>
                  <a:pt x="302" y="321"/>
                </a:cubicBezTo>
                <a:cubicBezTo>
                  <a:pt x="285" y="338"/>
                  <a:pt x="261" y="361"/>
                  <a:pt x="229" y="388"/>
                </a:cubicBezTo>
                <a:cubicBezTo>
                  <a:pt x="206" y="407"/>
                  <a:pt x="176" y="435"/>
                  <a:pt x="137" y="472"/>
                </a:cubicBezTo>
                <a:lnTo>
                  <a:pt x="84" y="523"/>
                </a:lnTo>
                <a:lnTo>
                  <a:pt x="153" y="524"/>
                </a:lnTo>
                <a:cubicBezTo>
                  <a:pt x="249" y="524"/>
                  <a:pt x="300" y="522"/>
                  <a:pt x="306" y="519"/>
                </a:cubicBezTo>
                <a:cubicBezTo>
                  <a:pt x="310" y="518"/>
                  <a:pt x="317" y="491"/>
                  <a:pt x="328" y="438"/>
                </a:cubicBezTo>
                <a:lnTo>
                  <a:pt x="328" y="435"/>
                </a:lnTo>
                <a:lnTo>
                  <a:pt x="364" y="435"/>
                </a:lnTo>
                <a:lnTo>
                  <a:pt x="364" y="438"/>
                </a:lnTo>
                <a:cubicBezTo>
                  <a:pt x="363" y="440"/>
                  <a:pt x="359" y="468"/>
                  <a:pt x="352" y="521"/>
                </a:cubicBezTo>
                <a:cubicBezTo>
                  <a:pt x="345" y="574"/>
                  <a:pt x="340" y="602"/>
                  <a:pt x="338" y="605"/>
                </a:cubicBezTo>
                <a:lnTo>
                  <a:pt x="338" y="607"/>
                </a:lnTo>
                <a:lnTo>
                  <a:pt x="0" y="607"/>
                </a:lnTo>
                <a:lnTo>
                  <a:pt x="0" y="590"/>
                </a:lnTo>
                <a:lnTo>
                  <a:pt x="0" y="579"/>
                </a:lnTo>
                <a:cubicBezTo>
                  <a:pt x="0" y="575"/>
                  <a:pt x="2" y="570"/>
                  <a:pt x="5" y="566"/>
                </a:cubicBezTo>
                <a:cubicBezTo>
                  <a:pt x="9" y="561"/>
                  <a:pt x="18" y="550"/>
                  <a:pt x="33" y="534"/>
                </a:cubicBezTo>
                <a:cubicBezTo>
                  <a:pt x="50" y="514"/>
                  <a:pt x="65" y="497"/>
                  <a:pt x="78" y="483"/>
                </a:cubicBezTo>
                <a:cubicBezTo>
                  <a:pt x="84" y="477"/>
                  <a:pt x="94" y="466"/>
                  <a:pt x="109" y="449"/>
                </a:cubicBezTo>
                <a:cubicBezTo>
                  <a:pt x="124" y="433"/>
                  <a:pt x="135" y="422"/>
                  <a:pt x="140" y="415"/>
                </a:cubicBezTo>
                <a:cubicBezTo>
                  <a:pt x="145" y="409"/>
                  <a:pt x="154" y="399"/>
                  <a:pt x="166" y="385"/>
                </a:cubicBezTo>
                <a:cubicBezTo>
                  <a:pt x="178" y="371"/>
                  <a:pt x="187" y="361"/>
                  <a:pt x="192" y="354"/>
                </a:cubicBezTo>
                <a:cubicBezTo>
                  <a:pt x="197" y="348"/>
                  <a:pt x="204" y="339"/>
                  <a:pt x="214" y="327"/>
                </a:cubicBezTo>
                <a:cubicBezTo>
                  <a:pt x="223" y="316"/>
                  <a:pt x="229" y="306"/>
                  <a:pt x="233" y="298"/>
                </a:cubicBezTo>
                <a:cubicBezTo>
                  <a:pt x="237" y="290"/>
                  <a:pt x="241" y="281"/>
                  <a:pt x="247" y="272"/>
                </a:cubicBezTo>
                <a:cubicBezTo>
                  <a:pt x="252" y="262"/>
                  <a:pt x="256" y="252"/>
                  <a:pt x="258" y="242"/>
                </a:cubicBezTo>
                <a:cubicBezTo>
                  <a:pt x="261" y="232"/>
                  <a:pt x="263" y="223"/>
                  <a:pt x="265" y="214"/>
                </a:cubicBezTo>
                <a:cubicBezTo>
                  <a:pt x="267" y="206"/>
                  <a:pt x="267" y="196"/>
                  <a:pt x="267" y="184"/>
                </a:cubicBezTo>
                <a:cubicBezTo>
                  <a:pt x="267" y="146"/>
                  <a:pt x="257" y="113"/>
                  <a:pt x="237" y="85"/>
                </a:cubicBezTo>
                <a:cubicBezTo>
                  <a:pt x="216" y="57"/>
                  <a:pt x="185" y="43"/>
                  <a:pt x="147" y="43"/>
                </a:cubicBezTo>
                <a:cubicBezTo>
                  <a:pt x="127" y="43"/>
                  <a:pt x="110" y="48"/>
                  <a:pt x="94" y="59"/>
                </a:cubicBezTo>
                <a:cubicBezTo>
                  <a:pt x="79" y="69"/>
                  <a:pt x="69" y="79"/>
                  <a:pt x="63" y="89"/>
                </a:cubicBezTo>
                <a:cubicBezTo>
                  <a:pt x="57" y="98"/>
                  <a:pt x="54" y="104"/>
                  <a:pt x="54" y="106"/>
                </a:cubicBezTo>
                <a:cubicBezTo>
                  <a:pt x="54" y="107"/>
                  <a:pt x="55" y="107"/>
                  <a:pt x="58" y="107"/>
                </a:cubicBezTo>
                <a:cubicBezTo>
                  <a:pt x="69" y="107"/>
                  <a:pt x="80" y="111"/>
                  <a:pt x="92" y="120"/>
                </a:cubicBezTo>
                <a:cubicBezTo>
                  <a:pt x="103" y="128"/>
                  <a:pt x="109" y="142"/>
                  <a:pt x="109" y="161"/>
                </a:cubicBezTo>
                <a:cubicBezTo>
                  <a:pt x="109" y="177"/>
                  <a:pt x="104" y="189"/>
                  <a:pt x="94" y="200"/>
                </a:cubicBezTo>
                <a:cubicBezTo>
                  <a:pt x="85" y="210"/>
                  <a:pt x="71" y="215"/>
                  <a:pt x="54" y="21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16" name=""/>
          <p:cNvSpPr/>
          <p:nvPr/>
        </p:nvSpPr>
        <p:spPr>
          <a:xfrm>
            <a:off x="3299040" y="4997880"/>
            <a:ext cx="43560" cy="103680"/>
          </a:xfrm>
          <a:custGeom>
            <a:avLst/>
            <a:gdLst/>
            <a:ahLst/>
            <a:rect l="0" t="0" r="r" b="b"/>
            <a:pathLst>
              <a:path w="121" h="288">
                <a:moveTo>
                  <a:pt x="0" y="79"/>
                </a:moveTo>
                <a:cubicBezTo>
                  <a:pt x="0" y="79"/>
                  <a:pt x="0" y="71"/>
                  <a:pt x="0" y="56"/>
                </a:cubicBezTo>
                <a:cubicBezTo>
                  <a:pt x="0" y="41"/>
                  <a:pt x="5" y="28"/>
                  <a:pt x="15" y="17"/>
                </a:cubicBezTo>
                <a:cubicBezTo>
                  <a:pt x="26" y="6"/>
                  <a:pt x="39" y="0"/>
                  <a:pt x="55" y="0"/>
                </a:cubicBezTo>
                <a:cubicBezTo>
                  <a:pt x="72" y="0"/>
                  <a:pt x="87" y="8"/>
                  <a:pt x="100" y="23"/>
                </a:cubicBezTo>
                <a:cubicBezTo>
                  <a:pt x="114" y="38"/>
                  <a:pt x="121" y="65"/>
                  <a:pt x="121" y="103"/>
                </a:cubicBezTo>
                <a:cubicBezTo>
                  <a:pt x="121" y="124"/>
                  <a:pt x="119" y="145"/>
                  <a:pt x="113" y="165"/>
                </a:cubicBezTo>
                <a:cubicBezTo>
                  <a:pt x="108" y="185"/>
                  <a:pt x="101" y="202"/>
                  <a:pt x="94" y="217"/>
                </a:cubicBezTo>
                <a:cubicBezTo>
                  <a:pt x="87" y="231"/>
                  <a:pt x="79" y="244"/>
                  <a:pt x="70" y="254"/>
                </a:cubicBezTo>
                <a:cubicBezTo>
                  <a:pt x="62" y="265"/>
                  <a:pt x="55" y="273"/>
                  <a:pt x="49" y="280"/>
                </a:cubicBezTo>
                <a:cubicBezTo>
                  <a:pt x="43" y="286"/>
                  <a:pt x="39" y="289"/>
                  <a:pt x="37" y="288"/>
                </a:cubicBezTo>
                <a:cubicBezTo>
                  <a:pt x="34" y="288"/>
                  <a:pt x="30" y="285"/>
                  <a:pt x="25" y="280"/>
                </a:cubicBezTo>
                <a:cubicBezTo>
                  <a:pt x="20" y="273"/>
                  <a:pt x="17" y="269"/>
                  <a:pt x="17" y="267"/>
                </a:cubicBezTo>
                <a:cubicBezTo>
                  <a:pt x="17" y="265"/>
                  <a:pt x="20" y="260"/>
                  <a:pt x="27" y="252"/>
                </a:cubicBezTo>
                <a:cubicBezTo>
                  <a:pt x="33" y="245"/>
                  <a:pt x="41" y="236"/>
                  <a:pt x="50" y="225"/>
                </a:cubicBezTo>
                <a:cubicBezTo>
                  <a:pt x="58" y="214"/>
                  <a:pt x="66" y="199"/>
                  <a:pt x="73" y="180"/>
                </a:cubicBezTo>
                <a:cubicBezTo>
                  <a:pt x="80" y="160"/>
                  <a:pt x="85" y="138"/>
                  <a:pt x="88" y="113"/>
                </a:cubicBezTo>
                <a:lnTo>
                  <a:pt x="88" y="102"/>
                </a:lnTo>
                <a:lnTo>
                  <a:pt x="87" y="103"/>
                </a:lnTo>
                <a:cubicBezTo>
                  <a:pt x="86" y="104"/>
                  <a:pt x="84" y="104"/>
                  <a:pt x="82" y="105"/>
                </a:cubicBezTo>
                <a:cubicBezTo>
                  <a:pt x="80" y="106"/>
                  <a:pt x="79" y="107"/>
                  <a:pt x="77" y="108"/>
                </a:cubicBezTo>
                <a:cubicBezTo>
                  <a:pt x="75" y="109"/>
                  <a:pt x="72" y="110"/>
                  <a:pt x="69" y="110"/>
                </a:cubicBezTo>
                <a:cubicBezTo>
                  <a:pt x="65" y="110"/>
                  <a:pt x="61" y="110"/>
                  <a:pt x="58" y="110"/>
                </a:cubicBezTo>
                <a:cubicBezTo>
                  <a:pt x="41" y="110"/>
                  <a:pt x="28" y="105"/>
                  <a:pt x="18" y="95"/>
                </a:cubicBezTo>
                <a:lnTo>
                  <a:pt x="0" y="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17" name=""/>
          <p:cNvSpPr/>
          <p:nvPr/>
        </p:nvSpPr>
        <p:spPr>
          <a:xfrm>
            <a:off x="3378600" y="4819320"/>
            <a:ext cx="135720" cy="225720"/>
          </a:xfrm>
          <a:custGeom>
            <a:avLst/>
            <a:gdLst/>
            <a:ahLst/>
            <a:rect l="0" t="0" r="r" b="b"/>
            <a:pathLst>
              <a:path w="377" h="627">
                <a:moveTo>
                  <a:pt x="283" y="346"/>
                </a:moveTo>
                <a:cubicBezTo>
                  <a:pt x="254" y="392"/>
                  <a:pt x="217" y="415"/>
                  <a:pt x="172" y="415"/>
                </a:cubicBezTo>
                <a:cubicBezTo>
                  <a:pt x="125" y="415"/>
                  <a:pt x="86" y="398"/>
                  <a:pt x="56" y="362"/>
                </a:cubicBezTo>
                <a:cubicBezTo>
                  <a:pt x="26" y="326"/>
                  <a:pt x="7" y="288"/>
                  <a:pt x="1" y="247"/>
                </a:cubicBezTo>
                <a:cubicBezTo>
                  <a:pt x="0" y="237"/>
                  <a:pt x="0" y="225"/>
                  <a:pt x="0" y="211"/>
                </a:cubicBezTo>
                <a:lnTo>
                  <a:pt x="0" y="203"/>
                </a:lnTo>
                <a:cubicBezTo>
                  <a:pt x="0" y="147"/>
                  <a:pt x="20" y="98"/>
                  <a:pt x="62" y="55"/>
                </a:cubicBezTo>
                <a:cubicBezTo>
                  <a:pt x="99" y="19"/>
                  <a:pt x="139" y="0"/>
                  <a:pt x="182" y="0"/>
                </a:cubicBezTo>
                <a:cubicBezTo>
                  <a:pt x="184" y="0"/>
                  <a:pt x="185" y="0"/>
                  <a:pt x="188" y="0"/>
                </a:cubicBezTo>
                <a:cubicBezTo>
                  <a:pt x="190" y="0"/>
                  <a:pt x="193" y="1"/>
                  <a:pt x="195" y="1"/>
                </a:cubicBezTo>
                <a:lnTo>
                  <a:pt x="199" y="1"/>
                </a:lnTo>
                <a:cubicBezTo>
                  <a:pt x="207" y="1"/>
                  <a:pt x="215" y="2"/>
                  <a:pt x="223" y="3"/>
                </a:cubicBezTo>
                <a:cubicBezTo>
                  <a:pt x="230" y="4"/>
                  <a:pt x="242" y="8"/>
                  <a:pt x="256" y="14"/>
                </a:cubicBezTo>
                <a:cubicBezTo>
                  <a:pt x="271" y="20"/>
                  <a:pt x="285" y="30"/>
                  <a:pt x="299" y="43"/>
                </a:cubicBezTo>
                <a:cubicBezTo>
                  <a:pt x="313" y="57"/>
                  <a:pt x="326" y="75"/>
                  <a:pt x="338" y="98"/>
                </a:cubicBezTo>
                <a:cubicBezTo>
                  <a:pt x="364" y="151"/>
                  <a:pt x="377" y="220"/>
                  <a:pt x="377" y="304"/>
                </a:cubicBezTo>
                <a:cubicBezTo>
                  <a:pt x="377" y="388"/>
                  <a:pt x="359" y="460"/>
                  <a:pt x="323" y="519"/>
                </a:cubicBezTo>
                <a:cubicBezTo>
                  <a:pt x="301" y="553"/>
                  <a:pt x="276" y="580"/>
                  <a:pt x="246" y="598"/>
                </a:cubicBezTo>
                <a:cubicBezTo>
                  <a:pt x="216" y="617"/>
                  <a:pt x="184" y="627"/>
                  <a:pt x="151" y="627"/>
                </a:cubicBezTo>
                <a:cubicBezTo>
                  <a:pt x="114" y="627"/>
                  <a:pt x="83" y="619"/>
                  <a:pt x="60" y="601"/>
                </a:cubicBezTo>
                <a:cubicBezTo>
                  <a:pt x="36" y="584"/>
                  <a:pt x="24" y="557"/>
                  <a:pt x="23" y="523"/>
                </a:cubicBezTo>
                <a:cubicBezTo>
                  <a:pt x="23" y="488"/>
                  <a:pt x="39" y="471"/>
                  <a:pt x="71" y="472"/>
                </a:cubicBezTo>
                <a:cubicBezTo>
                  <a:pt x="85" y="472"/>
                  <a:pt x="96" y="476"/>
                  <a:pt x="105" y="485"/>
                </a:cubicBezTo>
                <a:cubicBezTo>
                  <a:pt x="114" y="493"/>
                  <a:pt x="119" y="505"/>
                  <a:pt x="119" y="520"/>
                </a:cubicBezTo>
                <a:cubicBezTo>
                  <a:pt x="119" y="531"/>
                  <a:pt x="116" y="540"/>
                  <a:pt x="111" y="548"/>
                </a:cubicBezTo>
                <a:cubicBezTo>
                  <a:pt x="105" y="556"/>
                  <a:pt x="100" y="561"/>
                  <a:pt x="96" y="563"/>
                </a:cubicBezTo>
                <a:cubicBezTo>
                  <a:pt x="92" y="565"/>
                  <a:pt x="88" y="566"/>
                  <a:pt x="84" y="567"/>
                </a:cubicBezTo>
                <a:lnTo>
                  <a:pt x="81" y="568"/>
                </a:lnTo>
                <a:cubicBezTo>
                  <a:pt x="81" y="570"/>
                  <a:pt x="83" y="571"/>
                  <a:pt x="87" y="574"/>
                </a:cubicBezTo>
                <a:cubicBezTo>
                  <a:pt x="91" y="576"/>
                  <a:pt x="99" y="579"/>
                  <a:pt x="111" y="583"/>
                </a:cubicBezTo>
                <a:cubicBezTo>
                  <a:pt x="122" y="587"/>
                  <a:pt x="135" y="588"/>
                  <a:pt x="149" y="587"/>
                </a:cubicBezTo>
                <a:lnTo>
                  <a:pt x="154" y="587"/>
                </a:lnTo>
                <a:cubicBezTo>
                  <a:pt x="191" y="587"/>
                  <a:pt x="222" y="568"/>
                  <a:pt x="247" y="529"/>
                </a:cubicBezTo>
                <a:cubicBezTo>
                  <a:pt x="271" y="495"/>
                  <a:pt x="283" y="436"/>
                  <a:pt x="283" y="353"/>
                </a:cubicBezTo>
                <a:lnTo>
                  <a:pt x="283" y="346"/>
                </a:lnTo>
                <a:moveTo>
                  <a:pt x="183" y="382"/>
                </a:moveTo>
                <a:cubicBezTo>
                  <a:pt x="213" y="382"/>
                  <a:pt x="237" y="367"/>
                  <a:pt x="254" y="337"/>
                </a:cubicBezTo>
                <a:cubicBezTo>
                  <a:pt x="272" y="307"/>
                  <a:pt x="281" y="267"/>
                  <a:pt x="282" y="216"/>
                </a:cubicBezTo>
                <a:cubicBezTo>
                  <a:pt x="282" y="169"/>
                  <a:pt x="279" y="135"/>
                  <a:pt x="274" y="114"/>
                </a:cubicBezTo>
                <a:cubicBezTo>
                  <a:pt x="273" y="108"/>
                  <a:pt x="271" y="102"/>
                  <a:pt x="269" y="96"/>
                </a:cubicBezTo>
                <a:cubicBezTo>
                  <a:pt x="267" y="90"/>
                  <a:pt x="262" y="82"/>
                  <a:pt x="256" y="71"/>
                </a:cubicBezTo>
                <a:cubicBezTo>
                  <a:pt x="250" y="62"/>
                  <a:pt x="241" y="53"/>
                  <a:pt x="229" y="47"/>
                </a:cubicBezTo>
                <a:cubicBezTo>
                  <a:pt x="217" y="40"/>
                  <a:pt x="202" y="37"/>
                  <a:pt x="185" y="38"/>
                </a:cubicBezTo>
                <a:cubicBezTo>
                  <a:pt x="162" y="38"/>
                  <a:pt x="142" y="46"/>
                  <a:pt x="126" y="62"/>
                </a:cubicBezTo>
                <a:cubicBezTo>
                  <a:pt x="113" y="77"/>
                  <a:pt x="105" y="92"/>
                  <a:pt x="101" y="111"/>
                </a:cubicBezTo>
                <a:cubicBezTo>
                  <a:pt x="98" y="129"/>
                  <a:pt x="96" y="161"/>
                  <a:pt x="95" y="206"/>
                </a:cubicBezTo>
                <a:cubicBezTo>
                  <a:pt x="95" y="257"/>
                  <a:pt x="97" y="290"/>
                  <a:pt x="100" y="308"/>
                </a:cubicBezTo>
                <a:cubicBezTo>
                  <a:pt x="103" y="326"/>
                  <a:pt x="109" y="340"/>
                  <a:pt x="118" y="351"/>
                </a:cubicBezTo>
                <a:cubicBezTo>
                  <a:pt x="133" y="371"/>
                  <a:pt x="155" y="382"/>
                  <a:pt x="183" y="38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18" name=""/>
          <p:cNvSpPr/>
          <p:nvPr/>
        </p:nvSpPr>
        <p:spPr>
          <a:xfrm>
            <a:off x="3555720" y="4819320"/>
            <a:ext cx="113040" cy="218520"/>
          </a:xfrm>
          <a:custGeom>
            <a:avLst/>
            <a:gdLst/>
            <a:ahLst/>
            <a:rect l="0" t="0" r="r" b="b"/>
            <a:pathLst>
              <a:path w="314" h="607">
                <a:moveTo>
                  <a:pt x="118" y="80"/>
                </a:moveTo>
                <a:lnTo>
                  <a:pt x="106" y="85"/>
                </a:lnTo>
                <a:cubicBezTo>
                  <a:pt x="98" y="88"/>
                  <a:pt x="86" y="91"/>
                  <a:pt x="70" y="94"/>
                </a:cubicBezTo>
                <a:cubicBezTo>
                  <a:pt x="54" y="97"/>
                  <a:pt x="37" y="99"/>
                  <a:pt x="17" y="101"/>
                </a:cubicBezTo>
                <a:lnTo>
                  <a:pt x="0" y="101"/>
                </a:lnTo>
                <a:lnTo>
                  <a:pt x="0" y="59"/>
                </a:lnTo>
                <a:lnTo>
                  <a:pt x="17" y="59"/>
                </a:lnTo>
                <a:cubicBezTo>
                  <a:pt x="46" y="57"/>
                  <a:pt x="72" y="53"/>
                  <a:pt x="96" y="45"/>
                </a:cubicBezTo>
                <a:cubicBezTo>
                  <a:pt x="121" y="37"/>
                  <a:pt x="138" y="30"/>
                  <a:pt x="147" y="23"/>
                </a:cubicBezTo>
                <a:cubicBezTo>
                  <a:pt x="157" y="16"/>
                  <a:pt x="165" y="10"/>
                  <a:pt x="173" y="3"/>
                </a:cubicBezTo>
                <a:cubicBezTo>
                  <a:pt x="174" y="1"/>
                  <a:pt x="178" y="0"/>
                  <a:pt x="184" y="0"/>
                </a:cubicBezTo>
                <a:cubicBezTo>
                  <a:pt x="189" y="0"/>
                  <a:pt x="194" y="2"/>
                  <a:pt x="199" y="6"/>
                </a:cubicBezTo>
                <a:lnTo>
                  <a:pt x="199" y="279"/>
                </a:lnTo>
                <a:lnTo>
                  <a:pt x="200" y="552"/>
                </a:lnTo>
                <a:cubicBezTo>
                  <a:pt x="204" y="556"/>
                  <a:pt x="208" y="559"/>
                  <a:pt x="211" y="560"/>
                </a:cubicBezTo>
                <a:cubicBezTo>
                  <a:pt x="214" y="561"/>
                  <a:pt x="221" y="563"/>
                  <a:pt x="233" y="564"/>
                </a:cubicBezTo>
                <a:cubicBezTo>
                  <a:pt x="244" y="565"/>
                  <a:pt x="263" y="566"/>
                  <a:pt x="289" y="566"/>
                </a:cubicBezTo>
                <a:lnTo>
                  <a:pt x="314" y="566"/>
                </a:lnTo>
                <a:lnTo>
                  <a:pt x="314" y="607"/>
                </a:lnTo>
                <a:lnTo>
                  <a:pt x="304" y="607"/>
                </a:lnTo>
                <a:cubicBezTo>
                  <a:pt x="290" y="606"/>
                  <a:pt x="242" y="605"/>
                  <a:pt x="158" y="605"/>
                </a:cubicBezTo>
                <a:cubicBezTo>
                  <a:pt x="76" y="605"/>
                  <a:pt x="28" y="606"/>
                  <a:pt x="15" y="607"/>
                </a:cubicBezTo>
                <a:lnTo>
                  <a:pt x="4" y="607"/>
                </a:lnTo>
                <a:lnTo>
                  <a:pt x="4" y="566"/>
                </a:lnTo>
                <a:lnTo>
                  <a:pt x="28" y="566"/>
                </a:lnTo>
                <a:cubicBezTo>
                  <a:pt x="41" y="566"/>
                  <a:pt x="53" y="566"/>
                  <a:pt x="63" y="566"/>
                </a:cubicBezTo>
                <a:cubicBezTo>
                  <a:pt x="72" y="566"/>
                  <a:pt x="80" y="565"/>
                  <a:pt x="85" y="565"/>
                </a:cubicBezTo>
                <a:cubicBezTo>
                  <a:pt x="91" y="564"/>
                  <a:pt x="96" y="563"/>
                  <a:pt x="100" y="562"/>
                </a:cubicBezTo>
                <a:cubicBezTo>
                  <a:pt x="104" y="561"/>
                  <a:pt x="107" y="560"/>
                  <a:pt x="107" y="560"/>
                </a:cubicBezTo>
                <a:cubicBezTo>
                  <a:pt x="108" y="560"/>
                  <a:pt x="110" y="559"/>
                  <a:pt x="113" y="556"/>
                </a:cubicBezTo>
                <a:cubicBezTo>
                  <a:pt x="116" y="553"/>
                  <a:pt x="118" y="551"/>
                  <a:pt x="118" y="552"/>
                </a:cubicBezTo>
                <a:lnTo>
                  <a:pt x="118" y="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19" name=""/>
          <p:cNvSpPr/>
          <p:nvPr/>
        </p:nvSpPr>
        <p:spPr>
          <a:xfrm>
            <a:off x="3706200" y="4819320"/>
            <a:ext cx="135720" cy="225720"/>
          </a:xfrm>
          <a:custGeom>
            <a:avLst/>
            <a:gdLst/>
            <a:ahLst/>
            <a:rect l="0" t="0" r="r" b="b"/>
            <a:pathLst>
              <a:path w="377" h="627">
                <a:moveTo>
                  <a:pt x="0" y="323"/>
                </a:moveTo>
                <a:cubicBezTo>
                  <a:pt x="0" y="224"/>
                  <a:pt x="24" y="145"/>
                  <a:pt x="74" y="88"/>
                </a:cubicBezTo>
                <a:cubicBezTo>
                  <a:pt x="123" y="29"/>
                  <a:pt x="178" y="0"/>
                  <a:pt x="238" y="0"/>
                </a:cubicBezTo>
                <a:cubicBezTo>
                  <a:pt x="280" y="0"/>
                  <a:pt x="310" y="11"/>
                  <a:pt x="328" y="33"/>
                </a:cubicBezTo>
                <a:cubicBezTo>
                  <a:pt x="346" y="55"/>
                  <a:pt x="355" y="80"/>
                  <a:pt x="355" y="107"/>
                </a:cubicBezTo>
                <a:cubicBezTo>
                  <a:pt x="355" y="122"/>
                  <a:pt x="351" y="134"/>
                  <a:pt x="343" y="143"/>
                </a:cubicBezTo>
                <a:cubicBezTo>
                  <a:pt x="334" y="152"/>
                  <a:pt x="322" y="157"/>
                  <a:pt x="307" y="157"/>
                </a:cubicBezTo>
                <a:cubicBezTo>
                  <a:pt x="293" y="157"/>
                  <a:pt x="282" y="153"/>
                  <a:pt x="273" y="144"/>
                </a:cubicBezTo>
                <a:cubicBezTo>
                  <a:pt x="263" y="136"/>
                  <a:pt x="259" y="124"/>
                  <a:pt x="259" y="109"/>
                </a:cubicBezTo>
                <a:cubicBezTo>
                  <a:pt x="259" y="82"/>
                  <a:pt x="273" y="65"/>
                  <a:pt x="302" y="60"/>
                </a:cubicBezTo>
                <a:cubicBezTo>
                  <a:pt x="288" y="46"/>
                  <a:pt x="270" y="39"/>
                  <a:pt x="245" y="37"/>
                </a:cubicBezTo>
                <a:cubicBezTo>
                  <a:pt x="202" y="37"/>
                  <a:pt x="167" y="55"/>
                  <a:pt x="139" y="92"/>
                </a:cubicBezTo>
                <a:cubicBezTo>
                  <a:pt x="110" y="132"/>
                  <a:pt x="96" y="194"/>
                  <a:pt x="96" y="276"/>
                </a:cubicBezTo>
                <a:lnTo>
                  <a:pt x="97" y="280"/>
                </a:lnTo>
                <a:cubicBezTo>
                  <a:pt x="100" y="276"/>
                  <a:pt x="102" y="272"/>
                  <a:pt x="104" y="268"/>
                </a:cubicBezTo>
                <a:cubicBezTo>
                  <a:pt x="129" y="232"/>
                  <a:pt x="162" y="213"/>
                  <a:pt x="202" y="213"/>
                </a:cubicBezTo>
                <a:lnTo>
                  <a:pt x="205" y="213"/>
                </a:lnTo>
                <a:cubicBezTo>
                  <a:pt x="233" y="213"/>
                  <a:pt x="258" y="219"/>
                  <a:pt x="279" y="231"/>
                </a:cubicBezTo>
                <a:cubicBezTo>
                  <a:pt x="294" y="239"/>
                  <a:pt x="308" y="251"/>
                  <a:pt x="323" y="267"/>
                </a:cubicBezTo>
                <a:cubicBezTo>
                  <a:pt x="337" y="283"/>
                  <a:pt x="349" y="300"/>
                  <a:pt x="358" y="319"/>
                </a:cubicBezTo>
                <a:cubicBezTo>
                  <a:pt x="371" y="349"/>
                  <a:pt x="377" y="381"/>
                  <a:pt x="377" y="416"/>
                </a:cubicBezTo>
                <a:lnTo>
                  <a:pt x="377" y="433"/>
                </a:lnTo>
                <a:cubicBezTo>
                  <a:pt x="377" y="447"/>
                  <a:pt x="376" y="460"/>
                  <a:pt x="373" y="472"/>
                </a:cubicBezTo>
                <a:cubicBezTo>
                  <a:pt x="366" y="508"/>
                  <a:pt x="347" y="543"/>
                  <a:pt x="314" y="577"/>
                </a:cubicBezTo>
                <a:cubicBezTo>
                  <a:pt x="282" y="610"/>
                  <a:pt x="242" y="627"/>
                  <a:pt x="193" y="627"/>
                </a:cubicBezTo>
                <a:cubicBezTo>
                  <a:pt x="176" y="627"/>
                  <a:pt x="159" y="625"/>
                  <a:pt x="143" y="620"/>
                </a:cubicBezTo>
                <a:cubicBezTo>
                  <a:pt x="128" y="615"/>
                  <a:pt x="111" y="606"/>
                  <a:pt x="92" y="593"/>
                </a:cubicBezTo>
                <a:cubicBezTo>
                  <a:pt x="74" y="580"/>
                  <a:pt x="59" y="562"/>
                  <a:pt x="46" y="539"/>
                </a:cubicBezTo>
                <a:cubicBezTo>
                  <a:pt x="32" y="517"/>
                  <a:pt x="21" y="487"/>
                  <a:pt x="12" y="451"/>
                </a:cubicBezTo>
                <a:cubicBezTo>
                  <a:pt x="3" y="415"/>
                  <a:pt x="-1" y="372"/>
                  <a:pt x="0" y="323"/>
                </a:cubicBezTo>
                <a:moveTo>
                  <a:pt x="196" y="246"/>
                </a:moveTo>
                <a:cubicBezTo>
                  <a:pt x="178" y="246"/>
                  <a:pt x="162" y="251"/>
                  <a:pt x="149" y="262"/>
                </a:cubicBezTo>
                <a:cubicBezTo>
                  <a:pt x="135" y="272"/>
                  <a:pt x="125" y="286"/>
                  <a:pt x="118" y="303"/>
                </a:cubicBezTo>
                <a:cubicBezTo>
                  <a:pt x="111" y="320"/>
                  <a:pt x="105" y="337"/>
                  <a:pt x="102" y="354"/>
                </a:cubicBezTo>
                <a:cubicBezTo>
                  <a:pt x="99" y="372"/>
                  <a:pt x="98" y="391"/>
                  <a:pt x="97" y="411"/>
                </a:cubicBezTo>
                <a:cubicBezTo>
                  <a:pt x="97" y="461"/>
                  <a:pt x="101" y="497"/>
                  <a:pt x="108" y="519"/>
                </a:cubicBezTo>
                <a:cubicBezTo>
                  <a:pt x="115" y="541"/>
                  <a:pt x="127" y="559"/>
                  <a:pt x="142" y="572"/>
                </a:cubicBezTo>
                <a:cubicBezTo>
                  <a:pt x="157" y="583"/>
                  <a:pt x="173" y="588"/>
                  <a:pt x="191" y="588"/>
                </a:cubicBezTo>
                <a:cubicBezTo>
                  <a:pt x="222" y="588"/>
                  <a:pt x="245" y="577"/>
                  <a:pt x="262" y="554"/>
                </a:cubicBezTo>
                <a:cubicBezTo>
                  <a:pt x="270" y="543"/>
                  <a:pt x="275" y="529"/>
                  <a:pt x="278" y="513"/>
                </a:cubicBezTo>
                <a:cubicBezTo>
                  <a:pt x="281" y="496"/>
                  <a:pt x="283" y="465"/>
                  <a:pt x="283" y="417"/>
                </a:cubicBezTo>
                <a:cubicBezTo>
                  <a:pt x="283" y="369"/>
                  <a:pt x="281" y="336"/>
                  <a:pt x="278" y="320"/>
                </a:cubicBezTo>
                <a:cubicBezTo>
                  <a:pt x="275" y="304"/>
                  <a:pt x="270" y="290"/>
                  <a:pt x="262" y="279"/>
                </a:cubicBezTo>
                <a:cubicBezTo>
                  <a:pt x="245" y="257"/>
                  <a:pt x="223" y="246"/>
                  <a:pt x="196" y="24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20" name=""/>
          <p:cNvSpPr txBox="1"/>
          <p:nvPr/>
        </p:nvSpPr>
        <p:spPr>
          <a:xfrm>
            <a:off x="2323800" y="4772160"/>
            <a:ext cx="2664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21" name=""/>
          <p:cNvSpPr/>
          <p:nvPr/>
        </p:nvSpPr>
        <p:spPr>
          <a:xfrm>
            <a:off x="933120" y="53244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4"/>
                  <a:pt x="220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22" name=""/>
          <p:cNvSpPr txBox="1"/>
          <p:nvPr/>
        </p:nvSpPr>
        <p:spPr>
          <a:xfrm>
            <a:off x="3853800" y="4772160"/>
            <a:ext cx="27460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を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anchor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として設定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23" name=""/>
          <p:cNvSpPr/>
          <p:nvPr/>
        </p:nvSpPr>
        <p:spPr>
          <a:xfrm>
            <a:off x="933120" y="57625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5"/>
                  <a:pt x="220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8"/>
                  <a:pt x="290" y="117"/>
                </a:cubicBezTo>
                <a:cubicBezTo>
                  <a:pt x="292" y="126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24" name=""/>
          <p:cNvSpPr txBox="1"/>
          <p:nvPr/>
        </p:nvSpPr>
        <p:spPr>
          <a:xfrm>
            <a:off x="1200240" y="5210280"/>
            <a:ext cx="102693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想定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地域特異的な有効性エビデンスが要求されるが、サンプルサイズが限定的な市場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25" name=""/>
          <p:cNvSpPr txBox="1"/>
          <p:nvPr/>
        </p:nvSpPr>
        <p:spPr>
          <a:xfrm>
            <a:off x="1200240" y="5648400"/>
            <a:ext cx="87940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残り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15 partner regions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との分布類似性を評価し、プーリング候補を同定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26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27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28" name=""/>
          <p:cNvSpPr txBox="1"/>
          <p:nvPr/>
        </p:nvSpPr>
        <p:spPr>
          <a:xfrm>
            <a:off x="571320" y="155520"/>
            <a:ext cx="843768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適用例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: GUSTO-I </a:t>
            </a:r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を用いた仮想 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MRCT </a:t>
            </a:r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計画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29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30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17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34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35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36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37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38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39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0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1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2" name=""/>
          <p:cNvSpPr/>
          <p:nvPr/>
        </p:nvSpPr>
        <p:spPr>
          <a:xfrm>
            <a:off x="580680" y="5448240"/>
            <a:ext cx="2657880" cy="552600"/>
          </a:xfrm>
          <a:custGeom>
            <a:avLst/>
            <a:gdLst/>
            <a:ahLst/>
            <a:rect l="0" t="0" r="r" b="b"/>
            <a:pathLst>
              <a:path w="7383" h="1535">
                <a:moveTo>
                  <a:pt x="0" y="0"/>
                </a:moveTo>
                <a:lnTo>
                  <a:pt x="7383" y="0"/>
                </a:lnTo>
                <a:lnTo>
                  <a:pt x="7383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3" name=""/>
          <p:cNvSpPr/>
          <p:nvPr/>
        </p:nvSpPr>
        <p:spPr>
          <a:xfrm>
            <a:off x="3238200" y="5448240"/>
            <a:ext cx="972000" cy="552600"/>
          </a:xfrm>
          <a:custGeom>
            <a:avLst/>
            <a:gdLst/>
            <a:ahLst/>
            <a:rect l="0" t="0" r="r" b="b"/>
            <a:pathLst>
              <a:path w="2700" h="1535">
                <a:moveTo>
                  <a:pt x="0" y="0"/>
                </a:moveTo>
                <a:lnTo>
                  <a:pt x="2700" y="0"/>
                </a:lnTo>
                <a:lnTo>
                  <a:pt x="2700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4" name=""/>
          <p:cNvSpPr/>
          <p:nvPr/>
        </p:nvSpPr>
        <p:spPr>
          <a:xfrm>
            <a:off x="4209840" y="5448240"/>
            <a:ext cx="790920" cy="552600"/>
          </a:xfrm>
          <a:custGeom>
            <a:avLst/>
            <a:gdLst/>
            <a:ahLst/>
            <a:rect l="0" t="0" r="r" b="b"/>
            <a:pathLst>
              <a:path w="2197" h="1535">
                <a:moveTo>
                  <a:pt x="0" y="0"/>
                </a:moveTo>
                <a:lnTo>
                  <a:pt x="2197" y="0"/>
                </a:lnTo>
                <a:lnTo>
                  <a:pt x="219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5" name=""/>
          <p:cNvSpPr/>
          <p:nvPr/>
        </p:nvSpPr>
        <p:spPr>
          <a:xfrm>
            <a:off x="5000400" y="5448240"/>
            <a:ext cx="1514880" cy="552600"/>
          </a:xfrm>
          <a:custGeom>
            <a:avLst/>
            <a:gdLst/>
            <a:ahLst/>
            <a:rect l="0" t="0" r="r" b="b"/>
            <a:pathLst>
              <a:path w="4208" h="1535">
                <a:moveTo>
                  <a:pt x="0" y="0"/>
                </a:moveTo>
                <a:lnTo>
                  <a:pt x="4208" y="0"/>
                </a:lnTo>
                <a:lnTo>
                  <a:pt x="420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6" name=""/>
          <p:cNvSpPr/>
          <p:nvPr/>
        </p:nvSpPr>
        <p:spPr>
          <a:xfrm>
            <a:off x="6514920" y="5448240"/>
            <a:ext cx="1391040" cy="552600"/>
          </a:xfrm>
          <a:custGeom>
            <a:avLst/>
            <a:gdLst/>
            <a:ahLst/>
            <a:rect l="0" t="0" r="r" b="b"/>
            <a:pathLst>
              <a:path w="3864" h="1535">
                <a:moveTo>
                  <a:pt x="0" y="0"/>
                </a:moveTo>
                <a:lnTo>
                  <a:pt x="3864" y="0"/>
                </a:lnTo>
                <a:lnTo>
                  <a:pt x="3864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7" name=""/>
          <p:cNvSpPr/>
          <p:nvPr/>
        </p:nvSpPr>
        <p:spPr>
          <a:xfrm>
            <a:off x="580680" y="5448240"/>
            <a:ext cx="2657880" cy="552600"/>
          </a:xfrm>
          <a:custGeom>
            <a:avLst/>
            <a:gdLst/>
            <a:ahLst/>
            <a:rect l="0" t="0" r="r" b="b"/>
            <a:pathLst>
              <a:path w="7383" h="1535">
                <a:moveTo>
                  <a:pt x="0" y="0"/>
                </a:moveTo>
                <a:lnTo>
                  <a:pt x="7383" y="0"/>
                </a:lnTo>
                <a:lnTo>
                  <a:pt x="7383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8" name=""/>
          <p:cNvSpPr/>
          <p:nvPr/>
        </p:nvSpPr>
        <p:spPr>
          <a:xfrm>
            <a:off x="3238200" y="5448240"/>
            <a:ext cx="972000" cy="552600"/>
          </a:xfrm>
          <a:custGeom>
            <a:avLst/>
            <a:gdLst/>
            <a:ahLst/>
            <a:rect l="0" t="0" r="r" b="b"/>
            <a:pathLst>
              <a:path w="2700" h="1535">
                <a:moveTo>
                  <a:pt x="0" y="0"/>
                </a:moveTo>
                <a:lnTo>
                  <a:pt x="2700" y="0"/>
                </a:lnTo>
                <a:lnTo>
                  <a:pt x="2700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49" name=""/>
          <p:cNvSpPr/>
          <p:nvPr/>
        </p:nvSpPr>
        <p:spPr>
          <a:xfrm>
            <a:off x="4209840" y="5448240"/>
            <a:ext cx="790920" cy="552600"/>
          </a:xfrm>
          <a:custGeom>
            <a:avLst/>
            <a:gdLst/>
            <a:ahLst/>
            <a:rect l="0" t="0" r="r" b="b"/>
            <a:pathLst>
              <a:path w="2197" h="1535">
                <a:moveTo>
                  <a:pt x="0" y="0"/>
                </a:moveTo>
                <a:lnTo>
                  <a:pt x="2197" y="0"/>
                </a:lnTo>
                <a:lnTo>
                  <a:pt x="219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0" name=""/>
          <p:cNvSpPr/>
          <p:nvPr/>
        </p:nvSpPr>
        <p:spPr>
          <a:xfrm>
            <a:off x="5000400" y="5448240"/>
            <a:ext cx="1514880" cy="552600"/>
          </a:xfrm>
          <a:custGeom>
            <a:avLst/>
            <a:gdLst/>
            <a:ahLst/>
            <a:rect l="0" t="0" r="r" b="b"/>
            <a:pathLst>
              <a:path w="4208" h="1535">
                <a:moveTo>
                  <a:pt x="0" y="0"/>
                </a:moveTo>
                <a:lnTo>
                  <a:pt x="4208" y="0"/>
                </a:lnTo>
                <a:lnTo>
                  <a:pt x="420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1" name=""/>
          <p:cNvSpPr/>
          <p:nvPr/>
        </p:nvSpPr>
        <p:spPr>
          <a:xfrm>
            <a:off x="6514920" y="5448240"/>
            <a:ext cx="1391040" cy="552600"/>
          </a:xfrm>
          <a:custGeom>
            <a:avLst/>
            <a:gdLst/>
            <a:ahLst/>
            <a:rect l="0" t="0" r="r" b="b"/>
            <a:pathLst>
              <a:path w="3864" h="1535">
                <a:moveTo>
                  <a:pt x="0" y="0"/>
                </a:moveTo>
                <a:lnTo>
                  <a:pt x="3864" y="0"/>
                </a:lnTo>
                <a:lnTo>
                  <a:pt x="3864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2" name=""/>
          <p:cNvSpPr/>
          <p:nvPr/>
        </p:nvSpPr>
        <p:spPr>
          <a:xfrm>
            <a:off x="580680" y="6000480"/>
            <a:ext cx="2657880" cy="486360"/>
          </a:xfrm>
          <a:custGeom>
            <a:avLst/>
            <a:gdLst/>
            <a:ahLst/>
            <a:rect l="0" t="0" r="r" b="b"/>
            <a:pathLst>
              <a:path w="7383" h="1351">
                <a:moveTo>
                  <a:pt x="0" y="0"/>
                </a:moveTo>
                <a:lnTo>
                  <a:pt x="7383" y="0"/>
                </a:lnTo>
                <a:lnTo>
                  <a:pt x="7383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3" name=""/>
          <p:cNvSpPr/>
          <p:nvPr/>
        </p:nvSpPr>
        <p:spPr>
          <a:xfrm>
            <a:off x="3238200" y="6000480"/>
            <a:ext cx="972000" cy="486360"/>
          </a:xfrm>
          <a:custGeom>
            <a:avLst/>
            <a:gdLst/>
            <a:ahLst/>
            <a:rect l="0" t="0" r="r" b="b"/>
            <a:pathLst>
              <a:path w="2700" h="1351">
                <a:moveTo>
                  <a:pt x="0" y="0"/>
                </a:moveTo>
                <a:lnTo>
                  <a:pt x="2700" y="0"/>
                </a:lnTo>
                <a:lnTo>
                  <a:pt x="2700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4" name=""/>
          <p:cNvSpPr/>
          <p:nvPr/>
        </p:nvSpPr>
        <p:spPr>
          <a:xfrm>
            <a:off x="4209840" y="6000480"/>
            <a:ext cx="790920" cy="486360"/>
          </a:xfrm>
          <a:custGeom>
            <a:avLst/>
            <a:gdLst/>
            <a:ahLst/>
            <a:rect l="0" t="0" r="r" b="b"/>
            <a:pathLst>
              <a:path w="2197" h="1351">
                <a:moveTo>
                  <a:pt x="0" y="0"/>
                </a:moveTo>
                <a:lnTo>
                  <a:pt x="2197" y="0"/>
                </a:lnTo>
                <a:lnTo>
                  <a:pt x="219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5" name=""/>
          <p:cNvSpPr/>
          <p:nvPr/>
        </p:nvSpPr>
        <p:spPr>
          <a:xfrm>
            <a:off x="5000400" y="6000480"/>
            <a:ext cx="1514880" cy="486360"/>
          </a:xfrm>
          <a:custGeom>
            <a:avLst/>
            <a:gdLst/>
            <a:ahLst/>
            <a:rect l="0" t="0" r="r" b="b"/>
            <a:pathLst>
              <a:path w="4208" h="1351">
                <a:moveTo>
                  <a:pt x="0" y="0"/>
                </a:moveTo>
                <a:lnTo>
                  <a:pt x="4208" y="0"/>
                </a:lnTo>
                <a:lnTo>
                  <a:pt x="420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6" name=""/>
          <p:cNvSpPr/>
          <p:nvPr/>
        </p:nvSpPr>
        <p:spPr>
          <a:xfrm>
            <a:off x="6514920" y="6000480"/>
            <a:ext cx="1391040" cy="486360"/>
          </a:xfrm>
          <a:custGeom>
            <a:avLst/>
            <a:gdLst/>
            <a:ahLst/>
            <a:rect l="0" t="0" r="r" b="b"/>
            <a:pathLst>
              <a:path w="3864" h="1351">
                <a:moveTo>
                  <a:pt x="0" y="0"/>
                </a:moveTo>
                <a:lnTo>
                  <a:pt x="3864" y="0"/>
                </a:lnTo>
                <a:lnTo>
                  <a:pt x="3864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7" name=""/>
          <p:cNvSpPr/>
          <p:nvPr/>
        </p:nvSpPr>
        <p:spPr>
          <a:xfrm>
            <a:off x="580680" y="6486480"/>
            <a:ext cx="2657880" cy="371520"/>
          </a:xfrm>
          <a:custGeom>
            <a:avLst/>
            <a:gdLst/>
            <a:ahLst/>
            <a:rect l="0" t="0" r="r" b="b"/>
            <a:pathLst>
              <a:path w="7383" h="1032">
                <a:moveTo>
                  <a:pt x="0" y="0"/>
                </a:moveTo>
                <a:lnTo>
                  <a:pt x="7383" y="0"/>
                </a:lnTo>
                <a:lnTo>
                  <a:pt x="7383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8" name=""/>
          <p:cNvSpPr/>
          <p:nvPr/>
        </p:nvSpPr>
        <p:spPr>
          <a:xfrm>
            <a:off x="3238200" y="6486480"/>
            <a:ext cx="972000" cy="371520"/>
          </a:xfrm>
          <a:custGeom>
            <a:avLst/>
            <a:gdLst/>
            <a:ahLst/>
            <a:rect l="0" t="0" r="r" b="b"/>
            <a:pathLst>
              <a:path w="2700" h="1032">
                <a:moveTo>
                  <a:pt x="0" y="0"/>
                </a:moveTo>
                <a:lnTo>
                  <a:pt x="2700" y="0"/>
                </a:lnTo>
                <a:lnTo>
                  <a:pt x="2700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59" name=""/>
          <p:cNvSpPr/>
          <p:nvPr/>
        </p:nvSpPr>
        <p:spPr>
          <a:xfrm>
            <a:off x="4209840" y="6486480"/>
            <a:ext cx="790920" cy="371520"/>
          </a:xfrm>
          <a:custGeom>
            <a:avLst/>
            <a:gdLst/>
            <a:ahLst/>
            <a:rect l="0" t="0" r="r" b="b"/>
            <a:pathLst>
              <a:path w="2197" h="1032">
                <a:moveTo>
                  <a:pt x="0" y="0"/>
                </a:moveTo>
                <a:lnTo>
                  <a:pt x="2197" y="0"/>
                </a:lnTo>
                <a:lnTo>
                  <a:pt x="219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0" name=""/>
          <p:cNvSpPr/>
          <p:nvPr/>
        </p:nvSpPr>
        <p:spPr>
          <a:xfrm>
            <a:off x="5000400" y="6486480"/>
            <a:ext cx="1514880" cy="371520"/>
          </a:xfrm>
          <a:custGeom>
            <a:avLst/>
            <a:gdLst/>
            <a:ahLst/>
            <a:rect l="0" t="0" r="r" b="b"/>
            <a:pathLst>
              <a:path w="4208" h="1032">
                <a:moveTo>
                  <a:pt x="0" y="0"/>
                </a:moveTo>
                <a:lnTo>
                  <a:pt x="4208" y="0"/>
                </a:lnTo>
                <a:lnTo>
                  <a:pt x="420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1" name=""/>
          <p:cNvSpPr/>
          <p:nvPr/>
        </p:nvSpPr>
        <p:spPr>
          <a:xfrm>
            <a:off x="6514920" y="6486480"/>
            <a:ext cx="1391040" cy="371520"/>
          </a:xfrm>
          <a:custGeom>
            <a:avLst/>
            <a:gdLst/>
            <a:ahLst/>
            <a:rect l="0" t="0" r="r" b="b"/>
            <a:pathLst>
              <a:path w="3864" h="1032">
                <a:moveTo>
                  <a:pt x="0" y="0"/>
                </a:moveTo>
                <a:lnTo>
                  <a:pt x="3864" y="0"/>
                </a:lnTo>
                <a:lnTo>
                  <a:pt x="3864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2" name=""/>
          <p:cNvSpPr/>
          <p:nvPr/>
        </p:nvSpPr>
        <p:spPr>
          <a:xfrm>
            <a:off x="580680" y="6486480"/>
            <a:ext cx="2657880" cy="371520"/>
          </a:xfrm>
          <a:custGeom>
            <a:avLst/>
            <a:gdLst/>
            <a:ahLst/>
            <a:rect l="0" t="0" r="r" b="b"/>
            <a:pathLst>
              <a:path w="7383" h="1032">
                <a:moveTo>
                  <a:pt x="0" y="0"/>
                </a:moveTo>
                <a:lnTo>
                  <a:pt x="7383" y="0"/>
                </a:lnTo>
                <a:lnTo>
                  <a:pt x="7383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3" name=""/>
          <p:cNvSpPr/>
          <p:nvPr/>
        </p:nvSpPr>
        <p:spPr>
          <a:xfrm>
            <a:off x="3238200" y="6486480"/>
            <a:ext cx="972000" cy="371520"/>
          </a:xfrm>
          <a:custGeom>
            <a:avLst/>
            <a:gdLst/>
            <a:ahLst/>
            <a:rect l="0" t="0" r="r" b="b"/>
            <a:pathLst>
              <a:path w="2700" h="1032">
                <a:moveTo>
                  <a:pt x="0" y="0"/>
                </a:moveTo>
                <a:lnTo>
                  <a:pt x="2700" y="0"/>
                </a:lnTo>
                <a:lnTo>
                  <a:pt x="2700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4" name=""/>
          <p:cNvSpPr/>
          <p:nvPr/>
        </p:nvSpPr>
        <p:spPr>
          <a:xfrm>
            <a:off x="4209840" y="6486480"/>
            <a:ext cx="790920" cy="371520"/>
          </a:xfrm>
          <a:custGeom>
            <a:avLst/>
            <a:gdLst/>
            <a:ahLst/>
            <a:rect l="0" t="0" r="r" b="b"/>
            <a:pathLst>
              <a:path w="2197" h="1032">
                <a:moveTo>
                  <a:pt x="0" y="0"/>
                </a:moveTo>
                <a:lnTo>
                  <a:pt x="2197" y="0"/>
                </a:lnTo>
                <a:lnTo>
                  <a:pt x="219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5" name=""/>
          <p:cNvSpPr/>
          <p:nvPr/>
        </p:nvSpPr>
        <p:spPr>
          <a:xfrm>
            <a:off x="5000400" y="6486480"/>
            <a:ext cx="1514880" cy="371520"/>
          </a:xfrm>
          <a:custGeom>
            <a:avLst/>
            <a:gdLst/>
            <a:ahLst/>
            <a:rect l="0" t="0" r="r" b="b"/>
            <a:pathLst>
              <a:path w="4208" h="1032">
                <a:moveTo>
                  <a:pt x="0" y="0"/>
                </a:moveTo>
                <a:lnTo>
                  <a:pt x="4208" y="0"/>
                </a:lnTo>
                <a:lnTo>
                  <a:pt x="420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6" name=""/>
          <p:cNvSpPr/>
          <p:nvPr/>
        </p:nvSpPr>
        <p:spPr>
          <a:xfrm>
            <a:off x="6514920" y="6486480"/>
            <a:ext cx="1391040" cy="371520"/>
          </a:xfrm>
          <a:custGeom>
            <a:avLst/>
            <a:gdLst/>
            <a:ahLst/>
            <a:rect l="0" t="0" r="r" b="b"/>
            <a:pathLst>
              <a:path w="3864" h="1032">
                <a:moveTo>
                  <a:pt x="0" y="0"/>
                </a:moveTo>
                <a:lnTo>
                  <a:pt x="3864" y="0"/>
                </a:lnTo>
                <a:lnTo>
                  <a:pt x="3864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7" name=""/>
          <p:cNvSpPr/>
          <p:nvPr/>
        </p:nvSpPr>
        <p:spPr>
          <a:xfrm>
            <a:off x="571320" y="5438520"/>
            <a:ext cx="9720" cy="562320"/>
          </a:xfrm>
          <a:custGeom>
            <a:avLst/>
            <a:gdLst/>
            <a:ahLst/>
            <a:rect l="0" t="0" r="r" b="b"/>
            <a:pathLst>
              <a:path w="27" h="1562">
                <a:moveTo>
                  <a:pt x="0" y="0"/>
                </a:moveTo>
                <a:lnTo>
                  <a:pt x="27" y="0"/>
                </a:lnTo>
                <a:lnTo>
                  <a:pt x="27" y="1562"/>
                </a:lnTo>
                <a:lnTo>
                  <a:pt x="0" y="156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8" name=""/>
          <p:cNvSpPr/>
          <p:nvPr/>
        </p:nvSpPr>
        <p:spPr>
          <a:xfrm>
            <a:off x="571320" y="5438520"/>
            <a:ext cx="2667240" cy="10080"/>
          </a:xfrm>
          <a:custGeom>
            <a:avLst/>
            <a:gdLst/>
            <a:ah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69" name=""/>
          <p:cNvSpPr/>
          <p:nvPr/>
        </p:nvSpPr>
        <p:spPr>
          <a:xfrm>
            <a:off x="3228840" y="5438520"/>
            <a:ext cx="9720" cy="562320"/>
          </a:xfrm>
          <a:custGeom>
            <a:avLst/>
            <a:gdLst/>
            <a:ahLst/>
            <a:rect l="0" t="0" r="r" b="b"/>
            <a:pathLst>
              <a:path w="27" h="1562">
                <a:moveTo>
                  <a:pt x="0" y="0"/>
                </a:moveTo>
                <a:lnTo>
                  <a:pt x="27" y="0"/>
                </a:lnTo>
                <a:lnTo>
                  <a:pt x="27" y="1562"/>
                </a:lnTo>
                <a:lnTo>
                  <a:pt x="0" y="156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0" name=""/>
          <p:cNvSpPr/>
          <p:nvPr/>
        </p:nvSpPr>
        <p:spPr>
          <a:xfrm>
            <a:off x="3238200" y="5438520"/>
            <a:ext cx="972000" cy="10080"/>
          </a:xfrm>
          <a:custGeom>
            <a:avLst/>
            <a:gdLst/>
            <a:ahLst/>
            <a:rect l="0" t="0" r="r" b="b"/>
            <a:pathLst>
              <a:path w="2700" h="28">
                <a:moveTo>
                  <a:pt x="0" y="0"/>
                </a:moveTo>
                <a:lnTo>
                  <a:pt x="2700" y="0"/>
                </a:lnTo>
                <a:lnTo>
                  <a:pt x="27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1" name=""/>
          <p:cNvSpPr/>
          <p:nvPr/>
        </p:nvSpPr>
        <p:spPr>
          <a:xfrm>
            <a:off x="4200480" y="5438520"/>
            <a:ext cx="9720" cy="562320"/>
          </a:xfrm>
          <a:custGeom>
            <a:avLst/>
            <a:gdLst/>
            <a:ahLst/>
            <a:rect l="0" t="0" r="r" b="b"/>
            <a:pathLst>
              <a:path w="27" h="1562">
                <a:moveTo>
                  <a:pt x="0" y="0"/>
                </a:moveTo>
                <a:lnTo>
                  <a:pt x="27" y="0"/>
                </a:lnTo>
                <a:lnTo>
                  <a:pt x="27" y="1562"/>
                </a:lnTo>
                <a:lnTo>
                  <a:pt x="0" y="156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2" name=""/>
          <p:cNvSpPr/>
          <p:nvPr/>
        </p:nvSpPr>
        <p:spPr>
          <a:xfrm>
            <a:off x="4209840" y="5438520"/>
            <a:ext cx="800640" cy="10080"/>
          </a:xfrm>
          <a:custGeom>
            <a:avLst/>
            <a:gdLst/>
            <a:ahLst/>
            <a:rect l="0" t="0" r="r" b="b"/>
            <a:pathLst>
              <a:path w="2224" h="28">
                <a:moveTo>
                  <a:pt x="0" y="0"/>
                </a:moveTo>
                <a:lnTo>
                  <a:pt x="2224" y="0"/>
                </a:lnTo>
                <a:lnTo>
                  <a:pt x="22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3" name=""/>
          <p:cNvSpPr/>
          <p:nvPr/>
        </p:nvSpPr>
        <p:spPr>
          <a:xfrm>
            <a:off x="5000400" y="5438520"/>
            <a:ext cx="10080" cy="562320"/>
          </a:xfrm>
          <a:custGeom>
            <a:avLst/>
            <a:gdLst/>
            <a:ahLst/>
            <a:rect l="0" t="0" r="r" b="b"/>
            <a:pathLst>
              <a:path w="28" h="1562">
                <a:moveTo>
                  <a:pt x="0" y="0"/>
                </a:moveTo>
                <a:lnTo>
                  <a:pt x="28" y="0"/>
                </a:lnTo>
                <a:lnTo>
                  <a:pt x="28" y="1562"/>
                </a:lnTo>
                <a:lnTo>
                  <a:pt x="0" y="156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4" name=""/>
          <p:cNvSpPr/>
          <p:nvPr/>
        </p:nvSpPr>
        <p:spPr>
          <a:xfrm>
            <a:off x="5010120" y="5438520"/>
            <a:ext cx="1505160" cy="10080"/>
          </a:xfrm>
          <a:custGeom>
            <a:avLst/>
            <a:gdLst/>
            <a:ahLst/>
            <a:rect l="0" t="0" r="r" b="b"/>
            <a:pathLst>
              <a:path w="4181" h="28">
                <a:moveTo>
                  <a:pt x="0" y="0"/>
                </a:moveTo>
                <a:lnTo>
                  <a:pt x="4181" y="0"/>
                </a:lnTo>
                <a:lnTo>
                  <a:pt x="41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5" name=""/>
          <p:cNvSpPr/>
          <p:nvPr/>
        </p:nvSpPr>
        <p:spPr>
          <a:xfrm>
            <a:off x="6505560" y="5438520"/>
            <a:ext cx="9720" cy="562320"/>
          </a:xfrm>
          <a:custGeom>
            <a:avLst/>
            <a:gdLst/>
            <a:ahLst/>
            <a:rect l="0" t="0" r="r" b="b"/>
            <a:pathLst>
              <a:path w="27" h="1562">
                <a:moveTo>
                  <a:pt x="0" y="0"/>
                </a:moveTo>
                <a:lnTo>
                  <a:pt x="27" y="0"/>
                </a:lnTo>
                <a:lnTo>
                  <a:pt x="27" y="1562"/>
                </a:lnTo>
                <a:lnTo>
                  <a:pt x="0" y="156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6" name=""/>
          <p:cNvSpPr/>
          <p:nvPr/>
        </p:nvSpPr>
        <p:spPr>
          <a:xfrm>
            <a:off x="6514920" y="5438520"/>
            <a:ext cx="1391040" cy="10080"/>
          </a:xfrm>
          <a:custGeom>
            <a:avLst/>
            <a:gdLst/>
            <a:ahLst/>
            <a:rect l="0" t="0" r="r" b="b"/>
            <a:pathLst>
              <a:path w="3864" h="28">
                <a:moveTo>
                  <a:pt x="0" y="0"/>
                </a:moveTo>
                <a:lnTo>
                  <a:pt x="3864" y="0"/>
                </a:lnTo>
                <a:lnTo>
                  <a:pt x="3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7" name=""/>
          <p:cNvSpPr/>
          <p:nvPr/>
        </p:nvSpPr>
        <p:spPr>
          <a:xfrm>
            <a:off x="7895880" y="5438520"/>
            <a:ext cx="10080" cy="562320"/>
          </a:xfrm>
          <a:custGeom>
            <a:avLst/>
            <a:gdLst/>
            <a:ahLst/>
            <a:rect l="0" t="0" r="r" b="b"/>
            <a:pathLst>
              <a:path w="28" h="1562">
                <a:moveTo>
                  <a:pt x="0" y="0"/>
                </a:moveTo>
                <a:lnTo>
                  <a:pt x="28" y="0"/>
                </a:lnTo>
                <a:lnTo>
                  <a:pt x="28" y="1562"/>
                </a:lnTo>
                <a:lnTo>
                  <a:pt x="0" y="156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8" name=""/>
          <p:cNvSpPr/>
          <p:nvPr/>
        </p:nvSpPr>
        <p:spPr>
          <a:xfrm>
            <a:off x="571320" y="5991120"/>
            <a:ext cx="2667240" cy="9720"/>
          </a:xfrm>
          <a:custGeom>
            <a:avLst/>
            <a:gdLst/>
            <a:ah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79" name=""/>
          <p:cNvSpPr/>
          <p:nvPr/>
        </p:nvSpPr>
        <p:spPr>
          <a:xfrm>
            <a:off x="3238200" y="5991120"/>
            <a:ext cx="972000" cy="9720"/>
          </a:xfrm>
          <a:custGeom>
            <a:avLst/>
            <a:gdLst/>
            <a:ahLst/>
            <a:rect l="0" t="0" r="r" b="b"/>
            <a:pathLst>
              <a:path w="2700" h="27">
                <a:moveTo>
                  <a:pt x="0" y="0"/>
                </a:moveTo>
                <a:lnTo>
                  <a:pt x="2700" y="0"/>
                </a:lnTo>
                <a:lnTo>
                  <a:pt x="2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80" name=""/>
          <p:cNvSpPr/>
          <p:nvPr/>
        </p:nvSpPr>
        <p:spPr>
          <a:xfrm>
            <a:off x="4209840" y="5991120"/>
            <a:ext cx="800640" cy="9720"/>
          </a:xfrm>
          <a:custGeom>
            <a:avLst/>
            <a:gdLst/>
            <a:ahLst/>
            <a:rect l="0" t="0" r="r" b="b"/>
            <a:pathLst>
              <a:path w="2224" h="27">
                <a:moveTo>
                  <a:pt x="0" y="0"/>
                </a:moveTo>
                <a:lnTo>
                  <a:pt x="2224" y="0"/>
                </a:lnTo>
                <a:lnTo>
                  <a:pt x="22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81" name=""/>
          <p:cNvSpPr/>
          <p:nvPr/>
        </p:nvSpPr>
        <p:spPr>
          <a:xfrm>
            <a:off x="5010120" y="5991120"/>
            <a:ext cx="1505160" cy="9720"/>
          </a:xfrm>
          <a:custGeom>
            <a:avLst/>
            <a:gdLst/>
            <a:ahLst/>
            <a:rect l="0" t="0" r="r" b="b"/>
            <a:pathLst>
              <a:path w="4181" h="27">
                <a:moveTo>
                  <a:pt x="0" y="0"/>
                </a:moveTo>
                <a:lnTo>
                  <a:pt x="4181" y="0"/>
                </a:lnTo>
                <a:lnTo>
                  <a:pt x="41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82" name=""/>
          <p:cNvSpPr/>
          <p:nvPr/>
        </p:nvSpPr>
        <p:spPr>
          <a:xfrm>
            <a:off x="6514920" y="5991120"/>
            <a:ext cx="1391040" cy="9720"/>
          </a:xfrm>
          <a:custGeom>
            <a:avLst/>
            <a:gdLst/>
            <a:ahLst/>
            <a:rect l="0" t="0" r="r" b="b"/>
            <a:pathLst>
              <a:path w="3864" h="27">
                <a:moveTo>
                  <a:pt x="0" y="0"/>
                </a:moveTo>
                <a:lnTo>
                  <a:pt x="3864" y="0"/>
                </a:lnTo>
                <a:lnTo>
                  <a:pt x="3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83" name=""/>
          <p:cNvSpPr/>
          <p:nvPr/>
        </p:nvSpPr>
        <p:spPr>
          <a:xfrm>
            <a:off x="571320" y="600048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84" name=""/>
          <p:cNvSpPr/>
          <p:nvPr/>
        </p:nvSpPr>
        <p:spPr>
          <a:xfrm>
            <a:off x="3228840" y="600048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85" name=""/>
          <p:cNvSpPr/>
          <p:nvPr/>
        </p:nvSpPr>
        <p:spPr>
          <a:xfrm>
            <a:off x="4200480" y="600048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86" name=""/>
          <p:cNvSpPr/>
          <p:nvPr/>
        </p:nvSpPr>
        <p:spPr>
          <a:xfrm>
            <a:off x="5000400" y="600048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87" name=""/>
          <p:cNvSpPr/>
          <p:nvPr/>
        </p:nvSpPr>
        <p:spPr>
          <a:xfrm>
            <a:off x="6505560" y="600048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88" name=""/>
          <p:cNvSpPr/>
          <p:nvPr/>
        </p:nvSpPr>
        <p:spPr>
          <a:xfrm>
            <a:off x="7895880" y="600048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89" name=""/>
          <p:cNvSpPr/>
          <p:nvPr/>
        </p:nvSpPr>
        <p:spPr>
          <a:xfrm>
            <a:off x="571320" y="64864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0" name=""/>
          <p:cNvSpPr/>
          <p:nvPr/>
        </p:nvSpPr>
        <p:spPr>
          <a:xfrm>
            <a:off x="571320" y="6476760"/>
            <a:ext cx="2667240" cy="10080"/>
          </a:xfrm>
          <a:custGeom>
            <a:avLst/>
            <a:gdLst/>
            <a:ah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1" name=""/>
          <p:cNvSpPr/>
          <p:nvPr/>
        </p:nvSpPr>
        <p:spPr>
          <a:xfrm>
            <a:off x="3228840" y="64864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2" name=""/>
          <p:cNvSpPr/>
          <p:nvPr/>
        </p:nvSpPr>
        <p:spPr>
          <a:xfrm>
            <a:off x="3238200" y="6476760"/>
            <a:ext cx="972000" cy="10080"/>
          </a:xfrm>
          <a:custGeom>
            <a:avLst/>
            <a:gdLst/>
            <a:ahLst/>
            <a:rect l="0" t="0" r="r" b="b"/>
            <a:pathLst>
              <a:path w="2700" h="28">
                <a:moveTo>
                  <a:pt x="0" y="0"/>
                </a:moveTo>
                <a:lnTo>
                  <a:pt x="2700" y="0"/>
                </a:lnTo>
                <a:lnTo>
                  <a:pt x="27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3" name=""/>
          <p:cNvSpPr/>
          <p:nvPr/>
        </p:nvSpPr>
        <p:spPr>
          <a:xfrm>
            <a:off x="4200480" y="64864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4" name=""/>
          <p:cNvSpPr/>
          <p:nvPr/>
        </p:nvSpPr>
        <p:spPr>
          <a:xfrm>
            <a:off x="4209840" y="6476760"/>
            <a:ext cx="800640" cy="10080"/>
          </a:xfrm>
          <a:custGeom>
            <a:avLst/>
            <a:gdLst/>
            <a:ahLst/>
            <a:rect l="0" t="0" r="r" b="b"/>
            <a:pathLst>
              <a:path w="2224" h="28">
                <a:moveTo>
                  <a:pt x="0" y="0"/>
                </a:moveTo>
                <a:lnTo>
                  <a:pt x="2224" y="0"/>
                </a:lnTo>
                <a:lnTo>
                  <a:pt x="22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5" name=""/>
          <p:cNvSpPr/>
          <p:nvPr/>
        </p:nvSpPr>
        <p:spPr>
          <a:xfrm>
            <a:off x="5000400" y="64864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6" name=""/>
          <p:cNvSpPr/>
          <p:nvPr/>
        </p:nvSpPr>
        <p:spPr>
          <a:xfrm>
            <a:off x="5010120" y="6476760"/>
            <a:ext cx="1505160" cy="10080"/>
          </a:xfrm>
          <a:custGeom>
            <a:avLst/>
            <a:gdLst/>
            <a:ahLst/>
            <a:rect l="0" t="0" r="r" b="b"/>
            <a:pathLst>
              <a:path w="4181" h="28">
                <a:moveTo>
                  <a:pt x="0" y="0"/>
                </a:moveTo>
                <a:lnTo>
                  <a:pt x="4181" y="0"/>
                </a:lnTo>
                <a:lnTo>
                  <a:pt x="41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7" name=""/>
          <p:cNvSpPr/>
          <p:nvPr/>
        </p:nvSpPr>
        <p:spPr>
          <a:xfrm>
            <a:off x="6505560" y="64864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8" name=""/>
          <p:cNvSpPr/>
          <p:nvPr/>
        </p:nvSpPr>
        <p:spPr>
          <a:xfrm>
            <a:off x="6514920" y="6476760"/>
            <a:ext cx="1391040" cy="10080"/>
          </a:xfrm>
          <a:custGeom>
            <a:avLst/>
            <a:gdLst/>
            <a:ahLst/>
            <a:rect l="0" t="0" r="r" b="b"/>
            <a:pathLst>
              <a:path w="3864" h="28">
                <a:moveTo>
                  <a:pt x="0" y="0"/>
                </a:moveTo>
                <a:lnTo>
                  <a:pt x="3864" y="0"/>
                </a:lnTo>
                <a:lnTo>
                  <a:pt x="3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99" name=""/>
          <p:cNvSpPr/>
          <p:nvPr/>
        </p:nvSpPr>
        <p:spPr>
          <a:xfrm>
            <a:off x="7895880" y="64864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0" name=""/>
          <p:cNvSpPr/>
          <p:nvPr/>
        </p:nvSpPr>
        <p:spPr>
          <a:xfrm>
            <a:off x="933120" y="17143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0"/>
                  <a:pt x="43" y="44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7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4"/>
                </a:cubicBezTo>
                <a:cubicBezTo>
                  <a:pt x="257" y="50"/>
                  <a:pt x="263" y="58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1" name=""/>
          <p:cNvSpPr txBox="1"/>
          <p:nvPr/>
        </p:nvSpPr>
        <p:spPr>
          <a:xfrm>
            <a:off x="571320" y="1052640"/>
            <a:ext cx="30286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2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つの </a:t>
            </a:r>
            <a:r>
              <a:rPr lang="ja-JP" sz="2100" b="1" u="none" strike="noStrike">
                <a:solidFill>
                  <a:srgbClr val="4488CC"/>
                </a:solidFill>
                <a:effectLst/>
                <a:uFillTx/>
                <a:latin typeface="NotoSansJPThin"/>
                <a:ea typeface="NotoSansJPThin"/>
              </a:rPr>
              <a:t>候補 </a:t>
            </a:r>
            <a:r>
              <a:rPr lang="en-US" sz="2100" b="1" u="none" strike="noStrike">
                <a:solidFill>
                  <a:srgbClr val="4488CC"/>
                </a:solidFill>
                <a:effectLst/>
                <a:uFillTx/>
                <a:latin typeface="NotoSansJPThin"/>
                <a:ea typeface="NotoSansJPThin"/>
              </a:rPr>
              <a:t>effect modifier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2" name=""/>
          <p:cNvSpPr txBox="1"/>
          <p:nvPr/>
        </p:nvSpPr>
        <p:spPr>
          <a:xfrm>
            <a:off x="1200240" y="1557360"/>
            <a:ext cx="4356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Age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3" name=""/>
          <p:cNvSpPr/>
          <p:nvPr/>
        </p:nvSpPr>
        <p:spPr>
          <a:xfrm>
            <a:off x="933120" y="21524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9"/>
                  <a:pt x="268" y="226"/>
                </a:cubicBezTo>
                <a:cubicBezTo>
                  <a:pt x="263" y="234"/>
                  <a:pt x="257" y="242"/>
                  <a:pt x="250" y="249"/>
                </a:cubicBezTo>
                <a:cubicBezTo>
                  <a:pt x="243" y="255"/>
                  <a:pt x="236" y="261"/>
                  <a:pt x="228" y="267"/>
                </a:cubicBezTo>
                <a:cubicBezTo>
                  <a:pt x="220" y="272"/>
                  <a:pt x="211" y="276"/>
                  <a:pt x="203" y="281"/>
                </a:cubicBezTo>
                <a:cubicBezTo>
                  <a:pt x="194" y="285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6"/>
                  <a:pt x="73" y="272"/>
                  <a:pt x="65" y="267"/>
                </a:cubicBezTo>
                <a:cubicBezTo>
                  <a:pt x="57" y="261"/>
                  <a:pt x="50" y="255"/>
                  <a:pt x="43" y="249"/>
                </a:cubicBezTo>
                <a:cubicBezTo>
                  <a:pt x="36" y="242"/>
                  <a:pt x="30" y="234"/>
                  <a:pt x="25" y="226"/>
                </a:cubicBezTo>
                <a:cubicBezTo>
                  <a:pt x="20" y="219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4" name=""/>
          <p:cNvSpPr txBox="1"/>
          <p:nvPr/>
        </p:nvSpPr>
        <p:spPr>
          <a:xfrm>
            <a:off x="1678680" y="1600200"/>
            <a:ext cx="62420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年齢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):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生物学的妥当性とクラスエビデンスから候補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5" name=""/>
          <p:cNvSpPr txBox="1"/>
          <p:nvPr/>
        </p:nvSpPr>
        <p:spPr>
          <a:xfrm>
            <a:off x="1200240" y="1995840"/>
            <a:ext cx="4806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SBP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6" name=""/>
          <p:cNvSpPr/>
          <p:nvPr/>
        </p:nvSpPr>
        <p:spPr>
          <a:xfrm>
            <a:off x="581760" y="2666880"/>
            <a:ext cx="201960" cy="224280"/>
          </a:xfrm>
          <a:custGeom>
            <a:avLst/>
            <a:gdLst/>
            <a:ahLst/>
            <a:rect l="0" t="0" r="r" b="b"/>
            <a:pathLst>
              <a:path w="561" h="623">
                <a:moveTo>
                  <a:pt x="179" y="42"/>
                </a:moveTo>
                <a:cubicBezTo>
                  <a:pt x="158" y="42"/>
                  <a:pt x="147" y="40"/>
                  <a:pt x="146" y="38"/>
                </a:cubicBezTo>
                <a:cubicBezTo>
                  <a:pt x="145" y="37"/>
                  <a:pt x="145" y="34"/>
                  <a:pt x="145" y="31"/>
                </a:cubicBezTo>
                <a:cubicBezTo>
                  <a:pt x="145" y="16"/>
                  <a:pt x="148" y="6"/>
                  <a:pt x="155" y="1"/>
                </a:cubicBezTo>
                <a:cubicBezTo>
                  <a:pt x="156" y="0"/>
                  <a:pt x="161" y="0"/>
                  <a:pt x="168" y="0"/>
                </a:cubicBezTo>
                <a:cubicBezTo>
                  <a:pt x="201" y="2"/>
                  <a:pt x="240" y="3"/>
                  <a:pt x="284" y="3"/>
                </a:cubicBezTo>
                <a:cubicBezTo>
                  <a:pt x="371" y="3"/>
                  <a:pt x="420" y="2"/>
                  <a:pt x="432" y="0"/>
                </a:cubicBezTo>
                <a:lnTo>
                  <a:pt x="443" y="0"/>
                </a:lnTo>
                <a:cubicBezTo>
                  <a:pt x="447" y="3"/>
                  <a:pt x="449" y="6"/>
                  <a:pt x="449" y="8"/>
                </a:cubicBezTo>
                <a:cubicBezTo>
                  <a:pt x="449" y="10"/>
                  <a:pt x="448" y="15"/>
                  <a:pt x="447" y="24"/>
                </a:cubicBezTo>
                <a:cubicBezTo>
                  <a:pt x="444" y="33"/>
                  <a:pt x="441" y="39"/>
                  <a:pt x="439" y="42"/>
                </a:cubicBezTo>
                <a:lnTo>
                  <a:pt x="404" y="42"/>
                </a:lnTo>
                <a:cubicBezTo>
                  <a:pt x="362" y="42"/>
                  <a:pt x="337" y="45"/>
                  <a:pt x="330" y="50"/>
                </a:cubicBezTo>
                <a:cubicBezTo>
                  <a:pt x="325" y="52"/>
                  <a:pt x="321" y="61"/>
                  <a:pt x="317" y="75"/>
                </a:cubicBezTo>
                <a:cubicBezTo>
                  <a:pt x="313" y="90"/>
                  <a:pt x="292" y="170"/>
                  <a:pt x="256" y="316"/>
                </a:cubicBezTo>
                <a:cubicBezTo>
                  <a:pt x="246" y="355"/>
                  <a:pt x="236" y="398"/>
                  <a:pt x="225" y="442"/>
                </a:cubicBezTo>
                <a:cubicBezTo>
                  <a:pt x="214" y="486"/>
                  <a:pt x="206" y="520"/>
                  <a:pt x="200" y="542"/>
                </a:cubicBezTo>
                <a:lnTo>
                  <a:pt x="192" y="575"/>
                </a:lnTo>
                <a:cubicBezTo>
                  <a:pt x="192" y="577"/>
                  <a:pt x="195" y="579"/>
                  <a:pt x="200" y="579"/>
                </a:cubicBezTo>
                <a:cubicBezTo>
                  <a:pt x="206" y="579"/>
                  <a:pt x="224" y="579"/>
                  <a:pt x="254" y="580"/>
                </a:cubicBezTo>
                <a:lnTo>
                  <a:pt x="269" y="580"/>
                </a:lnTo>
                <a:cubicBezTo>
                  <a:pt x="289" y="580"/>
                  <a:pt x="304" y="580"/>
                  <a:pt x="316" y="579"/>
                </a:cubicBezTo>
                <a:cubicBezTo>
                  <a:pt x="327" y="579"/>
                  <a:pt x="343" y="577"/>
                  <a:pt x="361" y="573"/>
                </a:cubicBezTo>
                <a:cubicBezTo>
                  <a:pt x="380" y="569"/>
                  <a:pt x="395" y="564"/>
                  <a:pt x="407" y="557"/>
                </a:cubicBezTo>
                <a:cubicBezTo>
                  <a:pt x="419" y="549"/>
                  <a:pt x="432" y="539"/>
                  <a:pt x="447" y="526"/>
                </a:cubicBezTo>
                <a:cubicBezTo>
                  <a:pt x="462" y="512"/>
                  <a:pt x="474" y="496"/>
                  <a:pt x="485" y="476"/>
                </a:cubicBezTo>
                <a:cubicBezTo>
                  <a:pt x="495" y="458"/>
                  <a:pt x="504" y="437"/>
                  <a:pt x="512" y="415"/>
                </a:cubicBezTo>
                <a:cubicBezTo>
                  <a:pt x="521" y="392"/>
                  <a:pt x="526" y="380"/>
                  <a:pt x="528" y="377"/>
                </a:cubicBezTo>
                <a:cubicBezTo>
                  <a:pt x="531" y="375"/>
                  <a:pt x="536" y="374"/>
                  <a:pt x="543" y="374"/>
                </a:cubicBezTo>
                <a:lnTo>
                  <a:pt x="555" y="374"/>
                </a:lnTo>
                <a:cubicBezTo>
                  <a:pt x="559" y="379"/>
                  <a:pt x="561" y="383"/>
                  <a:pt x="561" y="384"/>
                </a:cubicBezTo>
                <a:cubicBezTo>
                  <a:pt x="561" y="385"/>
                  <a:pt x="555" y="403"/>
                  <a:pt x="542" y="438"/>
                </a:cubicBezTo>
                <a:cubicBezTo>
                  <a:pt x="530" y="472"/>
                  <a:pt x="517" y="508"/>
                  <a:pt x="502" y="547"/>
                </a:cubicBezTo>
                <a:cubicBezTo>
                  <a:pt x="488" y="585"/>
                  <a:pt x="480" y="607"/>
                  <a:pt x="479" y="614"/>
                </a:cubicBezTo>
                <a:cubicBezTo>
                  <a:pt x="478" y="617"/>
                  <a:pt x="476" y="619"/>
                  <a:pt x="475" y="619"/>
                </a:cubicBezTo>
                <a:cubicBezTo>
                  <a:pt x="474" y="620"/>
                  <a:pt x="469" y="621"/>
                  <a:pt x="461" y="622"/>
                </a:cubicBezTo>
                <a:cubicBezTo>
                  <a:pt x="452" y="623"/>
                  <a:pt x="439" y="624"/>
                  <a:pt x="421" y="623"/>
                </a:cubicBezTo>
                <a:cubicBezTo>
                  <a:pt x="415" y="623"/>
                  <a:pt x="392" y="623"/>
                  <a:pt x="352" y="623"/>
                </a:cubicBezTo>
                <a:cubicBezTo>
                  <a:pt x="312" y="623"/>
                  <a:pt x="274" y="623"/>
                  <a:pt x="239" y="622"/>
                </a:cubicBezTo>
                <a:lnTo>
                  <a:pt x="77" y="622"/>
                </a:lnTo>
                <a:cubicBezTo>
                  <a:pt x="26" y="622"/>
                  <a:pt x="0" y="619"/>
                  <a:pt x="0" y="613"/>
                </a:cubicBezTo>
                <a:cubicBezTo>
                  <a:pt x="0" y="609"/>
                  <a:pt x="1" y="605"/>
                  <a:pt x="2" y="600"/>
                </a:cubicBezTo>
                <a:cubicBezTo>
                  <a:pt x="5" y="589"/>
                  <a:pt x="8" y="582"/>
                  <a:pt x="11" y="581"/>
                </a:cubicBezTo>
                <a:cubicBezTo>
                  <a:pt x="14" y="581"/>
                  <a:pt x="18" y="580"/>
                  <a:pt x="25" y="580"/>
                </a:cubicBezTo>
                <a:lnTo>
                  <a:pt x="30" y="580"/>
                </a:lnTo>
                <a:cubicBezTo>
                  <a:pt x="47" y="580"/>
                  <a:pt x="65" y="579"/>
                  <a:pt x="85" y="578"/>
                </a:cubicBezTo>
                <a:cubicBezTo>
                  <a:pt x="93" y="576"/>
                  <a:pt x="99" y="572"/>
                  <a:pt x="102" y="567"/>
                </a:cubicBezTo>
                <a:cubicBezTo>
                  <a:pt x="104" y="564"/>
                  <a:pt x="126" y="480"/>
                  <a:pt x="168" y="313"/>
                </a:cubicBezTo>
                <a:cubicBezTo>
                  <a:pt x="209" y="147"/>
                  <a:pt x="230" y="59"/>
                  <a:pt x="230" y="50"/>
                </a:cubicBezTo>
                <a:cubicBezTo>
                  <a:pt x="230" y="46"/>
                  <a:pt x="213" y="43"/>
                  <a:pt x="179" y="42"/>
                </a:cubicBez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7" name=""/>
          <p:cNvSpPr txBox="1"/>
          <p:nvPr/>
        </p:nvSpPr>
        <p:spPr>
          <a:xfrm>
            <a:off x="1726200" y="2038320"/>
            <a:ext cx="30412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収縮期血圧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):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同様に候補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8" name=""/>
          <p:cNvSpPr/>
          <p:nvPr/>
        </p:nvSpPr>
        <p:spPr>
          <a:xfrm>
            <a:off x="933120" y="3238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09" name=""/>
          <p:cNvSpPr txBox="1"/>
          <p:nvPr/>
        </p:nvSpPr>
        <p:spPr>
          <a:xfrm>
            <a:off x="794520" y="2576880"/>
            <a:ext cx="36716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 は両方とも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a priori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に数値未知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0" name=""/>
          <p:cNvSpPr txBox="1"/>
          <p:nvPr/>
        </p:nvSpPr>
        <p:spPr>
          <a:xfrm>
            <a:off x="1200240" y="3081600"/>
            <a:ext cx="4356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Age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1" name=""/>
          <p:cNvSpPr txBox="1"/>
          <p:nvPr/>
        </p:nvSpPr>
        <p:spPr>
          <a:xfrm>
            <a:off x="1678680" y="3124080"/>
            <a:ext cx="97758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FTT collaborative meta-analysis (1994)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は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"irrespective of age"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としか述べず、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2" name=""/>
          <p:cNvSpPr/>
          <p:nvPr/>
        </p:nvSpPr>
        <p:spPr>
          <a:xfrm>
            <a:off x="933120" y="40575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4"/>
                  <a:pt x="220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3" name=""/>
          <p:cNvSpPr txBox="1"/>
          <p:nvPr/>
        </p:nvSpPr>
        <p:spPr>
          <a:xfrm>
            <a:off x="1200240" y="3505320"/>
            <a:ext cx="36205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per-year CATE slope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は未報告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4" name=""/>
          <p:cNvSpPr txBox="1"/>
          <p:nvPr/>
        </p:nvSpPr>
        <p:spPr>
          <a:xfrm>
            <a:off x="1200240" y="3900600"/>
            <a:ext cx="4806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SBP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5" name=""/>
          <p:cNvSpPr/>
          <p:nvPr/>
        </p:nvSpPr>
        <p:spPr>
          <a:xfrm>
            <a:off x="933120" y="44956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5"/>
                  <a:pt x="220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6" name=""/>
          <p:cNvSpPr txBox="1"/>
          <p:nvPr/>
        </p:nvSpPr>
        <p:spPr>
          <a:xfrm>
            <a:off x="1726200" y="3943440"/>
            <a:ext cx="62370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クラスレベルの定量的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CATE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感度推定は存在しない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7" name=""/>
          <p:cNvSpPr/>
          <p:nvPr/>
        </p:nvSpPr>
        <p:spPr>
          <a:xfrm>
            <a:off x="2601000" y="4422240"/>
            <a:ext cx="201960" cy="224640"/>
          </a:xfrm>
          <a:custGeom>
            <a:avLst/>
            <a:gdLst/>
            <a:ahLst/>
            <a:rect l="0" t="0" r="r" b="b"/>
            <a:pathLst>
              <a:path w="561" h="624">
                <a:moveTo>
                  <a:pt x="179" y="42"/>
                </a:moveTo>
                <a:cubicBezTo>
                  <a:pt x="158" y="42"/>
                  <a:pt x="147" y="41"/>
                  <a:pt x="146" y="38"/>
                </a:cubicBezTo>
                <a:cubicBezTo>
                  <a:pt x="145" y="37"/>
                  <a:pt x="145" y="35"/>
                  <a:pt x="145" y="31"/>
                </a:cubicBezTo>
                <a:cubicBezTo>
                  <a:pt x="145" y="17"/>
                  <a:pt x="148" y="7"/>
                  <a:pt x="155" y="1"/>
                </a:cubicBezTo>
                <a:cubicBezTo>
                  <a:pt x="156" y="0"/>
                  <a:pt x="161" y="0"/>
                  <a:pt x="169" y="0"/>
                </a:cubicBezTo>
                <a:cubicBezTo>
                  <a:pt x="201" y="2"/>
                  <a:pt x="240" y="3"/>
                  <a:pt x="284" y="3"/>
                </a:cubicBezTo>
                <a:cubicBezTo>
                  <a:pt x="371" y="3"/>
                  <a:pt x="420" y="2"/>
                  <a:pt x="432" y="0"/>
                </a:cubicBezTo>
                <a:lnTo>
                  <a:pt x="443" y="0"/>
                </a:lnTo>
                <a:cubicBezTo>
                  <a:pt x="447" y="4"/>
                  <a:pt x="449" y="7"/>
                  <a:pt x="449" y="8"/>
                </a:cubicBezTo>
                <a:cubicBezTo>
                  <a:pt x="449" y="10"/>
                  <a:pt x="448" y="16"/>
                  <a:pt x="447" y="25"/>
                </a:cubicBezTo>
                <a:cubicBezTo>
                  <a:pt x="444" y="34"/>
                  <a:pt x="441" y="40"/>
                  <a:pt x="439" y="42"/>
                </a:cubicBezTo>
                <a:lnTo>
                  <a:pt x="404" y="42"/>
                </a:lnTo>
                <a:cubicBezTo>
                  <a:pt x="362" y="43"/>
                  <a:pt x="338" y="45"/>
                  <a:pt x="331" y="50"/>
                </a:cubicBezTo>
                <a:cubicBezTo>
                  <a:pt x="326" y="53"/>
                  <a:pt x="321" y="61"/>
                  <a:pt x="317" y="76"/>
                </a:cubicBezTo>
                <a:cubicBezTo>
                  <a:pt x="313" y="90"/>
                  <a:pt x="292" y="170"/>
                  <a:pt x="256" y="316"/>
                </a:cubicBezTo>
                <a:cubicBezTo>
                  <a:pt x="246" y="355"/>
                  <a:pt x="236" y="397"/>
                  <a:pt x="225" y="441"/>
                </a:cubicBezTo>
                <a:cubicBezTo>
                  <a:pt x="214" y="487"/>
                  <a:pt x="206" y="520"/>
                  <a:pt x="200" y="542"/>
                </a:cubicBezTo>
                <a:lnTo>
                  <a:pt x="192" y="575"/>
                </a:lnTo>
                <a:cubicBezTo>
                  <a:pt x="192" y="578"/>
                  <a:pt x="195" y="579"/>
                  <a:pt x="200" y="579"/>
                </a:cubicBezTo>
                <a:cubicBezTo>
                  <a:pt x="206" y="579"/>
                  <a:pt x="224" y="579"/>
                  <a:pt x="254" y="581"/>
                </a:cubicBezTo>
                <a:lnTo>
                  <a:pt x="270" y="581"/>
                </a:lnTo>
                <a:cubicBezTo>
                  <a:pt x="289" y="581"/>
                  <a:pt x="304" y="580"/>
                  <a:pt x="316" y="580"/>
                </a:cubicBezTo>
                <a:cubicBezTo>
                  <a:pt x="328" y="579"/>
                  <a:pt x="343" y="577"/>
                  <a:pt x="361" y="573"/>
                </a:cubicBezTo>
                <a:cubicBezTo>
                  <a:pt x="380" y="570"/>
                  <a:pt x="395" y="564"/>
                  <a:pt x="407" y="557"/>
                </a:cubicBezTo>
                <a:cubicBezTo>
                  <a:pt x="419" y="550"/>
                  <a:pt x="432" y="539"/>
                  <a:pt x="447" y="526"/>
                </a:cubicBezTo>
                <a:cubicBezTo>
                  <a:pt x="462" y="513"/>
                  <a:pt x="474" y="496"/>
                  <a:pt x="485" y="476"/>
                </a:cubicBezTo>
                <a:cubicBezTo>
                  <a:pt x="495" y="457"/>
                  <a:pt x="504" y="436"/>
                  <a:pt x="512" y="414"/>
                </a:cubicBezTo>
                <a:cubicBezTo>
                  <a:pt x="521" y="392"/>
                  <a:pt x="526" y="379"/>
                  <a:pt x="528" y="376"/>
                </a:cubicBezTo>
                <a:cubicBezTo>
                  <a:pt x="531" y="374"/>
                  <a:pt x="536" y="373"/>
                  <a:pt x="543" y="373"/>
                </a:cubicBezTo>
                <a:lnTo>
                  <a:pt x="555" y="373"/>
                </a:lnTo>
                <a:cubicBezTo>
                  <a:pt x="559" y="379"/>
                  <a:pt x="561" y="382"/>
                  <a:pt x="561" y="383"/>
                </a:cubicBezTo>
                <a:cubicBezTo>
                  <a:pt x="561" y="384"/>
                  <a:pt x="555" y="402"/>
                  <a:pt x="542" y="437"/>
                </a:cubicBezTo>
                <a:cubicBezTo>
                  <a:pt x="530" y="472"/>
                  <a:pt x="517" y="509"/>
                  <a:pt x="502" y="547"/>
                </a:cubicBezTo>
                <a:cubicBezTo>
                  <a:pt x="488" y="585"/>
                  <a:pt x="480" y="608"/>
                  <a:pt x="479" y="614"/>
                </a:cubicBezTo>
                <a:cubicBezTo>
                  <a:pt x="478" y="617"/>
                  <a:pt x="476" y="619"/>
                  <a:pt x="475" y="620"/>
                </a:cubicBezTo>
                <a:cubicBezTo>
                  <a:pt x="474" y="620"/>
                  <a:pt x="469" y="621"/>
                  <a:pt x="461" y="622"/>
                </a:cubicBezTo>
                <a:cubicBezTo>
                  <a:pt x="452" y="624"/>
                  <a:pt x="439" y="624"/>
                  <a:pt x="422" y="623"/>
                </a:cubicBezTo>
                <a:cubicBezTo>
                  <a:pt x="415" y="623"/>
                  <a:pt x="392" y="623"/>
                  <a:pt x="352" y="623"/>
                </a:cubicBezTo>
                <a:cubicBezTo>
                  <a:pt x="312" y="623"/>
                  <a:pt x="274" y="623"/>
                  <a:pt x="239" y="622"/>
                </a:cubicBezTo>
                <a:lnTo>
                  <a:pt x="77" y="622"/>
                </a:lnTo>
                <a:cubicBezTo>
                  <a:pt x="26" y="622"/>
                  <a:pt x="0" y="619"/>
                  <a:pt x="0" y="613"/>
                </a:cubicBezTo>
                <a:cubicBezTo>
                  <a:pt x="0" y="609"/>
                  <a:pt x="1" y="605"/>
                  <a:pt x="2" y="601"/>
                </a:cubicBezTo>
                <a:cubicBezTo>
                  <a:pt x="5" y="589"/>
                  <a:pt x="8" y="583"/>
                  <a:pt x="11" y="581"/>
                </a:cubicBezTo>
                <a:cubicBezTo>
                  <a:pt x="14" y="581"/>
                  <a:pt x="18" y="581"/>
                  <a:pt x="25" y="581"/>
                </a:cubicBezTo>
                <a:lnTo>
                  <a:pt x="30" y="581"/>
                </a:lnTo>
                <a:cubicBezTo>
                  <a:pt x="47" y="581"/>
                  <a:pt x="65" y="580"/>
                  <a:pt x="85" y="578"/>
                </a:cubicBezTo>
                <a:cubicBezTo>
                  <a:pt x="93" y="576"/>
                  <a:pt x="99" y="572"/>
                  <a:pt x="102" y="567"/>
                </a:cubicBezTo>
                <a:cubicBezTo>
                  <a:pt x="104" y="564"/>
                  <a:pt x="126" y="480"/>
                  <a:pt x="168" y="313"/>
                </a:cubicBezTo>
                <a:cubicBezTo>
                  <a:pt x="210" y="147"/>
                  <a:pt x="230" y="59"/>
                  <a:pt x="230" y="50"/>
                </a:cubicBezTo>
                <a:cubicBezTo>
                  <a:pt x="230" y="46"/>
                  <a:pt x="213" y="43"/>
                  <a:pt x="179" y="42"/>
                </a:cubicBez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8" name=""/>
          <p:cNvSpPr/>
          <p:nvPr/>
        </p:nvSpPr>
        <p:spPr>
          <a:xfrm>
            <a:off x="2839320" y="4419360"/>
            <a:ext cx="86040" cy="100080"/>
          </a:xfrm>
          <a:custGeom>
            <a:avLst/>
            <a:gdLst/>
            <a:ahLst/>
            <a:rect l="0" t="0" r="r" b="b"/>
            <a:pathLst>
              <a:path w="239" h="278">
                <a:moveTo>
                  <a:pt x="107" y="116"/>
                </a:moveTo>
                <a:cubicBezTo>
                  <a:pt x="101" y="59"/>
                  <a:pt x="99" y="27"/>
                  <a:pt x="99" y="20"/>
                </a:cubicBezTo>
                <a:cubicBezTo>
                  <a:pt x="99" y="12"/>
                  <a:pt x="104" y="5"/>
                  <a:pt x="114" y="1"/>
                </a:cubicBezTo>
                <a:cubicBezTo>
                  <a:pt x="114" y="1"/>
                  <a:pt x="115" y="1"/>
                  <a:pt x="117" y="1"/>
                </a:cubicBezTo>
                <a:cubicBezTo>
                  <a:pt x="119" y="1"/>
                  <a:pt x="120" y="1"/>
                  <a:pt x="121" y="0"/>
                </a:cubicBezTo>
                <a:cubicBezTo>
                  <a:pt x="126" y="1"/>
                  <a:pt x="131" y="3"/>
                  <a:pt x="135" y="7"/>
                </a:cubicBezTo>
                <a:cubicBezTo>
                  <a:pt x="139" y="10"/>
                  <a:pt x="142" y="15"/>
                  <a:pt x="142" y="20"/>
                </a:cubicBezTo>
                <a:cubicBezTo>
                  <a:pt x="142" y="27"/>
                  <a:pt x="140" y="44"/>
                  <a:pt x="138" y="71"/>
                </a:cubicBezTo>
                <a:cubicBezTo>
                  <a:pt x="135" y="98"/>
                  <a:pt x="134" y="113"/>
                  <a:pt x="133" y="116"/>
                </a:cubicBezTo>
                <a:lnTo>
                  <a:pt x="171" y="89"/>
                </a:lnTo>
                <a:cubicBezTo>
                  <a:pt x="195" y="72"/>
                  <a:pt x="208" y="62"/>
                  <a:pt x="210" y="61"/>
                </a:cubicBezTo>
                <a:cubicBezTo>
                  <a:pt x="212" y="60"/>
                  <a:pt x="214" y="59"/>
                  <a:pt x="216" y="59"/>
                </a:cubicBezTo>
                <a:cubicBezTo>
                  <a:pt x="222" y="59"/>
                  <a:pt x="227" y="61"/>
                  <a:pt x="232" y="66"/>
                </a:cubicBezTo>
                <a:cubicBezTo>
                  <a:pt x="236" y="70"/>
                  <a:pt x="239" y="76"/>
                  <a:pt x="239" y="83"/>
                </a:cubicBezTo>
                <a:cubicBezTo>
                  <a:pt x="239" y="88"/>
                  <a:pt x="237" y="93"/>
                  <a:pt x="233" y="98"/>
                </a:cubicBezTo>
                <a:cubicBezTo>
                  <a:pt x="231" y="99"/>
                  <a:pt x="216" y="106"/>
                  <a:pt x="189" y="119"/>
                </a:cubicBezTo>
                <a:cubicBezTo>
                  <a:pt x="162" y="132"/>
                  <a:pt x="148" y="139"/>
                  <a:pt x="145" y="139"/>
                </a:cubicBezTo>
                <a:lnTo>
                  <a:pt x="188" y="159"/>
                </a:lnTo>
                <a:lnTo>
                  <a:pt x="233" y="182"/>
                </a:lnTo>
                <a:cubicBezTo>
                  <a:pt x="237" y="186"/>
                  <a:pt x="239" y="191"/>
                  <a:pt x="239" y="197"/>
                </a:cubicBezTo>
                <a:cubicBezTo>
                  <a:pt x="239" y="203"/>
                  <a:pt x="237" y="208"/>
                  <a:pt x="233" y="213"/>
                </a:cubicBezTo>
                <a:cubicBezTo>
                  <a:pt x="229" y="217"/>
                  <a:pt x="224" y="219"/>
                  <a:pt x="217" y="220"/>
                </a:cubicBezTo>
                <a:cubicBezTo>
                  <a:pt x="214" y="220"/>
                  <a:pt x="210" y="219"/>
                  <a:pt x="206" y="216"/>
                </a:cubicBezTo>
                <a:cubicBezTo>
                  <a:pt x="202" y="213"/>
                  <a:pt x="190" y="205"/>
                  <a:pt x="171" y="190"/>
                </a:cubicBezTo>
                <a:lnTo>
                  <a:pt x="133" y="163"/>
                </a:lnTo>
                <a:cubicBezTo>
                  <a:pt x="139" y="221"/>
                  <a:pt x="142" y="253"/>
                  <a:pt x="142" y="260"/>
                </a:cubicBezTo>
                <a:cubicBezTo>
                  <a:pt x="142" y="264"/>
                  <a:pt x="140" y="268"/>
                  <a:pt x="137" y="272"/>
                </a:cubicBezTo>
                <a:cubicBezTo>
                  <a:pt x="134" y="276"/>
                  <a:pt x="129" y="278"/>
                  <a:pt x="120" y="278"/>
                </a:cubicBezTo>
                <a:cubicBezTo>
                  <a:pt x="112" y="278"/>
                  <a:pt x="107" y="276"/>
                  <a:pt x="104" y="272"/>
                </a:cubicBezTo>
                <a:cubicBezTo>
                  <a:pt x="101" y="268"/>
                  <a:pt x="99" y="264"/>
                  <a:pt x="99" y="260"/>
                </a:cubicBezTo>
                <a:cubicBezTo>
                  <a:pt x="99" y="252"/>
                  <a:pt x="100" y="235"/>
                  <a:pt x="102" y="208"/>
                </a:cubicBezTo>
                <a:cubicBezTo>
                  <a:pt x="105" y="181"/>
                  <a:pt x="106" y="166"/>
                  <a:pt x="107" y="163"/>
                </a:cubicBezTo>
                <a:lnTo>
                  <a:pt x="69" y="190"/>
                </a:lnTo>
                <a:cubicBezTo>
                  <a:pt x="45" y="208"/>
                  <a:pt x="31" y="217"/>
                  <a:pt x="29" y="219"/>
                </a:cubicBezTo>
                <a:cubicBezTo>
                  <a:pt x="28" y="220"/>
                  <a:pt x="25" y="220"/>
                  <a:pt x="23" y="220"/>
                </a:cubicBezTo>
                <a:cubicBezTo>
                  <a:pt x="17" y="220"/>
                  <a:pt x="12" y="218"/>
                  <a:pt x="7" y="214"/>
                </a:cubicBezTo>
                <a:cubicBezTo>
                  <a:pt x="3" y="210"/>
                  <a:pt x="0" y="204"/>
                  <a:pt x="0" y="197"/>
                </a:cubicBezTo>
                <a:cubicBezTo>
                  <a:pt x="0" y="195"/>
                  <a:pt x="0" y="193"/>
                  <a:pt x="0" y="192"/>
                </a:cubicBezTo>
                <a:cubicBezTo>
                  <a:pt x="0" y="190"/>
                  <a:pt x="0" y="189"/>
                  <a:pt x="2" y="188"/>
                </a:cubicBezTo>
                <a:cubicBezTo>
                  <a:pt x="3" y="186"/>
                  <a:pt x="4" y="185"/>
                  <a:pt x="5" y="184"/>
                </a:cubicBezTo>
                <a:cubicBezTo>
                  <a:pt x="6" y="183"/>
                  <a:pt x="8" y="181"/>
                  <a:pt x="11" y="179"/>
                </a:cubicBezTo>
                <a:cubicBezTo>
                  <a:pt x="14" y="178"/>
                  <a:pt x="16" y="176"/>
                  <a:pt x="19" y="175"/>
                </a:cubicBezTo>
                <a:cubicBezTo>
                  <a:pt x="22" y="174"/>
                  <a:pt x="26" y="172"/>
                  <a:pt x="31" y="169"/>
                </a:cubicBezTo>
                <a:cubicBezTo>
                  <a:pt x="37" y="166"/>
                  <a:pt x="42" y="164"/>
                  <a:pt x="47" y="162"/>
                </a:cubicBezTo>
                <a:cubicBezTo>
                  <a:pt x="52" y="160"/>
                  <a:pt x="59" y="157"/>
                  <a:pt x="68" y="152"/>
                </a:cubicBezTo>
                <a:cubicBezTo>
                  <a:pt x="77" y="148"/>
                  <a:pt x="85" y="144"/>
                  <a:pt x="95" y="139"/>
                </a:cubicBezTo>
                <a:lnTo>
                  <a:pt x="6" y="98"/>
                </a:lnTo>
                <a:cubicBezTo>
                  <a:pt x="2" y="94"/>
                  <a:pt x="0" y="89"/>
                  <a:pt x="0" y="83"/>
                </a:cubicBezTo>
                <a:cubicBezTo>
                  <a:pt x="0" y="76"/>
                  <a:pt x="2" y="71"/>
                  <a:pt x="6" y="67"/>
                </a:cubicBezTo>
                <a:cubicBezTo>
                  <a:pt x="10" y="63"/>
                  <a:pt x="15" y="60"/>
                  <a:pt x="22" y="60"/>
                </a:cubicBezTo>
                <a:cubicBezTo>
                  <a:pt x="25" y="60"/>
                  <a:pt x="29" y="61"/>
                  <a:pt x="33" y="64"/>
                </a:cubicBezTo>
                <a:cubicBezTo>
                  <a:pt x="37" y="66"/>
                  <a:pt x="49" y="75"/>
                  <a:pt x="69" y="89"/>
                </a:cubicBezTo>
                <a:lnTo>
                  <a:pt x="107" y="116"/>
                </a:ln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19" name=""/>
          <p:cNvSpPr txBox="1"/>
          <p:nvPr/>
        </p:nvSpPr>
        <p:spPr>
          <a:xfrm>
            <a:off x="1200240" y="4381560"/>
            <a:ext cx="13939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両変数とも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20" name=""/>
          <p:cNvSpPr txBox="1"/>
          <p:nvPr/>
        </p:nvSpPr>
        <p:spPr>
          <a:xfrm>
            <a:off x="2959560" y="4338720"/>
            <a:ext cx="11260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 逆算経路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21" name=""/>
          <p:cNvSpPr txBox="1"/>
          <p:nvPr/>
        </p:nvSpPr>
        <p:spPr>
          <a:xfrm>
            <a:off x="4086720" y="4381560"/>
            <a:ext cx="8604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を適用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22" name=""/>
          <p:cNvSpPr txBox="1"/>
          <p:nvPr/>
        </p:nvSpPr>
        <p:spPr>
          <a:xfrm>
            <a:off x="571320" y="4919760"/>
            <a:ext cx="26726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Region 8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ベースライン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23" name=""/>
          <p:cNvSpPr txBox="1"/>
          <p:nvPr/>
        </p:nvSpPr>
        <p:spPr>
          <a:xfrm>
            <a:off x="733320" y="5542200"/>
            <a:ext cx="213984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候補 </a:t>
            </a:r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effect modifier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24" name=""/>
          <p:cNvSpPr txBox="1"/>
          <p:nvPr/>
        </p:nvSpPr>
        <p:spPr>
          <a:xfrm>
            <a:off x="3393000" y="5542200"/>
            <a:ext cx="60012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Mean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25" name=""/>
          <p:cNvSpPr txBox="1"/>
          <p:nvPr/>
        </p:nvSpPr>
        <p:spPr>
          <a:xfrm>
            <a:off x="4362840" y="5542200"/>
            <a:ext cx="30636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SD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26" name=""/>
          <p:cNvSpPr txBox="1"/>
          <p:nvPr/>
        </p:nvSpPr>
        <p:spPr>
          <a:xfrm>
            <a:off x="5158440" y="5542200"/>
            <a:ext cx="107532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Skewness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27" name=""/>
          <p:cNvSpPr/>
          <p:nvPr/>
        </p:nvSpPr>
        <p:spPr>
          <a:xfrm>
            <a:off x="7129440" y="5759280"/>
            <a:ext cx="108360" cy="137160"/>
          </a:xfrm>
          <a:custGeom>
            <a:avLst/>
            <a:gdLst/>
            <a:ahLst/>
            <a:rect l="0" t="0" r="r" b="b"/>
            <a:pathLst>
              <a:path w="301" h="381">
                <a:moveTo>
                  <a:pt x="10" y="354"/>
                </a:moveTo>
                <a:lnTo>
                  <a:pt x="18" y="354"/>
                </a:lnTo>
                <a:cubicBezTo>
                  <a:pt x="34" y="354"/>
                  <a:pt x="43" y="351"/>
                  <a:pt x="46" y="346"/>
                </a:cubicBezTo>
                <a:lnTo>
                  <a:pt x="46" y="341"/>
                </a:lnTo>
                <a:cubicBezTo>
                  <a:pt x="46" y="338"/>
                  <a:pt x="46" y="334"/>
                  <a:pt x="46" y="329"/>
                </a:cubicBezTo>
                <a:cubicBezTo>
                  <a:pt x="46" y="325"/>
                  <a:pt x="46" y="319"/>
                  <a:pt x="46" y="312"/>
                </a:cubicBezTo>
                <a:cubicBezTo>
                  <a:pt x="46" y="304"/>
                  <a:pt x="46" y="297"/>
                  <a:pt x="47" y="288"/>
                </a:cubicBezTo>
                <a:cubicBezTo>
                  <a:pt x="47" y="280"/>
                  <a:pt x="47" y="271"/>
                  <a:pt x="47" y="262"/>
                </a:cubicBezTo>
                <a:cubicBezTo>
                  <a:pt x="46" y="253"/>
                  <a:pt x="46" y="243"/>
                  <a:pt x="47" y="233"/>
                </a:cubicBezTo>
                <a:cubicBezTo>
                  <a:pt x="47" y="222"/>
                  <a:pt x="47" y="212"/>
                  <a:pt x="47" y="202"/>
                </a:cubicBezTo>
                <a:cubicBezTo>
                  <a:pt x="47" y="189"/>
                  <a:pt x="47" y="175"/>
                  <a:pt x="47" y="160"/>
                </a:cubicBezTo>
                <a:cubicBezTo>
                  <a:pt x="47" y="144"/>
                  <a:pt x="47" y="131"/>
                  <a:pt x="47" y="119"/>
                </a:cubicBezTo>
                <a:cubicBezTo>
                  <a:pt x="47" y="108"/>
                  <a:pt x="47" y="97"/>
                  <a:pt x="47" y="88"/>
                </a:cubicBezTo>
                <a:cubicBezTo>
                  <a:pt x="47" y="78"/>
                  <a:pt x="46" y="70"/>
                  <a:pt x="46" y="64"/>
                </a:cubicBezTo>
                <a:cubicBezTo>
                  <a:pt x="46" y="59"/>
                  <a:pt x="46" y="55"/>
                  <a:pt x="46" y="55"/>
                </a:cubicBezTo>
                <a:cubicBezTo>
                  <a:pt x="45" y="47"/>
                  <a:pt x="42" y="42"/>
                  <a:pt x="38" y="40"/>
                </a:cubicBezTo>
                <a:cubicBezTo>
                  <a:pt x="33" y="38"/>
                  <a:pt x="24" y="36"/>
                  <a:pt x="11" y="35"/>
                </a:cubicBezTo>
                <a:lnTo>
                  <a:pt x="0" y="35"/>
                </a:lnTo>
                <a:lnTo>
                  <a:pt x="0" y="21"/>
                </a:lnTo>
                <a:cubicBezTo>
                  <a:pt x="0" y="12"/>
                  <a:pt x="0" y="7"/>
                  <a:pt x="1" y="7"/>
                </a:cubicBezTo>
                <a:lnTo>
                  <a:pt x="7" y="7"/>
                </a:lnTo>
                <a:cubicBezTo>
                  <a:pt x="11" y="6"/>
                  <a:pt x="17" y="6"/>
                  <a:pt x="25" y="5"/>
                </a:cubicBezTo>
                <a:cubicBezTo>
                  <a:pt x="32" y="5"/>
                  <a:pt x="39" y="5"/>
                  <a:pt x="47" y="4"/>
                </a:cubicBezTo>
                <a:cubicBezTo>
                  <a:pt x="53" y="4"/>
                  <a:pt x="61" y="3"/>
                  <a:pt x="69" y="3"/>
                </a:cubicBezTo>
                <a:cubicBezTo>
                  <a:pt x="77" y="3"/>
                  <a:pt x="84" y="2"/>
                  <a:pt x="88" y="1"/>
                </a:cubicBezTo>
                <a:cubicBezTo>
                  <a:pt x="92" y="0"/>
                  <a:pt x="94" y="0"/>
                  <a:pt x="94" y="1"/>
                </a:cubicBezTo>
                <a:lnTo>
                  <a:pt x="96" y="1"/>
                </a:lnTo>
                <a:lnTo>
                  <a:pt x="96" y="16"/>
                </a:lnTo>
                <a:lnTo>
                  <a:pt x="97" y="32"/>
                </a:lnTo>
                <a:lnTo>
                  <a:pt x="101" y="27"/>
                </a:lnTo>
                <a:cubicBezTo>
                  <a:pt x="125" y="10"/>
                  <a:pt x="152" y="1"/>
                  <a:pt x="184" y="1"/>
                </a:cubicBezTo>
                <a:cubicBezTo>
                  <a:pt x="216" y="1"/>
                  <a:pt x="244" y="14"/>
                  <a:pt x="266" y="39"/>
                </a:cubicBezTo>
                <a:cubicBezTo>
                  <a:pt x="289" y="65"/>
                  <a:pt x="300" y="97"/>
                  <a:pt x="301" y="136"/>
                </a:cubicBezTo>
                <a:cubicBezTo>
                  <a:pt x="301" y="177"/>
                  <a:pt x="288" y="209"/>
                  <a:pt x="262" y="234"/>
                </a:cubicBezTo>
                <a:cubicBezTo>
                  <a:pt x="236" y="260"/>
                  <a:pt x="207" y="272"/>
                  <a:pt x="174" y="272"/>
                </a:cubicBezTo>
                <a:cubicBezTo>
                  <a:pt x="147" y="272"/>
                  <a:pt x="123" y="263"/>
                  <a:pt x="103" y="246"/>
                </a:cubicBezTo>
                <a:lnTo>
                  <a:pt x="98" y="242"/>
                </a:lnTo>
                <a:lnTo>
                  <a:pt x="98" y="292"/>
                </a:lnTo>
                <a:lnTo>
                  <a:pt x="98" y="326"/>
                </a:lnTo>
                <a:cubicBezTo>
                  <a:pt x="98" y="337"/>
                  <a:pt x="98" y="343"/>
                  <a:pt x="99" y="346"/>
                </a:cubicBezTo>
                <a:cubicBezTo>
                  <a:pt x="100" y="348"/>
                  <a:pt x="102" y="350"/>
                  <a:pt x="106" y="352"/>
                </a:cubicBezTo>
                <a:cubicBezTo>
                  <a:pt x="114" y="353"/>
                  <a:pt x="124" y="354"/>
                  <a:pt x="135" y="354"/>
                </a:cubicBezTo>
                <a:lnTo>
                  <a:pt x="144" y="354"/>
                </a:lnTo>
                <a:lnTo>
                  <a:pt x="144" y="381"/>
                </a:lnTo>
                <a:lnTo>
                  <a:pt x="140" y="381"/>
                </a:lnTo>
                <a:lnTo>
                  <a:pt x="125" y="381"/>
                </a:lnTo>
                <a:cubicBezTo>
                  <a:pt x="116" y="380"/>
                  <a:pt x="106" y="380"/>
                  <a:pt x="95" y="380"/>
                </a:cubicBezTo>
                <a:cubicBezTo>
                  <a:pt x="85" y="380"/>
                  <a:pt x="76" y="380"/>
                  <a:pt x="72" y="380"/>
                </a:cubicBezTo>
                <a:cubicBezTo>
                  <a:pt x="31" y="380"/>
                  <a:pt x="8" y="380"/>
                  <a:pt x="5" y="381"/>
                </a:cubicBezTo>
                <a:lnTo>
                  <a:pt x="0" y="381"/>
                </a:lnTo>
                <a:lnTo>
                  <a:pt x="0" y="354"/>
                </a:lnTo>
                <a:lnTo>
                  <a:pt x="10" y="354"/>
                </a:lnTo>
                <a:moveTo>
                  <a:pt x="242" y="134"/>
                </a:moveTo>
                <a:cubicBezTo>
                  <a:pt x="242" y="105"/>
                  <a:pt x="236" y="79"/>
                  <a:pt x="222" y="57"/>
                </a:cubicBezTo>
                <a:cubicBezTo>
                  <a:pt x="209" y="35"/>
                  <a:pt x="192" y="24"/>
                  <a:pt x="171" y="24"/>
                </a:cubicBezTo>
                <a:cubicBezTo>
                  <a:pt x="143" y="24"/>
                  <a:pt x="119" y="37"/>
                  <a:pt x="98" y="63"/>
                </a:cubicBezTo>
                <a:lnTo>
                  <a:pt x="98" y="207"/>
                </a:lnTo>
                <a:cubicBezTo>
                  <a:pt x="114" y="236"/>
                  <a:pt x="136" y="250"/>
                  <a:pt x="165" y="250"/>
                </a:cubicBezTo>
                <a:cubicBezTo>
                  <a:pt x="185" y="250"/>
                  <a:pt x="203" y="239"/>
                  <a:pt x="218" y="218"/>
                </a:cubicBezTo>
                <a:cubicBezTo>
                  <a:pt x="234" y="196"/>
                  <a:pt x="242" y="169"/>
                  <a:pt x="242" y="1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28" name=""/>
          <p:cNvSpPr/>
          <p:nvPr/>
        </p:nvSpPr>
        <p:spPr>
          <a:xfrm>
            <a:off x="7250760" y="5758200"/>
            <a:ext cx="95400" cy="99000"/>
          </a:xfrm>
          <a:custGeom>
            <a:avLst/>
            <a:gdLst/>
            <a:ahLst/>
            <a:rect l="0" t="0" r="r" b="b"/>
            <a:pathLst>
              <a:path w="265" h="275">
                <a:moveTo>
                  <a:pt x="0" y="140"/>
                </a:moveTo>
                <a:cubicBezTo>
                  <a:pt x="0" y="102"/>
                  <a:pt x="13" y="69"/>
                  <a:pt x="39" y="42"/>
                </a:cubicBezTo>
                <a:cubicBezTo>
                  <a:pt x="66" y="14"/>
                  <a:pt x="97" y="0"/>
                  <a:pt x="133" y="0"/>
                </a:cubicBezTo>
                <a:cubicBezTo>
                  <a:pt x="169" y="0"/>
                  <a:pt x="200" y="14"/>
                  <a:pt x="226" y="41"/>
                </a:cubicBezTo>
                <a:cubicBezTo>
                  <a:pt x="252" y="68"/>
                  <a:pt x="265" y="101"/>
                  <a:pt x="265" y="139"/>
                </a:cubicBezTo>
                <a:cubicBezTo>
                  <a:pt x="265" y="177"/>
                  <a:pt x="253" y="209"/>
                  <a:pt x="227" y="235"/>
                </a:cubicBezTo>
                <a:cubicBezTo>
                  <a:pt x="202" y="262"/>
                  <a:pt x="171" y="275"/>
                  <a:pt x="133" y="275"/>
                </a:cubicBezTo>
                <a:cubicBezTo>
                  <a:pt x="95" y="275"/>
                  <a:pt x="63" y="261"/>
                  <a:pt x="38" y="234"/>
                </a:cubicBezTo>
                <a:cubicBezTo>
                  <a:pt x="13" y="207"/>
                  <a:pt x="0" y="176"/>
                  <a:pt x="0" y="140"/>
                </a:cubicBezTo>
                <a:moveTo>
                  <a:pt x="133" y="251"/>
                </a:moveTo>
                <a:cubicBezTo>
                  <a:pt x="182" y="251"/>
                  <a:pt x="206" y="217"/>
                  <a:pt x="206" y="152"/>
                </a:cubicBezTo>
                <a:lnTo>
                  <a:pt x="206" y="133"/>
                </a:lnTo>
                <a:lnTo>
                  <a:pt x="206" y="118"/>
                </a:lnTo>
                <a:cubicBezTo>
                  <a:pt x="206" y="109"/>
                  <a:pt x="206" y="102"/>
                  <a:pt x="206" y="96"/>
                </a:cubicBezTo>
                <a:cubicBezTo>
                  <a:pt x="205" y="89"/>
                  <a:pt x="204" y="82"/>
                  <a:pt x="202" y="73"/>
                </a:cubicBezTo>
                <a:cubicBezTo>
                  <a:pt x="199" y="64"/>
                  <a:pt x="196" y="57"/>
                  <a:pt x="192" y="51"/>
                </a:cubicBezTo>
                <a:cubicBezTo>
                  <a:pt x="188" y="46"/>
                  <a:pt x="182" y="40"/>
                  <a:pt x="173" y="35"/>
                </a:cubicBezTo>
                <a:cubicBezTo>
                  <a:pt x="165" y="29"/>
                  <a:pt x="155" y="25"/>
                  <a:pt x="144" y="23"/>
                </a:cubicBezTo>
                <a:cubicBezTo>
                  <a:pt x="142" y="22"/>
                  <a:pt x="139" y="22"/>
                  <a:pt x="135" y="22"/>
                </a:cubicBezTo>
                <a:cubicBezTo>
                  <a:pt x="123" y="22"/>
                  <a:pt x="111" y="24"/>
                  <a:pt x="101" y="29"/>
                </a:cubicBezTo>
                <a:cubicBezTo>
                  <a:pt x="84" y="38"/>
                  <a:pt x="72" y="50"/>
                  <a:pt x="67" y="66"/>
                </a:cubicBezTo>
                <a:cubicBezTo>
                  <a:pt x="62" y="81"/>
                  <a:pt x="59" y="100"/>
                  <a:pt x="59" y="121"/>
                </a:cubicBezTo>
                <a:lnTo>
                  <a:pt x="59" y="133"/>
                </a:lnTo>
                <a:cubicBezTo>
                  <a:pt x="59" y="171"/>
                  <a:pt x="63" y="198"/>
                  <a:pt x="71" y="213"/>
                </a:cubicBezTo>
                <a:cubicBezTo>
                  <a:pt x="84" y="237"/>
                  <a:pt x="104" y="251"/>
                  <a:pt x="133" y="2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29" name=""/>
          <p:cNvSpPr/>
          <p:nvPr/>
        </p:nvSpPr>
        <p:spPr>
          <a:xfrm>
            <a:off x="7358400" y="5758200"/>
            <a:ext cx="95400" cy="99000"/>
          </a:xfrm>
          <a:custGeom>
            <a:avLst/>
            <a:gdLst/>
            <a:ahLst/>
            <a:rect l="0" t="0" r="r" b="b"/>
            <a:pathLst>
              <a:path w="265" h="275">
                <a:moveTo>
                  <a:pt x="0" y="140"/>
                </a:moveTo>
                <a:cubicBezTo>
                  <a:pt x="0" y="102"/>
                  <a:pt x="12" y="69"/>
                  <a:pt x="39" y="42"/>
                </a:cubicBezTo>
                <a:cubicBezTo>
                  <a:pt x="65" y="14"/>
                  <a:pt x="96" y="0"/>
                  <a:pt x="133" y="0"/>
                </a:cubicBezTo>
                <a:cubicBezTo>
                  <a:pt x="169" y="0"/>
                  <a:pt x="200" y="14"/>
                  <a:pt x="226" y="41"/>
                </a:cubicBezTo>
                <a:cubicBezTo>
                  <a:pt x="252" y="68"/>
                  <a:pt x="265" y="101"/>
                  <a:pt x="265" y="139"/>
                </a:cubicBezTo>
                <a:cubicBezTo>
                  <a:pt x="265" y="177"/>
                  <a:pt x="252" y="209"/>
                  <a:pt x="227" y="235"/>
                </a:cubicBezTo>
                <a:cubicBezTo>
                  <a:pt x="201" y="262"/>
                  <a:pt x="170" y="275"/>
                  <a:pt x="133" y="275"/>
                </a:cubicBezTo>
                <a:cubicBezTo>
                  <a:pt x="94" y="275"/>
                  <a:pt x="63" y="261"/>
                  <a:pt x="38" y="234"/>
                </a:cubicBezTo>
                <a:cubicBezTo>
                  <a:pt x="12" y="207"/>
                  <a:pt x="0" y="176"/>
                  <a:pt x="0" y="140"/>
                </a:cubicBezTo>
                <a:moveTo>
                  <a:pt x="133" y="251"/>
                </a:moveTo>
                <a:cubicBezTo>
                  <a:pt x="182" y="251"/>
                  <a:pt x="206" y="217"/>
                  <a:pt x="206" y="152"/>
                </a:cubicBezTo>
                <a:lnTo>
                  <a:pt x="206" y="133"/>
                </a:lnTo>
                <a:lnTo>
                  <a:pt x="206" y="118"/>
                </a:lnTo>
                <a:cubicBezTo>
                  <a:pt x="206" y="109"/>
                  <a:pt x="206" y="102"/>
                  <a:pt x="205" y="96"/>
                </a:cubicBezTo>
                <a:cubicBezTo>
                  <a:pt x="205" y="89"/>
                  <a:pt x="204" y="82"/>
                  <a:pt x="201" y="73"/>
                </a:cubicBezTo>
                <a:cubicBezTo>
                  <a:pt x="199" y="64"/>
                  <a:pt x="196" y="57"/>
                  <a:pt x="192" y="51"/>
                </a:cubicBezTo>
                <a:cubicBezTo>
                  <a:pt x="188" y="46"/>
                  <a:pt x="181" y="40"/>
                  <a:pt x="173" y="35"/>
                </a:cubicBezTo>
                <a:cubicBezTo>
                  <a:pt x="165" y="29"/>
                  <a:pt x="155" y="25"/>
                  <a:pt x="144" y="23"/>
                </a:cubicBezTo>
                <a:cubicBezTo>
                  <a:pt x="142" y="22"/>
                  <a:pt x="139" y="22"/>
                  <a:pt x="134" y="22"/>
                </a:cubicBezTo>
                <a:cubicBezTo>
                  <a:pt x="122" y="22"/>
                  <a:pt x="111" y="24"/>
                  <a:pt x="100" y="29"/>
                </a:cubicBezTo>
                <a:cubicBezTo>
                  <a:pt x="83" y="38"/>
                  <a:pt x="72" y="50"/>
                  <a:pt x="67" y="66"/>
                </a:cubicBezTo>
                <a:cubicBezTo>
                  <a:pt x="62" y="81"/>
                  <a:pt x="59" y="100"/>
                  <a:pt x="59" y="121"/>
                </a:cubicBezTo>
                <a:lnTo>
                  <a:pt x="59" y="133"/>
                </a:lnTo>
                <a:cubicBezTo>
                  <a:pt x="59" y="171"/>
                  <a:pt x="63" y="198"/>
                  <a:pt x="70" y="213"/>
                </a:cubicBezTo>
                <a:cubicBezTo>
                  <a:pt x="83" y="237"/>
                  <a:pt x="104" y="251"/>
                  <a:pt x="133" y="2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30" name=""/>
          <p:cNvSpPr/>
          <p:nvPr/>
        </p:nvSpPr>
        <p:spPr>
          <a:xfrm>
            <a:off x="7465320" y="5705280"/>
            <a:ext cx="51120" cy="149760"/>
          </a:xfrm>
          <a:custGeom>
            <a:avLst/>
            <a:gdLst/>
            <a:ahLst/>
            <a:rect l="0" t="0" r="r" b="b"/>
            <a:pathLst>
              <a:path w="142" h="416">
                <a:moveTo>
                  <a:pt x="9" y="388"/>
                </a:moveTo>
                <a:lnTo>
                  <a:pt x="18" y="388"/>
                </a:lnTo>
                <a:cubicBezTo>
                  <a:pt x="33" y="388"/>
                  <a:pt x="43" y="385"/>
                  <a:pt x="46" y="380"/>
                </a:cubicBezTo>
                <a:lnTo>
                  <a:pt x="46" y="375"/>
                </a:lnTo>
                <a:cubicBezTo>
                  <a:pt x="46" y="371"/>
                  <a:pt x="46" y="367"/>
                  <a:pt x="46" y="361"/>
                </a:cubicBezTo>
                <a:cubicBezTo>
                  <a:pt x="46" y="356"/>
                  <a:pt x="46" y="349"/>
                  <a:pt x="46" y="341"/>
                </a:cubicBezTo>
                <a:cubicBezTo>
                  <a:pt x="46" y="334"/>
                  <a:pt x="46" y="325"/>
                  <a:pt x="47" y="316"/>
                </a:cubicBezTo>
                <a:cubicBezTo>
                  <a:pt x="47" y="306"/>
                  <a:pt x="47" y="296"/>
                  <a:pt x="47" y="286"/>
                </a:cubicBezTo>
                <a:cubicBezTo>
                  <a:pt x="46" y="276"/>
                  <a:pt x="46" y="265"/>
                  <a:pt x="47" y="253"/>
                </a:cubicBezTo>
                <a:cubicBezTo>
                  <a:pt x="47" y="242"/>
                  <a:pt x="47" y="230"/>
                  <a:pt x="47" y="219"/>
                </a:cubicBezTo>
                <a:cubicBezTo>
                  <a:pt x="47" y="204"/>
                  <a:pt x="47" y="189"/>
                  <a:pt x="47" y="172"/>
                </a:cubicBezTo>
                <a:cubicBezTo>
                  <a:pt x="47" y="156"/>
                  <a:pt x="47" y="141"/>
                  <a:pt x="47" y="128"/>
                </a:cubicBezTo>
                <a:cubicBezTo>
                  <a:pt x="47" y="114"/>
                  <a:pt x="47" y="102"/>
                  <a:pt x="47" y="92"/>
                </a:cubicBezTo>
                <a:cubicBezTo>
                  <a:pt x="47" y="81"/>
                  <a:pt x="46" y="72"/>
                  <a:pt x="46" y="65"/>
                </a:cubicBezTo>
                <a:cubicBezTo>
                  <a:pt x="46" y="57"/>
                  <a:pt x="46" y="54"/>
                  <a:pt x="46" y="54"/>
                </a:cubicBezTo>
                <a:cubicBezTo>
                  <a:pt x="45" y="47"/>
                  <a:pt x="42" y="42"/>
                  <a:pt x="38" y="39"/>
                </a:cubicBezTo>
                <a:cubicBezTo>
                  <a:pt x="33" y="37"/>
                  <a:pt x="24" y="35"/>
                  <a:pt x="11" y="34"/>
                </a:cubicBezTo>
                <a:lnTo>
                  <a:pt x="0" y="34"/>
                </a:lnTo>
                <a:lnTo>
                  <a:pt x="0" y="20"/>
                </a:lnTo>
                <a:cubicBezTo>
                  <a:pt x="0" y="11"/>
                  <a:pt x="0" y="7"/>
                  <a:pt x="1" y="7"/>
                </a:cubicBezTo>
                <a:lnTo>
                  <a:pt x="7" y="6"/>
                </a:lnTo>
                <a:cubicBezTo>
                  <a:pt x="11" y="6"/>
                  <a:pt x="17" y="5"/>
                  <a:pt x="24" y="5"/>
                </a:cubicBezTo>
                <a:cubicBezTo>
                  <a:pt x="32" y="4"/>
                  <a:pt x="39" y="4"/>
                  <a:pt x="47" y="4"/>
                </a:cubicBezTo>
                <a:cubicBezTo>
                  <a:pt x="53" y="3"/>
                  <a:pt x="62" y="3"/>
                  <a:pt x="70" y="2"/>
                </a:cubicBezTo>
                <a:cubicBezTo>
                  <a:pt x="78" y="2"/>
                  <a:pt x="84" y="1"/>
                  <a:pt x="88" y="1"/>
                </a:cubicBezTo>
                <a:cubicBezTo>
                  <a:pt x="92" y="0"/>
                  <a:pt x="94" y="0"/>
                  <a:pt x="94" y="0"/>
                </a:cubicBezTo>
                <a:lnTo>
                  <a:pt x="96" y="0"/>
                </a:lnTo>
                <a:lnTo>
                  <a:pt x="96" y="189"/>
                </a:lnTo>
                <a:cubicBezTo>
                  <a:pt x="96" y="315"/>
                  <a:pt x="96" y="379"/>
                  <a:pt x="96" y="380"/>
                </a:cubicBezTo>
                <a:cubicBezTo>
                  <a:pt x="98" y="383"/>
                  <a:pt x="100" y="385"/>
                  <a:pt x="104" y="386"/>
                </a:cubicBezTo>
                <a:cubicBezTo>
                  <a:pt x="112" y="387"/>
                  <a:pt x="122" y="388"/>
                  <a:pt x="133" y="388"/>
                </a:cubicBezTo>
                <a:lnTo>
                  <a:pt x="142" y="388"/>
                </a:lnTo>
                <a:lnTo>
                  <a:pt x="142" y="416"/>
                </a:lnTo>
                <a:lnTo>
                  <a:pt x="138" y="416"/>
                </a:lnTo>
                <a:lnTo>
                  <a:pt x="124" y="415"/>
                </a:lnTo>
                <a:cubicBezTo>
                  <a:pt x="115" y="415"/>
                  <a:pt x="105" y="414"/>
                  <a:pt x="95" y="414"/>
                </a:cubicBezTo>
                <a:cubicBezTo>
                  <a:pt x="84" y="414"/>
                  <a:pt x="77" y="414"/>
                  <a:pt x="72" y="414"/>
                </a:cubicBezTo>
                <a:cubicBezTo>
                  <a:pt x="67" y="413"/>
                  <a:pt x="59" y="413"/>
                  <a:pt x="48" y="414"/>
                </a:cubicBezTo>
                <a:cubicBezTo>
                  <a:pt x="38" y="414"/>
                  <a:pt x="28" y="415"/>
                  <a:pt x="18" y="415"/>
                </a:cubicBezTo>
                <a:lnTo>
                  <a:pt x="5" y="416"/>
                </a:lnTo>
                <a:lnTo>
                  <a:pt x="0" y="416"/>
                </a:lnTo>
                <a:lnTo>
                  <a:pt x="0" y="388"/>
                </a:lnTo>
                <a:lnTo>
                  <a:pt x="9" y="38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31" name=""/>
          <p:cNvSpPr/>
          <p:nvPr/>
        </p:nvSpPr>
        <p:spPr>
          <a:xfrm>
            <a:off x="7525440" y="5758200"/>
            <a:ext cx="83520" cy="99000"/>
          </a:xfrm>
          <a:custGeom>
            <a:avLst/>
            <a:gdLst/>
            <a:ahLst/>
            <a:rect l="0" t="0" r="r" b="b"/>
            <a:pathLst>
              <a:path w="232" h="275">
                <a:moveTo>
                  <a:pt x="0" y="138"/>
                </a:moveTo>
                <a:cubicBezTo>
                  <a:pt x="0" y="116"/>
                  <a:pt x="5" y="97"/>
                  <a:pt x="13" y="79"/>
                </a:cubicBezTo>
                <a:cubicBezTo>
                  <a:pt x="21" y="61"/>
                  <a:pt x="31" y="46"/>
                  <a:pt x="43" y="34"/>
                </a:cubicBezTo>
                <a:cubicBezTo>
                  <a:pt x="55" y="23"/>
                  <a:pt x="68" y="15"/>
                  <a:pt x="82" y="9"/>
                </a:cubicBezTo>
                <a:cubicBezTo>
                  <a:pt x="96" y="3"/>
                  <a:pt x="109" y="0"/>
                  <a:pt x="121" y="0"/>
                </a:cubicBezTo>
                <a:cubicBezTo>
                  <a:pt x="142" y="0"/>
                  <a:pt x="160" y="4"/>
                  <a:pt x="176" y="11"/>
                </a:cubicBezTo>
                <a:cubicBezTo>
                  <a:pt x="191" y="18"/>
                  <a:pt x="202" y="28"/>
                  <a:pt x="210" y="42"/>
                </a:cubicBezTo>
                <a:cubicBezTo>
                  <a:pt x="218" y="54"/>
                  <a:pt x="224" y="67"/>
                  <a:pt x="227" y="80"/>
                </a:cubicBezTo>
                <a:cubicBezTo>
                  <a:pt x="230" y="93"/>
                  <a:pt x="232" y="107"/>
                  <a:pt x="232" y="122"/>
                </a:cubicBezTo>
                <a:cubicBezTo>
                  <a:pt x="232" y="125"/>
                  <a:pt x="231" y="128"/>
                  <a:pt x="228" y="131"/>
                </a:cubicBezTo>
                <a:lnTo>
                  <a:pt x="60" y="131"/>
                </a:lnTo>
                <a:lnTo>
                  <a:pt x="60" y="140"/>
                </a:lnTo>
                <a:cubicBezTo>
                  <a:pt x="60" y="198"/>
                  <a:pt x="80" y="234"/>
                  <a:pt x="119" y="247"/>
                </a:cubicBezTo>
                <a:cubicBezTo>
                  <a:pt x="127" y="249"/>
                  <a:pt x="136" y="251"/>
                  <a:pt x="146" y="251"/>
                </a:cubicBezTo>
                <a:cubicBezTo>
                  <a:pt x="162" y="251"/>
                  <a:pt x="177" y="244"/>
                  <a:pt x="189" y="232"/>
                </a:cubicBezTo>
                <a:cubicBezTo>
                  <a:pt x="195" y="225"/>
                  <a:pt x="201" y="216"/>
                  <a:pt x="205" y="206"/>
                </a:cubicBezTo>
                <a:lnTo>
                  <a:pt x="211" y="192"/>
                </a:lnTo>
                <a:cubicBezTo>
                  <a:pt x="212" y="191"/>
                  <a:pt x="215" y="190"/>
                  <a:pt x="220" y="190"/>
                </a:cubicBezTo>
                <a:lnTo>
                  <a:pt x="222" y="190"/>
                </a:lnTo>
                <a:cubicBezTo>
                  <a:pt x="229" y="190"/>
                  <a:pt x="232" y="192"/>
                  <a:pt x="232" y="196"/>
                </a:cubicBezTo>
                <a:cubicBezTo>
                  <a:pt x="232" y="198"/>
                  <a:pt x="232" y="200"/>
                  <a:pt x="230" y="204"/>
                </a:cubicBezTo>
                <a:cubicBezTo>
                  <a:pt x="223" y="226"/>
                  <a:pt x="210" y="243"/>
                  <a:pt x="193" y="256"/>
                </a:cubicBezTo>
                <a:cubicBezTo>
                  <a:pt x="175" y="269"/>
                  <a:pt x="156" y="275"/>
                  <a:pt x="134" y="275"/>
                </a:cubicBezTo>
                <a:cubicBezTo>
                  <a:pt x="96" y="275"/>
                  <a:pt x="64" y="261"/>
                  <a:pt x="39" y="234"/>
                </a:cubicBezTo>
                <a:cubicBezTo>
                  <a:pt x="14" y="206"/>
                  <a:pt x="1" y="175"/>
                  <a:pt x="0" y="138"/>
                </a:cubicBezTo>
                <a:moveTo>
                  <a:pt x="183" y="104"/>
                </a:moveTo>
                <a:cubicBezTo>
                  <a:pt x="179" y="53"/>
                  <a:pt x="160" y="25"/>
                  <a:pt x="127" y="22"/>
                </a:cubicBezTo>
                <a:lnTo>
                  <a:pt x="125" y="22"/>
                </a:lnTo>
                <a:cubicBezTo>
                  <a:pt x="122" y="22"/>
                  <a:pt x="119" y="22"/>
                  <a:pt x="116" y="23"/>
                </a:cubicBezTo>
                <a:cubicBezTo>
                  <a:pt x="113" y="23"/>
                  <a:pt x="108" y="25"/>
                  <a:pt x="101" y="27"/>
                </a:cubicBezTo>
                <a:cubicBezTo>
                  <a:pt x="94" y="30"/>
                  <a:pt x="88" y="35"/>
                  <a:pt x="84" y="41"/>
                </a:cubicBezTo>
                <a:cubicBezTo>
                  <a:pt x="79" y="47"/>
                  <a:pt x="74" y="55"/>
                  <a:pt x="70" y="65"/>
                </a:cubicBezTo>
                <a:cubicBezTo>
                  <a:pt x="65" y="76"/>
                  <a:pt x="62" y="89"/>
                  <a:pt x="60" y="105"/>
                </a:cubicBezTo>
                <a:lnTo>
                  <a:pt x="60" y="109"/>
                </a:lnTo>
                <a:lnTo>
                  <a:pt x="183" y="109"/>
                </a:lnTo>
                <a:lnTo>
                  <a:pt x="183" y="10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32" name=""/>
          <p:cNvSpPr/>
          <p:nvPr/>
        </p:nvSpPr>
        <p:spPr>
          <a:xfrm>
            <a:off x="7622280" y="5705280"/>
            <a:ext cx="108000" cy="151920"/>
          </a:xfrm>
          <a:custGeom>
            <a:avLst/>
            <a:gdLst/>
            <a:ahLst/>
            <a:rect l="0" t="0" r="r" b="b"/>
            <a:pathLst>
              <a:path w="300" h="422">
                <a:moveTo>
                  <a:pt x="204" y="119"/>
                </a:moveTo>
                <a:cubicBezTo>
                  <a:pt x="204" y="113"/>
                  <a:pt x="204" y="105"/>
                  <a:pt x="204" y="95"/>
                </a:cubicBezTo>
                <a:cubicBezTo>
                  <a:pt x="204" y="85"/>
                  <a:pt x="204" y="79"/>
                  <a:pt x="205" y="75"/>
                </a:cubicBezTo>
                <a:cubicBezTo>
                  <a:pt x="205" y="57"/>
                  <a:pt x="203" y="46"/>
                  <a:pt x="199" y="42"/>
                </a:cubicBezTo>
                <a:cubicBezTo>
                  <a:pt x="195" y="38"/>
                  <a:pt x="185" y="35"/>
                  <a:pt x="168" y="34"/>
                </a:cubicBezTo>
                <a:lnTo>
                  <a:pt x="158" y="34"/>
                </a:lnTo>
                <a:lnTo>
                  <a:pt x="158" y="20"/>
                </a:lnTo>
                <a:cubicBezTo>
                  <a:pt x="158" y="11"/>
                  <a:pt x="158" y="7"/>
                  <a:pt x="159" y="7"/>
                </a:cubicBezTo>
                <a:lnTo>
                  <a:pt x="165" y="6"/>
                </a:lnTo>
                <a:cubicBezTo>
                  <a:pt x="169" y="6"/>
                  <a:pt x="174" y="5"/>
                  <a:pt x="182" y="5"/>
                </a:cubicBezTo>
                <a:cubicBezTo>
                  <a:pt x="190" y="4"/>
                  <a:pt x="197" y="4"/>
                  <a:pt x="204" y="4"/>
                </a:cubicBezTo>
                <a:cubicBezTo>
                  <a:pt x="212" y="3"/>
                  <a:pt x="219" y="3"/>
                  <a:pt x="227" y="2"/>
                </a:cubicBezTo>
                <a:cubicBezTo>
                  <a:pt x="235" y="2"/>
                  <a:pt x="241" y="1"/>
                  <a:pt x="245" y="1"/>
                </a:cubicBezTo>
                <a:cubicBezTo>
                  <a:pt x="249" y="0"/>
                  <a:pt x="251" y="0"/>
                  <a:pt x="252" y="0"/>
                </a:cubicBezTo>
                <a:lnTo>
                  <a:pt x="254" y="0"/>
                </a:lnTo>
                <a:lnTo>
                  <a:pt x="254" y="182"/>
                </a:lnTo>
                <a:cubicBezTo>
                  <a:pt x="254" y="303"/>
                  <a:pt x="254" y="366"/>
                  <a:pt x="254" y="367"/>
                </a:cubicBezTo>
                <a:cubicBezTo>
                  <a:pt x="255" y="375"/>
                  <a:pt x="258" y="380"/>
                  <a:pt x="262" y="383"/>
                </a:cubicBezTo>
                <a:cubicBezTo>
                  <a:pt x="267" y="385"/>
                  <a:pt x="276" y="387"/>
                  <a:pt x="289" y="388"/>
                </a:cubicBezTo>
                <a:lnTo>
                  <a:pt x="300" y="388"/>
                </a:lnTo>
                <a:lnTo>
                  <a:pt x="300" y="416"/>
                </a:lnTo>
                <a:cubicBezTo>
                  <a:pt x="299" y="416"/>
                  <a:pt x="284" y="417"/>
                  <a:pt x="255" y="419"/>
                </a:cubicBezTo>
                <a:cubicBezTo>
                  <a:pt x="225" y="421"/>
                  <a:pt x="210" y="422"/>
                  <a:pt x="208" y="422"/>
                </a:cubicBezTo>
                <a:lnTo>
                  <a:pt x="202" y="422"/>
                </a:lnTo>
                <a:lnTo>
                  <a:pt x="202" y="389"/>
                </a:lnTo>
                <a:lnTo>
                  <a:pt x="198" y="393"/>
                </a:lnTo>
                <a:cubicBezTo>
                  <a:pt x="174" y="413"/>
                  <a:pt x="149" y="422"/>
                  <a:pt x="120" y="422"/>
                </a:cubicBezTo>
                <a:cubicBezTo>
                  <a:pt x="89" y="422"/>
                  <a:pt x="62" y="410"/>
                  <a:pt x="37" y="386"/>
                </a:cubicBezTo>
                <a:cubicBezTo>
                  <a:pt x="12" y="360"/>
                  <a:pt x="0" y="328"/>
                  <a:pt x="0" y="286"/>
                </a:cubicBezTo>
                <a:cubicBezTo>
                  <a:pt x="0" y="246"/>
                  <a:pt x="12" y="214"/>
                  <a:pt x="38" y="189"/>
                </a:cubicBezTo>
                <a:cubicBezTo>
                  <a:pt x="63" y="164"/>
                  <a:pt x="92" y="151"/>
                  <a:pt x="125" y="151"/>
                </a:cubicBezTo>
                <a:cubicBezTo>
                  <a:pt x="155" y="151"/>
                  <a:pt x="181" y="160"/>
                  <a:pt x="204" y="180"/>
                </a:cubicBezTo>
                <a:lnTo>
                  <a:pt x="204" y="119"/>
                </a:lnTo>
                <a:moveTo>
                  <a:pt x="202" y="210"/>
                </a:moveTo>
                <a:cubicBezTo>
                  <a:pt x="184" y="185"/>
                  <a:pt x="162" y="173"/>
                  <a:pt x="135" y="173"/>
                </a:cubicBezTo>
                <a:cubicBezTo>
                  <a:pt x="115" y="173"/>
                  <a:pt x="98" y="180"/>
                  <a:pt x="83" y="194"/>
                </a:cubicBezTo>
                <a:cubicBezTo>
                  <a:pt x="72" y="205"/>
                  <a:pt x="65" y="218"/>
                  <a:pt x="63" y="232"/>
                </a:cubicBezTo>
                <a:cubicBezTo>
                  <a:pt x="60" y="247"/>
                  <a:pt x="58" y="265"/>
                  <a:pt x="58" y="289"/>
                </a:cubicBezTo>
                <a:cubicBezTo>
                  <a:pt x="58" y="311"/>
                  <a:pt x="59" y="329"/>
                  <a:pt x="62" y="343"/>
                </a:cubicBezTo>
                <a:cubicBezTo>
                  <a:pt x="65" y="357"/>
                  <a:pt x="72" y="370"/>
                  <a:pt x="83" y="380"/>
                </a:cubicBezTo>
                <a:cubicBezTo>
                  <a:pt x="95" y="393"/>
                  <a:pt x="110" y="400"/>
                  <a:pt x="130" y="400"/>
                </a:cubicBezTo>
                <a:cubicBezTo>
                  <a:pt x="158" y="400"/>
                  <a:pt x="182" y="385"/>
                  <a:pt x="202" y="353"/>
                </a:cubicBezTo>
                <a:lnTo>
                  <a:pt x="202" y="21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33" name=""/>
          <p:cNvSpPr txBox="1"/>
          <p:nvPr/>
        </p:nvSpPr>
        <p:spPr>
          <a:xfrm>
            <a:off x="6671520" y="5523120"/>
            <a:ext cx="38808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IQR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34" name=""/>
          <p:cNvSpPr txBox="1"/>
          <p:nvPr/>
        </p:nvSpPr>
        <p:spPr>
          <a:xfrm>
            <a:off x="733320" y="6095880"/>
            <a:ext cx="12726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Age (years)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35" name=""/>
          <p:cNvSpPr txBox="1"/>
          <p:nvPr/>
        </p:nvSpPr>
        <p:spPr>
          <a:xfrm>
            <a:off x="3393000" y="6095880"/>
            <a:ext cx="483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60.2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36" name=""/>
          <p:cNvSpPr/>
          <p:nvPr/>
        </p:nvSpPr>
        <p:spPr>
          <a:xfrm>
            <a:off x="5187960" y="6266880"/>
            <a:ext cx="186120" cy="12600"/>
          </a:xfrm>
          <a:custGeom>
            <a:avLst/>
            <a:gdLst/>
            <a:ahLst/>
            <a:rect l="0" t="0" r="r" b="b"/>
            <a:pathLst>
              <a:path w="517" h="35">
                <a:moveTo>
                  <a:pt x="12" y="0"/>
                </a:moveTo>
                <a:lnTo>
                  <a:pt x="504" y="0"/>
                </a:lnTo>
                <a:cubicBezTo>
                  <a:pt x="512" y="5"/>
                  <a:pt x="517" y="10"/>
                  <a:pt x="517" y="17"/>
                </a:cubicBezTo>
                <a:cubicBezTo>
                  <a:pt x="517" y="24"/>
                  <a:pt x="512" y="29"/>
                  <a:pt x="504" y="35"/>
                </a:cubicBezTo>
                <a:lnTo>
                  <a:pt x="12" y="35"/>
                </a:lnTo>
                <a:cubicBezTo>
                  <a:pt x="4" y="30"/>
                  <a:pt x="0" y="24"/>
                  <a:pt x="0" y="17"/>
                </a:cubicBezTo>
                <a:cubicBezTo>
                  <a:pt x="0" y="10"/>
                  <a:pt x="4" y="4"/>
                  <a:pt x="12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37" name=""/>
          <p:cNvSpPr/>
          <p:nvPr/>
        </p:nvSpPr>
        <p:spPr>
          <a:xfrm>
            <a:off x="5410800" y="6146640"/>
            <a:ext cx="128520" cy="209520"/>
          </a:xfrm>
          <a:custGeom>
            <a:avLst/>
            <a:gdLst/>
            <a:ahLst/>
            <a:rect l="0" t="0" r="r" b="b"/>
            <a:pathLst>
              <a:path w="357" h="582">
                <a:moveTo>
                  <a:pt x="49" y="69"/>
                </a:moveTo>
                <a:cubicBezTo>
                  <a:pt x="81" y="22"/>
                  <a:pt x="124" y="0"/>
                  <a:pt x="179" y="0"/>
                </a:cubicBezTo>
                <a:cubicBezTo>
                  <a:pt x="206" y="0"/>
                  <a:pt x="233" y="7"/>
                  <a:pt x="260" y="22"/>
                </a:cubicBezTo>
                <a:cubicBezTo>
                  <a:pt x="287" y="36"/>
                  <a:pt x="309" y="62"/>
                  <a:pt x="326" y="100"/>
                </a:cubicBezTo>
                <a:cubicBezTo>
                  <a:pt x="347" y="147"/>
                  <a:pt x="357" y="211"/>
                  <a:pt x="357" y="293"/>
                </a:cubicBezTo>
                <a:cubicBezTo>
                  <a:pt x="357" y="380"/>
                  <a:pt x="345" y="447"/>
                  <a:pt x="321" y="493"/>
                </a:cubicBezTo>
                <a:cubicBezTo>
                  <a:pt x="310" y="517"/>
                  <a:pt x="294" y="536"/>
                  <a:pt x="274" y="550"/>
                </a:cubicBezTo>
                <a:cubicBezTo>
                  <a:pt x="255" y="564"/>
                  <a:pt x="237" y="573"/>
                  <a:pt x="223" y="576"/>
                </a:cubicBezTo>
                <a:cubicBezTo>
                  <a:pt x="208" y="579"/>
                  <a:pt x="194" y="581"/>
                  <a:pt x="180" y="582"/>
                </a:cubicBezTo>
                <a:cubicBezTo>
                  <a:pt x="165" y="582"/>
                  <a:pt x="150" y="580"/>
                  <a:pt x="136" y="577"/>
                </a:cubicBezTo>
                <a:cubicBezTo>
                  <a:pt x="121" y="573"/>
                  <a:pt x="104" y="564"/>
                  <a:pt x="84" y="550"/>
                </a:cubicBezTo>
                <a:cubicBezTo>
                  <a:pt x="65" y="535"/>
                  <a:pt x="48" y="516"/>
                  <a:pt x="37" y="493"/>
                </a:cubicBezTo>
                <a:cubicBezTo>
                  <a:pt x="13" y="447"/>
                  <a:pt x="0" y="380"/>
                  <a:pt x="0" y="293"/>
                </a:cubicBezTo>
                <a:cubicBezTo>
                  <a:pt x="0" y="195"/>
                  <a:pt x="17" y="120"/>
                  <a:pt x="49" y="69"/>
                </a:cubicBezTo>
                <a:moveTo>
                  <a:pt x="240" y="58"/>
                </a:moveTo>
                <a:cubicBezTo>
                  <a:pt x="223" y="40"/>
                  <a:pt x="203" y="31"/>
                  <a:pt x="180" y="31"/>
                </a:cubicBezTo>
                <a:cubicBezTo>
                  <a:pt x="156" y="31"/>
                  <a:pt x="136" y="40"/>
                  <a:pt x="119" y="58"/>
                </a:cubicBezTo>
                <a:cubicBezTo>
                  <a:pt x="105" y="74"/>
                  <a:pt x="96" y="94"/>
                  <a:pt x="91" y="120"/>
                </a:cubicBezTo>
                <a:cubicBezTo>
                  <a:pt x="87" y="146"/>
                  <a:pt x="84" y="200"/>
                  <a:pt x="84" y="282"/>
                </a:cubicBezTo>
                <a:cubicBezTo>
                  <a:pt x="84" y="371"/>
                  <a:pt x="87" y="429"/>
                  <a:pt x="91" y="458"/>
                </a:cubicBezTo>
                <a:cubicBezTo>
                  <a:pt x="96" y="486"/>
                  <a:pt x="106" y="508"/>
                  <a:pt x="121" y="524"/>
                </a:cubicBezTo>
                <a:cubicBezTo>
                  <a:pt x="137" y="541"/>
                  <a:pt x="157" y="550"/>
                  <a:pt x="180" y="550"/>
                </a:cubicBezTo>
                <a:cubicBezTo>
                  <a:pt x="202" y="550"/>
                  <a:pt x="221" y="541"/>
                  <a:pt x="237" y="524"/>
                </a:cubicBezTo>
                <a:cubicBezTo>
                  <a:pt x="254" y="507"/>
                  <a:pt x="264" y="484"/>
                  <a:pt x="268" y="453"/>
                </a:cubicBezTo>
                <a:cubicBezTo>
                  <a:pt x="272" y="423"/>
                  <a:pt x="274" y="366"/>
                  <a:pt x="274" y="282"/>
                </a:cubicBezTo>
                <a:cubicBezTo>
                  <a:pt x="274" y="200"/>
                  <a:pt x="272" y="146"/>
                  <a:pt x="268" y="121"/>
                </a:cubicBezTo>
                <a:cubicBezTo>
                  <a:pt x="263" y="95"/>
                  <a:pt x="254" y="74"/>
                  <a:pt x="240" y="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38" name=""/>
          <p:cNvSpPr/>
          <p:nvPr/>
        </p:nvSpPr>
        <p:spPr>
          <a:xfrm>
            <a:off x="5574960" y="6312600"/>
            <a:ext cx="37080" cy="36720"/>
          </a:xfrm>
          <a:custGeom>
            <a:avLst/>
            <a:gdLst/>
            <a:ahLst/>
            <a:rect l="0" t="0" r="r" b="b"/>
            <a:pathLst>
              <a:path w="103" h="102">
                <a:moveTo>
                  <a:pt x="0" y="51"/>
                </a:moveTo>
                <a:cubicBezTo>
                  <a:pt x="0" y="37"/>
                  <a:pt x="5" y="25"/>
                  <a:pt x="14" y="15"/>
                </a:cubicBezTo>
                <a:cubicBezTo>
                  <a:pt x="24" y="5"/>
                  <a:pt x="36" y="0"/>
                  <a:pt x="51" y="0"/>
                </a:cubicBezTo>
                <a:cubicBezTo>
                  <a:pt x="64" y="0"/>
                  <a:pt x="77" y="4"/>
                  <a:pt x="87" y="13"/>
                </a:cubicBezTo>
                <a:cubicBezTo>
                  <a:pt x="97" y="22"/>
                  <a:pt x="103" y="34"/>
                  <a:pt x="103" y="50"/>
                </a:cubicBezTo>
                <a:cubicBezTo>
                  <a:pt x="103" y="64"/>
                  <a:pt x="98" y="76"/>
                  <a:pt x="89" y="86"/>
                </a:cubicBezTo>
                <a:cubicBezTo>
                  <a:pt x="79" y="97"/>
                  <a:pt x="66" y="102"/>
                  <a:pt x="51" y="102"/>
                </a:cubicBezTo>
                <a:cubicBezTo>
                  <a:pt x="37" y="102"/>
                  <a:pt x="25" y="97"/>
                  <a:pt x="15" y="87"/>
                </a:cubicBezTo>
                <a:cubicBezTo>
                  <a:pt x="5" y="77"/>
                  <a:pt x="0" y="65"/>
                  <a:pt x="0" y="5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39" name=""/>
          <p:cNvSpPr/>
          <p:nvPr/>
        </p:nvSpPr>
        <p:spPr>
          <a:xfrm>
            <a:off x="5661000" y="6146640"/>
            <a:ext cx="105120" cy="202680"/>
          </a:xfrm>
          <a:custGeom>
            <a:avLst/>
            <a:gdLst/>
            <a:ahLst/>
            <a:rect l="0" t="0" r="r" b="b"/>
            <a:pathLst>
              <a:path w="292" h="563">
                <a:moveTo>
                  <a:pt x="111" y="75"/>
                </a:moveTo>
                <a:lnTo>
                  <a:pt x="100" y="79"/>
                </a:lnTo>
                <a:cubicBezTo>
                  <a:pt x="92" y="82"/>
                  <a:pt x="80" y="85"/>
                  <a:pt x="65" y="88"/>
                </a:cubicBezTo>
                <a:cubicBezTo>
                  <a:pt x="50" y="90"/>
                  <a:pt x="34" y="92"/>
                  <a:pt x="16" y="94"/>
                </a:cubicBezTo>
                <a:lnTo>
                  <a:pt x="0" y="94"/>
                </a:lnTo>
                <a:lnTo>
                  <a:pt x="0" y="54"/>
                </a:lnTo>
                <a:lnTo>
                  <a:pt x="16" y="54"/>
                </a:lnTo>
                <a:cubicBezTo>
                  <a:pt x="42" y="53"/>
                  <a:pt x="67" y="48"/>
                  <a:pt x="90" y="41"/>
                </a:cubicBezTo>
                <a:cubicBezTo>
                  <a:pt x="113" y="34"/>
                  <a:pt x="129" y="27"/>
                  <a:pt x="138" y="21"/>
                </a:cubicBezTo>
                <a:cubicBezTo>
                  <a:pt x="147" y="14"/>
                  <a:pt x="155" y="8"/>
                  <a:pt x="161" y="2"/>
                </a:cubicBezTo>
                <a:cubicBezTo>
                  <a:pt x="163" y="0"/>
                  <a:pt x="166" y="0"/>
                  <a:pt x="172" y="0"/>
                </a:cubicBezTo>
                <a:cubicBezTo>
                  <a:pt x="177" y="0"/>
                  <a:pt x="181" y="1"/>
                  <a:pt x="186" y="5"/>
                </a:cubicBezTo>
                <a:lnTo>
                  <a:pt x="186" y="258"/>
                </a:lnTo>
                <a:lnTo>
                  <a:pt x="187" y="512"/>
                </a:lnTo>
                <a:cubicBezTo>
                  <a:pt x="191" y="516"/>
                  <a:pt x="194" y="518"/>
                  <a:pt x="197" y="519"/>
                </a:cubicBezTo>
                <a:cubicBezTo>
                  <a:pt x="200" y="520"/>
                  <a:pt x="207" y="522"/>
                  <a:pt x="217" y="523"/>
                </a:cubicBezTo>
                <a:cubicBezTo>
                  <a:pt x="228" y="524"/>
                  <a:pt x="245" y="524"/>
                  <a:pt x="270" y="524"/>
                </a:cubicBezTo>
                <a:lnTo>
                  <a:pt x="292" y="524"/>
                </a:lnTo>
                <a:lnTo>
                  <a:pt x="292" y="563"/>
                </a:lnTo>
                <a:lnTo>
                  <a:pt x="282" y="563"/>
                </a:lnTo>
                <a:cubicBezTo>
                  <a:pt x="270" y="562"/>
                  <a:pt x="226" y="561"/>
                  <a:pt x="148" y="561"/>
                </a:cubicBezTo>
                <a:cubicBezTo>
                  <a:pt x="70" y="561"/>
                  <a:pt x="26" y="562"/>
                  <a:pt x="14" y="563"/>
                </a:cubicBezTo>
                <a:lnTo>
                  <a:pt x="4" y="563"/>
                </a:lnTo>
                <a:lnTo>
                  <a:pt x="4" y="524"/>
                </a:lnTo>
                <a:lnTo>
                  <a:pt x="26" y="524"/>
                </a:lnTo>
                <a:cubicBezTo>
                  <a:pt x="39" y="524"/>
                  <a:pt x="49" y="524"/>
                  <a:pt x="58" y="524"/>
                </a:cubicBezTo>
                <a:cubicBezTo>
                  <a:pt x="67" y="524"/>
                  <a:pt x="74" y="524"/>
                  <a:pt x="79" y="524"/>
                </a:cubicBezTo>
                <a:cubicBezTo>
                  <a:pt x="85" y="523"/>
                  <a:pt x="90" y="522"/>
                  <a:pt x="94" y="521"/>
                </a:cubicBezTo>
                <a:cubicBezTo>
                  <a:pt x="98" y="520"/>
                  <a:pt x="100" y="519"/>
                  <a:pt x="101" y="519"/>
                </a:cubicBezTo>
                <a:cubicBezTo>
                  <a:pt x="101" y="519"/>
                  <a:pt x="103" y="518"/>
                  <a:pt x="106" y="515"/>
                </a:cubicBezTo>
                <a:cubicBezTo>
                  <a:pt x="109" y="512"/>
                  <a:pt x="110" y="511"/>
                  <a:pt x="111" y="512"/>
                </a:cubicBezTo>
                <a:lnTo>
                  <a:pt x="111" y="7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0" name=""/>
          <p:cNvSpPr/>
          <p:nvPr/>
        </p:nvSpPr>
        <p:spPr>
          <a:xfrm>
            <a:off x="5804640" y="6143400"/>
            <a:ext cx="131040" cy="212760"/>
          </a:xfrm>
          <a:custGeom>
            <a:avLst/>
            <a:gdLst/>
            <a:ahLst/>
            <a:rect l="0" t="0" r="r" b="b"/>
            <a:pathLst>
              <a:path w="364" h="591">
                <a:moveTo>
                  <a:pt x="0" y="184"/>
                </a:moveTo>
                <a:cubicBezTo>
                  <a:pt x="0" y="183"/>
                  <a:pt x="5" y="152"/>
                  <a:pt x="14" y="92"/>
                </a:cubicBezTo>
                <a:lnTo>
                  <a:pt x="28" y="2"/>
                </a:lnTo>
                <a:cubicBezTo>
                  <a:pt x="28" y="1"/>
                  <a:pt x="34" y="0"/>
                  <a:pt x="45" y="0"/>
                </a:cubicBezTo>
                <a:lnTo>
                  <a:pt x="62" y="0"/>
                </a:lnTo>
                <a:lnTo>
                  <a:pt x="62" y="4"/>
                </a:lnTo>
                <a:cubicBezTo>
                  <a:pt x="62" y="9"/>
                  <a:pt x="67" y="14"/>
                  <a:pt x="75" y="18"/>
                </a:cubicBezTo>
                <a:cubicBezTo>
                  <a:pt x="83" y="22"/>
                  <a:pt x="98" y="24"/>
                  <a:pt x="119" y="25"/>
                </a:cubicBezTo>
                <a:cubicBezTo>
                  <a:pt x="140" y="27"/>
                  <a:pt x="187" y="27"/>
                  <a:pt x="262" y="27"/>
                </a:cubicBezTo>
                <a:lnTo>
                  <a:pt x="364" y="27"/>
                </a:lnTo>
                <a:lnTo>
                  <a:pt x="364" y="60"/>
                </a:lnTo>
                <a:lnTo>
                  <a:pt x="307" y="139"/>
                </a:lnTo>
                <a:cubicBezTo>
                  <a:pt x="301" y="145"/>
                  <a:pt x="293" y="157"/>
                  <a:pt x="281" y="172"/>
                </a:cubicBezTo>
                <a:cubicBezTo>
                  <a:pt x="269" y="188"/>
                  <a:pt x="262" y="199"/>
                  <a:pt x="258" y="204"/>
                </a:cubicBezTo>
                <a:cubicBezTo>
                  <a:pt x="255" y="209"/>
                  <a:pt x="249" y="218"/>
                  <a:pt x="241" y="231"/>
                </a:cubicBezTo>
                <a:cubicBezTo>
                  <a:pt x="232" y="244"/>
                  <a:pt x="227" y="254"/>
                  <a:pt x="224" y="261"/>
                </a:cubicBezTo>
                <a:cubicBezTo>
                  <a:pt x="221" y="268"/>
                  <a:pt x="217" y="279"/>
                  <a:pt x="212" y="292"/>
                </a:cubicBezTo>
                <a:cubicBezTo>
                  <a:pt x="207" y="306"/>
                  <a:pt x="203" y="320"/>
                  <a:pt x="201" y="332"/>
                </a:cubicBezTo>
                <a:cubicBezTo>
                  <a:pt x="199" y="345"/>
                  <a:pt x="196" y="360"/>
                  <a:pt x="194" y="378"/>
                </a:cubicBezTo>
                <a:cubicBezTo>
                  <a:pt x="192" y="396"/>
                  <a:pt x="190" y="415"/>
                  <a:pt x="189" y="435"/>
                </a:cubicBezTo>
                <a:cubicBezTo>
                  <a:pt x="188" y="456"/>
                  <a:pt x="187" y="479"/>
                  <a:pt x="187" y="505"/>
                </a:cubicBezTo>
                <a:cubicBezTo>
                  <a:pt x="187" y="513"/>
                  <a:pt x="187" y="520"/>
                  <a:pt x="187" y="528"/>
                </a:cubicBezTo>
                <a:cubicBezTo>
                  <a:pt x="187" y="536"/>
                  <a:pt x="186" y="543"/>
                  <a:pt x="186" y="549"/>
                </a:cubicBezTo>
                <a:lnTo>
                  <a:pt x="186" y="556"/>
                </a:lnTo>
                <a:cubicBezTo>
                  <a:pt x="183" y="566"/>
                  <a:pt x="178" y="574"/>
                  <a:pt x="170" y="581"/>
                </a:cubicBezTo>
                <a:cubicBezTo>
                  <a:pt x="161" y="587"/>
                  <a:pt x="152" y="591"/>
                  <a:pt x="141" y="591"/>
                </a:cubicBezTo>
                <a:cubicBezTo>
                  <a:pt x="135" y="591"/>
                  <a:pt x="129" y="590"/>
                  <a:pt x="123" y="588"/>
                </a:cubicBezTo>
                <a:cubicBezTo>
                  <a:pt x="118" y="587"/>
                  <a:pt x="112" y="581"/>
                  <a:pt x="105" y="572"/>
                </a:cubicBezTo>
                <a:cubicBezTo>
                  <a:pt x="99" y="563"/>
                  <a:pt x="96" y="552"/>
                  <a:pt x="96" y="538"/>
                </a:cubicBezTo>
                <a:cubicBezTo>
                  <a:pt x="96" y="449"/>
                  <a:pt x="123" y="357"/>
                  <a:pt x="178" y="260"/>
                </a:cubicBezTo>
                <a:cubicBezTo>
                  <a:pt x="189" y="242"/>
                  <a:pt x="213" y="208"/>
                  <a:pt x="249" y="158"/>
                </a:cubicBezTo>
                <a:lnTo>
                  <a:pt x="288" y="105"/>
                </a:lnTo>
                <a:lnTo>
                  <a:pt x="209" y="105"/>
                </a:lnTo>
                <a:cubicBezTo>
                  <a:pt x="111" y="105"/>
                  <a:pt x="60" y="107"/>
                  <a:pt x="55" y="110"/>
                </a:cubicBezTo>
                <a:cubicBezTo>
                  <a:pt x="51" y="112"/>
                  <a:pt x="48" y="118"/>
                  <a:pt x="45" y="130"/>
                </a:cubicBezTo>
                <a:cubicBezTo>
                  <a:pt x="43" y="142"/>
                  <a:pt x="40" y="154"/>
                  <a:pt x="37" y="167"/>
                </a:cubicBezTo>
                <a:lnTo>
                  <a:pt x="34" y="184"/>
                </a:lnTo>
                <a:lnTo>
                  <a:pt x="34" y="187"/>
                </a:lnTo>
                <a:lnTo>
                  <a:pt x="0" y="187"/>
                </a:lnTo>
                <a:lnTo>
                  <a:pt x="0" y="18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1" name=""/>
          <p:cNvSpPr txBox="1"/>
          <p:nvPr/>
        </p:nvSpPr>
        <p:spPr>
          <a:xfrm>
            <a:off x="4362840" y="6095880"/>
            <a:ext cx="483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12.1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2" name=""/>
          <p:cNvSpPr txBox="1"/>
          <p:nvPr/>
        </p:nvSpPr>
        <p:spPr>
          <a:xfrm>
            <a:off x="6671520" y="6095880"/>
            <a:ext cx="724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17--18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3" name=""/>
          <p:cNvSpPr txBox="1"/>
          <p:nvPr/>
        </p:nvSpPr>
        <p:spPr>
          <a:xfrm>
            <a:off x="733320" y="6581880"/>
            <a:ext cx="1473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SBP (mmHg)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4" name=""/>
          <p:cNvSpPr txBox="1"/>
          <p:nvPr/>
        </p:nvSpPr>
        <p:spPr>
          <a:xfrm>
            <a:off x="3393000" y="6581880"/>
            <a:ext cx="62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132.4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5" name=""/>
          <p:cNvSpPr txBox="1"/>
          <p:nvPr/>
        </p:nvSpPr>
        <p:spPr>
          <a:xfrm>
            <a:off x="4362840" y="6581880"/>
            <a:ext cx="483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22.9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6" name=""/>
          <p:cNvSpPr txBox="1"/>
          <p:nvPr/>
        </p:nvSpPr>
        <p:spPr>
          <a:xfrm>
            <a:off x="5158440" y="6581880"/>
            <a:ext cx="483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0.20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7" name=""/>
          <p:cNvSpPr txBox="1"/>
          <p:nvPr/>
        </p:nvSpPr>
        <p:spPr>
          <a:xfrm>
            <a:off x="6671520" y="6581880"/>
            <a:ext cx="724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30--34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8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49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50" name=""/>
          <p:cNvSpPr/>
          <p:nvPr/>
        </p:nvSpPr>
        <p:spPr>
          <a:xfrm>
            <a:off x="6923520" y="304560"/>
            <a:ext cx="345600" cy="384840"/>
          </a:xfrm>
          <a:custGeom>
            <a:avLst/>
            <a:gdLst/>
            <a:ahLst/>
            <a:rect l="0" t="0" r="r" b="b"/>
            <a:pathLst>
              <a:path w="960" h="1069">
                <a:moveTo>
                  <a:pt x="306" y="72"/>
                </a:moveTo>
                <a:cubicBezTo>
                  <a:pt x="270" y="72"/>
                  <a:pt x="251" y="70"/>
                  <a:pt x="249" y="66"/>
                </a:cubicBezTo>
                <a:cubicBezTo>
                  <a:pt x="248" y="64"/>
                  <a:pt x="248" y="59"/>
                  <a:pt x="248" y="53"/>
                </a:cubicBezTo>
                <a:cubicBezTo>
                  <a:pt x="248" y="28"/>
                  <a:pt x="254" y="11"/>
                  <a:pt x="265" y="2"/>
                </a:cubicBezTo>
                <a:cubicBezTo>
                  <a:pt x="267" y="1"/>
                  <a:pt x="275" y="0"/>
                  <a:pt x="288" y="0"/>
                </a:cubicBezTo>
                <a:cubicBezTo>
                  <a:pt x="345" y="3"/>
                  <a:pt x="411" y="5"/>
                  <a:pt x="487" y="5"/>
                </a:cubicBezTo>
                <a:cubicBezTo>
                  <a:pt x="634" y="5"/>
                  <a:pt x="718" y="3"/>
                  <a:pt x="740" y="0"/>
                </a:cubicBezTo>
                <a:lnTo>
                  <a:pt x="759" y="0"/>
                </a:lnTo>
                <a:cubicBezTo>
                  <a:pt x="765" y="6"/>
                  <a:pt x="768" y="11"/>
                  <a:pt x="768" y="14"/>
                </a:cubicBezTo>
                <a:cubicBezTo>
                  <a:pt x="768" y="17"/>
                  <a:pt x="767" y="27"/>
                  <a:pt x="765" y="42"/>
                </a:cubicBezTo>
                <a:cubicBezTo>
                  <a:pt x="760" y="58"/>
                  <a:pt x="755" y="68"/>
                  <a:pt x="751" y="72"/>
                </a:cubicBezTo>
                <a:lnTo>
                  <a:pt x="692" y="72"/>
                </a:lnTo>
                <a:cubicBezTo>
                  <a:pt x="620" y="73"/>
                  <a:pt x="578" y="78"/>
                  <a:pt x="565" y="86"/>
                </a:cubicBezTo>
                <a:cubicBezTo>
                  <a:pt x="558" y="90"/>
                  <a:pt x="551" y="105"/>
                  <a:pt x="544" y="130"/>
                </a:cubicBezTo>
                <a:cubicBezTo>
                  <a:pt x="536" y="155"/>
                  <a:pt x="502" y="292"/>
                  <a:pt x="439" y="541"/>
                </a:cubicBezTo>
                <a:cubicBezTo>
                  <a:pt x="421" y="609"/>
                  <a:pt x="404" y="681"/>
                  <a:pt x="385" y="758"/>
                </a:cubicBezTo>
                <a:cubicBezTo>
                  <a:pt x="366" y="834"/>
                  <a:pt x="352" y="891"/>
                  <a:pt x="343" y="929"/>
                </a:cubicBezTo>
                <a:lnTo>
                  <a:pt x="329" y="985"/>
                </a:lnTo>
                <a:cubicBezTo>
                  <a:pt x="329" y="990"/>
                  <a:pt x="334" y="992"/>
                  <a:pt x="343" y="992"/>
                </a:cubicBezTo>
                <a:cubicBezTo>
                  <a:pt x="352" y="992"/>
                  <a:pt x="383" y="993"/>
                  <a:pt x="436" y="995"/>
                </a:cubicBezTo>
                <a:lnTo>
                  <a:pt x="463" y="995"/>
                </a:lnTo>
                <a:cubicBezTo>
                  <a:pt x="496" y="995"/>
                  <a:pt x="522" y="994"/>
                  <a:pt x="542" y="993"/>
                </a:cubicBezTo>
                <a:cubicBezTo>
                  <a:pt x="562" y="992"/>
                  <a:pt x="587" y="989"/>
                  <a:pt x="619" y="982"/>
                </a:cubicBezTo>
                <a:cubicBezTo>
                  <a:pt x="650" y="976"/>
                  <a:pt x="676" y="967"/>
                  <a:pt x="697" y="954"/>
                </a:cubicBezTo>
                <a:cubicBezTo>
                  <a:pt x="717" y="942"/>
                  <a:pt x="740" y="924"/>
                  <a:pt x="765" y="901"/>
                </a:cubicBezTo>
                <a:cubicBezTo>
                  <a:pt x="790" y="878"/>
                  <a:pt x="812" y="850"/>
                  <a:pt x="831" y="815"/>
                </a:cubicBezTo>
                <a:cubicBezTo>
                  <a:pt x="847" y="784"/>
                  <a:pt x="863" y="748"/>
                  <a:pt x="877" y="710"/>
                </a:cubicBezTo>
                <a:cubicBezTo>
                  <a:pt x="892" y="671"/>
                  <a:pt x="901" y="650"/>
                  <a:pt x="904" y="644"/>
                </a:cubicBezTo>
                <a:cubicBezTo>
                  <a:pt x="909" y="641"/>
                  <a:pt x="918" y="640"/>
                  <a:pt x="930" y="640"/>
                </a:cubicBezTo>
                <a:lnTo>
                  <a:pt x="951" y="640"/>
                </a:lnTo>
                <a:cubicBezTo>
                  <a:pt x="957" y="649"/>
                  <a:pt x="960" y="655"/>
                  <a:pt x="960" y="657"/>
                </a:cubicBezTo>
                <a:cubicBezTo>
                  <a:pt x="960" y="659"/>
                  <a:pt x="950" y="690"/>
                  <a:pt x="929" y="749"/>
                </a:cubicBezTo>
                <a:cubicBezTo>
                  <a:pt x="908" y="809"/>
                  <a:pt x="885" y="872"/>
                  <a:pt x="860" y="937"/>
                </a:cubicBezTo>
                <a:cubicBezTo>
                  <a:pt x="835" y="1003"/>
                  <a:pt x="822" y="1041"/>
                  <a:pt x="820" y="1052"/>
                </a:cubicBezTo>
                <a:cubicBezTo>
                  <a:pt x="818" y="1058"/>
                  <a:pt x="816" y="1061"/>
                  <a:pt x="813" y="1062"/>
                </a:cubicBezTo>
                <a:cubicBezTo>
                  <a:pt x="811" y="1063"/>
                  <a:pt x="803" y="1064"/>
                  <a:pt x="789" y="1067"/>
                </a:cubicBezTo>
                <a:cubicBezTo>
                  <a:pt x="774" y="1069"/>
                  <a:pt x="752" y="1069"/>
                  <a:pt x="721" y="1068"/>
                </a:cubicBezTo>
                <a:cubicBezTo>
                  <a:pt x="710" y="1068"/>
                  <a:pt x="671" y="1068"/>
                  <a:pt x="603" y="1068"/>
                </a:cubicBezTo>
                <a:cubicBezTo>
                  <a:pt x="535" y="1068"/>
                  <a:pt x="471" y="1068"/>
                  <a:pt x="408" y="1067"/>
                </a:cubicBezTo>
                <a:lnTo>
                  <a:pt x="131" y="1067"/>
                </a:lnTo>
                <a:cubicBezTo>
                  <a:pt x="43" y="1067"/>
                  <a:pt x="0" y="1061"/>
                  <a:pt x="0" y="1051"/>
                </a:cubicBezTo>
                <a:cubicBezTo>
                  <a:pt x="0" y="1044"/>
                  <a:pt x="1" y="1036"/>
                  <a:pt x="3" y="1029"/>
                </a:cubicBezTo>
                <a:cubicBezTo>
                  <a:pt x="8" y="1009"/>
                  <a:pt x="13" y="998"/>
                  <a:pt x="19" y="996"/>
                </a:cubicBezTo>
                <a:cubicBezTo>
                  <a:pt x="23" y="995"/>
                  <a:pt x="30" y="995"/>
                  <a:pt x="42" y="995"/>
                </a:cubicBezTo>
                <a:lnTo>
                  <a:pt x="51" y="995"/>
                </a:lnTo>
                <a:cubicBezTo>
                  <a:pt x="79" y="995"/>
                  <a:pt x="111" y="993"/>
                  <a:pt x="145" y="990"/>
                </a:cubicBezTo>
                <a:cubicBezTo>
                  <a:pt x="159" y="987"/>
                  <a:pt x="169" y="981"/>
                  <a:pt x="175" y="971"/>
                </a:cubicBezTo>
                <a:cubicBezTo>
                  <a:pt x="178" y="967"/>
                  <a:pt x="215" y="823"/>
                  <a:pt x="287" y="537"/>
                </a:cubicBezTo>
                <a:cubicBezTo>
                  <a:pt x="359" y="252"/>
                  <a:pt x="394" y="102"/>
                  <a:pt x="394" y="86"/>
                </a:cubicBezTo>
                <a:cubicBezTo>
                  <a:pt x="394" y="79"/>
                  <a:pt x="365" y="74"/>
                  <a:pt x="306" y="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51" name=""/>
          <p:cNvSpPr txBox="1"/>
          <p:nvPr/>
        </p:nvSpPr>
        <p:spPr>
          <a:xfrm>
            <a:off x="571320" y="155520"/>
            <a:ext cx="592884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候補 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Effect Modifier </a:t>
            </a:r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の選定と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52" name=""/>
          <p:cNvSpPr txBox="1"/>
          <p:nvPr/>
        </p:nvSpPr>
        <p:spPr>
          <a:xfrm>
            <a:off x="7289640" y="155520"/>
            <a:ext cx="147276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 の状況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53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54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58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59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0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1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2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3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4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5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6" name=""/>
          <p:cNvSpPr/>
          <p:nvPr/>
        </p:nvSpPr>
        <p:spPr>
          <a:xfrm>
            <a:off x="580680" y="2543040"/>
            <a:ext cx="933840" cy="552600"/>
          </a:xfrm>
          <a:custGeom>
            <a:avLst/>
            <a:gdLst/>
            <a:ahLst/>
            <a:rect l="0" t="0" r="r" b="b"/>
            <a:pathLst>
              <a:path w="2594" h="1535">
                <a:moveTo>
                  <a:pt x="0" y="0"/>
                </a:moveTo>
                <a:lnTo>
                  <a:pt x="2594" y="0"/>
                </a:lnTo>
                <a:lnTo>
                  <a:pt x="2594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7" name=""/>
          <p:cNvSpPr/>
          <p:nvPr/>
        </p:nvSpPr>
        <p:spPr>
          <a:xfrm>
            <a:off x="1514160" y="2543040"/>
            <a:ext cx="1238760" cy="552600"/>
          </a:xfrm>
          <a:custGeom>
            <a:avLst/>
            <a:gdLst/>
            <a:ahLst/>
            <a:rect l="0" t="0" r="r" b="b"/>
            <a:pathLst>
              <a:path w="3441" h="1535">
                <a:moveTo>
                  <a:pt x="0" y="0"/>
                </a:moveTo>
                <a:lnTo>
                  <a:pt x="3441" y="0"/>
                </a:lnTo>
                <a:lnTo>
                  <a:pt x="3441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8" name=""/>
          <p:cNvSpPr/>
          <p:nvPr/>
        </p:nvSpPr>
        <p:spPr>
          <a:xfrm>
            <a:off x="2752560" y="2543040"/>
            <a:ext cx="857520" cy="552600"/>
          </a:xfrm>
          <a:custGeom>
            <a:avLst/>
            <a:gdLst/>
            <a:ahLst/>
            <a:rect l="0" t="0" r="r" b="b"/>
            <a:pathLst>
              <a:path w="2382" h="1535">
                <a:moveTo>
                  <a:pt x="0" y="0"/>
                </a:moveTo>
                <a:lnTo>
                  <a:pt x="2382" y="0"/>
                </a:lnTo>
                <a:lnTo>
                  <a:pt x="2382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69" name=""/>
          <p:cNvSpPr/>
          <p:nvPr/>
        </p:nvSpPr>
        <p:spPr>
          <a:xfrm>
            <a:off x="3609720" y="2543040"/>
            <a:ext cx="2553120" cy="552600"/>
          </a:xfrm>
          <a:custGeom>
            <a:avLst/>
            <a:gdLst/>
            <a:ahLst/>
            <a:rect l="0" t="0" r="r" b="b"/>
            <a:pathLst>
              <a:path w="7092" h="1535">
                <a:moveTo>
                  <a:pt x="0" y="0"/>
                </a:moveTo>
                <a:lnTo>
                  <a:pt x="7092" y="0"/>
                </a:lnTo>
                <a:lnTo>
                  <a:pt x="7092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0" name=""/>
          <p:cNvSpPr/>
          <p:nvPr/>
        </p:nvSpPr>
        <p:spPr>
          <a:xfrm>
            <a:off x="580680" y="2543040"/>
            <a:ext cx="933840" cy="552600"/>
          </a:xfrm>
          <a:custGeom>
            <a:avLst/>
            <a:gdLst/>
            <a:ahLst/>
            <a:rect l="0" t="0" r="r" b="b"/>
            <a:pathLst>
              <a:path w="2594" h="1535">
                <a:moveTo>
                  <a:pt x="0" y="0"/>
                </a:moveTo>
                <a:lnTo>
                  <a:pt x="2594" y="0"/>
                </a:lnTo>
                <a:lnTo>
                  <a:pt x="2594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1" name=""/>
          <p:cNvSpPr/>
          <p:nvPr/>
        </p:nvSpPr>
        <p:spPr>
          <a:xfrm>
            <a:off x="1514160" y="2543040"/>
            <a:ext cx="1238760" cy="552600"/>
          </a:xfrm>
          <a:custGeom>
            <a:avLst/>
            <a:gdLst/>
            <a:ahLst/>
            <a:rect l="0" t="0" r="r" b="b"/>
            <a:pathLst>
              <a:path w="3441" h="1535">
                <a:moveTo>
                  <a:pt x="0" y="0"/>
                </a:moveTo>
                <a:lnTo>
                  <a:pt x="3441" y="0"/>
                </a:lnTo>
                <a:lnTo>
                  <a:pt x="3441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2" name=""/>
          <p:cNvSpPr/>
          <p:nvPr/>
        </p:nvSpPr>
        <p:spPr>
          <a:xfrm>
            <a:off x="2752560" y="2543040"/>
            <a:ext cx="857520" cy="552600"/>
          </a:xfrm>
          <a:custGeom>
            <a:avLst/>
            <a:gdLst/>
            <a:ahLst/>
            <a:rect l="0" t="0" r="r" b="b"/>
            <a:pathLst>
              <a:path w="2382" h="1535">
                <a:moveTo>
                  <a:pt x="0" y="0"/>
                </a:moveTo>
                <a:lnTo>
                  <a:pt x="2382" y="0"/>
                </a:lnTo>
                <a:lnTo>
                  <a:pt x="2382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3" name=""/>
          <p:cNvSpPr/>
          <p:nvPr/>
        </p:nvSpPr>
        <p:spPr>
          <a:xfrm>
            <a:off x="3609720" y="2543040"/>
            <a:ext cx="2553120" cy="552600"/>
          </a:xfrm>
          <a:custGeom>
            <a:avLst/>
            <a:gdLst/>
            <a:ahLst/>
            <a:rect l="0" t="0" r="r" b="b"/>
            <a:pathLst>
              <a:path w="7092" h="1535">
                <a:moveTo>
                  <a:pt x="0" y="0"/>
                </a:moveTo>
                <a:lnTo>
                  <a:pt x="7092" y="0"/>
                </a:lnTo>
                <a:lnTo>
                  <a:pt x="7092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4" name=""/>
          <p:cNvSpPr/>
          <p:nvPr/>
        </p:nvSpPr>
        <p:spPr>
          <a:xfrm>
            <a:off x="580680" y="3095280"/>
            <a:ext cx="933840" cy="486360"/>
          </a:xfrm>
          <a:custGeom>
            <a:avLst/>
            <a:gdLst/>
            <a:ahLst/>
            <a:rect l="0" t="0" r="r" b="b"/>
            <a:pathLst>
              <a:path w="2594" h="1351">
                <a:moveTo>
                  <a:pt x="0" y="0"/>
                </a:moveTo>
                <a:lnTo>
                  <a:pt x="2594" y="0"/>
                </a:lnTo>
                <a:lnTo>
                  <a:pt x="2594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5" name=""/>
          <p:cNvSpPr/>
          <p:nvPr/>
        </p:nvSpPr>
        <p:spPr>
          <a:xfrm>
            <a:off x="1514160" y="3095280"/>
            <a:ext cx="1238760" cy="486360"/>
          </a:xfrm>
          <a:custGeom>
            <a:avLst/>
            <a:gdLst/>
            <a:ahLst/>
            <a:rect l="0" t="0" r="r" b="b"/>
            <a:pathLst>
              <a:path w="3441" h="1351">
                <a:moveTo>
                  <a:pt x="0" y="0"/>
                </a:moveTo>
                <a:lnTo>
                  <a:pt x="3441" y="0"/>
                </a:lnTo>
                <a:lnTo>
                  <a:pt x="3441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6" name=""/>
          <p:cNvSpPr/>
          <p:nvPr/>
        </p:nvSpPr>
        <p:spPr>
          <a:xfrm>
            <a:off x="2752560" y="3095280"/>
            <a:ext cx="857520" cy="486360"/>
          </a:xfrm>
          <a:custGeom>
            <a:avLst/>
            <a:gdLst/>
            <a:ahLst/>
            <a:rect l="0" t="0" r="r" b="b"/>
            <a:pathLst>
              <a:path w="2382" h="1351">
                <a:moveTo>
                  <a:pt x="0" y="0"/>
                </a:moveTo>
                <a:lnTo>
                  <a:pt x="2382" y="0"/>
                </a:lnTo>
                <a:lnTo>
                  <a:pt x="2382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7" name=""/>
          <p:cNvSpPr/>
          <p:nvPr/>
        </p:nvSpPr>
        <p:spPr>
          <a:xfrm>
            <a:off x="3609720" y="3095280"/>
            <a:ext cx="2553120" cy="486360"/>
          </a:xfrm>
          <a:custGeom>
            <a:avLst/>
            <a:gdLst/>
            <a:ahLst/>
            <a:rect l="0" t="0" r="r" b="b"/>
            <a:pathLst>
              <a:path w="7092" h="1351">
                <a:moveTo>
                  <a:pt x="0" y="0"/>
                </a:moveTo>
                <a:lnTo>
                  <a:pt x="7092" y="0"/>
                </a:lnTo>
                <a:lnTo>
                  <a:pt x="7092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8" name=""/>
          <p:cNvSpPr/>
          <p:nvPr/>
        </p:nvSpPr>
        <p:spPr>
          <a:xfrm>
            <a:off x="580680" y="3581280"/>
            <a:ext cx="933840" cy="486000"/>
          </a:xfrm>
          <a:custGeom>
            <a:avLst/>
            <a:gdLst/>
            <a:ahLst/>
            <a:rect l="0" t="0" r="r" b="b"/>
            <a:pathLst>
              <a:path w="2594" h="1350">
                <a:moveTo>
                  <a:pt x="0" y="0"/>
                </a:moveTo>
                <a:lnTo>
                  <a:pt x="2594" y="0"/>
                </a:lnTo>
                <a:lnTo>
                  <a:pt x="2594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79" name=""/>
          <p:cNvSpPr/>
          <p:nvPr/>
        </p:nvSpPr>
        <p:spPr>
          <a:xfrm>
            <a:off x="1514160" y="3581280"/>
            <a:ext cx="1238760" cy="486000"/>
          </a:xfrm>
          <a:custGeom>
            <a:avLst/>
            <a:gdLst/>
            <a:ahLst/>
            <a:rect l="0" t="0" r="r" b="b"/>
            <a:pathLst>
              <a:path w="3441" h="1350">
                <a:moveTo>
                  <a:pt x="0" y="0"/>
                </a:moveTo>
                <a:lnTo>
                  <a:pt x="3441" y="0"/>
                </a:lnTo>
                <a:lnTo>
                  <a:pt x="3441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0" name=""/>
          <p:cNvSpPr/>
          <p:nvPr/>
        </p:nvSpPr>
        <p:spPr>
          <a:xfrm>
            <a:off x="2752560" y="3581280"/>
            <a:ext cx="857520" cy="486000"/>
          </a:xfrm>
          <a:custGeom>
            <a:avLst/>
            <a:gdLst/>
            <a:ahLst/>
            <a:rect l="0" t="0" r="r" b="b"/>
            <a:pathLst>
              <a:path w="2382" h="1350">
                <a:moveTo>
                  <a:pt x="0" y="0"/>
                </a:moveTo>
                <a:lnTo>
                  <a:pt x="2382" y="0"/>
                </a:lnTo>
                <a:lnTo>
                  <a:pt x="2382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1" name=""/>
          <p:cNvSpPr/>
          <p:nvPr/>
        </p:nvSpPr>
        <p:spPr>
          <a:xfrm>
            <a:off x="3609720" y="3581280"/>
            <a:ext cx="2553120" cy="486000"/>
          </a:xfrm>
          <a:custGeom>
            <a:avLst/>
            <a:gdLst/>
            <a:ahLst/>
            <a:rect l="0" t="0" r="r" b="b"/>
            <a:pathLst>
              <a:path w="7092" h="1350">
                <a:moveTo>
                  <a:pt x="0" y="0"/>
                </a:moveTo>
                <a:lnTo>
                  <a:pt x="7092" y="0"/>
                </a:lnTo>
                <a:lnTo>
                  <a:pt x="7092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2" name=""/>
          <p:cNvSpPr/>
          <p:nvPr/>
        </p:nvSpPr>
        <p:spPr>
          <a:xfrm>
            <a:off x="580680" y="3581280"/>
            <a:ext cx="933840" cy="486000"/>
          </a:xfrm>
          <a:custGeom>
            <a:avLst/>
            <a:gdLst/>
            <a:ahLst/>
            <a:rect l="0" t="0" r="r" b="b"/>
            <a:pathLst>
              <a:path w="2594" h="1350">
                <a:moveTo>
                  <a:pt x="0" y="0"/>
                </a:moveTo>
                <a:lnTo>
                  <a:pt x="2594" y="0"/>
                </a:lnTo>
                <a:lnTo>
                  <a:pt x="2594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3" name=""/>
          <p:cNvSpPr/>
          <p:nvPr/>
        </p:nvSpPr>
        <p:spPr>
          <a:xfrm>
            <a:off x="1514160" y="3581280"/>
            <a:ext cx="1238760" cy="486000"/>
          </a:xfrm>
          <a:custGeom>
            <a:avLst/>
            <a:gdLst/>
            <a:ahLst/>
            <a:rect l="0" t="0" r="r" b="b"/>
            <a:pathLst>
              <a:path w="3441" h="1350">
                <a:moveTo>
                  <a:pt x="0" y="0"/>
                </a:moveTo>
                <a:lnTo>
                  <a:pt x="3441" y="0"/>
                </a:lnTo>
                <a:lnTo>
                  <a:pt x="3441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4" name=""/>
          <p:cNvSpPr/>
          <p:nvPr/>
        </p:nvSpPr>
        <p:spPr>
          <a:xfrm>
            <a:off x="2752560" y="3581280"/>
            <a:ext cx="857520" cy="486000"/>
          </a:xfrm>
          <a:custGeom>
            <a:avLst/>
            <a:gdLst/>
            <a:ahLst/>
            <a:rect l="0" t="0" r="r" b="b"/>
            <a:pathLst>
              <a:path w="2382" h="1350">
                <a:moveTo>
                  <a:pt x="0" y="0"/>
                </a:moveTo>
                <a:lnTo>
                  <a:pt x="2382" y="0"/>
                </a:lnTo>
                <a:lnTo>
                  <a:pt x="2382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5" name=""/>
          <p:cNvSpPr/>
          <p:nvPr/>
        </p:nvSpPr>
        <p:spPr>
          <a:xfrm>
            <a:off x="3609720" y="3581280"/>
            <a:ext cx="2553120" cy="486000"/>
          </a:xfrm>
          <a:custGeom>
            <a:avLst/>
            <a:gdLst/>
            <a:ahLst/>
            <a:rect l="0" t="0" r="r" b="b"/>
            <a:pathLst>
              <a:path w="7092" h="1350">
                <a:moveTo>
                  <a:pt x="0" y="0"/>
                </a:moveTo>
                <a:lnTo>
                  <a:pt x="7092" y="0"/>
                </a:lnTo>
                <a:lnTo>
                  <a:pt x="7092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6" name=""/>
          <p:cNvSpPr/>
          <p:nvPr/>
        </p:nvSpPr>
        <p:spPr>
          <a:xfrm>
            <a:off x="580680" y="4066920"/>
            <a:ext cx="933840" cy="486360"/>
          </a:xfrm>
          <a:custGeom>
            <a:avLst/>
            <a:gdLst/>
            <a:ahLst/>
            <a:rect l="0" t="0" r="r" b="b"/>
            <a:pathLst>
              <a:path w="2594" h="1351">
                <a:moveTo>
                  <a:pt x="0" y="0"/>
                </a:moveTo>
                <a:lnTo>
                  <a:pt x="2594" y="0"/>
                </a:lnTo>
                <a:lnTo>
                  <a:pt x="2594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7" name=""/>
          <p:cNvSpPr/>
          <p:nvPr/>
        </p:nvSpPr>
        <p:spPr>
          <a:xfrm>
            <a:off x="1514160" y="4066920"/>
            <a:ext cx="1238760" cy="486360"/>
          </a:xfrm>
          <a:custGeom>
            <a:avLst/>
            <a:gdLst/>
            <a:ahLst/>
            <a:rect l="0" t="0" r="r" b="b"/>
            <a:pathLst>
              <a:path w="3441" h="1351">
                <a:moveTo>
                  <a:pt x="0" y="0"/>
                </a:moveTo>
                <a:lnTo>
                  <a:pt x="3441" y="0"/>
                </a:lnTo>
                <a:lnTo>
                  <a:pt x="3441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8" name=""/>
          <p:cNvSpPr/>
          <p:nvPr/>
        </p:nvSpPr>
        <p:spPr>
          <a:xfrm>
            <a:off x="2752560" y="4066920"/>
            <a:ext cx="857520" cy="486360"/>
          </a:xfrm>
          <a:custGeom>
            <a:avLst/>
            <a:gdLst/>
            <a:ahLst/>
            <a:rect l="0" t="0" r="r" b="b"/>
            <a:pathLst>
              <a:path w="2382" h="1351">
                <a:moveTo>
                  <a:pt x="0" y="0"/>
                </a:moveTo>
                <a:lnTo>
                  <a:pt x="2382" y="0"/>
                </a:lnTo>
                <a:lnTo>
                  <a:pt x="2382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89" name=""/>
          <p:cNvSpPr/>
          <p:nvPr/>
        </p:nvSpPr>
        <p:spPr>
          <a:xfrm>
            <a:off x="3609720" y="4066920"/>
            <a:ext cx="2553120" cy="486360"/>
          </a:xfrm>
          <a:custGeom>
            <a:avLst/>
            <a:gdLst/>
            <a:ahLst/>
            <a:rect l="0" t="0" r="r" b="b"/>
            <a:pathLst>
              <a:path w="7092" h="1351">
                <a:moveTo>
                  <a:pt x="0" y="0"/>
                </a:moveTo>
                <a:lnTo>
                  <a:pt x="7092" y="0"/>
                </a:lnTo>
                <a:lnTo>
                  <a:pt x="7092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0" name=""/>
          <p:cNvSpPr/>
          <p:nvPr/>
        </p:nvSpPr>
        <p:spPr>
          <a:xfrm>
            <a:off x="580680" y="4552920"/>
            <a:ext cx="933840" cy="486000"/>
          </a:xfrm>
          <a:custGeom>
            <a:avLst/>
            <a:gdLst/>
            <a:ahLst/>
            <a:rect l="0" t="0" r="r" b="b"/>
            <a:pathLst>
              <a:path w="2594" h="1350">
                <a:moveTo>
                  <a:pt x="0" y="0"/>
                </a:moveTo>
                <a:lnTo>
                  <a:pt x="2594" y="0"/>
                </a:lnTo>
                <a:lnTo>
                  <a:pt x="2594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1" name=""/>
          <p:cNvSpPr/>
          <p:nvPr/>
        </p:nvSpPr>
        <p:spPr>
          <a:xfrm>
            <a:off x="1514160" y="4552920"/>
            <a:ext cx="1238760" cy="486000"/>
          </a:xfrm>
          <a:custGeom>
            <a:avLst/>
            <a:gdLst/>
            <a:ahLst/>
            <a:rect l="0" t="0" r="r" b="b"/>
            <a:pathLst>
              <a:path w="3441" h="1350">
                <a:moveTo>
                  <a:pt x="0" y="0"/>
                </a:moveTo>
                <a:lnTo>
                  <a:pt x="3441" y="0"/>
                </a:lnTo>
                <a:lnTo>
                  <a:pt x="3441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2" name=""/>
          <p:cNvSpPr/>
          <p:nvPr/>
        </p:nvSpPr>
        <p:spPr>
          <a:xfrm>
            <a:off x="2752560" y="4552920"/>
            <a:ext cx="857520" cy="486000"/>
          </a:xfrm>
          <a:custGeom>
            <a:avLst/>
            <a:gdLst/>
            <a:ahLst/>
            <a:rect l="0" t="0" r="r" b="b"/>
            <a:pathLst>
              <a:path w="2382" h="1350">
                <a:moveTo>
                  <a:pt x="0" y="0"/>
                </a:moveTo>
                <a:lnTo>
                  <a:pt x="2382" y="0"/>
                </a:lnTo>
                <a:lnTo>
                  <a:pt x="2382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3" name=""/>
          <p:cNvSpPr/>
          <p:nvPr/>
        </p:nvSpPr>
        <p:spPr>
          <a:xfrm>
            <a:off x="3609720" y="4552920"/>
            <a:ext cx="2553120" cy="486000"/>
          </a:xfrm>
          <a:custGeom>
            <a:avLst/>
            <a:gdLst/>
            <a:ahLst/>
            <a:rect l="0" t="0" r="r" b="b"/>
            <a:pathLst>
              <a:path w="7092" h="1350">
                <a:moveTo>
                  <a:pt x="0" y="0"/>
                </a:moveTo>
                <a:lnTo>
                  <a:pt x="7092" y="0"/>
                </a:lnTo>
                <a:lnTo>
                  <a:pt x="7092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4" name=""/>
          <p:cNvSpPr/>
          <p:nvPr/>
        </p:nvSpPr>
        <p:spPr>
          <a:xfrm>
            <a:off x="580680" y="4552920"/>
            <a:ext cx="933840" cy="486000"/>
          </a:xfrm>
          <a:custGeom>
            <a:avLst/>
            <a:gdLst/>
            <a:ahLst/>
            <a:rect l="0" t="0" r="r" b="b"/>
            <a:pathLst>
              <a:path w="2594" h="1350">
                <a:moveTo>
                  <a:pt x="0" y="0"/>
                </a:moveTo>
                <a:lnTo>
                  <a:pt x="2594" y="0"/>
                </a:lnTo>
                <a:lnTo>
                  <a:pt x="2594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5" name=""/>
          <p:cNvSpPr/>
          <p:nvPr/>
        </p:nvSpPr>
        <p:spPr>
          <a:xfrm>
            <a:off x="1514160" y="4552920"/>
            <a:ext cx="1238760" cy="486000"/>
          </a:xfrm>
          <a:custGeom>
            <a:avLst/>
            <a:gdLst/>
            <a:ahLst/>
            <a:rect l="0" t="0" r="r" b="b"/>
            <a:pathLst>
              <a:path w="3441" h="1350">
                <a:moveTo>
                  <a:pt x="0" y="0"/>
                </a:moveTo>
                <a:lnTo>
                  <a:pt x="3441" y="0"/>
                </a:lnTo>
                <a:lnTo>
                  <a:pt x="3441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6" name=""/>
          <p:cNvSpPr/>
          <p:nvPr/>
        </p:nvSpPr>
        <p:spPr>
          <a:xfrm>
            <a:off x="2752560" y="4552920"/>
            <a:ext cx="857520" cy="486000"/>
          </a:xfrm>
          <a:custGeom>
            <a:avLst/>
            <a:gdLst/>
            <a:ahLst/>
            <a:rect l="0" t="0" r="r" b="b"/>
            <a:pathLst>
              <a:path w="2382" h="1350">
                <a:moveTo>
                  <a:pt x="0" y="0"/>
                </a:moveTo>
                <a:lnTo>
                  <a:pt x="2382" y="0"/>
                </a:lnTo>
                <a:lnTo>
                  <a:pt x="2382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7" name=""/>
          <p:cNvSpPr/>
          <p:nvPr/>
        </p:nvSpPr>
        <p:spPr>
          <a:xfrm>
            <a:off x="3609720" y="4552920"/>
            <a:ext cx="2553120" cy="486000"/>
          </a:xfrm>
          <a:custGeom>
            <a:avLst/>
            <a:gdLst/>
            <a:ahLst/>
            <a:rect l="0" t="0" r="r" b="b"/>
            <a:pathLst>
              <a:path w="7092" h="1350">
                <a:moveTo>
                  <a:pt x="0" y="0"/>
                </a:moveTo>
                <a:lnTo>
                  <a:pt x="7092" y="0"/>
                </a:lnTo>
                <a:lnTo>
                  <a:pt x="7092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8" name=""/>
          <p:cNvSpPr/>
          <p:nvPr/>
        </p:nvSpPr>
        <p:spPr>
          <a:xfrm>
            <a:off x="580680" y="5038560"/>
            <a:ext cx="933840" cy="476640"/>
          </a:xfrm>
          <a:custGeom>
            <a:avLst/>
            <a:gdLst/>
            <a:ahLst/>
            <a:rect l="0" t="0" r="r" b="b"/>
            <a:pathLst>
              <a:path w="2594" h="1324">
                <a:moveTo>
                  <a:pt x="0" y="0"/>
                </a:moveTo>
                <a:lnTo>
                  <a:pt x="2594" y="0"/>
                </a:lnTo>
                <a:lnTo>
                  <a:pt x="2594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99" name=""/>
          <p:cNvSpPr/>
          <p:nvPr/>
        </p:nvSpPr>
        <p:spPr>
          <a:xfrm>
            <a:off x="1514160" y="5038560"/>
            <a:ext cx="1238760" cy="476640"/>
          </a:xfrm>
          <a:custGeom>
            <a:avLst/>
            <a:gdLst/>
            <a:ahLst/>
            <a:rect l="0" t="0" r="r" b="b"/>
            <a:pathLst>
              <a:path w="3441" h="1324">
                <a:moveTo>
                  <a:pt x="0" y="0"/>
                </a:moveTo>
                <a:lnTo>
                  <a:pt x="3441" y="0"/>
                </a:lnTo>
                <a:lnTo>
                  <a:pt x="3441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0" name=""/>
          <p:cNvSpPr/>
          <p:nvPr/>
        </p:nvSpPr>
        <p:spPr>
          <a:xfrm>
            <a:off x="2752560" y="5038560"/>
            <a:ext cx="857520" cy="476640"/>
          </a:xfrm>
          <a:custGeom>
            <a:avLst/>
            <a:gdLst/>
            <a:ahLst/>
            <a:rect l="0" t="0" r="r" b="b"/>
            <a:pathLst>
              <a:path w="2382" h="1324">
                <a:moveTo>
                  <a:pt x="0" y="0"/>
                </a:moveTo>
                <a:lnTo>
                  <a:pt x="2382" y="0"/>
                </a:lnTo>
                <a:lnTo>
                  <a:pt x="2382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1" name=""/>
          <p:cNvSpPr/>
          <p:nvPr/>
        </p:nvSpPr>
        <p:spPr>
          <a:xfrm>
            <a:off x="3609720" y="5038560"/>
            <a:ext cx="2553120" cy="476640"/>
          </a:xfrm>
          <a:custGeom>
            <a:avLst/>
            <a:gdLst/>
            <a:ahLst/>
            <a:rect l="0" t="0" r="r" b="b"/>
            <a:pathLst>
              <a:path w="7092" h="1324">
                <a:moveTo>
                  <a:pt x="0" y="0"/>
                </a:moveTo>
                <a:lnTo>
                  <a:pt x="7092" y="0"/>
                </a:lnTo>
                <a:lnTo>
                  <a:pt x="7092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2" name=""/>
          <p:cNvSpPr/>
          <p:nvPr/>
        </p:nvSpPr>
        <p:spPr>
          <a:xfrm>
            <a:off x="580680" y="5514840"/>
            <a:ext cx="933840" cy="486000"/>
          </a:xfrm>
          <a:custGeom>
            <a:avLst/>
            <a:gdLst/>
            <a:ahLst/>
            <a:rect l="0" t="0" r="r" b="b"/>
            <a:pathLst>
              <a:path w="2594" h="1350">
                <a:moveTo>
                  <a:pt x="0" y="0"/>
                </a:moveTo>
                <a:lnTo>
                  <a:pt x="2594" y="0"/>
                </a:lnTo>
                <a:lnTo>
                  <a:pt x="2594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3" name=""/>
          <p:cNvSpPr/>
          <p:nvPr/>
        </p:nvSpPr>
        <p:spPr>
          <a:xfrm>
            <a:off x="1514160" y="5514840"/>
            <a:ext cx="1238760" cy="486000"/>
          </a:xfrm>
          <a:custGeom>
            <a:avLst/>
            <a:gdLst/>
            <a:ahLst/>
            <a:rect l="0" t="0" r="r" b="b"/>
            <a:pathLst>
              <a:path w="3441" h="1350">
                <a:moveTo>
                  <a:pt x="0" y="0"/>
                </a:moveTo>
                <a:lnTo>
                  <a:pt x="3441" y="0"/>
                </a:lnTo>
                <a:lnTo>
                  <a:pt x="3441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4" name=""/>
          <p:cNvSpPr/>
          <p:nvPr/>
        </p:nvSpPr>
        <p:spPr>
          <a:xfrm>
            <a:off x="2752560" y="5514840"/>
            <a:ext cx="857520" cy="486000"/>
          </a:xfrm>
          <a:custGeom>
            <a:avLst/>
            <a:gdLst/>
            <a:ahLst/>
            <a:rect l="0" t="0" r="r" b="b"/>
            <a:pathLst>
              <a:path w="2382" h="1350">
                <a:moveTo>
                  <a:pt x="0" y="0"/>
                </a:moveTo>
                <a:lnTo>
                  <a:pt x="2382" y="0"/>
                </a:lnTo>
                <a:lnTo>
                  <a:pt x="2382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5" name=""/>
          <p:cNvSpPr/>
          <p:nvPr/>
        </p:nvSpPr>
        <p:spPr>
          <a:xfrm>
            <a:off x="3609720" y="5514840"/>
            <a:ext cx="2553120" cy="486000"/>
          </a:xfrm>
          <a:custGeom>
            <a:avLst/>
            <a:gdLst/>
            <a:ahLst/>
            <a:rect l="0" t="0" r="r" b="b"/>
            <a:pathLst>
              <a:path w="7092" h="1350">
                <a:moveTo>
                  <a:pt x="0" y="0"/>
                </a:moveTo>
                <a:lnTo>
                  <a:pt x="7092" y="0"/>
                </a:lnTo>
                <a:lnTo>
                  <a:pt x="7092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6" name=""/>
          <p:cNvSpPr/>
          <p:nvPr/>
        </p:nvSpPr>
        <p:spPr>
          <a:xfrm>
            <a:off x="580680" y="5514840"/>
            <a:ext cx="933840" cy="486000"/>
          </a:xfrm>
          <a:custGeom>
            <a:avLst/>
            <a:gdLst/>
            <a:ahLst/>
            <a:rect l="0" t="0" r="r" b="b"/>
            <a:pathLst>
              <a:path w="2594" h="1350">
                <a:moveTo>
                  <a:pt x="0" y="0"/>
                </a:moveTo>
                <a:lnTo>
                  <a:pt x="2594" y="0"/>
                </a:lnTo>
                <a:lnTo>
                  <a:pt x="2594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7" name=""/>
          <p:cNvSpPr/>
          <p:nvPr/>
        </p:nvSpPr>
        <p:spPr>
          <a:xfrm>
            <a:off x="1514160" y="5514840"/>
            <a:ext cx="1238760" cy="486000"/>
          </a:xfrm>
          <a:custGeom>
            <a:avLst/>
            <a:gdLst/>
            <a:ahLst/>
            <a:rect l="0" t="0" r="r" b="b"/>
            <a:pathLst>
              <a:path w="3441" h="1350">
                <a:moveTo>
                  <a:pt x="0" y="0"/>
                </a:moveTo>
                <a:lnTo>
                  <a:pt x="3441" y="0"/>
                </a:lnTo>
                <a:lnTo>
                  <a:pt x="3441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8" name=""/>
          <p:cNvSpPr/>
          <p:nvPr/>
        </p:nvSpPr>
        <p:spPr>
          <a:xfrm>
            <a:off x="2752560" y="5514840"/>
            <a:ext cx="857520" cy="486000"/>
          </a:xfrm>
          <a:custGeom>
            <a:avLst/>
            <a:gdLst/>
            <a:ahLst/>
            <a:rect l="0" t="0" r="r" b="b"/>
            <a:pathLst>
              <a:path w="2382" h="1350">
                <a:moveTo>
                  <a:pt x="0" y="0"/>
                </a:moveTo>
                <a:lnTo>
                  <a:pt x="2382" y="0"/>
                </a:lnTo>
                <a:lnTo>
                  <a:pt x="2382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09" name=""/>
          <p:cNvSpPr/>
          <p:nvPr/>
        </p:nvSpPr>
        <p:spPr>
          <a:xfrm>
            <a:off x="3609720" y="5514840"/>
            <a:ext cx="2553120" cy="486000"/>
          </a:xfrm>
          <a:custGeom>
            <a:avLst/>
            <a:gdLst/>
            <a:ahLst/>
            <a:rect l="0" t="0" r="r" b="b"/>
            <a:pathLst>
              <a:path w="7092" h="1350">
                <a:moveTo>
                  <a:pt x="0" y="0"/>
                </a:moveTo>
                <a:lnTo>
                  <a:pt x="7092" y="0"/>
                </a:lnTo>
                <a:lnTo>
                  <a:pt x="7092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10" name=""/>
          <p:cNvSpPr/>
          <p:nvPr/>
        </p:nvSpPr>
        <p:spPr>
          <a:xfrm>
            <a:off x="580680" y="6000480"/>
            <a:ext cx="933840" cy="486360"/>
          </a:xfrm>
          <a:custGeom>
            <a:avLst/>
            <a:gdLst/>
            <a:ahLst/>
            <a:rect l="0" t="0" r="r" b="b"/>
            <a:pathLst>
              <a:path w="2594" h="1351">
                <a:moveTo>
                  <a:pt x="0" y="0"/>
                </a:moveTo>
                <a:lnTo>
                  <a:pt x="2594" y="0"/>
                </a:lnTo>
                <a:lnTo>
                  <a:pt x="2594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11" name=""/>
          <p:cNvSpPr/>
          <p:nvPr/>
        </p:nvSpPr>
        <p:spPr>
          <a:xfrm>
            <a:off x="1514160" y="6000480"/>
            <a:ext cx="1238760" cy="486360"/>
          </a:xfrm>
          <a:custGeom>
            <a:avLst/>
            <a:gdLst/>
            <a:ahLst/>
            <a:rect l="0" t="0" r="r" b="b"/>
            <a:pathLst>
              <a:path w="3441" h="1351">
                <a:moveTo>
                  <a:pt x="0" y="0"/>
                </a:moveTo>
                <a:lnTo>
                  <a:pt x="3441" y="0"/>
                </a:lnTo>
                <a:lnTo>
                  <a:pt x="3441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12" name=""/>
          <p:cNvSpPr/>
          <p:nvPr/>
        </p:nvSpPr>
        <p:spPr>
          <a:xfrm>
            <a:off x="2752560" y="6000480"/>
            <a:ext cx="857520" cy="486360"/>
          </a:xfrm>
          <a:custGeom>
            <a:avLst/>
            <a:gdLst/>
            <a:ahLst/>
            <a:rect l="0" t="0" r="r" b="b"/>
            <a:pathLst>
              <a:path w="2382" h="1351">
                <a:moveTo>
                  <a:pt x="0" y="0"/>
                </a:moveTo>
                <a:lnTo>
                  <a:pt x="2382" y="0"/>
                </a:lnTo>
                <a:lnTo>
                  <a:pt x="2382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13" name=""/>
          <p:cNvSpPr/>
          <p:nvPr/>
        </p:nvSpPr>
        <p:spPr>
          <a:xfrm>
            <a:off x="3609720" y="6000480"/>
            <a:ext cx="2553120" cy="486360"/>
          </a:xfrm>
          <a:custGeom>
            <a:avLst/>
            <a:gdLst/>
            <a:ahLst/>
            <a:rect l="0" t="0" r="r" b="b"/>
            <a:pathLst>
              <a:path w="7092" h="1351">
                <a:moveTo>
                  <a:pt x="0" y="0"/>
                </a:moveTo>
                <a:lnTo>
                  <a:pt x="7092" y="0"/>
                </a:lnTo>
                <a:lnTo>
                  <a:pt x="7092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14" name=""/>
          <p:cNvSpPr/>
          <p:nvPr/>
        </p:nvSpPr>
        <p:spPr>
          <a:xfrm>
            <a:off x="571320" y="2533320"/>
            <a:ext cx="9720" cy="572040"/>
          </a:xfrm>
          <a:custGeom>
            <a:avLst/>
            <a:gdLst/>
            <a:ahLst/>
            <a:rect l="0" t="0" r="r" b="b"/>
            <a:pathLst>
              <a:path w="27" h="1589">
                <a:moveTo>
                  <a:pt x="0" y="0"/>
                </a:moveTo>
                <a:lnTo>
                  <a:pt x="27" y="0"/>
                </a:lnTo>
                <a:lnTo>
                  <a:pt x="27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15" name=""/>
          <p:cNvSpPr/>
          <p:nvPr/>
        </p:nvSpPr>
        <p:spPr>
          <a:xfrm>
            <a:off x="571320" y="253332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16" name=""/>
          <p:cNvSpPr/>
          <p:nvPr/>
        </p:nvSpPr>
        <p:spPr>
          <a:xfrm>
            <a:off x="1504800" y="2533320"/>
            <a:ext cx="9720" cy="572040"/>
          </a:xfrm>
          <a:custGeom>
            <a:avLst/>
            <a:gdLst/>
            <a:ahLst/>
            <a:rect l="0" t="0" r="r" b="b"/>
            <a:pathLst>
              <a:path w="27" h="1589">
                <a:moveTo>
                  <a:pt x="0" y="0"/>
                </a:moveTo>
                <a:lnTo>
                  <a:pt x="27" y="0"/>
                </a:lnTo>
                <a:lnTo>
                  <a:pt x="27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17" name=""/>
          <p:cNvSpPr/>
          <p:nvPr/>
        </p:nvSpPr>
        <p:spPr>
          <a:xfrm>
            <a:off x="1514160" y="2533320"/>
            <a:ext cx="1238760" cy="10080"/>
          </a:xfrm>
          <a:custGeom>
            <a:avLst/>
            <a:gdLst/>
            <a:ahLst/>
            <a:rect l="0" t="0" r="r" b="b"/>
            <a:pathLst>
              <a:path w="3441" h="28">
                <a:moveTo>
                  <a:pt x="0" y="0"/>
                </a:moveTo>
                <a:lnTo>
                  <a:pt x="3441" y="0"/>
                </a:lnTo>
                <a:lnTo>
                  <a:pt x="3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18" name=""/>
          <p:cNvSpPr/>
          <p:nvPr/>
        </p:nvSpPr>
        <p:spPr>
          <a:xfrm>
            <a:off x="2742840" y="2533320"/>
            <a:ext cx="10080" cy="572040"/>
          </a:xfrm>
          <a:custGeom>
            <a:avLst/>
            <a:gdLst/>
            <a:ahLst/>
            <a:rect l="0" t="0" r="r" b="b"/>
            <a:pathLst>
              <a:path w="28" h="1589">
                <a:moveTo>
                  <a:pt x="0" y="0"/>
                </a:moveTo>
                <a:lnTo>
                  <a:pt x="28" y="0"/>
                </a:lnTo>
                <a:lnTo>
                  <a:pt x="28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19" name=""/>
          <p:cNvSpPr/>
          <p:nvPr/>
        </p:nvSpPr>
        <p:spPr>
          <a:xfrm>
            <a:off x="2752560" y="2533320"/>
            <a:ext cx="867240" cy="10080"/>
          </a:xfrm>
          <a:custGeom>
            <a:avLst/>
            <a:gdLst/>
            <a:ahLst/>
            <a:rect l="0" t="0" r="r" b="b"/>
            <a:pathLst>
              <a:path w="2409" h="28">
                <a:moveTo>
                  <a:pt x="0" y="0"/>
                </a:moveTo>
                <a:lnTo>
                  <a:pt x="2409" y="0"/>
                </a:lnTo>
                <a:lnTo>
                  <a:pt x="2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0" name=""/>
          <p:cNvSpPr/>
          <p:nvPr/>
        </p:nvSpPr>
        <p:spPr>
          <a:xfrm>
            <a:off x="3609720" y="2533320"/>
            <a:ext cx="10080" cy="572040"/>
          </a:xfrm>
          <a:custGeom>
            <a:avLst/>
            <a:gdLst/>
            <a:ahLst/>
            <a:rect l="0" t="0" r="r" b="b"/>
            <a:pathLst>
              <a:path w="28" h="1589">
                <a:moveTo>
                  <a:pt x="0" y="0"/>
                </a:moveTo>
                <a:lnTo>
                  <a:pt x="28" y="0"/>
                </a:lnTo>
                <a:lnTo>
                  <a:pt x="28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1" name=""/>
          <p:cNvSpPr/>
          <p:nvPr/>
        </p:nvSpPr>
        <p:spPr>
          <a:xfrm>
            <a:off x="3619440" y="2533320"/>
            <a:ext cx="2552760" cy="10080"/>
          </a:xfrm>
          <a:custGeom>
            <a:avLst/>
            <a:gdLst/>
            <a:ahLst/>
            <a:rect l="0" t="0" r="r" b="b"/>
            <a:pathLst>
              <a:path w="7091" h="28">
                <a:moveTo>
                  <a:pt x="0" y="0"/>
                </a:moveTo>
                <a:lnTo>
                  <a:pt x="7091" y="0"/>
                </a:lnTo>
                <a:lnTo>
                  <a:pt x="70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2" name=""/>
          <p:cNvSpPr/>
          <p:nvPr/>
        </p:nvSpPr>
        <p:spPr>
          <a:xfrm>
            <a:off x="6162480" y="2533320"/>
            <a:ext cx="9720" cy="572040"/>
          </a:xfrm>
          <a:custGeom>
            <a:avLst/>
            <a:gdLst/>
            <a:ahLst/>
            <a:rect l="0" t="0" r="r" b="b"/>
            <a:pathLst>
              <a:path w="27" h="1589">
                <a:moveTo>
                  <a:pt x="0" y="0"/>
                </a:moveTo>
                <a:lnTo>
                  <a:pt x="27" y="0"/>
                </a:lnTo>
                <a:lnTo>
                  <a:pt x="27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3" name=""/>
          <p:cNvSpPr/>
          <p:nvPr/>
        </p:nvSpPr>
        <p:spPr>
          <a:xfrm>
            <a:off x="571320" y="309528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4" name=""/>
          <p:cNvSpPr/>
          <p:nvPr/>
        </p:nvSpPr>
        <p:spPr>
          <a:xfrm>
            <a:off x="1514160" y="3095280"/>
            <a:ext cx="1238760" cy="10080"/>
          </a:xfrm>
          <a:custGeom>
            <a:avLst/>
            <a:gdLst/>
            <a:ahLst/>
            <a:rect l="0" t="0" r="r" b="b"/>
            <a:pathLst>
              <a:path w="3441" h="28">
                <a:moveTo>
                  <a:pt x="0" y="0"/>
                </a:moveTo>
                <a:lnTo>
                  <a:pt x="3441" y="0"/>
                </a:lnTo>
                <a:lnTo>
                  <a:pt x="3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5" name=""/>
          <p:cNvSpPr/>
          <p:nvPr/>
        </p:nvSpPr>
        <p:spPr>
          <a:xfrm>
            <a:off x="2752560" y="3095280"/>
            <a:ext cx="867240" cy="10080"/>
          </a:xfrm>
          <a:custGeom>
            <a:avLst/>
            <a:gdLst/>
            <a:ahLst/>
            <a:rect l="0" t="0" r="r" b="b"/>
            <a:pathLst>
              <a:path w="2409" h="28">
                <a:moveTo>
                  <a:pt x="0" y="0"/>
                </a:moveTo>
                <a:lnTo>
                  <a:pt x="2409" y="0"/>
                </a:lnTo>
                <a:lnTo>
                  <a:pt x="2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6" name=""/>
          <p:cNvSpPr/>
          <p:nvPr/>
        </p:nvSpPr>
        <p:spPr>
          <a:xfrm>
            <a:off x="3619440" y="3095280"/>
            <a:ext cx="2552760" cy="10080"/>
          </a:xfrm>
          <a:custGeom>
            <a:avLst/>
            <a:gdLst/>
            <a:ahLst/>
            <a:rect l="0" t="0" r="r" b="b"/>
            <a:pathLst>
              <a:path w="7091" h="28">
                <a:moveTo>
                  <a:pt x="0" y="0"/>
                </a:moveTo>
                <a:lnTo>
                  <a:pt x="7091" y="0"/>
                </a:lnTo>
                <a:lnTo>
                  <a:pt x="70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7" name=""/>
          <p:cNvSpPr/>
          <p:nvPr/>
        </p:nvSpPr>
        <p:spPr>
          <a:xfrm>
            <a:off x="571320" y="310500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8" name=""/>
          <p:cNvSpPr/>
          <p:nvPr/>
        </p:nvSpPr>
        <p:spPr>
          <a:xfrm>
            <a:off x="1504800" y="310500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29" name=""/>
          <p:cNvSpPr/>
          <p:nvPr/>
        </p:nvSpPr>
        <p:spPr>
          <a:xfrm>
            <a:off x="2742840" y="310500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0" name=""/>
          <p:cNvSpPr/>
          <p:nvPr/>
        </p:nvSpPr>
        <p:spPr>
          <a:xfrm>
            <a:off x="3609720" y="310500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1" name=""/>
          <p:cNvSpPr/>
          <p:nvPr/>
        </p:nvSpPr>
        <p:spPr>
          <a:xfrm>
            <a:off x="6162480" y="310500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2" name=""/>
          <p:cNvSpPr/>
          <p:nvPr/>
        </p:nvSpPr>
        <p:spPr>
          <a:xfrm>
            <a:off x="571320" y="359064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3" name=""/>
          <p:cNvSpPr/>
          <p:nvPr/>
        </p:nvSpPr>
        <p:spPr>
          <a:xfrm>
            <a:off x="571320" y="358128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4" name=""/>
          <p:cNvSpPr/>
          <p:nvPr/>
        </p:nvSpPr>
        <p:spPr>
          <a:xfrm>
            <a:off x="1504800" y="359064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5" name=""/>
          <p:cNvSpPr/>
          <p:nvPr/>
        </p:nvSpPr>
        <p:spPr>
          <a:xfrm>
            <a:off x="1514160" y="3581280"/>
            <a:ext cx="1238760" cy="9720"/>
          </a:xfrm>
          <a:custGeom>
            <a:avLst/>
            <a:gdLst/>
            <a:ahLst/>
            <a:rect l="0" t="0" r="r" b="b"/>
            <a:pathLst>
              <a:path w="3441" h="27">
                <a:moveTo>
                  <a:pt x="0" y="0"/>
                </a:moveTo>
                <a:lnTo>
                  <a:pt x="3441" y="0"/>
                </a:lnTo>
                <a:lnTo>
                  <a:pt x="34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6" name=""/>
          <p:cNvSpPr/>
          <p:nvPr/>
        </p:nvSpPr>
        <p:spPr>
          <a:xfrm>
            <a:off x="2742840" y="359064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7" name=""/>
          <p:cNvSpPr/>
          <p:nvPr/>
        </p:nvSpPr>
        <p:spPr>
          <a:xfrm>
            <a:off x="2752560" y="3581280"/>
            <a:ext cx="867240" cy="9720"/>
          </a:xfrm>
          <a:custGeom>
            <a:avLst/>
            <a:gdLst/>
            <a:ahLst/>
            <a:rect l="0" t="0" r="r" b="b"/>
            <a:pathLst>
              <a:path w="2409" h="27">
                <a:moveTo>
                  <a:pt x="0" y="0"/>
                </a:moveTo>
                <a:lnTo>
                  <a:pt x="2409" y="0"/>
                </a:lnTo>
                <a:lnTo>
                  <a:pt x="2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8" name=""/>
          <p:cNvSpPr/>
          <p:nvPr/>
        </p:nvSpPr>
        <p:spPr>
          <a:xfrm>
            <a:off x="3609720" y="359064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39" name=""/>
          <p:cNvSpPr/>
          <p:nvPr/>
        </p:nvSpPr>
        <p:spPr>
          <a:xfrm>
            <a:off x="3619440" y="3581280"/>
            <a:ext cx="2552760" cy="9720"/>
          </a:xfrm>
          <a:custGeom>
            <a:avLst/>
            <a:gdLst/>
            <a:ahLst/>
            <a:rect l="0" t="0" r="r" b="b"/>
            <a:pathLst>
              <a:path w="7091" h="27">
                <a:moveTo>
                  <a:pt x="0" y="0"/>
                </a:moveTo>
                <a:lnTo>
                  <a:pt x="7091" y="0"/>
                </a:lnTo>
                <a:lnTo>
                  <a:pt x="70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0" name=""/>
          <p:cNvSpPr/>
          <p:nvPr/>
        </p:nvSpPr>
        <p:spPr>
          <a:xfrm>
            <a:off x="6162480" y="359064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1" name=""/>
          <p:cNvSpPr/>
          <p:nvPr/>
        </p:nvSpPr>
        <p:spPr>
          <a:xfrm>
            <a:off x="571320" y="406692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2" name=""/>
          <p:cNvSpPr/>
          <p:nvPr/>
        </p:nvSpPr>
        <p:spPr>
          <a:xfrm>
            <a:off x="571320" y="405756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3" name=""/>
          <p:cNvSpPr/>
          <p:nvPr/>
        </p:nvSpPr>
        <p:spPr>
          <a:xfrm>
            <a:off x="1504800" y="406692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4" name=""/>
          <p:cNvSpPr/>
          <p:nvPr/>
        </p:nvSpPr>
        <p:spPr>
          <a:xfrm>
            <a:off x="1514160" y="4057560"/>
            <a:ext cx="1238760" cy="9720"/>
          </a:xfrm>
          <a:custGeom>
            <a:avLst/>
            <a:gdLst/>
            <a:ahLst/>
            <a:rect l="0" t="0" r="r" b="b"/>
            <a:pathLst>
              <a:path w="3441" h="27">
                <a:moveTo>
                  <a:pt x="0" y="0"/>
                </a:moveTo>
                <a:lnTo>
                  <a:pt x="3441" y="0"/>
                </a:lnTo>
                <a:lnTo>
                  <a:pt x="34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5" name=""/>
          <p:cNvSpPr/>
          <p:nvPr/>
        </p:nvSpPr>
        <p:spPr>
          <a:xfrm>
            <a:off x="2742840" y="406692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6" name=""/>
          <p:cNvSpPr/>
          <p:nvPr/>
        </p:nvSpPr>
        <p:spPr>
          <a:xfrm>
            <a:off x="2752560" y="4057560"/>
            <a:ext cx="867240" cy="9720"/>
          </a:xfrm>
          <a:custGeom>
            <a:avLst/>
            <a:gdLst/>
            <a:ahLst/>
            <a:rect l="0" t="0" r="r" b="b"/>
            <a:pathLst>
              <a:path w="2409" h="27">
                <a:moveTo>
                  <a:pt x="0" y="0"/>
                </a:moveTo>
                <a:lnTo>
                  <a:pt x="2409" y="0"/>
                </a:lnTo>
                <a:lnTo>
                  <a:pt x="2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7" name=""/>
          <p:cNvSpPr/>
          <p:nvPr/>
        </p:nvSpPr>
        <p:spPr>
          <a:xfrm>
            <a:off x="3609720" y="406692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8" name=""/>
          <p:cNvSpPr/>
          <p:nvPr/>
        </p:nvSpPr>
        <p:spPr>
          <a:xfrm>
            <a:off x="3619440" y="4057560"/>
            <a:ext cx="2552760" cy="9720"/>
          </a:xfrm>
          <a:custGeom>
            <a:avLst/>
            <a:gdLst/>
            <a:ahLst/>
            <a:rect l="0" t="0" r="r" b="b"/>
            <a:pathLst>
              <a:path w="7091" h="27">
                <a:moveTo>
                  <a:pt x="0" y="0"/>
                </a:moveTo>
                <a:lnTo>
                  <a:pt x="7091" y="0"/>
                </a:lnTo>
                <a:lnTo>
                  <a:pt x="70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49" name=""/>
          <p:cNvSpPr/>
          <p:nvPr/>
        </p:nvSpPr>
        <p:spPr>
          <a:xfrm>
            <a:off x="6162480" y="406692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0" name=""/>
          <p:cNvSpPr/>
          <p:nvPr/>
        </p:nvSpPr>
        <p:spPr>
          <a:xfrm>
            <a:off x="571320" y="455292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1" name=""/>
          <p:cNvSpPr/>
          <p:nvPr/>
        </p:nvSpPr>
        <p:spPr>
          <a:xfrm>
            <a:off x="571320" y="454320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2" name=""/>
          <p:cNvSpPr/>
          <p:nvPr/>
        </p:nvSpPr>
        <p:spPr>
          <a:xfrm>
            <a:off x="1504800" y="455292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3" name=""/>
          <p:cNvSpPr/>
          <p:nvPr/>
        </p:nvSpPr>
        <p:spPr>
          <a:xfrm>
            <a:off x="1514160" y="4543200"/>
            <a:ext cx="1238760" cy="10080"/>
          </a:xfrm>
          <a:custGeom>
            <a:avLst/>
            <a:gdLst/>
            <a:ahLst/>
            <a:rect l="0" t="0" r="r" b="b"/>
            <a:pathLst>
              <a:path w="3441" h="28">
                <a:moveTo>
                  <a:pt x="0" y="0"/>
                </a:moveTo>
                <a:lnTo>
                  <a:pt x="3441" y="0"/>
                </a:lnTo>
                <a:lnTo>
                  <a:pt x="3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4" name=""/>
          <p:cNvSpPr/>
          <p:nvPr/>
        </p:nvSpPr>
        <p:spPr>
          <a:xfrm>
            <a:off x="2742840" y="455292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5" name=""/>
          <p:cNvSpPr/>
          <p:nvPr/>
        </p:nvSpPr>
        <p:spPr>
          <a:xfrm>
            <a:off x="2752560" y="4543200"/>
            <a:ext cx="867240" cy="10080"/>
          </a:xfrm>
          <a:custGeom>
            <a:avLst/>
            <a:gdLst/>
            <a:ahLst/>
            <a:rect l="0" t="0" r="r" b="b"/>
            <a:pathLst>
              <a:path w="2409" h="28">
                <a:moveTo>
                  <a:pt x="0" y="0"/>
                </a:moveTo>
                <a:lnTo>
                  <a:pt x="2409" y="0"/>
                </a:lnTo>
                <a:lnTo>
                  <a:pt x="2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6" name=""/>
          <p:cNvSpPr/>
          <p:nvPr/>
        </p:nvSpPr>
        <p:spPr>
          <a:xfrm>
            <a:off x="3609720" y="455292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7" name=""/>
          <p:cNvSpPr/>
          <p:nvPr/>
        </p:nvSpPr>
        <p:spPr>
          <a:xfrm>
            <a:off x="3619440" y="4543200"/>
            <a:ext cx="2552760" cy="10080"/>
          </a:xfrm>
          <a:custGeom>
            <a:avLst/>
            <a:gdLst/>
            <a:ahLst/>
            <a:rect l="0" t="0" r="r" b="b"/>
            <a:pathLst>
              <a:path w="7091" h="28">
                <a:moveTo>
                  <a:pt x="0" y="0"/>
                </a:moveTo>
                <a:lnTo>
                  <a:pt x="7091" y="0"/>
                </a:lnTo>
                <a:lnTo>
                  <a:pt x="70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8" name=""/>
          <p:cNvSpPr/>
          <p:nvPr/>
        </p:nvSpPr>
        <p:spPr>
          <a:xfrm>
            <a:off x="6162480" y="455292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59" name=""/>
          <p:cNvSpPr/>
          <p:nvPr/>
        </p:nvSpPr>
        <p:spPr>
          <a:xfrm>
            <a:off x="571320" y="503856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0" name=""/>
          <p:cNvSpPr/>
          <p:nvPr/>
        </p:nvSpPr>
        <p:spPr>
          <a:xfrm>
            <a:off x="571320" y="502884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1" name=""/>
          <p:cNvSpPr/>
          <p:nvPr/>
        </p:nvSpPr>
        <p:spPr>
          <a:xfrm>
            <a:off x="1504800" y="503856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2" name=""/>
          <p:cNvSpPr/>
          <p:nvPr/>
        </p:nvSpPr>
        <p:spPr>
          <a:xfrm>
            <a:off x="1514160" y="5028840"/>
            <a:ext cx="1238760" cy="10080"/>
          </a:xfrm>
          <a:custGeom>
            <a:avLst/>
            <a:gdLst/>
            <a:ahLst/>
            <a:rect l="0" t="0" r="r" b="b"/>
            <a:pathLst>
              <a:path w="3441" h="28">
                <a:moveTo>
                  <a:pt x="0" y="0"/>
                </a:moveTo>
                <a:lnTo>
                  <a:pt x="3441" y="0"/>
                </a:lnTo>
                <a:lnTo>
                  <a:pt x="3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3" name=""/>
          <p:cNvSpPr/>
          <p:nvPr/>
        </p:nvSpPr>
        <p:spPr>
          <a:xfrm>
            <a:off x="2742840" y="503856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4" name=""/>
          <p:cNvSpPr/>
          <p:nvPr/>
        </p:nvSpPr>
        <p:spPr>
          <a:xfrm>
            <a:off x="2752560" y="5028840"/>
            <a:ext cx="867240" cy="10080"/>
          </a:xfrm>
          <a:custGeom>
            <a:avLst/>
            <a:gdLst/>
            <a:ahLst/>
            <a:rect l="0" t="0" r="r" b="b"/>
            <a:pathLst>
              <a:path w="2409" h="28">
                <a:moveTo>
                  <a:pt x="0" y="0"/>
                </a:moveTo>
                <a:lnTo>
                  <a:pt x="2409" y="0"/>
                </a:lnTo>
                <a:lnTo>
                  <a:pt x="2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5" name=""/>
          <p:cNvSpPr/>
          <p:nvPr/>
        </p:nvSpPr>
        <p:spPr>
          <a:xfrm>
            <a:off x="3609720" y="503856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6" name=""/>
          <p:cNvSpPr/>
          <p:nvPr/>
        </p:nvSpPr>
        <p:spPr>
          <a:xfrm>
            <a:off x="3619440" y="5028840"/>
            <a:ext cx="2552760" cy="10080"/>
          </a:xfrm>
          <a:custGeom>
            <a:avLst/>
            <a:gdLst/>
            <a:ahLst/>
            <a:rect l="0" t="0" r="r" b="b"/>
            <a:pathLst>
              <a:path w="7091" h="28">
                <a:moveTo>
                  <a:pt x="0" y="0"/>
                </a:moveTo>
                <a:lnTo>
                  <a:pt x="7091" y="0"/>
                </a:lnTo>
                <a:lnTo>
                  <a:pt x="70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7" name=""/>
          <p:cNvSpPr/>
          <p:nvPr/>
        </p:nvSpPr>
        <p:spPr>
          <a:xfrm>
            <a:off x="6162480" y="503856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8" name=""/>
          <p:cNvSpPr/>
          <p:nvPr/>
        </p:nvSpPr>
        <p:spPr>
          <a:xfrm>
            <a:off x="571320" y="552420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69" name=""/>
          <p:cNvSpPr/>
          <p:nvPr/>
        </p:nvSpPr>
        <p:spPr>
          <a:xfrm>
            <a:off x="571320" y="551484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0" name=""/>
          <p:cNvSpPr/>
          <p:nvPr/>
        </p:nvSpPr>
        <p:spPr>
          <a:xfrm>
            <a:off x="1504800" y="552420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1" name=""/>
          <p:cNvSpPr/>
          <p:nvPr/>
        </p:nvSpPr>
        <p:spPr>
          <a:xfrm>
            <a:off x="1514160" y="5514840"/>
            <a:ext cx="1238760" cy="9720"/>
          </a:xfrm>
          <a:custGeom>
            <a:avLst/>
            <a:gdLst/>
            <a:ahLst/>
            <a:rect l="0" t="0" r="r" b="b"/>
            <a:pathLst>
              <a:path w="3441" h="27">
                <a:moveTo>
                  <a:pt x="0" y="0"/>
                </a:moveTo>
                <a:lnTo>
                  <a:pt x="3441" y="0"/>
                </a:lnTo>
                <a:lnTo>
                  <a:pt x="34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2" name=""/>
          <p:cNvSpPr/>
          <p:nvPr/>
        </p:nvSpPr>
        <p:spPr>
          <a:xfrm>
            <a:off x="2742840" y="552420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3" name=""/>
          <p:cNvSpPr/>
          <p:nvPr/>
        </p:nvSpPr>
        <p:spPr>
          <a:xfrm>
            <a:off x="2752560" y="5514840"/>
            <a:ext cx="867240" cy="9720"/>
          </a:xfrm>
          <a:custGeom>
            <a:avLst/>
            <a:gdLst/>
            <a:ahLst/>
            <a:rect l="0" t="0" r="r" b="b"/>
            <a:pathLst>
              <a:path w="2409" h="27">
                <a:moveTo>
                  <a:pt x="0" y="0"/>
                </a:moveTo>
                <a:lnTo>
                  <a:pt x="2409" y="0"/>
                </a:lnTo>
                <a:lnTo>
                  <a:pt x="2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4" name=""/>
          <p:cNvSpPr/>
          <p:nvPr/>
        </p:nvSpPr>
        <p:spPr>
          <a:xfrm>
            <a:off x="3609720" y="552420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5" name=""/>
          <p:cNvSpPr/>
          <p:nvPr/>
        </p:nvSpPr>
        <p:spPr>
          <a:xfrm>
            <a:off x="3619440" y="5514840"/>
            <a:ext cx="2552760" cy="9720"/>
          </a:xfrm>
          <a:custGeom>
            <a:avLst/>
            <a:gdLst/>
            <a:ahLst/>
            <a:rect l="0" t="0" r="r" b="b"/>
            <a:pathLst>
              <a:path w="7091" h="27">
                <a:moveTo>
                  <a:pt x="0" y="0"/>
                </a:moveTo>
                <a:lnTo>
                  <a:pt x="7091" y="0"/>
                </a:lnTo>
                <a:lnTo>
                  <a:pt x="70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6" name=""/>
          <p:cNvSpPr/>
          <p:nvPr/>
        </p:nvSpPr>
        <p:spPr>
          <a:xfrm>
            <a:off x="6162480" y="552420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7" name=""/>
          <p:cNvSpPr/>
          <p:nvPr/>
        </p:nvSpPr>
        <p:spPr>
          <a:xfrm>
            <a:off x="571320" y="601020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8" name=""/>
          <p:cNvSpPr/>
          <p:nvPr/>
        </p:nvSpPr>
        <p:spPr>
          <a:xfrm>
            <a:off x="571320" y="600048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79" name=""/>
          <p:cNvSpPr/>
          <p:nvPr/>
        </p:nvSpPr>
        <p:spPr>
          <a:xfrm>
            <a:off x="1504800" y="601020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0" name=""/>
          <p:cNvSpPr/>
          <p:nvPr/>
        </p:nvSpPr>
        <p:spPr>
          <a:xfrm>
            <a:off x="1514160" y="6000480"/>
            <a:ext cx="1238760" cy="10080"/>
          </a:xfrm>
          <a:custGeom>
            <a:avLst/>
            <a:gdLst/>
            <a:ahLst/>
            <a:rect l="0" t="0" r="r" b="b"/>
            <a:pathLst>
              <a:path w="3441" h="28">
                <a:moveTo>
                  <a:pt x="0" y="0"/>
                </a:moveTo>
                <a:lnTo>
                  <a:pt x="3441" y="0"/>
                </a:lnTo>
                <a:lnTo>
                  <a:pt x="3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1" name=""/>
          <p:cNvSpPr/>
          <p:nvPr/>
        </p:nvSpPr>
        <p:spPr>
          <a:xfrm>
            <a:off x="2742840" y="601020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2" name=""/>
          <p:cNvSpPr/>
          <p:nvPr/>
        </p:nvSpPr>
        <p:spPr>
          <a:xfrm>
            <a:off x="2752560" y="6000480"/>
            <a:ext cx="867240" cy="10080"/>
          </a:xfrm>
          <a:custGeom>
            <a:avLst/>
            <a:gdLst/>
            <a:ahLst/>
            <a:rect l="0" t="0" r="r" b="b"/>
            <a:pathLst>
              <a:path w="2409" h="28">
                <a:moveTo>
                  <a:pt x="0" y="0"/>
                </a:moveTo>
                <a:lnTo>
                  <a:pt x="2409" y="0"/>
                </a:lnTo>
                <a:lnTo>
                  <a:pt x="2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3" name=""/>
          <p:cNvSpPr/>
          <p:nvPr/>
        </p:nvSpPr>
        <p:spPr>
          <a:xfrm>
            <a:off x="3609720" y="601020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4" name=""/>
          <p:cNvSpPr/>
          <p:nvPr/>
        </p:nvSpPr>
        <p:spPr>
          <a:xfrm>
            <a:off x="3619440" y="6000480"/>
            <a:ext cx="2552760" cy="10080"/>
          </a:xfrm>
          <a:custGeom>
            <a:avLst/>
            <a:gdLst/>
            <a:ahLst/>
            <a:rect l="0" t="0" r="r" b="b"/>
            <a:pathLst>
              <a:path w="7091" h="28">
                <a:moveTo>
                  <a:pt x="0" y="0"/>
                </a:moveTo>
                <a:lnTo>
                  <a:pt x="7091" y="0"/>
                </a:lnTo>
                <a:lnTo>
                  <a:pt x="70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5" name=""/>
          <p:cNvSpPr/>
          <p:nvPr/>
        </p:nvSpPr>
        <p:spPr>
          <a:xfrm>
            <a:off x="6162480" y="601020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6" name=""/>
          <p:cNvSpPr/>
          <p:nvPr/>
        </p:nvSpPr>
        <p:spPr>
          <a:xfrm>
            <a:off x="571320" y="647676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7" name=""/>
          <p:cNvSpPr/>
          <p:nvPr/>
        </p:nvSpPr>
        <p:spPr>
          <a:xfrm>
            <a:off x="1514160" y="6476760"/>
            <a:ext cx="1238760" cy="10080"/>
          </a:xfrm>
          <a:custGeom>
            <a:avLst/>
            <a:gdLst/>
            <a:ahLst/>
            <a:rect l="0" t="0" r="r" b="b"/>
            <a:pathLst>
              <a:path w="3441" h="28">
                <a:moveTo>
                  <a:pt x="0" y="0"/>
                </a:moveTo>
                <a:lnTo>
                  <a:pt x="3441" y="0"/>
                </a:lnTo>
                <a:lnTo>
                  <a:pt x="3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8" name=""/>
          <p:cNvSpPr/>
          <p:nvPr/>
        </p:nvSpPr>
        <p:spPr>
          <a:xfrm>
            <a:off x="2752560" y="6476760"/>
            <a:ext cx="867240" cy="10080"/>
          </a:xfrm>
          <a:custGeom>
            <a:avLst/>
            <a:gdLst/>
            <a:ahLst/>
            <a:rect l="0" t="0" r="r" b="b"/>
            <a:pathLst>
              <a:path w="2409" h="28">
                <a:moveTo>
                  <a:pt x="0" y="0"/>
                </a:moveTo>
                <a:lnTo>
                  <a:pt x="2409" y="0"/>
                </a:lnTo>
                <a:lnTo>
                  <a:pt x="2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89" name=""/>
          <p:cNvSpPr/>
          <p:nvPr/>
        </p:nvSpPr>
        <p:spPr>
          <a:xfrm>
            <a:off x="3619440" y="6476760"/>
            <a:ext cx="2552760" cy="10080"/>
          </a:xfrm>
          <a:custGeom>
            <a:avLst/>
            <a:gdLst/>
            <a:ahLst/>
            <a:rect l="0" t="0" r="r" b="b"/>
            <a:pathLst>
              <a:path w="7091" h="28">
                <a:moveTo>
                  <a:pt x="0" y="0"/>
                </a:moveTo>
                <a:lnTo>
                  <a:pt x="7091" y="0"/>
                </a:lnTo>
                <a:lnTo>
                  <a:pt x="70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90" name=""/>
          <p:cNvSpPr/>
          <p:nvPr/>
        </p:nvSpPr>
        <p:spPr>
          <a:xfrm>
            <a:off x="933120" y="17143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0"/>
                  <a:pt x="43" y="44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7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4"/>
                </a:cubicBezTo>
                <a:cubicBezTo>
                  <a:pt x="257" y="50"/>
                  <a:pt x="263" y="58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91" name=""/>
          <p:cNvSpPr txBox="1"/>
          <p:nvPr/>
        </p:nvSpPr>
        <p:spPr>
          <a:xfrm>
            <a:off x="571320" y="1052640"/>
            <a:ext cx="24375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Age nABCD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のレンジ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92" name=""/>
          <p:cNvSpPr txBox="1"/>
          <p:nvPr/>
        </p:nvSpPr>
        <p:spPr>
          <a:xfrm>
            <a:off x="1200240" y="1600200"/>
            <a:ext cx="12013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点推定値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93" name=""/>
          <p:cNvSpPr txBox="1"/>
          <p:nvPr/>
        </p:nvSpPr>
        <p:spPr>
          <a:xfrm>
            <a:off x="2400840" y="1557360"/>
            <a:ext cx="29703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0.022 (R5, R7) -- 0.151 (R3)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94" name=""/>
          <p:cNvSpPr/>
          <p:nvPr/>
        </p:nvSpPr>
        <p:spPr>
          <a:xfrm>
            <a:off x="933120" y="21524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9"/>
                  <a:pt x="268" y="226"/>
                </a:cubicBezTo>
                <a:cubicBezTo>
                  <a:pt x="263" y="234"/>
                  <a:pt x="257" y="242"/>
                  <a:pt x="250" y="249"/>
                </a:cubicBezTo>
                <a:cubicBezTo>
                  <a:pt x="243" y="255"/>
                  <a:pt x="236" y="261"/>
                  <a:pt x="228" y="267"/>
                </a:cubicBezTo>
                <a:cubicBezTo>
                  <a:pt x="220" y="272"/>
                  <a:pt x="211" y="276"/>
                  <a:pt x="203" y="281"/>
                </a:cubicBezTo>
                <a:cubicBezTo>
                  <a:pt x="194" y="285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6"/>
                  <a:pt x="73" y="272"/>
                  <a:pt x="65" y="267"/>
                </a:cubicBezTo>
                <a:cubicBezTo>
                  <a:pt x="57" y="261"/>
                  <a:pt x="50" y="255"/>
                  <a:pt x="43" y="249"/>
                </a:cubicBezTo>
                <a:cubicBezTo>
                  <a:pt x="36" y="242"/>
                  <a:pt x="30" y="234"/>
                  <a:pt x="25" y="226"/>
                </a:cubicBezTo>
                <a:cubicBezTo>
                  <a:pt x="20" y="219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95" name=""/>
          <p:cNvSpPr txBox="1"/>
          <p:nvPr/>
        </p:nvSpPr>
        <p:spPr>
          <a:xfrm>
            <a:off x="5841000" y="1600200"/>
            <a:ext cx="17204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— 狭いレンジ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696" name=""/>
          <p:cNvSpPr/>
          <p:nvPr/>
        </p:nvSpPr>
        <p:spPr>
          <a:xfrm>
            <a:off x="4237560" y="2126880"/>
            <a:ext cx="200160" cy="190440"/>
          </a:xfrm>
          <a:custGeom>
            <a:avLst/>
            <a:gdLst/>
            <a:ahLst/>
            <a:rect l="0" t="0" r="r" b="b"/>
            <a:pathLst>
              <a:path w="556" h="529">
                <a:moveTo>
                  <a:pt x="551" y="523"/>
                </a:moveTo>
                <a:cubicBezTo>
                  <a:pt x="547" y="526"/>
                  <a:pt x="544" y="528"/>
                  <a:pt x="542" y="529"/>
                </a:cubicBezTo>
                <a:cubicBezTo>
                  <a:pt x="537" y="529"/>
                  <a:pt x="491" y="508"/>
                  <a:pt x="402" y="466"/>
                </a:cubicBezTo>
                <a:cubicBezTo>
                  <a:pt x="312" y="424"/>
                  <a:pt x="225" y="383"/>
                  <a:pt x="137" y="342"/>
                </a:cubicBezTo>
                <a:lnTo>
                  <a:pt x="6" y="279"/>
                </a:lnTo>
                <a:cubicBezTo>
                  <a:pt x="2" y="276"/>
                  <a:pt x="0" y="271"/>
                  <a:pt x="0" y="265"/>
                </a:cubicBezTo>
                <a:cubicBezTo>
                  <a:pt x="0" y="259"/>
                  <a:pt x="2" y="254"/>
                  <a:pt x="7" y="251"/>
                </a:cubicBezTo>
                <a:cubicBezTo>
                  <a:pt x="355" y="84"/>
                  <a:pt x="533" y="0"/>
                  <a:pt x="542" y="0"/>
                </a:cubicBezTo>
                <a:cubicBezTo>
                  <a:pt x="543" y="0"/>
                  <a:pt x="546" y="2"/>
                  <a:pt x="550" y="6"/>
                </a:cubicBezTo>
                <a:cubicBezTo>
                  <a:pt x="553" y="10"/>
                  <a:pt x="556" y="14"/>
                  <a:pt x="556" y="20"/>
                </a:cubicBezTo>
                <a:cubicBezTo>
                  <a:pt x="557" y="25"/>
                  <a:pt x="555" y="29"/>
                  <a:pt x="550" y="32"/>
                </a:cubicBezTo>
                <a:cubicBezTo>
                  <a:pt x="549" y="33"/>
                  <a:pt x="467" y="72"/>
                  <a:pt x="304" y="150"/>
                </a:cubicBezTo>
                <a:lnTo>
                  <a:pt x="61" y="265"/>
                </a:lnTo>
                <a:lnTo>
                  <a:pt x="304" y="380"/>
                </a:lnTo>
                <a:cubicBezTo>
                  <a:pt x="467" y="457"/>
                  <a:pt x="549" y="496"/>
                  <a:pt x="550" y="497"/>
                </a:cubicBezTo>
                <a:cubicBezTo>
                  <a:pt x="554" y="501"/>
                  <a:pt x="556" y="505"/>
                  <a:pt x="556" y="510"/>
                </a:cubicBezTo>
                <a:cubicBezTo>
                  <a:pt x="556" y="515"/>
                  <a:pt x="554" y="519"/>
                  <a:pt x="551" y="52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97" name=""/>
          <p:cNvSpPr/>
          <p:nvPr/>
        </p:nvSpPr>
        <p:spPr>
          <a:xfrm>
            <a:off x="4568760" y="2085840"/>
            <a:ext cx="137880" cy="225720"/>
          </a:xfrm>
          <a:custGeom>
            <a:avLst/>
            <a:gdLst/>
            <a:ahLst/>
            <a:rect l="0" t="0" r="r" b="b"/>
            <a:pathLst>
              <a:path w="383" h="627">
                <a:moveTo>
                  <a:pt x="51" y="74"/>
                </a:moveTo>
                <a:cubicBezTo>
                  <a:pt x="85" y="24"/>
                  <a:pt x="133" y="0"/>
                  <a:pt x="192" y="0"/>
                </a:cubicBezTo>
                <a:cubicBezTo>
                  <a:pt x="221" y="0"/>
                  <a:pt x="250" y="8"/>
                  <a:pt x="279" y="24"/>
                </a:cubicBezTo>
                <a:cubicBezTo>
                  <a:pt x="308" y="39"/>
                  <a:pt x="332" y="67"/>
                  <a:pt x="350" y="107"/>
                </a:cubicBezTo>
                <a:cubicBezTo>
                  <a:pt x="372" y="159"/>
                  <a:pt x="383" y="228"/>
                  <a:pt x="383" y="316"/>
                </a:cubicBezTo>
                <a:cubicBezTo>
                  <a:pt x="383" y="409"/>
                  <a:pt x="370" y="481"/>
                  <a:pt x="344" y="531"/>
                </a:cubicBezTo>
                <a:cubicBezTo>
                  <a:pt x="332" y="557"/>
                  <a:pt x="316" y="577"/>
                  <a:pt x="294" y="592"/>
                </a:cubicBezTo>
                <a:cubicBezTo>
                  <a:pt x="273" y="607"/>
                  <a:pt x="255" y="617"/>
                  <a:pt x="239" y="620"/>
                </a:cubicBezTo>
                <a:cubicBezTo>
                  <a:pt x="223" y="624"/>
                  <a:pt x="208" y="626"/>
                  <a:pt x="193" y="627"/>
                </a:cubicBezTo>
                <a:cubicBezTo>
                  <a:pt x="177" y="627"/>
                  <a:pt x="161" y="625"/>
                  <a:pt x="145" y="621"/>
                </a:cubicBezTo>
                <a:cubicBezTo>
                  <a:pt x="129" y="617"/>
                  <a:pt x="111" y="608"/>
                  <a:pt x="89" y="592"/>
                </a:cubicBezTo>
                <a:cubicBezTo>
                  <a:pt x="68" y="576"/>
                  <a:pt x="51" y="556"/>
                  <a:pt x="39" y="531"/>
                </a:cubicBezTo>
                <a:cubicBezTo>
                  <a:pt x="13" y="481"/>
                  <a:pt x="0" y="409"/>
                  <a:pt x="0" y="316"/>
                </a:cubicBezTo>
                <a:cubicBezTo>
                  <a:pt x="0" y="210"/>
                  <a:pt x="17" y="129"/>
                  <a:pt x="51" y="74"/>
                </a:cubicBezTo>
                <a:moveTo>
                  <a:pt x="257" y="63"/>
                </a:moveTo>
                <a:cubicBezTo>
                  <a:pt x="239" y="43"/>
                  <a:pt x="217" y="34"/>
                  <a:pt x="193" y="34"/>
                </a:cubicBezTo>
                <a:cubicBezTo>
                  <a:pt x="167" y="34"/>
                  <a:pt x="145" y="43"/>
                  <a:pt x="127" y="63"/>
                </a:cubicBezTo>
                <a:cubicBezTo>
                  <a:pt x="112" y="78"/>
                  <a:pt x="101" y="100"/>
                  <a:pt x="96" y="128"/>
                </a:cubicBezTo>
                <a:cubicBezTo>
                  <a:pt x="91" y="157"/>
                  <a:pt x="89" y="215"/>
                  <a:pt x="89" y="304"/>
                </a:cubicBezTo>
                <a:cubicBezTo>
                  <a:pt x="89" y="399"/>
                  <a:pt x="91" y="463"/>
                  <a:pt x="96" y="493"/>
                </a:cubicBezTo>
                <a:cubicBezTo>
                  <a:pt x="101" y="523"/>
                  <a:pt x="113" y="547"/>
                  <a:pt x="130" y="565"/>
                </a:cubicBezTo>
                <a:cubicBezTo>
                  <a:pt x="147" y="583"/>
                  <a:pt x="168" y="592"/>
                  <a:pt x="193" y="592"/>
                </a:cubicBezTo>
                <a:cubicBezTo>
                  <a:pt x="217" y="592"/>
                  <a:pt x="237" y="583"/>
                  <a:pt x="254" y="565"/>
                </a:cubicBezTo>
                <a:cubicBezTo>
                  <a:pt x="272" y="547"/>
                  <a:pt x="283" y="521"/>
                  <a:pt x="287" y="488"/>
                </a:cubicBezTo>
                <a:cubicBezTo>
                  <a:pt x="291" y="456"/>
                  <a:pt x="294" y="394"/>
                  <a:pt x="294" y="304"/>
                </a:cubicBezTo>
                <a:cubicBezTo>
                  <a:pt x="294" y="216"/>
                  <a:pt x="292" y="158"/>
                  <a:pt x="287" y="129"/>
                </a:cubicBezTo>
                <a:cubicBezTo>
                  <a:pt x="282" y="101"/>
                  <a:pt x="272" y="79"/>
                  <a:pt x="257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98" name=""/>
          <p:cNvSpPr/>
          <p:nvPr/>
        </p:nvSpPr>
        <p:spPr>
          <a:xfrm>
            <a:off x="4745160" y="2264400"/>
            <a:ext cx="39960" cy="39960"/>
          </a:xfrm>
          <a:custGeom>
            <a:avLst/>
            <a:gdLst/>
            <a:ahLst/>
            <a:rect l="0" t="0" r="r" b="b"/>
            <a:pathLst>
              <a:path w="111" h="111">
                <a:moveTo>
                  <a:pt x="0" y="55"/>
                </a:moveTo>
                <a:cubicBezTo>
                  <a:pt x="0" y="40"/>
                  <a:pt x="5" y="28"/>
                  <a:pt x="15" y="17"/>
                </a:cubicBezTo>
                <a:cubicBezTo>
                  <a:pt x="26" y="6"/>
                  <a:pt x="39" y="0"/>
                  <a:pt x="54" y="0"/>
                </a:cubicBezTo>
                <a:cubicBezTo>
                  <a:pt x="69" y="0"/>
                  <a:pt x="83" y="5"/>
                  <a:pt x="94" y="15"/>
                </a:cubicBezTo>
                <a:cubicBezTo>
                  <a:pt x="104" y="25"/>
                  <a:pt x="110" y="38"/>
                  <a:pt x="111" y="54"/>
                </a:cubicBezTo>
                <a:cubicBezTo>
                  <a:pt x="111" y="69"/>
                  <a:pt x="106" y="82"/>
                  <a:pt x="95" y="94"/>
                </a:cubicBezTo>
                <a:cubicBezTo>
                  <a:pt x="85" y="105"/>
                  <a:pt x="71" y="111"/>
                  <a:pt x="55" y="111"/>
                </a:cubicBezTo>
                <a:cubicBezTo>
                  <a:pt x="39" y="111"/>
                  <a:pt x="26" y="105"/>
                  <a:pt x="16" y="95"/>
                </a:cubicBezTo>
                <a:cubicBezTo>
                  <a:pt x="6" y="84"/>
                  <a:pt x="0" y="71"/>
                  <a:pt x="0" y="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699" name=""/>
          <p:cNvSpPr/>
          <p:nvPr/>
        </p:nvSpPr>
        <p:spPr>
          <a:xfrm>
            <a:off x="4823280" y="208584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2" y="74"/>
                </a:moveTo>
                <a:cubicBezTo>
                  <a:pt x="86" y="24"/>
                  <a:pt x="132" y="0"/>
                  <a:pt x="192" y="0"/>
                </a:cubicBezTo>
                <a:cubicBezTo>
                  <a:pt x="221" y="0"/>
                  <a:pt x="250" y="8"/>
                  <a:pt x="279" y="24"/>
                </a:cubicBezTo>
                <a:cubicBezTo>
                  <a:pt x="309" y="39"/>
                  <a:pt x="332" y="67"/>
                  <a:pt x="350" y="107"/>
                </a:cubicBezTo>
                <a:cubicBezTo>
                  <a:pt x="373" y="159"/>
                  <a:pt x="384" y="228"/>
                  <a:pt x="384" y="316"/>
                </a:cubicBezTo>
                <a:cubicBezTo>
                  <a:pt x="384" y="409"/>
                  <a:pt x="371" y="481"/>
                  <a:pt x="345" y="531"/>
                </a:cubicBezTo>
                <a:cubicBezTo>
                  <a:pt x="333" y="557"/>
                  <a:pt x="316" y="577"/>
                  <a:pt x="295" y="592"/>
                </a:cubicBezTo>
                <a:cubicBezTo>
                  <a:pt x="274" y="607"/>
                  <a:pt x="255" y="617"/>
                  <a:pt x="239" y="620"/>
                </a:cubicBezTo>
                <a:cubicBezTo>
                  <a:pt x="224" y="624"/>
                  <a:pt x="208" y="626"/>
                  <a:pt x="193" y="627"/>
                </a:cubicBezTo>
                <a:cubicBezTo>
                  <a:pt x="177" y="627"/>
                  <a:pt x="160" y="625"/>
                  <a:pt x="145" y="621"/>
                </a:cubicBezTo>
                <a:cubicBezTo>
                  <a:pt x="129" y="617"/>
                  <a:pt x="110" y="608"/>
                  <a:pt x="89" y="592"/>
                </a:cubicBezTo>
                <a:cubicBezTo>
                  <a:pt x="68" y="576"/>
                  <a:pt x="51" y="556"/>
                  <a:pt x="39" y="531"/>
                </a:cubicBezTo>
                <a:cubicBezTo>
                  <a:pt x="13" y="481"/>
                  <a:pt x="0" y="409"/>
                  <a:pt x="0" y="316"/>
                </a:cubicBezTo>
                <a:cubicBezTo>
                  <a:pt x="0" y="210"/>
                  <a:pt x="17" y="129"/>
                  <a:pt x="52" y="74"/>
                </a:cubicBezTo>
                <a:moveTo>
                  <a:pt x="258" y="63"/>
                </a:moveTo>
                <a:cubicBezTo>
                  <a:pt x="239" y="43"/>
                  <a:pt x="218" y="34"/>
                  <a:pt x="193" y="34"/>
                </a:cubicBezTo>
                <a:cubicBezTo>
                  <a:pt x="168" y="34"/>
                  <a:pt x="145" y="43"/>
                  <a:pt x="127" y="63"/>
                </a:cubicBezTo>
                <a:cubicBezTo>
                  <a:pt x="111" y="78"/>
                  <a:pt x="101" y="100"/>
                  <a:pt x="97" y="128"/>
                </a:cubicBezTo>
                <a:cubicBezTo>
                  <a:pt x="92" y="157"/>
                  <a:pt x="89" y="215"/>
                  <a:pt x="89" y="304"/>
                </a:cubicBezTo>
                <a:cubicBezTo>
                  <a:pt x="89" y="399"/>
                  <a:pt x="92" y="463"/>
                  <a:pt x="97" y="493"/>
                </a:cubicBezTo>
                <a:cubicBezTo>
                  <a:pt x="101" y="523"/>
                  <a:pt x="112" y="547"/>
                  <a:pt x="129" y="565"/>
                </a:cubicBezTo>
                <a:cubicBezTo>
                  <a:pt x="146" y="583"/>
                  <a:pt x="168" y="592"/>
                  <a:pt x="193" y="592"/>
                </a:cubicBezTo>
                <a:cubicBezTo>
                  <a:pt x="217" y="592"/>
                  <a:pt x="238" y="583"/>
                  <a:pt x="255" y="565"/>
                </a:cubicBezTo>
                <a:cubicBezTo>
                  <a:pt x="272" y="547"/>
                  <a:pt x="283" y="521"/>
                  <a:pt x="288" y="488"/>
                </a:cubicBezTo>
                <a:cubicBezTo>
                  <a:pt x="292" y="456"/>
                  <a:pt x="294" y="394"/>
                  <a:pt x="295" y="304"/>
                </a:cubicBezTo>
                <a:cubicBezTo>
                  <a:pt x="295" y="216"/>
                  <a:pt x="292" y="158"/>
                  <a:pt x="288" y="129"/>
                </a:cubicBezTo>
                <a:cubicBezTo>
                  <a:pt x="283" y="101"/>
                  <a:pt x="273" y="79"/>
                  <a:pt x="258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0" name=""/>
          <p:cNvSpPr/>
          <p:nvPr/>
        </p:nvSpPr>
        <p:spPr>
          <a:xfrm>
            <a:off x="4988160" y="2085840"/>
            <a:ext cx="136080" cy="225720"/>
          </a:xfrm>
          <a:custGeom>
            <a:avLst/>
            <a:gdLst/>
            <a:ahLst/>
            <a:rect l="0" t="0" r="r" b="b"/>
            <a:pathLst>
              <a:path w="378" h="627">
                <a:moveTo>
                  <a:pt x="74" y="44"/>
                </a:moveTo>
                <a:cubicBezTo>
                  <a:pt x="107" y="15"/>
                  <a:pt x="144" y="0"/>
                  <a:pt x="187" y="0"/>
                </a:cubicBezTo>
                <a:cubicBezTo>
                  <a:pt x="230" y="0"/>
                  <a:pt x="269" y="13"/>
                  <a:pt x="302" y="38"/>
                </a:cubicBezTo>
                <a:cubicBezTo>
                  <a:pt x="336" y="64"/>
                  <a:pt x="352" y="97"/>
                  <a:pt x="352" y="137"/>
                </a:cubicBezTo>
                <a:cubicBezTo>
                  <a:pt x="352" y="156"/>
                  <a:pt x="349" y="173"/>
                  <a:pt x="342" y="189"/>
                </a:cubicBezTo>
                <a:cubicBezTo>
                  <a:pt x="336" y="205"/>
                  <a:pt x="328" y="218"/>
                  <a:pt x="319" y="227"/>
                </a:cubicBezTo>
                <a:cubicBezTo>
                  <a:pt x="310" y="237"/>
                  <a:pt x="300" y="246"/>
                  <a:pt x="291" y="253"/>
                </a:cubicBezTo>
                <a:cubicBezTo>
                  <a:pt x="281" y="260"/>
                  <a:pt x="273" y="266"/>
                  <a:pt x="267" y="269"/>
                </a:cubicBezTo>
                <a:cubicBezTo>
                  <a:pt x="261" y="273"/>
                  <a:pt x="258" y="275"/>
                  <a:pt x="257" y="276"/>
                </a:cubicBezTo>
                <a:lnTo>
                  <a:pt x="270" y="285"/>
                </a:lnTo>
                <a:cubicBezTo>
                  <a:pt x="278" y="291"/>
                  <a:pt x="287" y="297"/>
                  <a:pt x="295" y="303"/>
                </a:cubicBezTo>
                <a:cubicBezTo>
                  <a:pt x="304" y="309"/>
                  <a:pt x="309" y="312"/>
                  <a:pt x="310" y="313"/>
                </a:cubicBezTo>
                <a:cubicBezTo>
                  <a:pt x="355" y="349"/>
                  <a:pt x="378" y="394"/>
                  <a:pt x="378" y="448"/>
                </a:cubicBezTo>
                <a:cubicBezTo>
                  <a:pt x="378" y="496"/>
                  <a:pt x="360" y="538"/>
                  <a:pt x="325" y="573"/>
                </a:cubicBezTo>
                <a:cubicBezTo>
                  <a:pt x="290" y="608"/>
                  <a:pt x="245" y="626"/>
                  <a:pt x="188" y="627"/>
                </a:cubicBezTo>
                <a:cubicBezTo>
                  <a:pt x="133" y="627"/>
                  <a:pt x="88" y="611"/>
                  <a:pt x="53" y="580"/>
                </a:cubicBezTo>
                <a:cubicBezTo>
                  <a:pt x="18" y="549"/>
                  <a:pt x="0" y="511"/>
                  <a:pt x="0" y="466"/>
                </a:cubicBezTo>
                <a:cubicBezTo>
                  <a:pt x="0" y="400"/>
                  <a:pt x="40" y="346"/>
                  <a:pt x="118" y="302"/>
                </a:cubicBezTo>
                <a:lnTo>
                  <a:pt x="101" y="290"/>
                </a:lnTo>
                <a:cubicBezTo>
                  <a:pt x="89" y="282"/>
                  <a:pt x="80" y="276"/>
                  <a:pt x="77" y="272"/>
                </a:cubicBezTo>
                <a:cubicBezTo>
                  <a:pt x="42" y="242"/>
                  <a:pt x="25" y="204"/>
                  <a:pt x="25" y="157"/>
                </a:cubicBezTo>
                <a:cubicBezTo>
                  <a:pt x="25" y="110"/>
                  <a:pt x="41" y="72"/>
                  <a:pt x="74" y="44"/>
                </a:cubicBezTo>
                <a:moveTo>
                  <a:pt x="221" y="256"/>
                </a:moveTo>
                <a:lnTo>
                  <a:pt x="227" y="252"/>
                </a:lnTo>
                <a:cubicBezTo>
                  <a:pt x="231" y="249"/>
                  <a:pt x="233" y="248"/>
                  <a:pt x="235" y="246"/>
                </a:cubicBezTo>
                <a:cubicBezTo>
                  <a:pt x="237" y="245"/>
                  <a:pt x="240" y="243"/>
                  <a:pt x="245" y="240"/>
                </a:cubicBezTo>
                <a:cubicBezTo>
                  <a:pt x="249" y="237"/>
                  <a:pt x="253" y="234"/>
                  <a:pt x="256" y="231"/>
                </a:cubicBezTo>
                <a:cubicBezTo>
                  <a:pt x="259" y="228"/>
                  <a:pt x="262" y="224"/>
                  <a:pt x="266" y="220"/>
                </a:cubicBezTo>
                <a:cubicBezTo>
                  <a:pt x="270" y="216"/>
                  <a:pt x="273" y="212"/>
                  <a:pt x="276" y="208"/>
                </a:cubicBezTo>
                <a:cubicBezTo>
                  <a:pt x="279" y="205"/>
                  <a:pt x="282" y="200"/>
                  <a:pt x="285" y="194"/>
                </a:cubicBezTo>
                <a:cubicBezTo>
                  <a:pt x="288" y="188"/>
                  <a:pt x="291" y="182"/>
                  <a:pt x="293" y="178"/>
                </a:cubicBezTo>
                <a:cubicBezTo>
                  <a:pt x="296" y="174"/>
                  <a:pt x="297" y="168"/>
                  <a:pt x="298" y="160"/>
                </a:cubicBezTo>
                <a:cubicBezTo>
                  <a:pt x="299" y="152"/>
                  <a:pt x="299" y="145"/>
                  <a:pt x="300" y="139"/>
                </a:cubicBezTo>
                <a:cubicBezTo>
                  <a:pt x="300" y="113"/>
                  <a:pt x="291" y="91"/>
                  <a:pt x="273" y="73"/>
                </a:cubicBezTo>
                <a:cubicBezTo>
                  <a:pt x="256" y="54"/>
                  <a:pt x="234" y="43"/>
                  <a:pt x="211" y="38"/>
                </a:cubicBezTo>
                <a:cubicBezTo>
                  <a:pt x="207" y="37"/>
                  <a:pt x="197" y="37"/>
                  <a:pt x="181" y="37"/>
                </a:cubicBezTo>
                <a:cubicBezTo>
                  <a:pt x="157" y="37"/>
                  <a:pt x="133" y="45"/>
                  <a:pt x="111" y="61"/>
                </a:cubicBezTo>
                <a:cubicBezTo>
                  <a:pt x="90" y="77"/>
                  <a:pt x="78" y="96"/>
                  <a:pt x="78" y="120"/>
                </a:cubicBezTo>
                <a:cubicBezTo>
                  <a:pt x="78" y="134"/>
                  <a:pt x="82" y="148"/>
                  <a:pt x="90" y="159"/>
                </a:cubicBezTo>
                <a:cubicBezTo>
                  <a:pt x="97" y="171"/>
                  <a:pt x="105" y="179"/>
                  <a:pt x="113" y="185"/>
                </a:cubicBezTo>
                <a:cubicBezTo>
                  <a:pt x="121" y="192"/>
                  <a:pt x="136" y="201"/>
                  <a:pt x="159" y="215"/>
                </a:cubicBezTo>
                <a:cubicBezTo>
                  <a:pt x="163" y="218"/>
                  <a:pt x="166" y="220"/>
                  <a:pt x="169" y="221"/>
                </a:cubicBezTo>
                <a:lnTo>
                  <a:pt x="221" y="256"/>
                </a:lnTo>
                <a:moveTo>
                  <a:pt x="189" y="587"/>
                </a:moveTo>
                <a:cubicBezTo>
                  <a:pt x="224" y="587"/>
                  <a:pt x="255" y="577"/>
                  <a:pt x="281" y="557"/>
                </a:cubicBezTo>
                <a:cubicBezTo>
                  <a:pt x="306" y="536"/>
                  <a:pt x="319" y="511"/>
                  <a:pt x="319" y="482"/>
                </a:cubicBezTo>
                <a:cubicBezTo>
                  <a:pt x="319" y="472"/>
                  <a:pt x="317" y="462"/>
                  <a:pt x="314" y="453"/>
                </a:cubicBezTo>
                <a:cubicBezTo>
                  <a:pt x="311" y="444"/>
                  <a:pt x="308" y="436"/>
                  <a:pt x="303" y="430"/>
                </a:cubicBezTo>
                <a:cubicBezTo>
                  <a:pt x="299" y="424"/>
                  <a:pt x="292" y="417"/>
                  <a:pt x="283" y="410"/>
                </a:cubicBezTo>
                <a:cubicBezTo>
                  <a:pt x="274" y="403"/>
                  <a:pt x="267" y="397"/>
                  <a:pt x="262" y="394"/>
                </a:cubicBezTo>
                <a:cubicBezTo>
                  <a:pt x="258" y="390"/>
                  <a:pt x="249" y="384"/>
                  <a:pt x="235" y="376"/>
                </a:cubicBezTo>
                <a:cubicBezTo>
                  <a:pt x="222" y="369"/>
                  <a:pt x="214" y="363"/>
                  <a:pt x="211" y="361"/>
                </a:cubicBezTo>
                <a:cubicBezTo>
                  <a:pt x="202" y="356"/>
                  <a:pt x="193" y="350"/>
                  <a:pt x="183" y="344"/>
                </a:cubicBezTo>
                <a:cubicBezTo>
                  <a:pt x="174" y="338"/>
                  <a:pt x="166" y="332"/>
                  <a:pt x="160" y="328"/>
                </a:cubicBezTo>
                <a:lnTo>
                  <a:pt x="152" y="324"/>
                </a:lnTo>
                <a:cubicBezTo>
                  <a:pt x="149" y="324"/>
                  <a:pt x="140" y="329"/>
                  <a:pt x="126" y="339"/>
                </a:cubicBezTo>
                <a:cubicBezTo>
                  <a:pt x="112" y="349"/>
                  <a:pt x="97" y="366"/>
                  <a:pt x="82" y="389"/>
                </a:cubicBezTo>
                <a:cubicBezTo>
                  <a:pt x="67" y="412"/>
                  <a:pt x="59" y="437"/>
                  <a:pt x="59" y="464"/>
                </a:cubicBezTo>
                <a:cubicBezTo>
                  <a:pt x="59" y="500"/>
                  <a:pt x="72" y="529"/>
                  <a:pt x="98" y="552"/>
                </a:cubicBezTo>
                <a:cubicBezTo>
                  <a:pt x="124" y="575"/>
                  <a:pt x="154" y="587"/>
                  <a:pt x="189" y="5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1" name=""/>
          <p:cNvSpPr/>
          <p:nvPr/>
        </p:nvSpPr>
        <p:spPr>
          <a:xfrm>
            <a:off x="5150880" y="2085840"/>
            <a:ext cx="137880" cy="225720"/>
          </a:xfrm>
          <a:custGeom>
            <a:avLst/>
            <a:gdLst/>
            <a:ahLst/>
            <a:rect l="0" t="0" r="r" b="b"/>
            <a:pathLst>
              <a:path w="383" h="627">
                <a:moveTo>
                  <a:pt x="52" y="74"/>
                </a:moveTo>
                <a:cubicBezTo>
                  <a:pt x="86" y="24"/>
                  <a:pt x="133" y="0"/>
                  <a:pt x="191" y="0"/>
                </a:cubicBezTo>
                <a:cubicBezTo>
                  <a:pt x="221" y="0"/>
                  <a:pt x="250" y="8"/>
                  <a:pt x="279" y="24"/>
                </a:cubicBezTo>
                <a:cubicBezTo>
                  <a:pt x="308" y="39"/>
                  <a:pt x="332" y="67"/>
                  <a:pt x="350" y="107"/>
                </a:cubicBezTo>
                <a:cubicBezTo>
                  <a:pt x="372" y="159"/>
                  <a:pt x="383" y="228"/>
                  <a:pt x="383" y="316"/>
                </a:cubicBezTo>
                <a:cubicBezTo>
                  <a:pt x="383" y="409"/>
                  <a:pt x="370" y="481"/>
                  <a:pt x="344" y="531"/>
                </a:cubicBezTo>
                <a:cubicBezTo>
                  <a:pt x="332" y="557"/>
                  <a:pt x="315" y="577"/>
                  <a:pt x="294" y="592"/>
                </a:cubicBezTo>
                <a:cubicBezTo>
                  <a:pt x="273" y="607"/>
                  <a:pt x="255" y="617"/>
                  <a:pt x="239" y="620"/>
                </a:cubicBezTo>
                <a:cubicBezTo>
                  <a:pt x="223" y="624"/>
                  <a:pt x="208" y="626"/>
                  <a:pt x="192" y="627"/>
                </a:cubicBezTo>
                <a:cubicBezTo>
                  <a:pt x="177" y="627"/>
                  <a:pt x="161" y="625"/>
                  <a:pt x="145" y="621"/>
                </a:cubicBezTo>
                <a:cubicBezTo>
                  <a:pt x="129" y="617"/>
                  <a:pt x="111" y="608"/>
                  <a:pt x="90" y="592"/>
                </a:cubicBezTo>
                <a:cubicBezTo>
                  <a:pt x="68" y="576"/>
                  <a:pt x="52" y="556"/>
                  <a:pt x="40" y="531"/>
                </a:cubicBezTo>
                <a:cubicBezTo>
                  <a:pt x="13" y="481"/>
                  <a:pt x="0" y="409"/>
                  <a:pt x="0" y="316"/>
                </a:cubicBezTo>
                <a:cubicBezTo>
                  <a:pt x="0" y="210"/>
                  <a:pt x="18" y="129"/>
                  <a:pt x="52" y="74"/>
                </a:cubicBezTo>
                <a:moveTo>
                  <a:pt x="257" y="63"/>
                </a:moveTo>
                <a:cubicBezTo>
                  <a:pt x="239" y="43"/>
                  <a:pt x="217" y="34"/>
                  <a:pt x="192" y="34"/>
                </a:cubicBezTo>
                <a:cubicBezTo>
                  <a:pt x="167" y="34"/>
                  <a:pt x="145" y="43"/>
                  <a:pt x="127" y="63"/>
                </a:cubicBezTo>
                <a:cubicBezTo>
                  <a:pt x="112" y="78"/>
                  <a:pt x="102" y="100"/>
                  <a:pt x="97" y="128"/>
                </a:cubicBezTo>
                <a:cubicBezTo>
                  <a:pt x="92" y="157"/>
                  <a:pt x="90" y="215"/>
                  <a:pt x="90" y="304"/>
                </a:cubicBezTo>
                <a:cubicBezTo>
                  <a:pt x="90" y="399"/>
                  <a:pt x="92" y="463"/>
                  <a:pt x="97" y="493"/>
                </a:cubicBezTo>
                <a:cubicBezTo>
                  <a:pt x="102" y="523"/>
                  <a:pt x="113" y="547"/>
                  <a:pt x="130" y="565"/>
                </a:cubicBezTo>
                <a:cubicBezTo>
                  <a:pt x="147" y="583"/>
                  <a:pt x="168" y="592"/>
                  <a:pt x="192" y="592"/>
                </a:cubicBezTo>
                <a:cubicBezTo>
                  <a:pt x="217" y="592"/>
                  <a:pt x="237" y="583"/>
                  <a:pt x="254" y="565"/>
                </a:cubicBezTo>
                <a:cubicBezTo>
                  <a:pt x="272" y="547"/>
                  <a:pt x="283" y="521"/>
                  <a:pt x="287" y="488"/>
                </a:cubicBezTo>
                <a:cubicBezTo>
                  <a:pt x="291" y="456"/>
                  <a:pt x="294" y="394"/>
                  <a:pt x="294" y="304"/>
                </a:cubicBezTo>
                <a:cubicBezTo>
                  <a:pt x="294" y="216"/>
                  <a:pt x="292" y="158"/>
                  <a:pt x="287" y="129"/>
                </a:cubicBezTo>
                <a:cubicBezTo>
                  <a:pt x="282" y="101"/>
                  <a:pt x="272" y="79"/>
                  <a:pt x="257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2" name=""/>
          <p:cNvSpPr txBox="1"/>
          <p:nvPr/>
        </p:nvSpPr>
        <p:spPr>
          <a:xfrm>
            <a:off x="1200240" y="2038320"/>
            <a:ext cx="30164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15 partners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のうち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11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が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3" name=""/>
          <p:cNvSpPr txBox="1"/>
          <p:nvPr/>
        </p:nvSpPr>
        <p:spPr>
          <a:xfrm>
            <a:off x="733320" y="2637000"/>
            <a:ext cx="54828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Rank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4" name=""/>
          <p:cNvSpPr/>
          <p:nvPr/>
        </p:nvSpPr>
        <p:spPr>
          <a:xfrm>
            <a:off x="2911320" y="2790720"/>
            <a:ext cx="170280" cy="138240"/>
          </a:xfrm>
          <a:custGeom>
            <a:avLst/>
            <a:gdLst/>
            <a:ahLst/>
            <a:rect l="0" t="0" r="r" b="b"/>
            <a:pathLst>
              <a:path w="473" h="384">
                <a:moveTo>
                  <a:pt x="0" y="132"/>
                </a:moveTo>
                <a:cubicBezTo>
                  <a:pt x="1" y="128"/>
                  <a:pt x="1" y="124"/>
                  <a:pt x="3" y="118"/>
                </a:cubicBezTo>
                <a:cubicBezTo>
                  <a:pt x="4" y="113"/>
                  <a:pt x="7" y="102"/>
                  <a:pt x="13" y="86"/>
                </a:cubicBezTo>
                <a:cubicBezTo>
                  <a:pt x="18" y="69"/>
                  <a:pt x="24" y="56"/>
                  <a:pt x="30" y="45"/>
                </a:cubicBezTo>
                <a:cubicBezTo>
                  <a:pt x="35" y="35"/>
                  <a:pt x="45" y="24"/>
                  <a:pt x="57" y="14"/>
                </a:cubicBezTo>
                <a:cubicBezTo>
                  <a:pt x="70" y="4"/>
                  <a:pt x="83" y="-1"/>
                  <a:pt x="96" y="0"/>
                </a:cubicBezTo>
                <a:cubicBezTo>
                  <a:pt x="117" y="0"/>
                  <a:pt x="133" y="5"/>
                  <a:pt x="147" y="15"/>
                </a:cubicBezTo>
                <a:cubicBezTo>
                  <a:pt x="161" y="25"/>
                  <a:pt x="169" y="35"/>
                  <a:pt x="172" y="44"/>
                </a:cubicBezTo>
                <a:cubicBezTo>
                  <a:pt x="177" y="53"/>
                  <a:pt x="178" y="59"/>
                  <a:pt x="178" y="62"/>
                </a:cubicBezTo>
                <a:cubicBezTo>
                  <a:pt x="178" y="63"/>
                  <a:pt x="179" y="63"/>
                  <a:pt x="179" y="63"/>
                </a:cubicBezTo>
                <a:lnTo>
                  <a:pt x="189" y="54"/>
                </a:lnTo>
                <a:cubicBezTo>
                  <a:pt x="223" y="18"/>
                  <a:pt x="262" y="0"/>
                  <a:pt x="306" y="0"/>
                </a:cubicBezTo>
                <a:cubicBezTo>
                  <a:pt x="336" y="0"/>
                  <a:pt x="361" y="7"/>
                  <a:pt x="379" y="23"/>
                </a:cubicBezTo>
                <a:cubicBezTo>
                  <a:pt x="398" y="38"/>
                  <a:pt x="408" y="60"/>
                  <a:pt x="408" y="90"/>
                </a:cubicBezTo>
                <a:cubicBezTo>
                  <a:pt x="409" y="120"/>
                  <a:pt x="398" y="164"/>
                  <a:pt x="376" y="223"/>
                </a:cubicBezTo>
                <a:cubicBezTo>
                  <a:pt x="354" y="282"/>
                  <a:pt x="343" y="318"/>
                  <a:pt x="344" y="330"/>
                </a:cubicBezTo>
                <a:cubicBezTo>
                  <a:pt x="344" y="345"/>
                  <a:pt x="349" y="352"/>
                  <a:pt x="358" y="352"/>
                </a:cubicBezTo>
                <a:cubicBezTo>
                  <a:pt x="362" y="352"/>
                  <a:pt x="364" y="352"/>
                  <a:pt x="366" y="351"/>
                </a:cubicBezTo>
                <a:cubicBezTo>
                  <a:pt x="382" y="349"/>
                  <a:pt x="397" y="338"/>
                  <a:pt x="410" y="319"/>
                </a:cubicBezTo>
                <a:cubicBezTo>
                  <a:pt x="423" y="301"/>
                  <a:pt x="433" y="278"/>
                  <a:pt x="439" y="252"/>
                </a:cubicBezTo>
                <a:cubicBezTo>
                  <a:pt x="441" y="247"/>
                  <a:pt x="446" y="245"/>
                  <a:pt x="456" y="245"/>
                </a:cubicBezTo>
                <a:cubicBezTo>
                  <a:pt x="468" y="245"/>
                  <a:pt x="473" y="247"/>
                  <a:pt x="473" y="252"/>
                </a:cubicBezTo>
                <a:cubicBezTo>
                  <a:pt x="473" y="252"/>
                  <a:pt x="472" y="257"/>
                  <a:pt x="470" y="264"/>
                </a:cubicBezTo>
                <a:cubicBezTo>
                  <a:pt x="465" y="281"/>
                  <a:pt x="459" y="297"/>
                  <a:pt x="451" y="313"/>
                </a:cubicBezTo>
                <a:cubicBezTo>
                  <a:pt x="443" y="328"/>
                  <a:pt x="430" y="344"/>
                  <a:pt x="412" y="360"/>
                </a:cubicBezTo>
                <a:cubicBezTo>
                  <a:pt x="394" y="376"/>
                  <a:pt x="375" y="383"/>
                  <a:pt x="354" y="383"/>
                </a:cubicBezTo>
                <a:cubicBezTo>
                  <a:pt x="328" y="383"/>
                  <a:pt x="309" y="375"/>
                  <a:pt x="297" y="360"/>
                </a:cubicBezTo>
                <a:cubicBezTo>
                  <a:pt x="285" y="345"/>
                  <a:pt x="279" y="329"/>
                  <a:pt x="279" y="313"/>
                </a:cubicBezTo>
                <a:cubicBezTo>
                  <a:pt x="279" y="302"/>
                  <a:pt x="289" y="268"/>
                  <a:pt x="309" y="211"/>
                </a:cubicBezTo>
                <a:cubicBezTo>
                  <a:pt x="330" y="154"/>
                  <a:pt x="340" y="112"/>
                  <a:pt x="341" y="83"/>
                </a:cubicBezTo>
                <a:cubicBezTo>
                  <a:pt x="341" y="49"/>
                  <a:pt x="328" y="32"/>
                  <a:pt x="303" y="32"/>
                </a:cubicBezTo>
                <a:lnTo>
                  <a:pt x="299" y="32"/>
                </a:lnTo>
                <a:cubicBezTo>
                  <a:pt x="251" y="32"/>
                  <a:pt x="210" y="60"/>
                  <a:pt x="177" y="118"/>
                </a:cubicBezTo>
                <a:lnTo>
                  <a:pt x="170" y="128"/>
                </a:lnTo>
                <a:lnTo>
                  <a:pt x="142" y="242"/>
                </a:lnTo>
                <a:cubicBezTo>
                  <a:pt x="123" y="315"/>
                  <a:pt x="113" y="355"/>
                  <a:pt x="110" y="361"/>
                </a:cubicBezTo>
                <a:cubicBezTo>
                  <a:pt x="103" y="376"/>
                  <a:pt x="90" y="384"/>
                  <a:pt x="74" y="384"/>
                </a:cubicBezTo>
                <a:cubicBezTo>
                  <a:pt x="66" y="384"/>
                  <a:pt x="60" y="382"/>
                  <a:pt x="56" y="378"/>
                </a:cubicBezTo>
                <a:cubicBezTo>
                  <a:pt x="51" y="375"/>
                  <a:pt x="48" y="372"/>
                  <a:pt x="46" y="368"/>
                </a:cubicBezTo>
                <a:cubicBezTo>
                  <a:pt x="45" y="365"/>
                  <a:pt x="44" y="362"/>
                  <a:pt x="45" y="360"/>
                </a:cubicBezTo>
                <a:cubicBezTo>
                  <a:pt x="45" y="353"/>
                  <a:pt x="56" y="307"/>
                  <a:pt x="77" y="222"/>
                </a:cubicBezTo>
                <a:cubicBezTo>
                  <a:pt x="98" y="138"/>
                  <a:pt x="110" y="92"/>
                  <a:pt x="111" y="84"/>
                </a:cubicBezTo>
                <a:cubicBezTo>
                  <a:pt x="111" y="82"/>
                  <a:pt x="112" y="74"/>
                  <a:pt x="112" y="64"/>
                </a:cubicBezTo>
                <a:cubicBezTo>
                  <a:pt x="112" y="42"/>
                  <a:pt x="105" y="31"/>
                  <a:pt x="91" y="31"/>
                </a:cubicBezTo>
                <a:cubicBezTo>
                  <a:pt x="70" y="31"/>
                  <a:pt x="52" y="59"/>
                  <a:pt x="38" y="117"/>
                </a:cubicBezTo>
                <a:cubicBezTo>
                  <a:pt x="35" y="128"/>
                  <a:pt x="33" y="134"/>
                  <a:pt x="33" y="134"/>
                </a:cubicBezTo>
                <a:cubicBezTo>
                  <a:pt x="32" y="138"/>
                  <a:pt x="26" y="139"/>
                  <a:pt x="17" y="139"/>
                </a:cubicBezTo>
                <a:lnTo>
                  <a:pt x="5" y="139"/>
                </a:lnTo>
                <a:cubicBezTo>
                  <a:pt x="2" y="136"/>
                  <a:pt x="0" y="133"/>
                  <a:pt x="0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5" name=""/>
          <p:cNvSpPr txBox="1"/>
          <p:nvPr/>
        </p:nvSpPr>
        <p:spPr>
          <a:xfrm>
            <a:off x="1667880" y="2637000"/>
            <a:ext cx="80892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Partner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6" name=""/>
          <p:cNvSpPr/>
          <p:nvPr/>
        </p:nvSpPr>
        <p:spPr>
          <a:xfrm>
            <a:off x="4608360" y="2858400"/>
            <a:ext cx="99000" cy="99000"/>
          </a:xfrm>
          <a:custGeom>
            <a:avLst/>
            <a:gdLst/>
            <a:ahLst/>
            <a:rect l="0" t="0" r="r" b="b"/>
            <a:pathLst>
              <a:path w="275" h="275">
                <a:moveTo>
                  <a:pt x="61" y="85"/>
                </a:moveTo>
                <a:cubicBezTo>
                  <a:pt x="61" y="85"/>
                  <a:pt x="57" y="85"/>
                  <a:pt x="48" y="85"/>
                </a:cubicBezTo>
                <a:cubicBezTo>
                  <a:pt x="39" y="85"/>
                  <a:pt x="32" y="82"/>
                  <a:pt x="26" y="76"/>
                </a:cubicBezTo>
                <a:cubicBezTo>
                  <a:pt x="20" y="70"/>
                  <a:pt x="17" y="63"/>
                  <a:pt x="17" y="53"/>
                </a:cubicBezTo>
                <a:cubicBezTo>
                  <a:pt x="17" y="39"/>
                  <a:pt x="24" y="27"/>
                  <a:pt x="37" y="16"/>
                </a:cubicBezTo>
                <a:cubicBezTo>
                  <a:pt x="51" y="5"/>
                  <a:pt x="75" y="0"/>
                  <a:pt x="110" y="0"/>
                </a:cubicBezTo>
                <a:cubicBezTo>
                  <a:pt x="139" y="0"/>
                  <a:pt x="162" y="6"/>
                  <a:pt x="180" y="19"/>
                </a:cubicBezTo>
                <a:cubicBezTo>
                  <a:pt x="198" y="32"/>
                  <a:pt x="210" y="47"/>
                  <a:pt x="217" y="64"/>
                </a:cubicBezTo>
                <a:cubicBezTo>
                  <a:pt x="219" y="70"/>
                  <a:pt x="220" y="76"/>
                  <a:pt x="220" y="83"/>
                </a:cubicBezTo>
                <a:cubicBezTo>
                  <a:pt x="220" y="90"/>
                  <a:pt x="220" y="113"/>
                  <a:pt x="221" y="153"/>
                </a:cubicBezTo>
                <a:lnTo>
                  <a:pt x="221" y="194"/>
                </a:lnTo>
                <a:cubicBezTo>
                  <a:pt x="221" y="214"/>
                  <a:pt x="222" y="227"/>
                  <a:pt x="224" y="234"/>
                </a:cubicBezTo>
                <a:cubicBezTo>
                  <a:pt x="226" y="241"/>
                  <a:pt x="230" y="245"/>
                  <a:pt x="236" y="245"/>
                </a:cubicBezTo>
                <a:cubicBezTo>
                  <a:pt x="242" y="245"/>
                  <a:pt x="246" y="241"/>
                  <a:pt x="248" y="235"/>
                </a:cubicBezTo>
                <a:cubicBezTo>
                  <a:pt x="250" y="229"/>
                  <a:pt x="251" y="218"/>
                  <a:pt x="251" y="203"/>
                </a:cubicBezTo>
                <a:lnTo>
                  <a:pt x="251" y="182"/>
                </a:lnTo>
                <a:lnTo>
                  <a:pt x="275" y="182"/>
                </a:lnTo>
                <a:lnTo>
                  <a:pt x="275" y="205"/>
                </a:lnTo>
                <a:cubicBezTo>
                  <a:pt x="275" y="221"/>
                  <a:pt x="274" y="230"/>
                  <a:pt x="273" y="233"/>
                </a:cubicBezTo>
                <a:cubicBezTo>
                  <a:pt x="270" y="245"/>
                  <a:pt x="263" y="255"/>
                  <a:pt x="252" y="261"/>
                </a:cubicBezTo>
                <a:cubicBezTo>
                  <a:pt x="242" y="268"/>
                  <a:pt x="231" y="272"/>
                  <a:pt x="219" y="272"/>
                </a:cubicBezTo>
                <a:cubicBezTo>
                  <a:pt x="207" y="272"/>
                  <a:pt x="198" y="269"/>
                  <a:pt x="190" y="261"/>
                </a:cubicBezTo>
                <a:cubicBezTo>
                  <a:pt x="183" y="254"/>
                  <a:pt x="178" y="245"/>
                  <a:pt x="176" y="236"/>
                </a:cubicBezTo>
                <a:lnTo>
                  <a:pt x="176" y="234"/>
                </a:lnTo>
                <a:lnTo>
                  <a:pt x="175" y="236"/>
                </a:lnTo>
                <a:cubicBezTo>
                  <a:pt x="174" y="237"/>
                  <a:pt x="173" y="238"/>
                  <a:pt x="172" y="239"/>
                </a:cubicBezTo>
                <a:cubicBezTo>
                  <a:pt x="171" y="240"/>
                  <a:pt x="169" y="242"/>
                  <a:pt x="167" y="245"/>
                </a:cubicBezTo>
                <a:cubicBezTo>
                  <a:pt x="165" y="247"/>
                  <a:pt x="163" y="249"/>
                  <a:pt x="160" y="251"/>
                </a:cubicBezTo>
                <a:cubicBezTo>
                  <a:pt x="157" y="253"/>
                  <a:pt x="154" y="256"/>
                  <a:pt x="151" y="258"/>
                </a:cubicBezTo>
                <a:cubicBezTo>
                  <a:pt x="148" y="261"/>
                  <a:pt x="144" y="263"/>
                  <a:pt x="140" y="265"/>
                </a:cubicBezTo>
                <a:cubicBezTo>
                  <a:pt x="136" y="267"/>
                  <a:pt x="132" y="268"/>
                  <a:pt x="127" y="270"/>
                </a:cubicBezTo>
                <a:cubicBezTo>
                  <a:pt x="122" y="271"/>
                  <a:pt x="117" y="272"/>
                  <a:pt x="112" y="273"/>
                </a:cubicBezTo>
                <a:cubicBezTo>
                  <a:pt x="106" y="274"/>
                  <a:pt x="100" y="275"/>
                  <a:pt x="93" y="275"/>
                </a:cubicBezTo>
                <a:cubicBezTo>
                  <a:pt x="69" y="275"/>
                  <a:pt x="48" y="269"/>
                  <a:pt x="29" y="257"/>
                </a:cubicBezTo>
                <a:cubicBezTo>
                  <a:pt x="9" y="244"/>
                  <a:pt x="0" y="227"/>
                  <a:pt x="0" y="205"/>
                </a:cubicBezTo>
                <a:cubicBezTo>
                  <a:pt x="0" y="196"/>
                  <a:pt x="1" y="188"/>
                  <a:pt x="4" y="181"/>
                </a:cubicBezTo>
                <a:cubicBezTo>
                  <a:pt x="7" y="173"/>
                  <a:pt x="12" y="165"/>
                  <a:pt x="20" y="156"/>
                </a:cubicBezTo>
                <a:cubicBezTo>
                  <a:pt x="28" y="148"/>
                  <a:pt x="38" y="139"/>
                  <a:pt x="49" y="133"/>
                </a:cubicBezTo>
                <a:cubicBezTo>
                  <a:pt x="60" y="127"/>
                  <a:pt x="76" y="122"/>
                  <a:pt x="95" y="116"/>
                </a:cubicBezTo>
                <a:cubicBezTo>
                  <a:pt x="115" y="111"/>
                  <a:pt x="137" y="108"/>
                  <a:pt x="161" y="107"/>
                </a:cubicBezTo>
                <a:lnTo>
                  <a:pt x="169" y="107"/>
                </a:lnTo>
                <a:lnTo>
                  <a:pt x="169" y="94"/>
                </a:lnTo>
                <a:cubicBezTo>
                  <a:pt x="169" y="81"/>
                  <a:pt x="168" y="71"/>
                  <a:pt x="166" y="64"/>
                </a:cubicBezTo>
                <a:cubicBezTo>
                  <a:pt x="157" y="36"/>
                  <a:pt x="138" y="22"/>
                  <a:pt x="108" y="22"/>
                </a:cubicBezTo>
                <a:cubicBezTo>
                  <a:pt x="101" y="22"/>
                  <a:pt x="94" y="22"/>
                  <a:pt x="88" y="23"/>
                </a:cubicBezTo>
                <a:cubicBezTo>
                  <a:pt x="81" y="23"/>
                  <a:pt x="76" y="24"/>
                  <a:pt x="73" y="25"/>
                </a:cubicBezTo>
                <a:cubicBezTo>
                  <a:pt x="69" y="26"/>
                  <a:pt x="68" y="27"/>
                  <a:pt x="68" y="27"/>
                </a:cubicBezTo>
                <a:cubicBezTo>
                  <a:pt x="77" y="33"/>
                  <a:pt x="81" y="42"/>
                  <a:pt x="81" y="53"/>
                </a:cubicBezTo>
                <a:cubicBezTo>
                  <a:pt x="81" y="63"/>
                  <a:pt x="78" y="71"/>
                  <a:pt x="72" y="76"/>
                </a:cubicBezTo>
                <a:lnTo>
                  <a:pt x="61" y="85"/>
                </a:lnTo>
                <a:moveTo>
                  <a:pt x="55" y="205"/>
                </a:moveTo>
                <a:cubicBezTo>
                  <a:pt x="55" y="218"/>
                  <a:pt x="60" y="229"/>
                  <a:pt x="69" y="238"/>
                </a:cubicBezTo>
                <a:cubicBezTo>
                  <a:pt x="79" y="248"/>
                  <a:pt x="90" y="253"/>
                  <a:pt x="104" y="253"/>
                </a:cubicBezTo>
                <a:cubicBezTo>
                  <a:pt x="120" y="253"/>
                  <a:pt x="133" y="248"/>
                  <a:pt x="144" y="239"/>
                </a:cubicBezTo>
                <a:cubicBezTo>
                  <a:pt x="156" y="230"/>
                  <a:pt x="164" y="218"/>
                  <a:pt x="168" y="203"/>
                </a:cubicBezTo>
                <a:cubicBezTo>
                  <a:pt x="168" y="201"/>
                  <a:pt x="169" y="188"/>
                  <a:pt x="169" y="164"/>
                </a:cubicBezTo>
                <a:cubicBezTo>
                  <a:pt x="169" y="140"/>
                  <a:pt x="169" y="128"/>
                  <a:pt x="169" y="128"/>
                </a:cubicBezTo>
                <a:cubicBezTo>
                  <a:pt x="166" y="128"/>
                  <a:pt x="161" y="129"/>
                  <a:pt x="156" y="129"/>
                </a:cubicBezTo>
                <a:cubicBezTo>
                  <a:pt x="151" y="129"/>
                  <a:pt x="142" y="131"/>
                  <a:pt x="129" y="134"/>
                </a:cubicBezTo>
                <a:cubicBezTo>
                  <a:pt x="117" y="138"/>
                  <a:pt x="105" y="142"/>
                  <a:pt x="95" y="147"/>
                </a:cubicBezTo>
                <a:cubicBezTo>
                  <a:pt x="84" y="152"/>
                  <a:pt x="75" y="159"/>
                  <a:pt x="67" y="169"/>
                </a:cubicBezTo>
                <a:cubicBezTo>
                  <a:pt x="59" y="179"/>
                  <a:pt x="55" y="191"/>
                  <a:pt x="55" y="20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7" name=""/>
          <p:cNvSpPr/>
          <p:nvPr/>
        </p:nvSpPr>
        <p:spPr>
          <a:xfrm>
            <a:off x="4714560" y="2857320"/>
            <a:ext cx="98640" cy="142200"/>
          </a:xfrm>
          <a:custGeom>
            <a:avLst/>
            <a:gdLst/>
            <a:ahLst/>
            <a:rect l="0" t="0" r="r" b="b"/>
            <a:pathLst>
              <a:path w="274" h="395">
                <a:moveTo>
                  <a:pt x="181" y="26"/>
                </a:moveTo>
                <a:cubicBezTo>
                  <a:pt x="198" y="9"/>
                  <a:pt x="218" y="0"/>
                  <a:pt x="240" y="0"/>
                </a:cubicBezTo>
                <a:cubicBezTo>
                  <a:pt x="252" y="0"/>
                  <a:pt x="261" y="4"/>
                  <a:pt x="266" y="11"/>
                </a:cubicBezTo>
                <a:cubicBezTo>
                  <a:pt x="271" y="19"/>
                  <a:pt x="274" y="26"/>
                  <a:pt x="274" y="34"/>
                </a:cubicBezTo>
                <a:cubicBezTo>
                  <a:pt x="274" y="40"/>
                  <a:pt x="272" y="45"/>
                  <a:pt x="268" y="49"/>
                </a:cubicBezTo>
                <a:cubicBezTo>
                  <a:pt x="265" y="53"/>
                  <a:pt x="259" y="56"/>
                  <a:pt x="252" y="56"/>
                </a:cubicBezTo>
                <a:cubicBezTo>
                  <a:pt x="239" y="56"/>
                  <a:pt x="232" y="50"/>
                  <a:pt x="230" y="38"/>
                </a:cubicBezTo>
                <a:cubicBezTo>
                  <a:pt x="229" y="32"/>
                  <a:pt x="230" y="28"/>
                  <a:pt x="232" y="25"/>
                </a:cubicBezTo>
                <a:cubicBezTo>
                  <a:pt x="232" y="25"/>
                  <a:pt x="232" y="24"/>
                  <a:pt x="233" y="23"/>
                </a:cubicBezTo>
                <a:cubicBezTo>
                  <a:pt x="221" y="24"/>
                  <a:pt x="211" y="28"/>
                  <a:pt x="201" y="36"/>
                </a:cubicBezTo>
                <a:cubicBezTo>
                  <a:pt x="198" y="38"/>
                  <a:pt x="196" y="39"/>
                  <a:pt x="196" y="40"/>
                </a:cubicBezTo>
                <a:cubicBezTo>
                  <a:pt x="196" y="40"/>
                  <a:pt x="197" y="41"/>
                  <a:pt x="198" y="43"/>
                </a:cubicBezTo>
                <a:cubicBezTo>
                  <a:pt x="200" y="45"/>
                  <a:pt x="202" y="47"/>
                  <a:pt x="204" y="50"/>
                </a:cubicBezTo>
                <a:cubicBezTo>
                  <a:pt x="206" y="53"/>
                  <a:pt x="208" y="57"/>
                  <a:pt x="210" y="61"/>
                </a:cubicBezTo>
                <a:cubicBezTo>
                  <a:pt x="213" y="65"/>
                  <a:pt x="215" y="70"/>
                  <a:pt x="216" y="76"/>
                </a:cubicBezTo>
                <a:cubicBezTo>
                  <a:pt x="217" y="83"/>
                  <a:pt x="218" y="89"/>
                  <a:pt x="218" y="96"/>
                </a:cubicBezTo>
                <a:cubicBezTo>
                  <a:pt x="218" y="122"/>
                  <a:pt x="208" y="143"/>
                  <a:pt x="189" y="160"/>
                </a:cubicBezTo>
                <a:cubicBezTo>
                  <a:pt x="169" y="177"/>
                  <a:pt x="145" y="186"/>
                  <a:pt x="117" y="186"/>
                </a:cubicBezTo>
                <a:cubicBezTo>
                  <a:pt x="97" y="186"/>
                  <a:pt x="76" y="181"/>
                  <a:pt x="57" y="169"/>
                </a:cubicBezTo>
                <a:cubicBezTo>
                  <a:pt x="52" y="177"/>
                  <a:pt x="50" y="184"/>
                  <a:pt x="50" y="192"/>
                </a:cubicBezTo>
                <a:cubicBezTo>
                  <a:pt x="50" y="206"/>
                  <a:pt x="55" y="216"/>
                  <a:pt x="66" y="223"/>
                </a:cubicBezTo>
                <a:cubicBezTo>
                  <a:pt x="69" y="226"/>
                  <a:pt x="73" y="227"/>
                  <a:pt x="76" y="227"/>
                </a:cubicBezTo>
                <a:cubicBezTo>
                  <a:pt x="79" y="227"/>
                  <a:pt x="93" y="227"/>
                  <a:pt x="120" y="228"/>
                </a:cubicBezTo>
                <a:cubicBezTo>
                  <a:pt x="153" y="228"/>
                  <a:pt x="175" y="230"/>
                  <a:pt x="184" y="232"/>
                </a:cubicBezTo>
                <a:cubicBezTo>
                  <a:pt x="208" y="235"/>
                  <a:pt x="228" y="243"/>
                  <a:pt x="241" y="256"/>
                </a:cubicBezTo>
                <a:cubicBezTo>
                  <a:pt x="257" y="272"/>
                  <a:pt x="265" y="291"/>
                  <a:pt x="265" y="315"/>
                </a:cubicBezTo>
                <a:cubicBezTo>
                  <a:pt x="265" y="341"/>
                  <a:pt x="249" y="362"/>
                  <a:pt x="218" y="376"/>
                </a:cubicBezTo>
                <a:cubicBezTo>
                  <a:pt x="194" y="388"/>
                  <a:pt x="166" y="395"/>
                  <a:pt x="133" y="395"/>
                </a:cubicBezTo>
                <a:cubicBezTo>
                  <a:pt x="100" y="395"/>
                  <a:pt x="71" y="388"/>
                  <a:pt x="47" y="376"/>
                </a:cubicBezTo>
                <a:cubicBezTo>
                  <a:pt x="16" y="362"/>
                  <a:pt x="0" y="342"/>
                  <a:pt x="0" y="316"/>
                </a:cubicBezTo>
                <a:cubicBezTo>
                  <a:pt x="0" y="302"/>
                  <a:pt x="5" y="290"/>
                  <a:pt x="13" y="280"/>
                </a:cubicBezTo>
                <a:cubicBezTo>
                  <a:pt x="21" y="271"/>
                  <a:pt x="30" y="264"/>
                  <a:pt x="38" y="261"/>
                </a:cubicBezTo>
                <a:lnTo>
                  <a:pt x="45" y="257"/>
                </a:lnTo>
                <a:cubicBezTo>
                  <a:pt x="30" y="245"/>
                  <a:pt x="23" y="228"/>
                  <a:pt x="23" y="207"/>
                </a:cubicBezTo>
                <a:cubicBezTo>
                  <a:pt x="23" y="188"/>
                  <a:pt x="29" y="171"/>
                  <a:pt x="40" y="156"/>
                </a:cubicBezTo>
                <a:cubicBezTo>
                  <a:pt x="23" y="139"/>
                  <a:pt x="14" y="118"/>
                  <a:pt x="14" y="96"/>
                </a:cubicBezTo>
                <a:cubicBezTo>
                  <a:pt x="14" y="71"/>
                  <a:pt x="24" y="50"/>
                  <a:pt x="44" y="33"/>
                </a:cubicBezTo>
                <a:cubicBezTo>
                  <a:pt x="64" y="16"/>
                  <a:pt x="88" y="7"/>
                  <a:pt x="117" y="7"/>
                </a:cubicBezTo>
                <a:cubicBezTo>
                  <a:pt x="138" y="7"/>
                  <a:pt x="156" y="12"/>
                  <a:pt x="174" y="22"/>
                </a:cubicBezTo>
                <a:lnTo>
                  <a:pt x="181" y="26"/>
                </a:lnTo>
                <a:moveTo>
                  <a:pt x="163" y="66"/>
                </a:moveTo>
                <a:cubicBezTo>
                  <a:pt x="161" y="55"/>
                  <a:pt x="156" y="46"/>
                  <a:pt x="147" y="39"/>
                </a:cubicBezTo>
                <a:cubicBezTo>
                  <a:pt x="139" y="33"/>
                  <a:pt x="128" y="30"/>
                  <a:pt x="116" y="29"/>
                </a:cubicBezTo>
                <a:cubicBezTo>
                  <a:pt x="105" y="29"/>
                  <a:pt x="94" y="32"/>
                  <a:pt x="85" y="39"/>
                </a:cubicBezTo>
                <a:cubicBezTo>
                  <a:pt x="77" y="45"/>
                  <a:pt x="72" y="54"/>
                  <a:pt x="70" y="66"/>
                </a:cubicBezTo>
                <a:cubicBezTo>
                  <a:pt x="69" y="72"/>
                  <a:pt x="68" y="83"/>
                  <a:pt x="68" y="96"/>
                </a:cubicBezTo>
                <a:cubicBezTo>
                  <a:pt x="68" y="114"/>
                  <a:pt x="69" y="128"/>
                  <a:pt x="72" y="136"/>
                </a:cubicBezTo>
                <a:cubicBezTo>
                  <a:pt x="75" y="144"/>
                  <a:pt x="81" y="151"/>
                  <a:pt x="90" y="157"/>
                </a:cubicBezTo>
                <a:cubicBezTo>
                  <a:pt x="98" y="161"/>
                  <a:pt x="106" y="163"/>
                  <a:pt x="117" y="163"/>
                </a:cubicBezTo>
                <a:cubicBezTo>
                  <a:pt x="125" y="163"/>
                  <a:pt x="133" y="161"/>
                  <a:pt x="139" y="159"/>
                </a:cubicBezTo>
                <a:cubicBezTo>
                  <a:pt x="146" y="156"/>
                  <a:pt x="150" y="152"/>
                  <a:pt x="153" y="148"/>
                </a:cubicBezTo>
                <a:cubicBezTo>
                  <a:pt x="156" y="144"/>
                  <a:pt x="158" y="140"/>
                  <a:pt x="160" y="136"/>
                </a:cubicBezTo>
                <a:cubicBezTo>
                  <a:pt x="161" y="132"/>
                  <a:pt x="162" y="129"/>
                  <a:pt x="163" y="127"/>
                </a:cubicBezTo>
                <a:cubicBezTo>
                  <a:pt x="164" y="121"/>
                  <a:pt x="164" y="110"/>
                  <a:pt x="164" y="96"/>
                </a:cubicBezTo>
                <a:cubicBezTo>
                  <a:pt x="164" y="83"/>
                  <a:pt x="164" y="72"/>
                  <a:pt x="163" y="66"/>
                </a:cubicBezTo>
                <a:moveTo>
                  <a:pt x="225" y="316"/>
                </a:moveTo>
                <a:cubicBezTo>
                  <a:pt x="225" y="306"/>
                  <a:pt x="222" y="298"/>
                  <a:pt x="216" y="292"/>
                </a:cubicBezTo>
                <a:cubicBezTo>
                  <a:pt x="211" y="285"/>
                  <a:pt x="203" y="281"/>
                  <a:pt x="192" y="278"/>
                </a:cubicBezTo>
                <a:cubicBezTo>
                  <a:pt x="181" y="275"/>
                  <a:pt x="171" y="274"/>
                  <a:pt x="163" y="273"/>
                </a:cubicBezTo>
                <a:cubicBezTo>
                  <a:pt x="154" y="272"/>
                  <a:pt x="143" y="272"/>
                  <a:pt x="130" y="272"/>
                </a:cubicBezTo>
                <a:lnTo>
                  <a:pt x="114" y="272"/>
                </a:lnTo>
                <a:cubicBezTo>
                  <a:pt x="87" y="272"/>
                  <a:pt x="71" y="273"/>
                  <a:pt x="66" y="275"/>
                </a:cubicBezTo>
                <a:cubicBezTo>
                  <a:pt x="58" y="279"/>
                  <a:pt x="51" y="284"/>
                  <a:pt x="47" y="292"/>
                </a:cubicBezTo>
                <a:cubicBezTo>
                  <a:pt x="43" y="299"/>
                  <a:pt x="40" y="307"/>
                  <a:pt x="40" y="316"/>
                </a:cubicBezTo>
                <a:cubicBezTo>
                  <a:pt x="40" y="320"/>
                  <a:pt x="41" y="324"/>
                  <a:pt x="43" y="329"/>
                </a:cubicBezTo>
                <a:cubicBezTo>
                  <a:pt x="46" y="335"/>
                  <a:pt x="50" y="341"/>
                  <a:pt x="56" y="347"/>
                </a:cubicBezTo>
                <a:cubicBezTo>
                  <a:pt x="62" y="354"/>
                  <a:pt x="72" y="360"/>
                  <a:pt x="85" y="364"/>
                </a:cubicBezTo>
                <a:cubicBezTo>
                  <a:pt x="99" y="368"/>
                  <a:pt x="115" y="371"/>
                  <a:pt x="133" y="371"/>
                </a:cubicBezTo>
                <a:cubicBezTo>
                  <a:pt x="161" y="371"/>
                  <a:pt x="183" y="366"/>
                  <a:pt x="200" y="355"/>
                </a:cubicBezTo>
                <a:cubicBezTo>
                  <a:pt x="216" y="343"/>
                  <a:pt x="225" y="331"/>
                  <a:pt x="225" y="3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8" name=""/>
          <p:cNvSpPr/>
          <p:nvPr/>
        </p:nvSpPr>
        <p:spPr>
          <a:xfrm>
            <a:off x="4821840" y="2858400"/>
            <a:ext cx="83520" cy="99000"/>
          </a:xfrm>
          <a:custGeom>
            <a:avLst/>
            <a:gdLst/>
            <a:ahLst/>
            <a:rect l="0" t="0" r="r" b="b"/>
            <a:pathLst>
              <a:path w="232" h="275">
                <a:moveTo>
                  <a:pt x="0" y="137"/>
                </a:moveTo>
                <a:cubicBezTo>
                  <a:pt x="0" y="115"/>
                  <a:pt x="4" y="96"/>
                  <a:pt x="12" y="78"/>
                </a:cubicBezTo>
                <a:cubicBezTo>
                  <a:pt x="20" y="60"/>
                  <a:pt x="30" y="45"/>
                  <a:pt x="42" y="34"/>
                </a:cubicBezTo>
                <a:cubicBezTo>
                  <a:pt x="54" y="23"/>
                  <a:pt x="67" y="15"/>
                  <a:pt x="81" y="9"/>
                </a:cubicBezTo>
                <a:cubicBezTo>
                  <a:pt x="95" y="3"/>
                  <a:pt x="108" y="0"/>
                  <a:pt x="121" y="0"/>
                </a:cubicBezTo>
                <a:cubicBezTo>
                  <a:pt x="143" y="0"/>
                  <a:pt x="161" y="4"/>
                  <a:pt x="176" y="11"/>
                </a:cubicBezTo>
                <a:cubicBezTo>
                  <a:pt x="191" y="18"/>
                  <a:pt x="202" y="28"/>
                  <a:pt x="210" y="41"/>
                </a:cubicBezTo>
                <a:cubicBezTo>
                  <a:pt x="218" y="53"/>
                  <a:pt x="224" y="66"/>
                  <a:pt x="227" y="79"/>
                </a:cubicBezTo>
                <a:cubicBezTo>
                  <a:pt x="230" y="92"/>
                  <a:pt x="232" y="106"/>
                  <a:pt x="232" y="121"/>
                </a:cubicBezTo>
                <a:cubicBezTo>
                  <a:pt x="232" y="124"/>
                  <a:pt x="231" y="127"/>
                  <a:pt x="228" y="130"/>
                </a:cubicBezTo>
                <a:lnTo>
                  <a:pt x="59" y="130"/>
                </a:lnTo>
                <a:lnTo>
                  <a:pt x="59" y="139"/>
                </a:lnTo>
                <a:cubicBezTo>
                  <a:pt x="59" y="198"/>
                  <a:pt x="79" y="234"/>
                  <a:pt x="119" y="247"/>
                </a:cubicBezTo>
                <a:cubicBezTo>
                  <a:pt x="128" y="249"/>
                  <a:pt x="136" y="251"/>
                  <a:pt x="146" y="251"/>
                </a:cubicBezTo>
                <a:cubicBezTo>
                  <a:pt x="163" y="251"/>
                  <a:pt x="177" y="244"/>
                  <a:pt x="189" y="231"/>
                </a:cubicBezTo>
                <a:cubicBezTo>
                  <a:pt x="196" y="225"/>
                  <a:pt x="201" y="216"/>
                  <a:pt x="205" y="206"/>
                </a:cubicBezTo>
                <a:lnTo>
                  <a:pt x="211" y="192"/>
                </a:lnTo>
                <a:cubicBezTo>
                  <a:pt x="212" y="191"/>
                  <a:pt x="215" y="190"/>
                  <a:pt x="221" y="190"/>
                </a:cubicBezTo>
                <a:lnTo>
                  <a:pt x="222" y="190"/>
                </a:lnTo>
                <a:cubicBezTo>
                  <a:pt x="229" y="190"/>
                  <a:pt x="232" y="192"/>
                  <a:pt x="232" y="196"/>
                </a:cubicBezTo>
                <a:cubicBezTo>
                  <a:pt x="232" y="198"/>
                  <a:pt x="232" y="200"/>
                  <a:pt x="231" y="204"/>
                </a:cubicBezTo>
                <a:cubicBezTo>
                  <a:pt x="223" y="226"/>
                  <a:pt x="211" y="243"/>
                  <a:pt x="193" y="256"/>
                </a:cubicBezTo>
                <a:cubicBezTo>
                  <a:pt x="176" y="269"/>
                  <a:pt x="156" y="275"/>
                  <a:pt x="134" y="275"/>
                </a:cubicBezTo>
                <a:cubicBezTo>
                  <a:pt x="95" y="275"/>
                  <a:pt x="64" y="261"/>
                  <a:pt x="39" y="234"/>
                </a:cubicBezTo>
                <a:cubicBezTo>
                  <a:pt x="14" y="206"/>
                  <a:pt x="1" y="175"/>
                  <a:pt x="0" y="137"/>
                </a:cubicBezTo>
                <a:moveTo>
                  <a:pt x="184" y="103"/>
                </a:moveTo>
                <a:cubicBezTo>
                  <a:pt x="179" y="52"/>
                  <a:pt x="160" y="25"/>
                  <a:pt x="127" y="22"/>
                </a:cubicBezTo>
                <a:lnTo>
                  <a:pt x="126" y="22"/>
                </a:lnTo>
                <a:cubicBezTo>
                  <a:pt x="122" y="22"/>
                  <a:pt x="118" y="22"/>
                  <a:pt x="115" y="23"/>
                </a:cubicBezTo>
                <a:cubicBezTo>
                  <a:pt x="112" y="23"/>
                  <a:pt x="107" y="25"/>
                  <a:pt x="100" y="27"/>
                </a:cubicBezTo>
                <a:cubicBezTo>
                  <a:pt x="93" y="30"/>
                  <a:pt x="88" y="34"/>
                  <a:pt x="83" y="40"/>
                </a:cubicBezTo>
                <a:cubicBezTo>
                  <a:pt x="78" y="46"/>
                  <a:pt x="73" y="54"/>
                  <a:pt x="69" y="64"/>
                </a:cubicBezTo>
                <a:cubicBezTo>
                  <a:pt x="65" y="75"/>
                  <a:pt x="62" y="88"/>
                  <a:pt x="60" y="104"/>
                </a:cubicBezTo>
                <a:lnTo>
                  <a:pt x="60" y="108"/>
                </a:lnTo>
                <a:lnTo>
                  <a:pt x="184" y="108"/>
                </a:lnTo>
                <a:lnTo>
                  <a:pt x="184" y="10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09" name=""/>
          <p:cNvSpPr txBox="1"/>
          <p:nvPr/>
        </p:nvSpPr>
        <p:spPr>
          <a:xfrm>
            <a:off x="3769920" y="2617920"/>
            <a:ext cx="76248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nABCD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0" name=""/>
          <p:cNvSpPr txBox="1"/>
          <p:nvPr/>
        </p:nvSpPr>
        <p:spPr>
          <a:xfrm>
            <a:off x="4931280" y="2617920"/>
            <a:ext cx="95364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 [95% CI]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1" name=""/>
          <p:cNvSpPr txBox="1"/>
          <p:nvPr/>
        </p:nvSpPr>
        <p:spPr>
          <a:xfrm>
            <a:off x="733320" y="32004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1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2" name=""/>
          <p:cNvSpPr txBox="1"/>
          <p:nvPr/>
        </p:nvSpPr>
        <p:spPr>
          <a:xfrm>
            <a:off x="1667880" y="3200400"/>
            <a:ext cx="296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R5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3" name=""/>
          <p:cNvSpPr txBox="1"/>
          <p:nvPr/>
        </p:nvSpPr>
        <p:spPr>
          <a:xfrm>
            <a:off x="2905560" y="3200400"/>
            <a:ext cx="552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1909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4" name=""/>
          <p:cNvSpPr txBox="1"/>
          <p:nvPr/>
        </p:nvSpPr>
        <p:spPr>
          <a:xfrm>
            <a:off x="3769920" y="3200400"/>
            <a:ext cx="2210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0.022 [0.020, 0.052]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5" name=""/>
          <p:cNvSpPr txBox="1"/>
          <p:nvPr/>
        </p:nvSpPr>
        <p:spPr>
          <a:xfrm>
            <a:off x="733320" y="36860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2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6" name=""/>
          <p:cNvSpPr txBox="1"/>
          <p:nvPr/>
        </p:nvSpPr>
        <p:spPr>
          <a:xfrm>
            <a:off x="1667880" y="3686040"/>
            <a:ext cx="296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R7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7" name=""/>
          <p:cNvSpPr txBox="1"/>
          <p:nvPr/>
        </p:nvSpPr>
        <p:spPr>
          <a:xfrm>
            <a:off x="2905560" y="3686040"/>
            <a:ext cx="552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3150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8" name=""/>
          <p:cNvSpPr txBox="1"/>
          <p:nvPr/>
        </p:nvSpPr>
        <p:spPr>
          <a:xfrm>
            <a:off x="3769920" y="3686040"/>
            <a:ext cx="2210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0.022 [0.016, 0.052]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19" name=""/>
          <p:cNvSpPr txBox="1"/>
          <p:nvPr/>
        </p:nvSpPr>
        <p:spPr>
          <a:xfrm>
            <a:off x="733320" y="41623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3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0" name=""/>
          <p:cNvSpPr txBox="1"/>
          <p:nvPr/>
        </p:nvSpPr>
        <p:spPr>
          <a:xfrm>
            <a:off x="1667880" y="4162320"/>
            <a:ext cx="296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R4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1" name=""/>
          <p:cNvSpPr txBox="1"/>
          <p:nvPr/>
        </p:nvSpPr>
        <p:spPr>
          <a:xfrm>
            <a:off x="2905560" y="4162320"/>
            <a:ext cx="552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2876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2" name=""/>
          <p:cNvSpPr txBox="1"/>
          <p:nvPr/>
        </p:nvSpPr>
        <p:spPr>
          <a:xfrm>
            <a:off x="3769920" y="4162320"/>
            <a:ext cx="2210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0.031 [0.021, 0.065]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3" name=""/>
          <p:cNvSpPr txBox="1"/>
          <p:nvPr/>
        </p:nvSpPr>
        <p:spPr>
          <a:xfrm>
            <a:off x="733320" y="46483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4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4" name=""/>
          <p:cNvSpPr txBox="1"/>
          <p:nvPr/>
        </p:nvSpPr>
        <p:spPr>
          <a:xfrm>
            <a:off x="1667880" y="4648320"/>
            <a:ext cx="296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R9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5" name=""/>
          <p:cNvSpPr txBox="1"/>
          <p:nvPr/>
        </p:nvSpPr>
        <p:spPr>
          <a:xfrm>
            <a:off x="2905560" y="4648320"/>
            <a:ext cx="552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3123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6" name=""/>
          <p:cNvSpPr txBox="1"/>
          <p:nvPr/>
        </p:nvSpPr>
        <p:spPr>
          <a:xfrm>
            <a:off x="3769920" y="4648320"/>
            <a:ext cx="2210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0.033 [0.023, 0.064]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7" name=""/>
          <p:cNvSpPr txBox="1"/>
          <p:nvPr/>
        </p:nvSpPr>
        <p:spPr>
          <a:xfrm>
            <a:off x="733320" y="51339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...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8" name=""/>
          <p:cNvSpPr txBox="1"/>
          <p:nvPr/>
        </p:nvSpPr>
        <p:spPr>
          <a:xfrm>
            <a:off x="1667880" y="51339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...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29" name=""/>
          <p:cNvSpPr txBox="1"/>
          <p:nvPr/>
        </p:nvSpPr>
        <p:spPr>
          <a:xfrm>
            <a:off x="2905560" y="51339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...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30" name=""/>
          <p:cNvSpPr txBox="1"/>
          <p:nvPr/>
        </p:nvSpPr>
        <p:spPr>
          <a:xfrm>
            <a:off x="3769920" y="51339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...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31" name=""/>
          <p:cNvSpPr txBox="1"/>
          <p:nvPr/>
        </p:nvSpPr>
        <p:spPr>
          <a:xfrm>
            <a:off x="733320" y="5619600"/>
            <a:ext cx="276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14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32" name=""/>
          <p:cNvSpPr txBox="1"/>
          <p:nvPr/>
        </p:nvSpPr>
        <p:spPr>
          <a:xfrm>
            <a:off x="1667880" y="5619600"/>
            <a:ext cx="296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R2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33" name=""/>
          <p:cNvSpPr txBox="1"/>
          <p:nvPr/>
        </p:nvSpPr>
        <p:spPr>
          <a:xfrm>
            <a:off x="2905560" y="5619600"/>
            <a:ext cx="552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2952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34" name=""/>
          <p:cNvSpPr txBox="1"/>
          <p:nvPr/>
        </p:nvSpPr>
        <p:spPr>
          <a:xfrm>
            <a:off x="3769920" y="5619600"/>
            <a:ext cx="2210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0.122 [0.089, 0.157]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35" name=""/>
          <p:cNvSpPr txBox="1"/>
          <p:nvPr/>
        </p:nvSpPr>
        <p:spPr>
          <a:xfrm>
            <a:off x="733320" y="6105600"/>
            <a:ext cx="276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15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36" name=""/>
          <p:cNvSpPr txBox="1"/>
          <p:nvPr/>
        </p:nvSpPr>
        <p:spPr>
          <a:xfrm>
            <a:off x="1667880" y="6105600"/>
            <a:ext cx="296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R3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37" name=""/>
          <p:cNvSpPr txBox="1"/>
          <p:nvPr/>
        </p:nvSpPr>
        <p:spPr>
          <a:xfrm>
            <a:off x="2905560" y="6105600"/>
            <a:ext cx="552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2030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38" name=""/>
          <p:cNvSpPr txBox="1"/>
          <p:nvPr/>
        </p:nvSpPr>
        <p:spPr>
          <a:xfrm>
            <a:off x="3769920" y="6105600"/>
            <a:ext cx="2210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0.151 [0.114, 0.191]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39" name=""/>
          <p:cNvSpPr/>
          <p:nvPr/>
        </p:nvSpPr>
        <p:spPr>
          <a:xfrm>
            <a:off x="3281040" y="6705360"/>
            <a:ext cx="186480" cy="152640"/>
          </a:xfrm>
          <a:custGeom>
            <a:avLst/>
            <a:gdLst/>
            <a:ahLst/>
            <a:rect l="0" t="0" r="r" b="b"/>
            <a:pathLst>
              <a:path w="518" h="424">
                <a:moveTo>
                  <a:pt x="39" y="42"/>
                </a:moveTo>
                <a:cubicBezTo>
                  <a:pt x="23" y="42"/>
                  <a:pt x="13" y="42"/>
                  <a:pt x="10" y="41"/>
                </a:cubicBezTo>
                <a:cubicBezTo>
                  <a:pt x="7" y="40"/>
                  <a:pt x="5" y="37"/>
                  <a:pt x="5" y="31"/>
                </a:cubicBezTo>
                <a:cubicBezTo>
                  <a:pt x="5" y="15"/>
                  <a:pt x="9" y="5"/>
                  <a:pt x="15" y="1"/>
                </a:cubicBezTo>
                <a:cubicBezTo>
                  <a:pt x="16" y="0"/>
                  <a:pt x="56" y="0"/>
                  <a:pt x="134" y="0"/>
                </a:cubicBezTo>
                <a:cubicBezTo>
                  <a:pt x="291" y="0"/>
                  <a:pt x="374" y="1"/>
                  <a:pt x="382" y="2"/>
                </a:cubicBezTo>
                <a:cubicBezTo>
                  <a:pt x="420" y="8"/>
                  <a:pt x="453" y="22"/>
                  <a:pt x="479" y="43"/>
                </a:cubicBezTo>
                <a:cubicBezTo>
                  <a:pt x="504" y="64"/>
                  <a:pt x="517" y="92"/>
                  <a:pt x="518" y="127"/>
                </a:cubicBezTo>
                <a:cubicBezTo>
                  <a:pt x="518" y="165"/>
                  <a:pt x="500" y="201"/>
                  <a:pt x="465" y="232"/>
                </a:cubicBezTo>
                <a:cubicBezTo>
                  <a:pt x="429" y="263"/>
                  <a:pt x="388" y="284"/>
                  <a:pt x="343" y="295"/>
                </a:cubicBezTo>
                <a:lnTo>
                  <a:pt x="334" y="298"/>
                </a:lnTo>
                <a:cubicBezTo>
                  <a:pt x="373" y="303"/>
                  <a:pt x="405" y="317"/>
                  <a:pt x="429" y="340"/>
                </a:cubicBezTo>
                <a:cubicBezTo>
                  <a:pt x="455" y="362"/>
                  <a:pt x="468" y="390"/>
                  <a:pt x="469" y="423"/>
                </a:cubicBezTo>
                <a:cubicBezTo>
                  <a:pt x="469" y="424"/>
                  <a:pt x="469" y="424"/>
                  <a:pt x="469" y="424"/>
                </a:cubicBezTo>
                <a:lnTo>
                  <a:pt x="0" y="424"/>
                </a:lnTo>
                <a:cubicBezTo>
                  <a:pt x="8" y="393"/>
                  <a:pt x="18" y="356"/>
                  <a:pt x="28" y="314"/>
                </a:cubicBezTo>
                <a:cubicBezTo>
                  <a:pt x="70" y="147"/>
                  <a:pt x="91" y="59"/>
                  <a:pt x="91" y="50"/>
                </a:cubicBezTo>
                <a:cubicBezTo>
                  <a:pt x="91" y="46"/>
                  <a:pt x="74" y="43"/>
                  <a:pt x="39" y="42"/>
                </a:cubicBezTo>
                <a:moveTo>
                  <a:pt x="419" y="127"/>
                </a:moveTo>
                <a:cubicBezTo>
                  <a:pt x="419" y="108"/>
                  <a:pt x="415" y="91"/>
                  <a:pt x="406" y="76"/>
                </a:cubicBezTo>
                <a:cubicBezTo>
                  <a:pt x="397" y="60"/>
                  <a:pt x="382" y="50"/>
                  <a:pt x="361" y="45"/>
                </a:cubicBezTo>
                <a:cubicBezTo>
                  <a:pt x="357" y="44"/>
                  <a:pt x="329" y="43"/>
                  <a:pt x="277" y="42"/>
                </a:cubicBezTo>
                <a:cubicBezTo>
                  <a:pt x="265" y="42"/>
                  <a:pt x="253" y="42"/>
                  <a:pt x="239" y="42"/>
                </a:cubicBezTo>
                <a:cubicBezTo>
                  <a:pt x="226" y="42"/>
                  <a:pt x="215" y="42"/>
                  <a:pt x="207" y="43"/>
                </a:cubicBezTo>
                <a:lnTo>
                  <a:pt x="196" y="43"/>
                </a:lnTo>
                <a:cubicBezTo>
                  <a:pt x="187" y="44"/>
                  <a:pt x="181" y="47"/>
                  <a:pt x="178" y="52"/>
                </a:cubicBezTo>
                <a:cubicBezTo>
                  <a:pt x="177" y="54"/>
                  <a:pt x="167" y="91"/>
                  <a:pt x="149" y="161"/>
                </a:cubicBezTo>
                <a:cubicBezTo>
                  <a:pt x="149" y="163"/>
                  <a:pt x="149" y="165"/>
                  <a:pt x="148" y="167"/>
                </a:cubicBezTo>
                <a:lnTo>
                  <a:pt x="120" y="282"/>
                </a:lnTo>
                <a:lnTo>
                  <a:pt x="194" y="282"/>
                </a:lnTo>
                <a:cubicBezTo>
                  <a:pt x="243" y="282"/>
                  <a:pt x="271" y="282"/>
                  <a:pt x="278" y="280"/>
                </a:cubicBezTo>
                <a:cubicBezTo>
                  <a:pt x="315" y="274"/>
                  <a:pt x="347" y="257"/>
                  <a:pt x="376" y="228"/>
                </a:cubicBezTo>
                <a:cubicBezTo>
                  <a:pt x="404" y="199"/>
                  <a:pt x="419" y="164"/>
                  <a:pt x="419" y="127"/>
                </a:cubicBezTo>
                <a:moveTo>
                  <a:pt x="370" y="414"/>
                </a:moveTo>
                <a:cubicBezTo>
                  <a:pt x="370" y="388"/>
                  <a:pt x="363" y="365"/>
                  <a:pt x="349" y="348"/>
                </a:cubicBezTo>
                <a:cubicBezTo>
                  <a:pt x="335" y="330"/>
                  <a:pt x="317" y="320"/>
                  <a:pt x="295" y="317"/>
                </a:cubicBezTo>
                <a:cubicBezTo>
                  <a:pt x="291" y="316"/>
                  <a:pt x="266" y="316"/>
                  <a:pt x="219" y="316"/>
                </a:cubicBezTo>
                <a:cubicBezTo>
                  <a:pt x="148" y="316"/>
                  <a:pt x="112" y="316"/>
                  <a:pt x="111" y="317"/>
                </a:cubicBezTo>
                <a:cubicBezTo>
                  <a:pt x="111" y="318"/>
                  <a:pt x="106" y="340"/>
                  <a:pt x="96" y="383"/>
                </a:cubicBezTo>
                <a:cubicBezTo>
                  <a:pt x="92" y="397"/>
                  <a:pt x="89" y="411"/>
                  <a:pt x="86" y="424"/>
                </a:cubicBezTo>
                <a:lnTo>
                  <a:pt x="370" y="424"/>
                </a:lnTo>
                <a:cubicBezTo>
                  <a:pt x="370" y="421"/>
                  <a:pt x="370" y="418"/>
                  <a:pt x="370" y="41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0" name=""/>
          <p:cNvSpPr/>
          <p:nvPr/>
        </p:nvSpPr>
        <p:spPr>
          <a:xfrm>
            <a:off x="3577320" y="6809040"/>
            <a:ext cx="218520" cy="13320"/>
          </a:xfrm>
          <a:custGeom>
            <a:avLst/>
            <a:gdLst/>
            <a:ahLst/>
            <a:rect l="0" t="0" r="r" b="b"/>
            <a:pathLst>
              <a:path w="607" h="37">
                <a:moveTo>
                  <a:pt x="0" y="19"/>
                </a:moveTo>
                <a:cubicBezTo>
                  <a:pt x="0" y="11"/>
                  <a:pt x="4" y="4"/>
                  <a:pt x="13" y="0"/>
                </a:cubicBezTo>
                <a:lnTo>
                  <a:pt x="593" y="0"/>
                </a:lnTo>
                <a:cubicBezTo>
                  <a:pt x="603" y="6"/>
                  <a:pt x="607" y="12"/>
                  <a:pt x="607" y="19"/>
                </a:cubicBezTo>
                <a:cubicBezTo>
                  <a:pt x="607" y="26"/>
                  <a:pt x="603" y="31"/>
                  <a:pt x="594" y="36"/>
                </a:cubicBezTo>
                <a:lnTo>
                  <a:pt x="305" y="37"/>
                </a:lnTo>
                <a:lnTo>
                  <a:pt x="15" y="37"/>
                </a:lnTo>
                <a:cubicBezTo>
                  <a:pt x="5" y="34"/>
                  <a:pt x="0" y="28"/>
                  <a:pt x="0" y="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1" name=""/>
          <p:cNvSpPr/>
          <p:nvPr/>
        </p:nvSpPr>
        <p:spPr>
          <a:xfrm>
            <a:off x="3921120" y="6711120"/>
            <a:ext cx="131040" cy="146880"/>
          </a:xfrm>
          <a:custGeom>
            <a:avLst/>
            <a:gdLst/>
            <a:ahLst/>
            <a:rect l="0" t="0" r="r" b="b"/>
            <a:pathLst>
              <a:path w="364" h="408">
                <a:moveTo>
                  <a:pt x="54" y="215"/>
                </a:moveTo>
                <a:cubicBezTo>
                  <a:pt x="38" y="215"/>
                  <a:pt x="25" y="210"/>
                  <a:pt x="15" y="199"/>
                </a:cubicBezTo>
                <a:cubicBezTo>
                  <a:pt x="5" y="188"/>
                  <a:pt x="0" y="175"/>
                  <a:pt x="0" y="159"/>
                </a:cubicBezTo>
                <a:cubicBezTo>
                  <a:pt x="0" y="116"/>
                  <a:pt x="16" y="78"/>
                  <a:pt x="49" y="47"/>
                </a:cubicBezTo>
                <a:cubicBezTo>
                  <a:pt x="81" y="15"/>
                  <a:pt x="121" y="0"/>
                  <a:pt x="169" y="0"/>
                </a:cubicBezTo>
                <a:cubicBezTo>
                  <a:pt x="225" y="0"/>
                  <a:pt x="271" y="17"/>
                  <a:pt x="308" y="51"/>
                </a:cubicBezTo>
                <a:cubicBezTo>
                  <a:pt x="345" y="85"/>
                  <a:pt x="364" y="129"/>
                  <a:pt x="364" y="182"/>
                </a:cubicBezTo>
                <a:cubicBezTo>
                  <a:pt x="364" y="209"/>
                  <a:pt x="358" y="233"/>
                  <a:pt x="346" y="257"/>
                </a:cubicBezTo>
                <a:cubicBezTo>
                  <a:pt x="334" y="281"/>
                  <a:pt x="319" y="302"/>
                  <a:pt x="302" y="320"/>
                </a:cubicBezTo>
                <a:cubicBezTo>
                  <a:pt x="285" y="338"/>
                  <a:pt x="261" y="360"/>
                  <a:pt x="230" y="387"/>
                </a:cubicBezTo>
                <a:cubicBezTo>
                  <a:pt x="223" y="393"/>
                  <a:pt x="215" y="400"/>
                  <a:pt x="206" y="408"/>
                </a:cubicBezTo>
                <a:lnTo>
                  <a:pt x="146" y="408"/>
                </a:lnTo>
                <a:cubicBezTo>
                  <a:pt x="151" y="403"/>
                  <a:pt x="158" y="395"/>
                  <a:pt x="167" y="385"/>
                </a:cubicBezTo>
                <a:cubicBezTo>
                  <a:pt x="179" y="371"/>
                  <a:pt x="188" y="360"/>
                  <a:pt x="193" y="354"/>
                </a:cubicBezTo>
                <a:cubicBezTo>
                  <a:pt x="198" y="347"/>
                  <a:pt x="205" y="338"/>
                  <a:pt x="214" y="326"/>
                </a:cubicBezTo>
                <a:cubicBezTo>
                  <a:pt x="223" y="315"/>
                  <a:pt x="230" y="305"/>
                  <a:pt x="233" y="297"/>
                </a:cubicBezTo>
                <a:cubicBezTo>
                  <a:pt x="237" y="289"/>
                  <a:pt x="241" y="280"/>
                  <a:pt x="247" y="270"/>
                </a:cubicBezTo>
                <a:cubicBezTo>
                  <a:pt x="252" y="260"/>
                  <a:pt x="256" y="250"/>
                  <a:pt x="259" y="241"/>
                </a:cubicBezTo>
                <a:cubicBezTo>
                  <a:pt x="261" y="231"/>
                  <a:pt x="263" y="222"/>
                  <a:pt x="265" y="213"/>
                </a:cubicBezTo>
                <a:cubicBezTo>
                  <a:pt x="267" y="205"/>
                  <a:pt x="268" y="195"/>
                  <a:pt x="268" y="183"/>
                </a:cubicBezTo>
                <a:cubicBezTo>
                  <a:pt x="268" y="145"/>
                  <a:pt x="258" y="112"/>
                  <a:pt x="237" y="84"/>
                </a:cubicBezTo>
                <a:cubicBezTo>
                  <a:pt x="216" y="56"/>
                  <a:pt x="187" y="42"/>
                  <a:pt x="148" y="42"/>
                </a:cubicBezTo>
                <a:cubicBezTo>
                  <a:pt x="128" y="42"/>
                  <a:pt x="110" y="48"/>
                  <a:pt x="95" y="58"/>
                </a:cubicBezTo>
                <a:cubicBezTo>
                  <a:pt x="80" y="68"/>
                  <a:pt x="69" y="78"/>
                  <a:pt x="63" y="88"/>
                </a:cubicBezTo>
                <a:cubicBezTo>
                  <a:pt x="57" y="98"/>
                  <a:pt x="54" y="103"/>
                  <a:pt x="54" y="105"/>
                </a:cubicBezTo>
                <a:cubicBezTo>
                  <a:pt x="54" y="106"/>
                  <a:pt x="55" y="106"/>
                  <a:pt x="59" y="106"/>
                </a:cubicBezTo>
                <a:cubicBezTo>
                  <a:pt x="69" y="106"/>
                  <a:pt x="81" y="110"/>
                  <a:pt x="92" y="119"/>
                </a:cubicBezTo>
                <a:cubicBezTo>
                  <a:pt x="104" y="127"/>
                  <a:pt x="109" y="141"/>
                  <a:pt x="109" y="161"/>
                </a:cubicBezTo>
                <a:cubicBezTo>
                  <a:pt x="109" y="176"/>
                  <a:pt x="105" y="189"/>
                  <a:pt x="95" y="199"/>
                </a:cubicBezTo>
                <a:cubicBezTo>
                  <a:pt x="85" y="209"/>
                  <a:pt x="72" y="215"/>
                  <a:pt x="54" y="21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2" name=""/>
          <p:cNvSpPr/>
          <p:nvPr/>
        </p:nvSpPr>
        <p:spPr>
          <a:xfrm>
            <a:off x="4172400" y="6711120"/>
            <a:ext cx="138240" cy="146880"/>
          </a:xfrm>
          <a:custGeom>
            <a:avLst/>
            <a:gdLst/>
            <a:ahLst/>
            <a:rect l="0" t="0" r="r" b="b"/>
            <a:pathLst>
              <a:path w="384" h="408">
                <a:moveTo>
                  <a:pt x="52" y="73"/>
                </a:moveTo>
                <a:cubicBezTo>
                  <a:pt x="86" y="24"/>
                  <a:pt x="133" y="0"/>
                  <a:pt x="192" y="0"/>
                </a:cubicBezTo>
                <a:cubicBezTo>
                  <a:pt x="221" y="0"/>
                  <a:pt x="250" y="8"/>
                  <a:pt x="279" y="23"/>
                </a:cubicBezTo>
                <a:cubicBezTo>
                  <a:pt x="309" y="39"/>
                  <a:pt x="332" y="67"/>
                  <a:pt x="350" y="107"/>
                </a:cubicBezTo>
                <a:cubicBezTo>
                  <a:pt x="373" y="157"/>
                  <a:pt x="384" y="226"/>
                  <a:pt x="384" y="315"/>
                </a:cubicBezTo>
                <a:cubicBezTo>
                  <a:pt x="384" y="349"/>
                  <a:pt x="382" y="380"/>
                  <a:pt x="379" y="408"/>
                </a:cubicBezTo>
                <a:lnTo>
                  <a:pt x="5" y="408"/>
                </a:lnTo>
                <a:cubicBezTo>
                  <a:pt x="2" y="380"/>
                  <a:pt x="0" y="349"/>
                  <a:pt x="0" y="315"/>
                </a:cubicBezTo>
                <a:cubicBezTo>
                  <a:pt x="0" y="209"/>
                  <a:pt x="17" y="129"/>
                  <a:pt x="52" y="73"/>
                </a:cubicBezTo>
                <a:moveTo>
                  <a:pt x="258" y="62"/>
                </a:moveTo>
                <a:cubicBezTo>
                  <a:pt x="239" y="43"/>
                  <a:pt x="218" y="33"/>
                  <a:pt x="193" y="33"/>
                </a:cubicBezTo>
                <a:cubicBezTo>
                  <a:pt x="168" y="33"/>
                  <a:pt x="146" y="43"/>
                  <a:pt x="128" y="62"/>
                </a:cubicBezTo>
                <a:cubicBezTo>
                  <a:pt x="112" y="78"/>
                  <a:pt x="102" y="100"/>
                  <a:pt x="98" y="128"/>
                </a:cubicBezTo>
                <a:cubicBezTo>
                  <a:pt x="93" y="156"/>
                  <a:pt x="89" y="214"/>
                  <a:pt x="89" y="304"/>
                </a:cubicBezTo>
                <a:cubicBezTo>
                  <a:pt x="89" y="345"/>
                  <a:pt x="90" y="380"/>
                  <a:pt x="91" y="408"/>
                </a:cubicBezTo>
                <a:lnTo>
                  <a:pt x="293" y="408"/>
                </a:lnTo>
                <a:cubicBezTo>
                  <a:pt x="294" y="379"/>
                  <a:pt x="295" y="344"/>
                  <a:pt x="295" y="304"/>
                </a:cubicBezTo>
                <a:cubicBezTo>
                  <a:pt x="295" y="215"/>
                  <a:pt x="293" y="157"/>
                  <a:pt x="288" y="129"/>
                </a:cubicBezTo>
                <a:cubicBezTo>
                  <a:pt x="283" y="101"/>
                  <a:pt x="273" y="79"/>
                  <a:pt x="258" y="6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3" name=""/>
          <p:cNvSpPr/>
          <p:nvPr/>
        </p:nvSpPr>
        <p:spPr>
          <a:xfrm>
            <a:off x="4336200" y="6711120"/>
            <a:ext cx="138240" cy="146880"/>
          </a:xfrm>
          <a:custGeom>
            <a:avLst/>
            <a:gdLst/>
            <a:ahLst/>
            <a:rect l="0" t="0" r="r" b="b"/>
            <a:pathLst>
              <a:path w="384" h="408">
                <a:moveTo>
                  <a:pt x="53" y="73"/>
                </a:moveTo>
                <a:cubicBezTo>
                  <a:pt x="87" y="24"/>
                  <a:pt x="133" y="0"/>
                  <a:pt x="192" y="0"/>
                </a:cubicBezTo>
                <a:cubicBezTo>
                  <a:pt x="221" y="0"/>
                  <a:pt x="250" y="8"/>
                  <a:pt x="279" y="23"/>
                </a:cubicBezTo>
                <a:cubicBezTo>
                  <a:pt x="308" y="39"/>
                  <a:pt x="332" y="67"/>
                  <a:pt x="350" y="107"/>
                </a:cubicBezTo>
                <a:cubicBezTo>
                  <a:pt x="373" y="157"/>
                  <a:pt x="384" y="226"/>
                  <a:pt x="384" y="315"/>
                </a:cubicBezTo>
                <a:cubicBezTo>
                  <a:pt x="384" y="349"/>
                  <a:pt x="382" y="380"/>
                  <a:pt x="379" y="408"/>
                </a:cubicBezTo>
                <a:lnTo>
                  <a:pt x="5" y="408"/>
                </a:lnTo>
                <a:cubicBezTo>
                  <a:pt x="2" y="380"/>
                  <a:pt x="0" y="349"/>
                  <a:pt x="0" y="315"/>
                </a:cubicBezTo>
                <a:cubicBezTo>
                  <a:pt x="0" y="209"/>
                  <a:pt x="17" y="129"/>
                  <a:pt x="53" y="73"/>
                </a:cubicBezTo>
                <a:moveTo>
                  <a:pt x="258" y="62"/>
                </a:moveTo>
                <a:cubicBezTo>
                  <a:pt x="239" y="43"/>
                  <a:pt x="218" y="33"/>
                  <a:pt x="193" y="33"/>
                </a:cubicBezTo>
                <a:cubicBezTo>
                  <a:pt x="167" y="33"/>
                  <a:pt x="146" y="43"/>
                  <a:pt x="127" y="62"/>
                </a:cubicBezTo>
                <a:cubicBezTo>
                  <a:pt x="112" y="78"/>
                  <a:pt x="102" y="100"/>
                  <a:pt x="97" y="128"/>
                </a:cubicBezTo>
                <a:cubicBezTo>
                  <a:pt x="93" y="156"/>
                  <a:pt x="90" y="214"/>
                  <a:pt x="90" y="304"/>
                </a:cubicBezTo>
                <a:cubicBezTo>
                  <a:pt x="90" y="345"/>
                  <a:pt x="91" y="380"/>
                  <a:pt x="91" y="408"/>
                </a:cubicBezTo>
                <a:lnTo>
                  <a:pt x="293" y="408"/>
                </a:lnTo>
                <a:cubicBezTo>
                  <a:pt x="294" y="379"/>
                  <a:pt x="295" y="344"/>
                  <a:pt x="295" y="304"/>
                </a:cubicBezTo>
                <a:cubicBezTo>
                  <a:pt x="295" y="215"/>
                  <a:pt x="292" y="157"/>
                  <a:pt x="288" y="129"/>
                </a:cubicBezTo>
                <a:cubicBezTo>
                  <a:pt x="283" y="101"/>
                  <a:pt x="273" y="79"/>
                  <a:pt x="258" y="6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4" name=""/>
          <p:cNvSpPr/>
          <p:nvPr/>
        </p:nvSpPr>
        <p:spPr>
          <a:xfrm>
            <a:off x="4500000" y="6711120"/>
            <a:ext cx="138240" cy="146880"/>
          </a:xfrm>
          <a:custGeom>
            <a:avLst/>
            <a:gdLst/>
            <a:ahLst/>
            <a:rect l="0" t="0" r="r" b="b"/>
            <a:pathLst>
              <a:path w="384" h="408">
                <a:moveTo>
                  <a:pt x="52" y="73"/>
                </a:moveTo>
                <a:cubicBezTo>
                  <a:pt x="86" y="24"/>
                  <a:pt x="132" y="0"/>
                  <a:pt x="191" y="0"/>
                </a:cubicBezTo>
                <a:cubicBezTo>
                  <a:pt x="220" y="0"/>
                  <a:pt x="249" y="8"/>
                  <a:pt x="278" y="23"/>
                </a:cubicBezTo>
                <a:cubicBezTo>
                  <a:pt x="307" y="39"/>
                  <a:pt x="332" y="67"/>
                  <a:pt x="350" y="107"/>
                </a:cubicBezTo>
                <a:cubicBezTo>
                  <a:pt x="373" y="157"/>
                  <a:pt x="384" y="226"/>
                  <a:pt x="384" y="315"/>
                </a:cubicBezTo>
                <a:cubicBezTo>
                  <a:pt x="384" y="349"/>
                  <a:pt x="382" y="380"/>
                  <a:pt x="379" y="408"/>
                </a:cubicBezTo>
                <a:lnTo>
                  <a:pt x="5" y="408"/>
                </a:lnTo>
                <a:cubicBezTo>
                  <a:pt x="2" y="380"/>
                  <a:pt x="0" y="349"/>
                  <a:pt x="0" y="315"/>
                </a:cubicBezTo>
                <a:cubicBezTo>
                  <a:pt x="0" y="209"/>
                  <a:pt x="17" y="129"/>
                  <a:pt x="52" y="73"/>
                </a:cubicBezTo>
                <a:moveTo>
                  <a:pt x="256" y="62"/>
                </a:moveTo>
                <a:cubicBezTo>
                  <a:pt x="238" y="43"/>
                  <a:pt x="217" y="33"/>
                  <a:pt x="192" y="33"/>
                </a:cubicBezTo>
                <a:cubicBezTo>
                  <a:pt x="166" y="33"/>
                  <a:pt x="145" y="43"/>
                  <a:pt x="126" y="62"/>
                </a:cubicBezTo>
                <a:cubicBezTo>
                  <a:pt x="111" y="78"/>
                  <a:pt x="101" y="100"/>
                  <a:pt x="96" y="128"/>
                </a:cubicBezTo>
                <a:cubicBezTo>
                  <a:pt x="91" y="156"/>
                  <a:pt x="89" y="214"/>
                  <a:pt x="89" y="304"/>
                </a:cubicBezTo>
                <a:cubicBezTo>
                  <a:pt x="89" y="345"/>
                  <a:pt x="89" y="380"/>
                  <a:pt x="90" y="408"/>
                </a:cubicBezTo>
                <a:lnTo>
                  <a:pt x="292" y="408"/>
                </a:lnTo>
                <a:cubicBezTo>
                  <a:pt x="293" y="379"/>
                  <a:pt x="293" y="344"/>
                  <a:pt x="294" y="304"/>
                </a:cubicBezTo>
                <a:cubicBezTo>
                  <a:pt x="294" y="215"/>
                  <a:pt x="291" y="157"/>
                  <a:pt x="286" y="129"/>
                </a:cubicBezTo>
                <a:cubicBezTo>
                  <a:pt x="282" y="101"/>
                  <a:pt x="272" y="79"/>
                  <a:pt x="256" y="6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5" name=""/>
          <p:cNvSpPr txBox="1"/>
          <p:nvPr/>
        </p:nvSpPr>
        <p:spPr>
          <a:xfrm>
            <a:off x="571320" y="6657840"/>
            <a:ext cx="25574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Percentile bootstrap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6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7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8" name=""/>
          <p:cNvSpPr txBox="1"/>
          <p:nvPr/>
        </p:nvSpPr>
        <p:spPr>
          <a:xfrm>
            <a:off x="571320" y="155520"/>
            <a:ext cx="835992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nABCD </a:t>
            </a:r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結果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: Region 8 vs 15 partners (Age)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49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50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19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54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55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56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57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58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59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0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1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2" name=""/>
          <p:cNvSpPr/>
          <p:nvPr/>
        </p:nvSpPr>
        <p:spPr>
          <a:xfrm>
            <a:off x="933120" y="17809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3" name=""/>
          <p:cNvSpPr txBox="1"/>
          <p:nvPr/>
        </p:nvSpPr>
        <p:spPr>
          <a:xfrm>
            <a:off x="571320" y="1119240"/>
            <a:ext cx="24822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SBP nABCD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のレンジ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4" name=""/>
          <p:cNvSpPr txBox="1"/>
          <p:nvPr/>
        </p:nvSpPr>
        <p:spPr>
          <a:xfrm>
            <a:off x="1200240" y="1666800"/>
            <a:ext cx="12013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点推定値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5" name=""/>
          <p:cNvSpPr txBox="1"/>
          <p:nvPr/>
        </p:nvSpPr>
        <p:spPr>
          <a:xfrm>
            <a:off x="2400840" y="1624320"/>
            <a:ext cx="25542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0.030 (R2) -- 0.219 (R9)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6" name=""/>
          <p:cNvSpPr/>
          <p:nvPr/>
        </p:nvSpPr>
        <p:spPr>
          <a:xfrm>
            <a:off x="933120" y="22190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7" name=""/>
          <p:cNvSpPr txBox="1"/>
          <p:nvPr/>
        </p:nvSpPr>
        <p:spPr>
          <a:xfrm>
            <a:off x="5354280" y="1666800"/>
            <a:ext cx="27457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— Age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より広いレンジ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8" name=""/>
          <p:cNvSpPr txBox="1"/>
          <p:nvPr/>
        </p:nvSpPr>
        <p:spPr>
          <a:xfrm>
            <a:off x="1200240" y="2104920"/>
            <a:ext cx="50907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多くの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partner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は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0.100--0.220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区間に集中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69" name=""/>
          <p:cNvSpPr/>
          <p:nvPr/>
        </p:nvSpPr>
        <p:spPr>
          <a:xfrm>
            <a:off x="933120" y="33051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3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5"/>
                  <a:pt x="236" y="261"/>
                  <a:pt x="228" y="266"/>
                </a:cubicBezTo>
                <a:cubicBezTo>
                  <a:pt x="220" y="271"/>
                  <a:pt x="211" y="276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6"/>
                  <a:pt x="73" y="271"/>
                  <a:pt x="65" y="266"/>
                </a:cubicBezTo>
                <a:cubicBezTo>
                  <a:pt x="57" y="261"/>
                  <a:pt x="50" y="255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1" y="201"/>
                </a:cubicBezTo>
                <a:cubicBezTo>
                  <a:pt x="8" y="192"/>
                  <a:pt x="5" y="183"/>
                  <a:pt x="3" y="173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cubicBezTo>
                  <a:pt x="155" y="0"/>
                  <a:pt x="165" y="0"/>
                  <a:pt x="175" y="2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4"/>
                  <a:pt x="220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70" name=""/>
          <p:cNvSpPr txBox="1"/>
          <p:nvPr/>
        </p:nvSpPr>
        <p:spPr>
          <a:xfrm>
            <a:off x="571320" y="2643480"/>
            <a:ext cx="40251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Age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と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SBP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でランキングが異なる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71" name=""/>
          <p:cNvSpPr txBox="1"/>
          <p:nvPr/>
        </p:nvSpPr>
        <p:spPr>
          <a:xfrm>
            <a:off x="1200240" y="3191040"/>
            <a:ext cx="30506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GUSTO-I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データにおいて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72" name=""/>
          <p:cNvSpPr/>
          <p:nvPr/>
        </p:nvSpPr>
        <p:spPr>
          <a:xfrm>
            <a:off x="933120" y="37432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2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2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4"/>
                  <a:pt x="220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73" name=""/>
          <p:cNvSpPr txBox="1"/>
          <p:nvPr/>
        </p:nvSpPr>
        <p:spPr>
          <a:xfrm>
            <a:off x="4223880" y="3148200"/>
            <a:ext cx="45486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SBP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の地域間異質性は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age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より大きい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74" name=""/>
          <p:cNvSpPr txBox="1"/>
          <p:nvPr/>
        </p:nvSpPr>
        <p:spPr>
          <a:xfrm>
            <a:off x="1200240" y="3629160"/>
            <a:ext cx="72759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単一の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effect modifier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だけでランキングすると結論が変わる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75" name=""/>
          <p:cNvSpPr/>
          <p:nvPr/>
        </p:nvSpPr>
        <p:spPr>
          <a:xfrm>
            <a:off x="933120" y="48384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76" name=""/>
          <p:cNvSpPr txBox="1"/>
          <p:nvPr/>
        </p:nvSpPr>
        <p:spPr>
          <a:xfrm>
            <a:off x="571320" y="4177080"/>
            <a:ext cx="232092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Bootstrap CI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の役割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77" name=""/>
          <p:cNvSpPr/>
          <p:nvPr/>
        </p:nvSpPr>
        <p:spPr>
          <a:xfrm>
            <a:off x="933120" y="52765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2"/>
                  <a:pt x="155" y="292"/>
                  <a:pt x="146" y="292"/>
                </a:cubicBezTo>
                <a:cubicBezTo>
                  <a:pt x="136" y="292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4"/>
                </a:cubicBezTo>
                <a:cubicBezTo>
                  <a:pt x="257" y="51"/>
                  <a:pt x="263" y="58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9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78" name=""/>
          <p:cNvSpPr txBox="1"/>
          <p:nvPr/>
        </p:nvSpPr>
        <p:spPr>
          <a:xfrm>
            <a:off x="1200240" y="4724280"/>
            <a:ext cx="77594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mid-rank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付近では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CI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が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overlap →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ランキングの確度に不確実性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79" name=""/>
          <p:cNvSpPr txBox="1"/>
          <p:nvPr/>
        </p:nvSpPr>
        <p:spPr>
          <a:xfrm>
            <a:off x="1200240" y="5162400"/>
            <a:ext cx="104180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例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R16 (age 13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位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, nABCD 0.101, CI [0.067, 0.143])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は上位複数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partners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とオーバーラッ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80" name=""/>
          <p:cNvSpPr/>
          <p:nvPr/>
        </p:nvSpPr>
        <p:spPr>
          <a:xfrm>
            <a:off x="933120" y="60861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9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9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81" name=""/>
          <p:cNvSpPr txBox="1"/>
          <p:nvPr/>
        </p:nvSpPr>
        <p:spPr>
          <a:xfrm>
            <a:off x="1200240" y="5533920"/>
            <a:ext cx="2674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プ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82" name=""/>
          <p:cNvSpPr txBox="1"/>
          <p:nvPr/>
        </p:nvSpPr>
        <p:spPr>
          <a:xfrm>
            <a:off x="1200240" y="5929560"/>
            <a:ext cx="85608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CI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幅を併記することで「どの程度自信を持って順位を示せるか」を伝達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83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84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85" name=""/>
          <p:cNvSpPr txBox="1"/>
          <p:nvPr/>
        </p:nvSpPr>
        <p:spPr>
          <a:xfrm>
            <a:off x="571320" y="155520"/>
            <a:ext cx="344628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nABCD </a:t>
            </a:r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結果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: SBP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86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87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1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2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3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4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5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6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7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8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799" name=""/>
          <p:cNvSpPr/>
          <p:nvPr/>
        </p:nvSpPr>
        <p:spPr>
          <a:xfrm>
            <a:off x="580680" y="2009520"/>
            <a:ext cx="1543680" cy="524160"/>
          </a:xfrm>
          <a:custGeom>
            <a:avLst/>
            <a:gdLst/>
            <a:ahLst/>
            <a:rect l="0" t="0" r="r" b="b"/>
            <a:pathLst>
              <a:path w="4288" h="1456">
                <a:moveTo>
                  <a:pt x="0" y="0"/>
                </a:moveTo>
                <a:lnTo>
                  <a:pt x="4288" y="0"/>
                </a:lnTo>
                <a:lnTo>
                  <a:pt x="4288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0" name=""/>
          <p:cNvSpPr/>
          <p:nvPr/>
        </p:nvSpPr>
        <p:spPr>
          <a:xfrm>
            <a:off x="2124000" y="2009520"/>
            <a:ext cx="2333880" cy="524160"/>
          </a:xfrm>
          <a:custGeom>
            <a:avLst/>
            <a:gdLst/>
            <a:ahLst/>
            <a:rect l="0" t="0" r="r" b="b"/>
            <a:pathLst>
              <a:path w="6483" h="1456">
                <a:moveTo>
                  <a:pt x="0" y="0"/>
                </a:moveTo>
                <a:lnTo>
                  <a:pt x="6483" y="0"/>
                </a:lnTo>
                <a:lnTo>
                  <a:pt x="6483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1" name=""/>
          <p:cNvSpPr/>
          <p:nvPr/>
        </p:nvSpPr>
        <p:spPr>
          <a:xfrm>
            <a:off x="4457520" y="2009520"/>
            <a:ext cx="2286360" cy="524160"/>
          </a:xfrm>
          <a:custGeom>
            <a:avLst/>
            <a:gdLst/>
            <a:ahLst/>
            <a:rect l="0" t="0" r="r" b="b"/>
            <a:pathLst>
              <a:path w="6351" h="1456">
                <a:moveTo>
                  <a:pt x="0" y="0"/>
                </a:moveTo>
                <a:lnTo>
                  <a:pt x="6351" y="0"/>
                </a:lnTo>
                <a:lnTo>
                  <a:pt x="6351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2" name=""/>
          <p:cNvSpPr/>
          <p:nvPr/>
        </p:nvSpPr>
        <p:spPr>
          <a:xfrm>
            <a:off x="580680" y="2009520"/>
            <a:ext cx="1543680" cy="524160"/>
          </a:xfrm>
          <a:custGeom>
            <a:avLst/>
            <a:gdLst/>
            <a:ahLst/>
            <a:rect l="0" t="0" r="r" b="b"/>
            <a:pathLst>
              <a:path w="4288" h="1456">
                <a:moveTo>
                  <a:pt x="0" y="0"/>
                </a:moveTo>
                <a:lnTo>
                  <a:pt x="4288" y="0"/>
                </a:lnTo>
                <a:lnTo>
                  <a:pt x="4288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3" name=""/>
          <p:cNvSpPr/>
          <p:nvPr/>
        </p:nvSpPr>
        <p:spPr>
          <a:xfrm>
            <a:off x="2124000" y="2009520"/>
            <a:ext cx="2333880" cy="524160"/>
          </a:xfrm>
          <a:custGeom>
            <a:avLst/>
            <a:gdLst/>
            <a:ahLst/>
            <a:rect l="0" t="0" r="r" b="b"/>
            <a:pathLst>
              <a:path w="6483" h="1456">
                <a:moveTo>
                  <a:pt x="0" y="0"/>
                </a:moveTo>
                <a:lnTo>
                  <a:pt x="6483" y="0"/>
                </a:lnTo>
                <a:lnTo>
                  <a:pt x="6483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4" name=""/>
          <p:cNvSpPr/>
          <p:nvPr/>
        </p:nvSpPr>
        <p:spPr>
          <a:xfrm>
            <a:off x="4457520" y="2009520"/>
            <a:ext cx="2286360" cy="524160"/>
          </a:xfrm>
          <a:custGeom>
            <a:avLst/>
            <a:gdLst/>
            <a:ahLst/>
            <a:rect l="0" t="0" r="r" b="b"/>
            <a:pathLst>
              <a:path w="6351" h="1456">
                <a:moveTo>
                  <a:pt x="0" y="0"/>
                </a:moveTo>
                <a:lnTo>
                  <a:pt x="6351" y="0"/>
                </a:lnTo>
                <a:lnTo>
                  <a:pt x="6351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5" name=""/>
          <p:cNvSpPr/>
          <p:nvPr/>
        </p:nvSpPr>
        <p:spPr>
          <a:xfrm>
            <a:off x="580680" y="2533320"/>
            <a:ext cx="1543680" cy="514800"/>
          </a:xfrm>
          <a:custGeom>
            <a:avLst/>
            <a:gdLst/>
            <a:ahLst/>
            <a:rect l="0" t="0" r="r" b="b"/>
            <a:pathLst>
              <a:path w="4288" h="1430">
                <a:moveTo>
                  <a:pt x="0" y="0"/>
                </a:moveTo>
                <a:lnTo>
                  <a:pt x="4288" y="0"/>
                </a:lnTo>
                <a:lnTo>
                  <a:pt x="4288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6" name=""/>
          <p:cNvSpPr/>
          <p:nvPr/>
        </p:nvSpPr>
        <p:spPr>
          <a:xfrm>
            <a:off x="2124000" y="2533320"/>
            <a:ext cx="2333880" cy="514800"/>
          </a:xfrm>
          <a:custGeom>
            <a:avLst/>
            <a:gdLst/>
            <a:ahLst/>
            <a:rect l="0" t="0" r="r" b="b"/>
            <a:pathLst>
              <a:path w="6483" h="1430">
                <a:moveTo>
                  <a:pt x="0" y="0"/>
                </a:moveTo>
                <a:lnTo>
                  <a:pt x="6483" y="0"/>
                </a:lnTo>
                <a:lnTo>
                  <a:pt x="6483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7" name=""/>
          <p:cNvSpPr/>
          <p:nvPr/>
        </p:nvSpPr>
        <p:spPr>
          <a:xfrm>
            <a:off x="4457520" y="2533320"/>
            <a:ext cx="2286360" cy="514800"/>
          </a:xfrm>
          <a:custGeom>
            <a:avLst/>
            <a:gdLst/>
            <a:ahLst/>
            <a:rect l="0" t="0" r="r" b="b"/>
            <a:pathLst>
              <a:path w="6351" h="1430">
                <a:moveTo>
                  <a:pt x="0" y="0"/>
                </a:moveTo>
                <a:lnTo>
                  <a:pt x="6351" y="0"/>
                </a:lnTo>
                <a:lnTo>
                  <a:pt x="6351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8" name=""/>
          <p:cNvSpPr/>
          <p:nvPr/>
        </p:nvSpPr>
        <p:spPr>
          <a:xfrm>
            <a:off x="580680" y="3047760"/>
            <a:ext cx="1543680" cy="486360"/>
          </a:xfrm>
          <a:custGeom>
            <a:avLst/>
            <a:gdLst/>
            <a:ahLst/>
            <a:rect l="0" t="0" r="r" b="b"/>
            <a:pathLst>
              <a:path w="4288" h="1351">
                <a:moveTo>
                  <a:pt x="0" y="0"/>
                </a:moveTo>
                <a:lnTo>
                  <a:pt x="4288" y="0"/>
                </a:lnTo>
                <a:lnTo>
                  <a:pt x="428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09" name=""/>
          <p:cNvSpPr/>
          <p:nvPr/>
        </p:nvSpPr>
        <p:spPr>
          <a:xfrm>
            <a:off x="2124000" y="3047760"/>
            <a:ext cx="2333880" cy="486360"/>
          </a:xfrm>
          <a:custGeom>
            <a:avLst/>
            <a:gdLst/>
            <a:ahLst/>
            <a:rect l="0" t="0" r="r" b="b"/>
            <a:pathLst>
              <a:path w="6483" h="1351">
                <a:moveTo>
                  <a:pt x="0" y="0"/>
                </a:moveTo>
                <a:lnTo>
                  <a:pt x="6483" y="0"/>
                </a:lnTo>
                <a:lnTo>
                  <a:pt x="6483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0" name=""/>
          <p:cNvSpPr/>
          <p:nvPr/>
        </p:nvSpPr>
        <p:spPr>
          <a:xfrm>
            <a:off x="4457520" y="3047760"/>
            <a:ext cx="2286360" cy="486360"/>
          </a:xfrm>
          <a:custGeom>
            <a:avLst/>
            <a:gdLst/>
            <a:ahLst/>
            <a:rect l="0" t="0" r="r" b="b"/>
            <a:pathLst>
              <a:path w="6351" h="1351">
                <a:moveTo>
                  <a:pt x="0" y="0"/>
                </a:moveTo>
                <a:lnTo>
                  <a:pt x="6351" y="0"/>
                </a:lnTo>
                <a:lnTo>
                  <a:pt x="6351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1" name=""/>
          <p:cNvSpPr/>
          <p:nvPr/>
        </p:nvSpPr>
        <p:spPr>
          <a:xfrm>
            <a:off x="580680" y="3047760"/>
            <a:ext cx="1543680" cy="486360"/>
          </a:xfrm>
          <a:custGeom>
            <a:avLst/>
            <a:gdLst/>
            <a:ahLst/>
            <a:rect l="0" t="0" r="r" b="b"/>
            <a:pathLst>
              <a:path w="4288" h="1351">
                <a:moveTo>
                  <a:pt x="0" y="0"/>
                </a:moveTo>
                <a:lnTo>
                  <a:pt x="4288" y="0"/>
                </a:lnTo>
                <a:lnTo>
                  <a:pt x="428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2" name=""/>
          <p:cNvSpPr/>
          <p:nvPr/>
        </p:nvSpPr>
        <p:spPr>
          <a:xfrm>
            <a:off x="2124000" y="3047760"/>
            <a:ext cx="2333880" cy="486360"/>
          </a:xfrm>
          <a:custGeom>
            <a:avLst/>
            <a:gdLst/>
            <a:ahLst/>
            <a:rect l="0" t="0" r="r" b="b"/>
            <a:pathLst>
              <a:path w="6483" h="1351">
                <a:moveTo>
                  <a:pt x="0" y="0"/>
                </a:moveTo>
                <a:lnTo>
                  <a:pt x="6483" y="0"/>
                </a:lnTo>
                <a:lnTo>
                  <a:pt x="6483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3" name=""/>
          <p:cNvSpPr/>
          <p:nvPr/>
        </p:nvSpPr>
        <p:spPr>
          <a:xfrm>
            <a:off x="4457520" y="3047760"/>
            <a:ext cx="2286360" cy="486360"/>
          </a:xfrm>
          <a:custGeom>
            <a:avLst/>
            <a:gdLst/>
            <a:ahLst/>
            <a:rect l="0" t="0" r="r" b="b"/>
            <a:pathLst>
              <a:path w="6351" h="1351">
                <a:moveTo>
                  <a:pt x="0" y="0"/>
                </a:moveTo>
                <a:lnTo>
                  <a:pt x="6351" y="0"/>
                </a:lnTo>
                <a:lnTo>
                  <a:pt x="6351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4" name=""/>
          <p:cNvSpPr/>
          <p:nvPr/>
        </p:nvSpPr>
        <p:spPr>
          <a:xfrm>
            <a:off x="571320" y="2009520"/>
            <a:ext cx="9720" cy="524160"/>
          </a:xfrm>
          <a:custGeom>
            <a:avLst/>
            <a:gdLst/>
            <a:ahLst/>
            <a:rect l="0" t="0" r="r" b="b"/>
            <a:pathLst>
              <a:path w="27" h="1456">
                <a:moveTo>
                  <a:pt x="0" y="0"/>
                </a:moveTo>
                <a:lnTo>
                  <a:pt x="27" y="0"/>
                </a:lnTo>
                <a:lnTo>
                  <a:pt x="27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5" name=""/>
          <p:cNvSpPr/>
          <p:nvPr/>
        </p:nvSpPr>
        <p:spPr>
          <a:xfrm>
            <a:off x="571320" y="2009520"/>
            <a:ext cx="1562400" cy="10080"/>
          </a:xfrm>
          <a:custGeom>
            <a:avLst/>
            <a:gdLst/>
            <a:ahLst/>
            <a:rect l="0" t="0" r="r" b="b"/>
            <a:pathLst>
              <a:path w="4340" h="28">
                <a:moveTo>
                  <a:pt x="0" y="0"/>
                </a:moveTo>
                <a:lnTo>
                  <a:pt x="4340" y="0"/>
                </a:lnTo>
                <a:lnTo>
                  <a:pt x="43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6" name=""/>
          <p:cNvSpPr/>
          <p:nvPr/>
        </p:nvSpPr>
        <p:spPr>
          <a:xfrm>
            <a:off x="2124000" y="2009520"/>
            <a:ext cx="9720" cy="524160"/>
          </a:xfrm>
          <a:custGeom>
            <a:avLst/>
            <a:gdLst/>
            <a:ahLst/>
            <a:rect l="0" t="0" r="r" b="b"/>
            <a:pathLst>
              <a:path w="27" h="1456">
                <a:moveTo>
                  <a:pt x="0" y="0"/>
                </a:moveTo>
                <a:lnTo>
                  <a:pt x="27" y="0"/>
                </a:lnTo>
                <a:lnTo>
                  <a:pt x="27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7" name=""/>
          <p:cNvSpPr/>
          <p:nvPr/>
        </p:nvSpPr>
        <p:spPr>
          <a:xfrm>
            <a:off x="2133360" y="2009520"/>
            <a:ext cx="2324520" cy="10080"/>
          </a:xfrm>
          <a:custGeom>
            <a:avLst/>
            <a:gdLst/>
            <a:ahLst/>
            <a:rect l="0" t="0" r="r" b="b"/>
            <a:pathLst>
              <a:path w="6457" h="28">
                <a:moveTo>
                  <a:pt x="0" y="0"/>
                </a:moveTo>
                <a:lnTo>
                  <a:pt x="6457" y="0"/>
                </a:lnTo>
                <a:lnTo>
                  <a:pt x="645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8" name=""/>
          <p:cNvSpPr/>
          <p:nvPr/>
        </p:nvSpPr>
        <p:spPr>
          <a:xfrm>
            <a:off x="4448160" y="2009520"/>
            <a:ext cx="9720" cy="524160"/>
          </a:xfrm>
          <a:custGeom>
            <a:avLst/>
            <a:gdLst/>
            <a:ahLst/>
            <a:rect l="0" t="0" r="r" b="b"/>
            <a:pathLst>
              <a:path w="27" h="1456">
                <a:moveTo>
                  <a:pt x="0" y="0"/>
                </a:moveTo>
                <a:lnTo>
                  <a:pt x="27" y="0"/>
                </a:lnTo>
                <a:lnTo>
                  <a:pt x="27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19" name=""/>
          <p:cNvSpPr/>
          <p:nvPr/>
        </p:nvSpPr>
        <p:spPr>
          <a:xfrm>
            <a:off x="4457520" y="2009520"/>
            <a:ext cx="2286360" cy="10080"/>
          </a:xfrm>
          <a:custGeom>
            <a:avLst/>
            <a:gdLst/>
            <a:ahLst/>
            <a:rect l="0" t="0" r="r" b="b"/>
            <a:pathLst>
              <a:path w="6351" h="28">
                <a:moveTo>
                  <a:pt x="0" y="0"/>
                </a:moveTo>
                <a:lnTo>
                  <a:pt x="6351" y="0"/>
                </a:lnTo>
                <a:lnTo>
                  <a:pt x="63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20" name=""/>
          <p:cNvSpPr/>
          <p:nvPr/>
        </p:nvSpPr>
        <p:spPr>
          <a:xfrm>
            <a:off x="6734160" y="2009520"/>
            <a:ext cx="9720" cy="524160"/>
          </a:xfrm>
          <a:custGeom>
            <a:avLst/>
            <a:gdLst/>
            <a:ahLst/>
            <a:rect l="0" t="0" r="r" b="b"/>
            <a:pathLst>
              <a:path w="27" h="1456">
                <a:moveTo>
                  <a:pt x="0" y="0"/>
                </a:moveTo>
                <a:lnTo>
                  <a:pt x="27" y="0"/>
                </a:lnTo>
                <a:lnTo>
                  <a:pt x="27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21" name=""/>
          <p:cNvSpPr/>
          <p:nvPr/>
        </p:nvSpPr>
        <p:spPr>
          <a:xfrm>
            <a:off x="571320" y="252396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22" name=""/>
          <p:cNvSpPr/>
          <p:nvPr/>
        </p:nvSpPr>
        <p:spPr>
          <a:xfrm>
            <a:off x="2133360" y="2523960"/>
            <a:ext cx="2324520" cy="9720"/>
          </a:xfrm>
          <a:custGeom>
            <a:avLst/>
            <a:gdLst/>
            <a:ahLst/>
            <a:rect l="0" t="0" r="r" b="b"/>
            <a:pathLst>
              <a:path w="6457" h="27">
                <a:moveTo>
                  <a:pt x="0" y="0"/>
                </a:moveTo>
                <a:lnTo>
                  <a:pt x="6457" y="0"/>
                </a:lnTo>
                <a:lnTo>
                  <a:pt x="64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23" name=""/>
          <p:cNvSpPr/>
          <p:nvPr/>
        </p:nvSpPr>
        <p:spPr>
          <a:xfrm>
            <a:off x="4457520" y="2523960"/>
            <a:ext cx="2286360" cy="9720"/>
          </a:xfrm>
          <a:custGeom>
            <a:avLst/>
            <a:gdLst/>
            <a:ahLst/>
            <a:rect l="0" t="0" r="r" b="b"/>
            <a:pathLst>
              <a:path w="6351" h="27">
                <a:moveTo>
                  <a:pt x="0" y="0"/>
                </a:moveTo>
                <a:lnTo>
                  <a:pt x="6351" y="0"/>
                </a:lnTo>
                <a:lnTo>
                  <a:pt x="63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24" name=""/>
          <p:cNvSpPr/>
          <p:nvPr/>
        </p:nvSpPr>
        <p:spPr>
          <a:xfrm>
            <a:off x="571320" y="2533320"/>
            <a:ext cx="9720" cy="524520"/>
          </a:xfrm>
          <a:custGeom>
            <a:avLst/>
            <a:gdLst/>
            <a:ahLst/>
            <a:rect l="0" t="0" r="r" b="b"/>
            <a:pathLst>
              <a:path w="27" h="1457">
                <a:moveTo>
                  <a:pt x="0" y="0"/>
                </a:moveTo>
                <a:lnTo>
                  <a:pt x="27" y="0"/>
                </a:lnTo>
                <a:lnTo>
                  <a:pt x="27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25" name=""/>
          <p:cNvSpPr/>
          <p:nvPr/>
        </p:nvSpPr>
        <p:spPr>
          <a:xfrm>
            <a:off x="2124000" y="2533320"/>
            <a:ext cx="9720" cy="524520"/>
          </a:xfrm>
          <a:custGeom>
            <a:avLst/>
            <a:gdLst/>
            <a:ahLst/>
            <a:rect l="0" t="0" r="r" b="b"/>
            <a:pathLst>
              <a:path w="27" h="1457">
                <a:moveTo>
                  <a:pt x="0" y="0"/>
                </a:moveTo>
                <a:lnTo>
                  <a:pt x="27" y="0"/>
                </a:lnTo>
                <a:lnTo>
                  <a:pt x="27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26" name=""/>
          <p:cNvSpPr/>
          <p:nvPr/>
        </p:nvSpPr>
        <p:spPr>
          <a:xfrm>
            <a:off x="4448160" y="2533320"/>
            <a:ext cx="9720" cy="524520"/>
          </a:xfrm>
          <a:custGeom>
            <a:avLst/>
            <a:gdLst/>
            <a:ahLst/>
            <a:rect l="0" t="0" r="r" b="b"/>
            <a:pathLst>
              <a:path w="27" h="1457">
                <a:moveTo>
                  <a:pt x="0" y="0"/>
                </a:moveTo>
                <a:lnTo>
                  <a:pt x="27" y="0"/>
                </a:lnTo>
                <a:lnTo>
                  <a:pt x="27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27" name=""/>
          <p:cNvSpPr/>
          <p:nvPr/>
        </p:nvSpPr>
        <p:spPr>
          <a:xfrm>
            <a:off x="6734160" y="2533320"/>
            <a:ext cx="9720" cy="524520"/>
          </a:xfrm>
          <a:custGeom>
            <a:avLst/>
            <a:gdLst/>
            <a:ahLst/>
            <a:rect l="0" t="0" r="r" b="b"/>
            <a:pathLst>
              <a:path w="27" h="1457">
                <a:moveTo>
                  <a:pt x="0" y="0"/>
                </a:moveTo>
                <a:lnTo>
                  <a:pt x="27" y="0"/>
                </a:lnTo>
                <a:lnTo>
                  <a:pt x="27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28" name=""/>
          <p:cNvSpPr/>
          <p:nvPr/>
        </p:nvSpPr>
        <p:spPr>
          <a:xfrm>
            <a:off x="571320" y="305748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29" name=""/>
          <p:cNvSpPr/>
          <p:nvPr/>
        </p:nvSpPr>
        <p:spPr>
          <a:xfrm>
            <a:off x="571320" y="3047760"/>
            <a:ext cx="1562400" cy="10080"/>
          </a:xfrm>
          <a:custGeom>
            <a:avLst/>
            <a:gdLst/>
            <a:ahLst/>
            <a:rect l="0" t="0" r="r" b="b"/>
            <a:pathLst>
              <a:path w="4340" h="28">
                <a:moveTo>
                  <a:pt x="0" y="0"/>
                </a:moveTo>
                <a:lnTo>
                  <a:pt x="4340" y="0"/>
                </a:lnTo>
                <a:lnTo>
                  <a:pt x="43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0" name=""/>
          <p:cNvSpPr/>
          <p:nvPr/>
        </p:nvSpPr>
        <p:spPr>
          <a:xfrm>
            <a:off x="2124000" y="305748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1" name=""/>
          <p:cNvSpPr/>
          <p:nvPr/>
        </p:nvSpPr>
        <p:spPr>
          <a:xfrm>
            <a:off x="2133360" y="3047760"/>
            <a:ext cx="2324520" cy="10080"/>
          </a:xfrm>
          <a:custGeom>
            <a:avLst/>
            <a:gdLst/>
            <a:ahLst/>
            <a:rect l="0" t="0" r="r" b="b"/>
            <a:pathLst>
              <a:path w="6457" h="28">
                <a:moveTo>
                  <a:pt x="0" y="0"/>
                </a:moveTo>
                <a:lnTo>
                  <a:pt x="6457" y="0"/>
                </a:lnTo>
                <a:lnTo>
                  <a:pt x="645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2" name=""/>
          <p:cNvSpPr/>
          <p:nvPr/>
        </p:nvSpPr>
        <p:spPr>
          <a:xfrm>
            <a:off x="4448160" y="305748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3" name=""/>
          <p:cNvSpPr/>
          <p:nvPr/>
        </p:nvSpPr>
        <p:spPr>
          <a:xfrm>
            <a:off x="4457520" y="3047760"/>
            <a:ext cx="2286360" cy="10080"/>
          </a:xfrm>
          <a:custGeom>
            <a:avLst/>
            <a:gdLst/>
            <a:ahLst/>
            <a:rect l="0" t="0" r="r" b="b"/>
            <a:pathLst>
              <a:path w="6351" h="28">
                <a:moveTo>
                  <a:pt x="0" y="0"/>
                </a:moveTo>
                <a:lnTo>
                  <a:pt x="6351" y="0"/>
                </a:lnTo>
                <a:lnTo>
                  <a:pt x="63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4" name=""/>
          <p:cNvSpPr/>
          <p:nvPr/>
        </p:nvSpPr>
        <p:spPr>
          <a:xfrm>
            <a:off x="6734160" y="305748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5" name=""/>
          <p:cNvSpPr/>
          <p:nvPr/>
        </p:nvSpPr>
        <p:spPr>
          <a:xfrm>
            <a:off x="571320" y="353376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6" name=""/>
          <p:cNvSpPr/>
          <p:nvPr/>
        </p:nvSpPr>
        <p:spPr>
          <a:xfrm>
            <a:off x="2133360" y="3533760"/>
            <a:ext cx="2324520" cy="9720"/>
          </a:xfrm>
          <a:custGeom>
            <a:avLst/>
            <a:gdLst/>
            <a:ahLst/>
            <a:rect l="0" t="0" r="r" b="b"/>
            <a:pathLst>
              <a:path w="6457" h="27">
                <a:moveTo>
                  <a:pt x="0" y="0"/>
                </a:moveTo>
                <a:lnTo>
                  <a:pt x="6457" y="0"/>
                </a:lnTo>
                <a:lnTo>
                  <a:pt x="64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7" name=""/>
          <p:cNvSpPr/>
          <p:nvPr/>
        </p:nvSpPr>
        <p:spPr>
          <a:xfrm>
            <a:off x="4457520" y="3533760"/>
            <a:ext cx="2286360" cy="9720"/>
          </a:xfrm>
          <a:custGeom>
            <a:avLst/>
            <a:gdLst/>
            <a:ahLst/>
            <a:rect l="0" t="0" r="r" b="b"/>
            <a:pathLst>
              <a:path w="6351" h="27">
                <a:moveTo>
                  <a:pt x="0" y="0"/>
                </a:moveTo>
                <a:lnTo>
                  <a:pt x="6351" y="0"/>
                </a:lnTo>
                <a:lnTo>
                  <a:pt x="63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8" name=""/>
          <p:cNvSpPr txBox="1"/>
          <p:nvPr/>
        </p:nvSpPr>
        <p:spPr>
          <a:xfrm>
            <a:off x="571320" y="1490760"/>
            <a:ext cx="21344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対照的なパターン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39" name=""/>
          <p:cNvSpPr txBox="1"/>
          <p:nvPr/>
        </p:nvSpPr>
        <p:spPr>
          <a:xfrm>
            <a:off x="2284200" y="2094120"/>
            <a:ext cx="27648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R2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0" name=""/>
          <p:cNvSpPr txBox="1"/>
          <p:nvPr/>
        </p:nvSpPr>
        <p:spPr>
          <a:xfrm>
            <a:off x="4614480" y="2094120"/>
            <a:ext cx="27648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R9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1" name=""/>
          <p:cNvSpPr/>
          <p:nvPr/>
        </p:nvSpPr>
        <p:spPr>
          <a:xfrm>
            <a:off x="1541160" y="2829960"/>
            <a:ext cx="99000" cy="99000"/>
          </a:xfrm>
          <a:custGeom>
            <a:avLst/>
            <a:gdLst/>
            <a:ahLst/>
            <a:rect l="0" t="0" r="r" b="b"/>
            <a:pathLst>
              <a:path w="275" h="275">
                <a:moveTo>
                  <a:pt x="62" y="85"/>
                </a:moveTo>
                <a:cubicBezTo>
                  <a:pt x="62" y="85"/>
                  <a:pt x="57" y="85"/>
                  <a:pt x="49" y="85"/>
                </a:cubicBezTo>
                <a:cubicBezTo>
                  <a:pt x="40" y="85"/>
                  <a:pt x="33" y="82"/>
                  <a:pt x="27" y="76"/>
                </a:cubicBezTo>
                <a:cubicBezTo>
                  <a:pt x="21" y="70"/>
                  <a:pt x="18" y="62"/>
                  <a:pt x="18" y="53"/>
                </a:cubicBezTo>
                <a:cubicBezTo>
                  <a:pt x="18" y="39"/>
                  <a:pt x="24" y="27"/>
                  <a:pt x="38" y="16"/>
                </a:cubicBezTo>
                <a:cubicBezTo>
                  <a:pt x="51" y="5"/>
                  <a:pt x="76" y="0"/>
                  <a:pt x="110" y="0"/>
                </a:cubicBezTo>
                <a:cubicBezTo>
                  <a:pt x="139" y="0"/>
                  <a:pt x="163" y="6"/>
                  <a:pt x="181" y="19"/>
                </a:cubicBezTo>
                <a:cubicBezTo>
                  <a:pt x="199" y="31"/>
                  <a:pt x="210" y="47"/>
                  <a:pt x="216" y="64"/>
                </a:cubicBezTo>
                <a:cubicBezTo>
                  <a:pt x="218" y="70"/>
                  <a:pt x="219" y="76"/>
                  <a:pt x="219" y="83"/>
                </a:cubicBezTo>
                <a:cubicBezTo>
                  <a:pt x="219" y="89"/>
                  <a:pt x="220" y="112"/>
                  <a:pt x="220" y="151"/>
                </a:cubicBezTo>
                <a:lnTo>
                  <a:pt x="220" y="193"/>
                </a:lnTo>
                <a:cubicBezTo>
                  <a:pt x="220" y="212"/>
                  <a:pt x="221" y="226"/>
                  <a:pt x="223" y="234"/>
                </a:cubicBezTo>
                <a:cubicBezTo>
                  <a:pt x="225" y="241"/>
                  <a:pt x="229" y="244"/>
                  <a:pt x="236" y="244"/>
                </a:cubicBezTo>
                <a:cubicBezTo>
                  <a:pt x="243" y="244"/>
                  <a:pt x="247" y="241"/>
                  <a:pt x="249" y="235"/>
                </a:cubicBezTo>
                <a:cubicBezTo>
                  <a:pt x="250" y="228"/>
                  <a:pt x="251" y="217"/>
                  <a:pt x="251" y="202"/>
                </a:cubicBezTo>
                <a:lnTo>
                  <a:pt x="251" y="181"/>
                </a:lnTo>
                <a:lnTo>
                  <a:pt x="275" y="181"/>
                </a:lnTo>
                <a:lnTo>
                  <a:pt x="275" y="204"/>
                </a:lnTo>
                <a:cubicBezTo>
                  <a:pt x="275" y="220"/>
                  <a:pt x="274" y="230"/>
                  <a:pt x="274" y="233"/>
                </a:cubicBezTo>
                <a:cubicBezTo>
                  <a:pt x="270" y="245"/>
                  <a:pt x="263" y="254"/>
                  <a:pt x="253" y="261"/>
                </a:cubicBezTo>
                <a:cubicBezTo>
                  <a:pt x="242" y="268"/>
                  <a:pt x="230" y="271"/>
                  <a:pt x="219" y="272"/>
                </a:cubicBezTo>
                <a:cubicBezTo>
                  <a:pt x="207" y="272"/>
                  <a:pt x="198" y="269"/>
                  <a:pt x="191" y="261"/>
                </a:cubicBezTo>
                <a:cubicBezTo>
                  <a:pt x="184" y="253"/>
                  <a:pt x="179" y="245"/>
                  <a:pt x="176" y="236"/>
                </a:cubicBezTo>
                <a:lnTo>
                  <a:pt x="176" y="234"/>
                </a:lnTo>
                <a:lnTo>
                  <a:pt x="175" y="235"/>
                </a:lnTo>
                <a:cubicBezTo>
                  <a:pt x="174" y="236"/>
                  <a:pt x="173" y="238"/>
                  <a:pt x="172" y="239"/>
                </a:cubicBezTo>
                <a:cubicBezTo>
                  <a:pt x="171" y="240"/>
                  <a:pt x="169" y="242"/>
                  <a:pt x="167" y="244"/>
                </a:cubicBezTo>
                <a:cubicBezTo>
                  <a:pt x="165" y="247"/>
                  <a:pt x="163" y="249"/>
                  <a:pt x="160" y="251"/>
                </a:cubicBezTo>
                <a:cubicBezTo>
                  <a:pt x="158" y="253"/>
                  <a:pt x="155" y="255"/>
                  <a:pt x="151" y="258"/>
                </a:cubicBezTo>
                <a:cubicBezTo>
                  <a:pt x="148" y="261"/>
                  <a:pt x="145" y="263"/>
                  <a:pt x="141" y="265"/>
                </a:cubicBezTo>
                <a:cubicBezTo>
                  <a:pt x="137" y="266"/>
                  <a:pt x="132" y="268"/>
                  <a:pt x="127" y="269"/>
                </a:cubicBezTo>
                <a:cubicBezTo>
                  <a:pt x="123" y="271"/>
                  <a:pt x="118" y="272"/>
                  <a:pt x="112" y="273"/>
                </a:cubicBezTo>
                <a:cubicBezTo>
                  <a:pt x="106" y="274"/>
                  <a:pt x="100" y="274"/>
                  <a:pt x="93" y="275"/>
                </a:cubicBezTo>
                <a:cubicBezTo>
                  <a:pt x="70" y="275"/>
                  <a:pt x="48" y="269"/>
                  <a:pt x="29" y="256"/>
                </a:cubicBezTo>
                <a:cubicBezTo>
                  <a:pt x="10" y="244"/>
                  <a:pt x="0" y="227"/>
                  <a:pt x="0" y="203"/>
                </a:cubicBezTo>
                <a:cubicBezTo>
                  <a:pt x="0" y="195"/>
                  <a:pt x="2" y="187"/>
                  <a:pt x="4" y="179"/>
                </a:cubicBezTo>
                <a:cubicBezTo>
                  <a:pt x="7" y="172"/>
                  <a:pt x="13" y="164"/>
                  <a:pt x="21" y="155"/>
                </a:cubicBezTo>
                <a:cubicBezTo>
                  <a:pt x="29" y="146"/>
                  <a:pt x="38" y="139"/>
                  <a:pt x="49" y="133"/>
                </a:cubicBezTo>
                <a:cubicBezTo>
                  <a:pt x="60" y="127"/>
                  <a:pt x="76" y="121"/>
                  <a:pt x="96" y="116"/>
                </a:cubicBezTo>
                <a:cubicBezTo>
                  <a:pt x="116" y="111"/>
                  <a:pt x="138" y="108"/>
                  <a:pt x="162" y="107"/>
                </a:cubicBezTo>
                <a:lnTo>
                  <a:pt x="170" y="107"/>
                </a:lnTo>
                <a:lnTo>
                  <a:pt x="170" y="94"/>
                </a:lnTo>
                <a:cubicBezTo>
                  <a:pt x="170" y="80"/>
                  <a:pt x="169" y="70"/>
                  <a:pt x="166" y="64"/>
                </a:cubicBezTo>
                <a:cubicBezTo>
                  <a:pt x="158" y="36"/>
                  <a:pt x="138" y="22"/>
                  <a:pt x="108" y="22"/>
                </a:cubicBezTo>
                <a:cubicBezTo>
                  <a:pt x="101" y="22"/>
                  <a:pt x="94" y="22"/>
                  <a:pt x="88" y="22"/>
                </a:cubicBezTo>
                <a:cubicBezTo>
                  <a:pt x="82" y="23"/>
                  <a:pt x="77" y="24"/>
                  <a:pt x="73" y="25"/>
                </a:cubicBezTo>
                <a:cubicBezTo>
                  <a:pt x="70" y="26"/>
                  <a:pt x="68" y="27"/>
                  <a:pt x="68" y="27"/>
                </a:cubicBezTo>
                <a:cubicBezTo>
                  <a:pt x="77" y="32"/>
                  <a:pt x="82" y="41"/>
                  <a:pt x="82" y="53"/>
                </a:cubicBezTo>
                <a:cubicBezTo>
                  <a:pt x="82" y="63"/>
                  <a:pt x="78" y="70"/>
                  <a:pt x="72" y="76"/>
                </a:cubicBezTo>
                <a:lnTo>
                  <a:pt x="62" y="85"/>
                </a:lnTo>
                <a:moveTo>
                  <a:pt x="55" y="204"/>
                </a:moveTo>
                <a:cubicBezTo>
                  <a:pt x="55" y="216"/>
                  <a:pt x="60" y="228"/>
                  <a:pt x="70" y="238"/>
                </a:cubicBezTo>
                <a:cubicBezTo>
                  <a:pt x="79" y="247"/>
                  <a:pt x="91" y="252"/>
                  <a:pt x="105" y="253"/>
                </a:cubicBezTo>
                <a:cubicBezTo>
                  <a:pt x="120" y="253"/>
                  <a:pt x="133" y="248"/>
                  <a:pt x="145" y="239"/>
                </a:cubicBezTo>
                <a:cubicBezTo>
                  <a:pt x="156" y="230"/>
                  <a:pt x="164" y="217"/>
                  <a:pt x="168" y="202"/>
                </a:cubicBezTo>
                <a:cubicBezTo>
                  <a:pt x="169" y="199"/>
                  <a:pt x="169" y="186"/>
                  <a:pt x="170" y="163"/>
                </a:cubicBezTo>
                <a:cubicBezTo>
                  <a:pt x="170" y="140"/>
                  <a:pt x="170" y="128"/>
                  <a:pt x="169" y="128"/>
                </a:cubicBezTo>
                <a:cubicBezTo>
                  <a:pt x="166" y="128"/>
                  <a:pt x="162" y="128"/>
                  <a:pt x="157" y="129"/>
                </a:cubicBezTo>
                <a:cubicBezTo>
                  <a:pt x="152" y="129"/>
                  <a:pt x="143" y="131"/>
                  <a:pt x="130" y="134"/>
                </a:cubicBezTo>
                <a:cubicBezTo>
                  <a:pt x="117" y="137"/>
                  <a:pt x="106" y="141"/>
                  <a:pt x="95" y="146"/>
                </a:cubicBezTo>
                <a:cubicBezTo>
                  <a:pt x="85" y="151"/>
                  <a:pt x="76" y="158"/>
                  <a:pt x="68" y="168"/>
                </a:cubicBezTo>
                <a:cubicBezTo>
                  <a:pt x="60" y="178"/>
                  <a:pt x="56" y="190"/>
                  <a:pt x="55" y="20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2" name=""/>
          <p:cNvSpPr/>
          <p:nvPr/>
        </p:nvSpPr>
        <p:spPr>
          <a:xfrm>
            <a:off x="1647720" y="2828880"/>
            <a:ext cx="98280" cy="141840"/>
          </a:xfrm>
          <a:custGeom>
            <a:avLst/>
            <a:gdLst/>
            <a:ahLst/>
            <a:rect l="0" t="0" r="r" b="b"/>
            <a:pathLst>
              <a:path w="273" h="394">
                <a:moveTo>
                  <a:pt x="179" y="26"/>
                </a:moveTo>
                <a:cubicBezTo>
                  <a:pt x="198" y="8"/>
                  <a:pt x="217" y="0"/>
                  <a:pt x="240" y="0"/>
                </a:cubicBezTo>
                <a:cubicBezTo>
                  <a:pt x="252" y="0"/>
                  <a:pt x="260" y="3"/>
                  <a:pt x="265" y="11"/>
                </a:cubicBezTo>
                <a:cubicBezTo>
                  <a:pt x="271" y="19"/>
                  <a:pt x="273" y="26"/>
                  <a:pt x="273" y="34"/>
                </a:cubicBezTo>
                <a:cubicBezTo>
                  <a:pt x="273" y="39"/>
                  <a:pt x="271" y="44"/>
                  <a:pt x="268" y="49"/>
                </a:cubicBezTo>
                <a:cubicBezTo>
                  <a:pt x="264" y="53"/>
                  <a:pt x="259" y="55"/>
                  <a:pt x="252" y="55"/>
                </a:cubicBezTo>
                <a:cubicBezTo>
                  <a:pt x="239" y="55"/>
                  <a:pt x="231" y="49"/>
                  <a:pt x="230" y="37"/>
                </a:cubicBezTo>
                <a:cubicBezTo>
                  <a:pt x="229" y="32"/>
                  <a:pt x="229" y="28"/>
                  <a:pt x="231" y="25"/>
                </a:cubicBezTo>
                <a:cubicBezTo>
                  <a:pt x="231" y="24"/>
                  <a:pt x="232" y="24"/>
                  <a:pt x="232" y="23"/>
                </a:cubicBezTo>
                <a:lnTo>
                  <a:pt x="232" y="22"/>
                </a:lnTo>
                <a:cubicBezTo>
                  <a:pt x="221" y="24"/>
                  <a:pt x="210" y="28"/>
                  <a:pt x="200" y="35"/>
                </a:cubicBezTo>
                <a:cubicBezTo>
                  <a:pt x="197" y="37"/>
                  <a:pt x="196" y="39"/>
                  <a:pt x="196" y="40"/>
                </a:cubicBezTo>
                <a:cubicBezTo>
                  <a:pt x="196" y="40"/>
                  <a:pt x="196" y="41"/>
                  <a:pt x="198" y="43"/>
                </a:cubicBezTo>
                <a:cubicBezTo>
                  <a:pt x="200" y="44"/>
                  <a:pt x="201" y="47"/>
                  <a:pt x="203" y="50"/>
                </a:cubicBezTo>
                <a:cubicBezTo>
                  <a:pt x="205" y="53"/>
                  <a:pt x="207" y="57"/>
                  <a:pt x="210" y="61"/>
                </a:cubicBezTo>
                <a:cubicBezTo>
                  <a:pt x="212" y="65"/>
                  <a:pt x="214" y="70"/>
                  <a:pt x="215" y="76"/>
                </a:cubicBezTo>
                <a:cubicBezTo>
                  <a:pt x="216" y="82"/>
                  <a:pt x="217" y="89"/>
                  <a:pt x="218" y="96"/>
                </a:cubicBezTo>
                <a:cubicBezTo>
                  <a:pt x="218" y="120"/>
                  <a:pt x="208" y="141"/>
                  <a:pt x="188" y="158"/>
                </a:cubicBezTo>
                <a:cubicBezTo>
                  <a:pt x="168" y="176"/>
                  <a:pt x="144" y="184"/>
                  <a:pt x="115" y="185"/>
                </a:cubicBezTo>
                <a:cubicBezTo>
                  <a:pt x="95" y="185"/>
                  <a:pt x="75" y="179"/>
                  <a:pt x="56" y="168"/>
                </a:cubicBezTo>
                <a:cubicBezTo>
                  <a:pt x="52" y="175"/>
                  <a:pt x="49" y="183"/>
                  <a:pt x="49" y="191"/>
                </a:cubicBezTo>
                <a:cubicBezTo>
                  <a:pt x="49" y="206"/>
                  <a:pt x="55" y="216"/>
                  <a:pt x="65" y="223"/>
                </a:cubicBezTo>
                <a:cubicBezTo>
                  <a:pt x="69" y="225"/>
                  <a:pt x="72" y="226"/>
                  <a:pt x="75" y="226"/>
                </a:cubicBezTo>
                <a:cubicBezTo>
                  <a:pt x="78" y="226"/>
                  <a:pt x="93" y="227"/>
                  <a:pt x="118" y="228"/>
                </a:cubicBezTo>
                <a:cubicBezTo>
                  <a:pt x="152" y="228"/>
                  <a:pt x="173" y="229"/>
                  <a:pt x="184" y="231"/>
                </a:cubicBezTo>
                <a:cubicBezTo>
                  <a:pt x="208" y="235"/>
                  <a:pt x="227" y="243"/>
                  <a:pt x="241" y="256"/>
                </a:cubicBezTo>
                <a:cubicBezTo>
                  <a:pt x="256" y="271"/>
                  <a:pt x="264" y="291"/>
                  <a:pt x="264" y="314"/>
                </a:cubicBezTo>
                <a:cubicBezTo>
                  <a:pt x="264" y="341"/>
                  <a:pt x="249" y="361"/>
                  <a:pt x="218" y="376"/>
                </a:cubicBezTo>
                <a:cubicBezTo>
                  <a:pt x="194" y="388"/>
                  <a:pt x="164" y="394"/>
                  <a:pt x="132" y="394"/>
                </a:cubicBezTo>
                <a:cubicBezTo>
                  <a:pt x="99" y="394"/>
                  <a:pt x="70" y="388"/>
                  <a:pt x="46" y="376"/>
                </a:cubicBezTo>
                <a:cubicBezTo>
                  <a:pt x="15" y="362"/>
                  <a:pt x="0" y="342"/>
                  <a:pt x="0" y="316"/>
                </a:cubicBezTo>
                <a:cubicBezTo>
                  <a:pt x="0" y="302"/>
                  <a:pt x="4" y="290"/>
                  <a:pt x="12" y="280"/>
                </a:cubicBezTo>
                <a:cubicBezTo>
                  <a:pt x="21" y="271"/>
                  <a:pt x="29" y="264"/>
                  <a:pt x="37" y="260"/>
                </a:cubicBezTo>
                <a:lnTo>
                  <a:pt x="44" y="257"/>
                </a:lnTo>
                <a:cubicBezTo>
                  <a:pt x="30" y="244"/>
                  <a:pt x="23" y="228"/>
                  <a:pt x="23" y="207"/>
                </a:cubicBezTo>
                <a:cubicBezTo>
                  <a:pt x="23" y="187"/>
                  <a:pt x="28" y="170"/>
                  <a:pt x="40" y="155"/>
                </a:cubicBezTo>
                <a:cubicBezTo>
                  <a:pt x="22" y="137"/>
                  <a:pt x="14" y="118"/>
                  <a:pt x="14" y="96"/>
                </a:cubicBezTo>
                <a:cubicBezTo>
                  <a:pt x="14" y="71"/>
                  <a:pt x="24" y="50"/>
                  <a:pt x="43" y="32"/>
                </a:cubicBezTo>
                <a:cubicBezTo>
                  <a:pt x="63" y="15"/>
                  <a:pt x="87" y="7"/>
                  <a:pt x="116" y="6"/>
                </a:cubicBezTo>
                <a:cubicBezTo>
                  <a:pt x="136" y="6"/>
                  <a:pt x="155" y="11"/>
                  <a:pt x="172" y="22"/>
                </a:cubicBezTo>
                <a:lnTo>
                  <a:pt x="179" y="26"/>
                </a:lnTo>
                <a:moveTo>
                  <a:pt x="161" y="65"/>
                </a:moveTo>
                <a:cubicBezTo>
                  <a:pt x="159" y="54"/>
                  <a:pt x="154" y="45"/>
                  <a:pt x="146" y="39"/>
                </a:cubicBezTo>
                <a:cubicBezTo>
                  <a:pt x="137" y="33"/>
                  <a:pt x="127" y="29"/>
                  <a:pt x="115" y="29"/>
                </a:cubicBezTo>
                <a:cubicBezTo>
                  <a:pt x="103" y="29"/>
                  <a:pt x="93" y="32"/>
                  <a:pt x="85" y="38"/>
                </a:cubicBezTo>
                <a:cubicBezTo>
                  <a:pt x="76" y="45"/>
                  <a:pt x="71" y="54"/>
                  <a:pt x="69" y="65"/>
                </a:cubicBezTo>
                <a:cubicBezTo>
                  <a:pt x="68" y="72"/>
                  <a:pt x="67" y="82"/>
                  <a:pt x="67" y="96"/>
                </a:cubicBezTo>
                <a:cubicBezTo>
                  <a:pt x="67" y="113"/>
                  <a:pt x="69" y="126"/>
                  <a:pt x="72" y="135"/>
                </a:cubicBezTo>
                <a:cubicBezTo>
                  <a:pt x="74" y="143"/>
                  <a:pt x="80" y="150"/>
                  <a:pt x="89" y="155"/>
                </a:cubicBezTo>
                <a:cubicBezTo>
                  <a:pt x="96" y="159"/>
                  <a:pt x="105" y="161"/>
                  <a:pt x="115" y="161"/>
                </a:cubicBezTo>
                <a:cubicBezTo>
                  <a:pt x="124" y="161"/>
                  <a:pt x="131" y="160"/>
                  <a:pt x="138" y="157"/>
                </a:cubicBezTo>
                <a:cubicBezTo>
                  <a:pt x="144" y="154"/>
                  <a:pt x="149" y="151"/>
                  <a:pt x="152" y="147"/>
                </a:cubicBezTo>
                <a:cubicBezTo>
                  <a:pt x="154" y="142"/>
                  <a:pt x="157" y="138"/>
                  <a:pt x="158" y="135"/>
                </a:cubicBezTo>
                <a:cubicBezTo>
                  <a:pt x="160" y="131"/>
                  <a:pt x="161" y="128"/>
                  <a:pt x="161" y="126"/>
                </a:cubicBezTo>
                <a:cubicBezTo>
                  <a:pt x="162" y="119"/>
                  <a:pt x="163" y="109"/>
                  <a:pt x="163" y="96"/>
                </a:cubicBezTo>
                <a:cubicBezTo>
                  <a:pt x="163" y="82"/>
                  <a:pt x="162" y="72"/>
                  <a:pt x="161" y="65"/>
                </a:cubicBezTo>
                <a:moveTo>
                  <a:pt x="224" y="316"/>
                </a:moveTo>
                <a:cubicBezTo>
                  <a:pt x="224" y="306"/>
                  <a:pt x="221" y="298"/>
                  <a:pt x="216" y="291"/>
                </a:cubicBezTo>
                <a:cubicBezTo>
                  <a:pt x="210" y="285"/>
                  <a:pt x="202" y="280"/>
                  <a:pt x="191" y="278"/>
                </a:cubicBezTo>
                <a:cubicBezTo>
                  <a:pt x="180" y="275"/>
                  <a:pt x="170" y="273"/>
                  <a:pt x="161" y="272"/>
                </a:cubicBezTo>
                <a:cubicBezTo>
                  <a:pt x="152" y="272"/>
                  <a:pt x="142" y="271"/>
                  <a:pt x="129" y="271"/>
                </a:cubicBezTo>
                <a:lnTo>
                  <a:pt x="113" y="271"/>
                </a:lnTo>
                <a:cubicBezTo>
                  <a:pt x="86" y="271"/>
                  <a:pt x="70" y="272"/>
                  <a:pt x="65" y="275"/>
                </a:cubicBezTo>
                <a:cubicBezTo>
                  <a:pt x="57" y="278"/>
                  <a:pt x="51" y="284"/>
                  <a:pt x="46" y="291"/>
                </a:cubicBezTo>
                <a:cubicBezTo>
                  <a:pt x="42" y="299"/>
                  <a:pt x="40" y="307"/>
                  <a:pt x="39" y="315"/>
                </a:cubicBezTo>
                <a:cubicBezTo>
                  <a:pt x="39" y="319"/>
                  <a:pt x="40" y="324"/>
                  <a:pt x="43" y="329"/>
                </a:cubicBezTo>
                <a:cubicBezTo>
                  <a:pt x="45" y="334"/>
                  <a:pt x="49" y="340"/>
                  <a:pt x="55" y="347"/>
                </a:cubicBezTo>
                <a:cubicBezTo>
                  <a:pt x="61" y="354"/>
                  <a:pt x="71" y="359"/>
                  <a:pt x="84" y="364"/>
                </a:cubicBezTo>
                <a:cubicBezTo>
                  <a:pt x="97" y="368"/>
                  <a:pt x="113" y="370"/>
                  <a:pt x="132" y="371"/>
                </a:cubicBezTo>
                <a:cubicBezTo>
                  <a:pt x="159" y="371"/>
                  <a:pt x="181" y="365"/>
                  <a:pt x="199" y="354"/>
                </a:cubicBezTo>
                <a:cubicBezTo>
                  <a:pt x="216" y="343"/>
                  <a:pt x="224" y="330"/>
                  <a:pt x="224" y="31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3" name=""/>
          <p:cNvSpPr/>
          <p:nvPr/>
        </p:nvSpPr>
        <p:spPr>
          <a:xfrm>
            <a:off x="1755000" y="2829960"/>
            <a:ext cx="83520" cy="99000"/>
          </a:xfrm>
          <a:custGeom>
            <a:avLst/>
            <a:gdLst/>
            <a:ahLst/>
            <a:rect l="0" t="0" r="r" b="b"/>
            <a:pathLst>
              <a:path w="232" h="275">
                <a:moveTo>
                  <a:pt x="0" y="137"/>
                </a:moveTo>
                <a:cubicBezTo>
                  <a:pt x="0" y="115"/>
                  <a:pt x="4" y="95"/>
                  <a:pt x="12" y="77"/>
                </a:cubicBezTo>
                <a:cubicBezTo>
                  <a:pt x="20" y="59"/>
                  <a:pt x="30" y="45"/>
                  <a:pt x="42" y="34"/>
                </a:cubicBezTo>
                <a:cubicBezTo>
                  <a:pt x="54" y="23"/>
                  <a:pt x="67" y="14"/>
                  <a:pt x="80" y="9"/>
                </a:cubicBezTo>
                <a:cubicBezTo>
                  <a:pt x="95" y="3"/>
                  <a:pt x="109" y="0"/>
                  <a:pt x="121" y="0"/>
                </a:cubicBezTo>
                <a:cubicBezTo>
                  <a:pt x="142" y="0"/>
                  <a:pt x="160" y="3"/>
                  <a:pt x="175" y="10"/>
                </a:cubicBezTo>
                <a:cubicBezTo>
                  <a:pt x="190" y="18"/>
                  <a:pt x="202" y="27"/>
                  <a:pt x="210" y="40"/>
                </a:cubicBezTo>
                <a:cubicBezTo>
                  <a:pt x="218" y="53"/>
                  <a:pt x="223" y="66"/>
                  <a:pt x="227" y="78"/>
                </a:cubicBezTo>
                <a:cubicBezTo>
                  <a:pt x="230" y="91"/>
                  <a:pt x="232" y="105"/>
                  <a:pt x="232" y="121"/>
                </a:cubicBezTo>
                <a:cubicBezTo>
                  <a:pt x="232" y="124"/>
                  <a:pt x="231" y="126"/>
                  <a:pt x="228" y="129"/>
                </a:cubicBezTo>
                <a:lnTo>
                  <a:pt x="58" y="129"/>
                </a:lnTo>
                <a:lnTo>
                  <a:pt x="58" y="138"/>
                </a:lnTo>
                <a:cubicBezTo>
                  <a:pt x="58" y="197"/>
                  <a:pt x="78" y="234"/>
                  <a:pt x="119" y="247"/>
                </a:cubicBezTo>
                <a:cubicBezTo>
                  <a:pt x="127" y="249"/>
                  <a:pt x="136" y="250"/>
                  <a:pt x="145" y="250"/>
                </a:cubicBezTo>
                <a:cubicBezTo>
                  <a:pt x="162" y="250"/>
                  <a:pt x="176" y="244"/>
                  <a:pt x="188" y="231"/>
                </a:cubicBezTo>
                <a:cubicBezTo>
                  <a:pt x="195" y="224"/>
                  <a:pt x="200" y="215"/>
                  <a:pt x="204" y="205"/>
                </a:cubicBezTo>
                <a:lnTo>
                  <a:pt x="210" y="191"/>
                </a:lnTo>
                <a:cubicBezTo>
                  <a:pt x="212" y="190"/>
                  <a:pt x="215" y="189"/>
                  <a:pt x="220" y="189"/>
                </a:cubicBezTo>
                <a:lnTo>
                  <a:pt x="222" y="189"/>
                </a:lnTo>
                <a:cubicBezTo>
                  <a:pt x="229" y="189"/>
                  <a:pt x="232" y="191"/>
                  <a:pt x="232" y="195"/>
                </a:cubicBezTo>
                <a:cubicBezTo>
                  <a:pt x="232" y="196"/>
                  <a:pt x="231" y="199"/>
                  <a:pt x="230" y="203"/>
                </a:cubicBezTo>
                <a:cubicBezTo>
                  <a:pt x="223" y="226"/>
                  <a:pt x="210" y="243"/>
                  <a:pt x="192" y="256"/>
                </a:cubicBezTo>
                <a:cubicBezTo>
                  <a:pt x="175" y="268"/>
                  <a:pt x="155" y="275"/>
                  <a:pt x="133" y="275"/>
                </a:cubicBezTo>
                <a:cubicBezTo>
                  <a:pt x="96" y="275"/>
                  <a:pt x="63" y="261"/>
                  <a:pt x="38" y="234"/>
                </a:cubicBezTo>
                <a:cubicBezTo>
                  <a:pt x="13" y="205"/>
                  <a:pt x="0" y="173"/>
                  <a:pt x="0" y="137"/>
                </a:cubicBezTo>
                <a:moveTo>
                  <a:pt x="183" y="103"/>
                </a:moveTo>
                <a:cubicBezTo>
                  <a:pt x="179" y="52"/>
                  <a:pt x="160" y="25"/>
                  <a:pt x="126" y="22"/>
                </a:cubicBezTo>
                <a:lnTo>
                  <a:pt x="125" y="22"/>
                </a:lnTo>
                <a:cubicBezTo>
                  <a:pt x="122" y="22"/>
                  <a:pt x="119" y="22"/>
                  <a:pt x="115" y="22"/>
                </a:cubicBezTo>
                <a:cubicBezTo>
                  <a:pt x="112" y="23"/>
                  <a:pt x="107" y="24"/>
                  <a:pt x="101" y="27"/>
                </a:cubicBezTo>
                <a:cubicBezTo>
                  <a:pt x="94" y="30"/>
                  <a:pt x="87" y="34"/>
                  <a:pt x="82" y="40"/>
                </a:cubicBezTo>
                <a:cubicBezTo>
                  <a:pt x="77" y="45"/>
                  <a:pt x="73" y="53"/>
                  <a:pt x="68" y="64"/>
                </a:cubicBezTo>
                <a:cubicBezTo>
                  <a:pt x="64" y="75"/>
                  <a:pt x="61" y="88"/>
                  <a:pt x="59" y="104"/>
                </a:cubicBezTo>
                <a:lnTo>
                  <a:pt x="59" y="108"/>
                </a:lnTo>
                <a:lnTo>
                  <a:pt x="183" y="108"/>
                </a:lnTo>
                <a:lnTo>
                  <a:pt x="183" y="10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4" name=""/>
          <p:cNvSpPr txBox="1"/>
          <p:nvPr/>
        </p:nvSpPr>
        <p:spPr>
          <a:xfrm>
            <a:off x="733320" y="2628720"/>
            <a:ext cx="795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nABCD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5" name=""/>
          <p:cNvSpPr txBox="1"/>
          <p:nvPr/>
        </p:nvSpPr>
        <p:spPr>
          <a:xfrm>
            <a:off x="2284200" y="2608200"/>
            <a:ext cx="57564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0.122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6" name=""/>
          <p:cNvSpPr txBox="1"/>
          <p:nvPr/>
        </p:nvSpPr>
        <p:spPr>
          <a:xfrm>
            <a:off x="2949120" y="2647800"/>
            <a:ext cx="1355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(2</a:t>
            </a:r>
            <a:r>
              <a:rPr lang="ja-JP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番目に大</a:t>
            </a:r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7" name=""/>
          <p:cNvSpPr txBox="1"/>
          <p:nvPr/>
        </p:nvSpPr>
        <p:spPr>
          <a:xfrm>
            <a:off x="4614480" y="2647800"/>
            <a:ext cx="1976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0.033 (4</a:t>
            </a:r>
            <a:r>
              <a:rPr lang="ja-JP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番目に小</a:t>
            </a:r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8" name=""/>
          <p:cNvSpPr/>
          <p:nvPr/>
        </p:nvSpPr>
        <p:spPr>
          <a:xfrm>
            <a:off x="1545840" y="3295440"/>
            <a:ext cx="95760" cy="156600"/>
          </a:xfrm>
          <a:custGeom>
            <a:avLst/>
            <a:gdLst/>
            <a:ahLst/>
            <a:rect l="0" t="0" r="r" b="b"/>
            <a:pathLst>
              <a:path w="266" h="435">
                <a:moveTo>
                  <a:pt x="0" y="118"/>
                </a:moveTo>
                <a:cubicBezTo>
                  <a:pt x="0" y="85"/>
                  <a:pt x="11" y="57"/>
                  <a:pt x="34" y="35"/>
                </a:cubicBezTo>
                <a:cubicBezTo>
                  <a:pt x="57" y="12"/>
                  <a:pt x="84" y="1"/>
                  <a:pt x="113" y="1"/>
                </a:cubicBezTo>
                <a:lnTo>
                  <a:pt x="121" y="1"/>
                </a:lnTo>
                <a:cubicBezTo>
                  <a:pt x="155" y="1"/>
                  <a:pt x="185" y="13"/>
                  <a:pt x="210" y="38"/>
                </a:cubicBezTo>
                <a:lnTo>
                  <a:pt x="222" y="20"/>
                </a:lnTo>
                <a:cubicBezTo>
                  <a:pt x="224" y="17"/>
                  <a:pt x="226" y="14"/>
                  <a:pt x="228" y="11"/>
                </a:cubicBezTo>
                <a:cubicBezTo>
                  <a:pt x="230" y="8"/>
                  <a:pt x="232" y="5"/>
                  <a:pt x="234" y="3"/>
                </a:cubicBezTo>
                <a:lnTo>
                  <a:pt x="236" y="1"/>
                </a:lnTo>
                <a:cubicBezTo>
                  <a:pt x="236" y="1"/>
                  <a:pt x="237" y="1"/>
                  <a:pt x="238" y="1"/>
                </a:cubicBezTo>
                <a:cubicBezTo>
                  <a:pt x="240" y="1"/>
                  <a:pt x="241" y="1"/>
                  <a:pt x="242" y="0"/>
                </a:cubicBezTo>
                <a:lnTo>
                  <a:pt x="244" y="0"/>
                </a:lnTo>
                <a:cubicBezTo>
                  <a:pt x="246" y="0"/>
                  <a:pt x="247" y="1"/>
                  <a:pt x="250" y="4"/>
                </a:cubicBezTo>
                <a:lnTo>
                  <a:pt x="250" y="145"/>
                </a:lnTo>
                <a:lnTo>
                  <a:pt x="246" y="149"/>
                </a:lnTo>
                <a:lnTo>
                  <a:pt x="235" y="149"/>
                </a:lnTo>
                <a:cubicBezTo>
                  <a:pt x="231" y="149"/>
                  <a:pt x="228" y="148"/>
                  <a:pt x="228" y="147"/>
                </a:cubicBezTo>
                <a:cubicBezTo>
                  <a:pt x="227" y="146"/>
                  <a:pt x="226" y="142"/>
                  <a:pt x="225" y="135"/>
                </a:cubicBezTo>
                <a:cubicBezTo>
                  <a:pt x="218" y="85"/>
                  <a:pt x="198" y="52"/>
                  <a:pt x="164" y="35"/>
                </a:cubicBezTo>
                <a:cubicBezTo>
                  <a:pt x="150" y="29"/>
                  <a:pt x="135" y="26"/>
                  <a:pt x="120" y="26"/>
                </a:cubicBezTo>
                <a:cubicBezTo>
                  <a:pt x="99" y="26"/>
                  <a:pt x="81" y="33"/>
                  <a:pt x="67" y="47"/>
                </a:cubicBezTo>
                <a:cubicBezTo>
                  <a:pt x="54" y="62"/>
                  <a:pt x="48" y="78"/>
                  <a:pt x="48" y="97"/>
                </a:cubicBezTo>
                <a:cubicBezTo>
                  <a:pt x="48" y="111"/>
                  <a:pt x="51" y="123"/>
                  <a:pt x="58" y="134"/>
                </a:cubicBezTo>
                <a:cubicBezTo>
                  <a:pt x="65" y="146"/>
                  <a:pt x="74" y="155"/>
                  <a:pt x="87" y="162"/>
                </a:cubicBezTo>
                <a:cubicBezTo>
                  <a:pt x="91" y="164"/>
                  <a:pt x="109" y="168"/>
                  <a:pt x="139" y="176"/>
                </a:cubicBezTo>
                <a:cubicBezTo>
                  <a:pt x="169" y="184"/>
                  <a:pt x="186" y="188"/>
                  <a:pt x="189" y="190"/>
                </a:cubicBezTo>
                <a:cubicBezTo>
                  <a:pt x="212" y="199"/>
                  <a:pt x="230" y="213"/>
                  <a:pt x="244" y="235"/>
                </a:cubicBezTo>
                <a:cubicBezTo>
                  <a:pt x="259" y="256"/>
                  <a:pt x="266" y="280"/>
                  <a:pt x="266" y="308"/>
                </a:cubicBezTo>
                <a:cubicBezTo>
                  <a:pt x="266" y="340"/>
                  <a:pt x="256" y="369"/>
                  <a:pt x="235" y="395"/>
                </a:cubicBezTo>
                <a:cubicBezTo>
                  <a:pt x="215" y="421"/>
                  <a:pt x="186" y="434"/>
                  <a:pt x="148" y="435"/>
                </a:cubicBezTo>
                <a:cubicBezTo>
                  <a:pt x="125" y="435"/>
                  <a:pt x="106" y="431"/>
                  <a:pt x="88" y="424"/>
                </a:cubicBezTo>
                <a:cubicBezTo>
                  <a:pt x="69" y="418"/>
                  <a:pt x="57" y="411"/>
                  <a:pt x="51" y="406"/>
                </a:cubicBezTo>
                <a:lnTo>
                  <a:pt x="40" y="398"/>
                </a:lnTo>
                <a:cubicBezTo>
                  <a:pt x="38" y="400"/>
                  <a:pt x="35" y="403"/>
                  <a:pt x="31" y="409"/>
                </a:cubicBezTo>
                <a:cubicBezTo>
                  <a:pt x="27" y="415"/>
                  <a:pt x="23" y="421"/>
                  <a:pt x="19" y="426"/>
                </a:cubicBezTo>
                <a:cubicBezTo>
                  <a:pt x="15" y="431"/>
                  <a:pt x="14" y="434"/>
                  <a:pt x="14" y="435"/>
                </a:cubicBezTo>
                <a:cubicBezTo>
                  <a:pt x="13" y="435"/>
                  <a:pt x="11" y="435"/>
                  <a:pt x="8" y="435"/>
                </a:cubicBezTo>
                <a:lnTo>
                  <a:pt x="5" y="435"/>
                </a:lnTo>
                <a:cubicBezTo>
                  <a:pt x="4" y="435"/>
                  <a:pt x="2" y="434"/>
                  <a:pt x="0" y="432"/>
                </a:cubicBezTo>
                <a:lnTo>
                  <a:pt x="0" y="362"/>
                </a:lnTo>
                <a:cubicBezTo>
                  <a:pt x="0" y="314"/>
                  <a:pt x="0" y="290"/>
                  <a:pt x="0" y="289"/>
                </a:cubicBezTo>
                <a:cubicBezTo>
                  <a:pt x="1" y="287"/>
                  <a:pt x="5" y="286"/>
                  <a:pt x="12" y="286"/>
                </a:cubicBezTo>
                <a:lnTo>
                  <a:pt x="20" y="286"/>
                </a:lnTo>
                <a:cubicBezTo>
                  <a:pt x="23" y="289"/>
                  <a:pt x="24" y="291"/>
                  <a:pt x="24" y="294"/>
                </a:cubicBezTo>
                <a:cubicBezTo>
                  <a:pt x="24" y="307"/>
                  <a:pt x="26" y="320"/>
                  <a:pt x="30" y="332"/>
                </a:cubicBezTo>
                <a:cubicBezTo>
                  <a:pt x="34" y="344"/>
                  <a:pt x="40" y="356"/>
                  <a:pt x="50" y="368"/>
                </a:cubicBezTo>
                <a:cubicBezTo>
                  <a:pt x="60" y="380"/>
                  <a:pt x="73" y="390"/>
                  <a:pt x="90" y="397"/>
                </a:cubicBezTo>
                <a:cubicBezTo>
                  <a:pt x="107" y="404"/>
                  <a:pt x="127" y="408"/>
                  <a:pt x="150" y="408"/>
                </a:cubicBezTo>
                <a:cubicBezTo>
                  <a:pt x="169" y="408"/>
                  <a:pt x="185" y="400"/>
                  <a:pt x="198" y="385"/>
                </a:cubicBezTo>
                <a:cubicBezTo>
                  <a:pt x="212" y="370"/>
                  <a:pt x="219" y="351"/>
                  <a:pt x="219" y="329"/>
                </a:cubicBezTo>
                <a:cubicBezTo>
                  <a:pt x="219" y="312"/>
                  <a:pt x="214" y="297"/>
                  <a:pt x="206" y="283"/>
                </a:cubicBezTo>
                <a:cubicBezTo>
                  <a:pt x="197" y="269"/>
                  <a:pt x="185" y="259"/>
                  <a:pt x="171" y="254"/>
                </a:cubicBezTo>
                <a:cubicBezTo>
                  <a:pt x="149" y="249"/>
                  <a:pt x="134" y="245"/>
                  <a:pt x="127" y="243"/>
                </a:cubicBezTo>
                <a:cubicBezTo>
                  <a:pt x="125" y="243"/>
                  <a:pt x="119" y="241"/>
                  <a:pt x="111" y="239"/>
                </a:cubicBezTo>
                <a:cubicBezTo>
                  <a:pt x="102" y="237"/>
                  <a:pt x="95" y="236"/>
                  <a:pt x="91" y="235"/>
                </a:cubicBezTo>
                <a:cubicBezTo>
                  <a:pt x="87" y="233"/>
                  <a:pt x="80" y="231"/>
                  <a:pt x="71" y="228"/>
                </a:cubicBezTo>
                <a:cubicBezTo>
                  <a:pt x="63" y="225"/>
                  <a:pt x="56" y="221"/>
                  <a:pt x="51" y="217"/>
                </a:cubicBezTo>
                <a:cubicBezTo>
                  <a:pt x="46" y="213"/>
                  <a:pt x="41" y="208"/>
                  <a:pt x="34" y="203"/>
                </a:cubicBezTo>
                <a:cubicBezTo>
                  <a:pt x="27" y="197"/>
                  <a:pt x="22" y="190"/>
                  <a:pt x="18" y="182"/>
                </a:cubicBezTo>
                <a:cubicBezTo>
                  <a:pt x="6" y="163"/>
                  <a:pt x="0" y="141"/>
                  <a:pt x="0" y="11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49" name=""/>
          <p:cNvSpPr/>
          <p:nvPr/>
        </p:nvSpPr>
        <p:spPr>
          <a:xfrm>
            <a:off x="1659600" y="3300120"/>
            <a:ext cx="134280" cy="147240"/>
          </a:xfrm>
          <a:custGeom>
            <a:avLst/>
            <a:gdLst/>
            <a:ahLst/>
            <a:rect l="0" t="0" r="r" b="b"/>
            <a:pathLst>
              <a:path w="373" h="409">
                <a:moveTo>
                  <a:pt x="62" y="37"/>
                </a:moveTo>
                <a:cubicBezTo>
                  <a:pt x="59" y="34"/>
                  <a:pt x="57" y="32"/>
                  <a:pt x="56" y="31"/>
                </a:cubicBezTo>
                <a:cubicBezTo>
                  <a:pt x="54" y="31"/>
                  <a:pt x="51" y="30"/>
                  <a:pt x="46" y="30"/>
                </a:cubicBezTo>
                <a:cubicBezTo>
                  <a:pt x="41" y="29"/>
                  <a:pt x="33" y="29"/>
                  <a:pt x="19" y="28"/>
                </a:cubicBezTo>
                <a:lnTo>
                  <a:pt x="0" y="28"/>
                </a:lnTo>
                <a:lnTo>
                  <a:pt x="0" y="0"/>
                </a:lnTo>
                <a:lnTo>
                  <a:pt x="121" y="0"/>
                </a:lnTo>
                <a:lnTo>
                  <a:pt x="143" y="0"/>
                </a:lnTo>
                <a:lnTo>
                  <a:pt x="190" y="0"/>
                </a:lnTo>
                <a:cubicBezTo>
                  <a:pt x="221" y="0"/>
                  <a:pt x="244" y="1"/>
                  <a:pt x="258" y="3"/>
                </a:cubicBezTo>
                <a:cubicBezTo>
                  <a:pt x="272" y="5"/>
                  <a:pt x="287" y="11"/>
                  <a:pt x="301" y="19"/>
                </a:cubicBezTo>
                <a:cubicBezTo>
                  <a:pt x="318" y="29"/>
                  <a:pt x="332" y="41"/>
                  <a:pt x="342" y="56"/>
                </a:cubicBezTo>
                <a:cubicBezTo>
                  <a:pt x="351" y="71"/>
                  <a:pt x="356" y="86"/>
                  <a:pt x="356" y="102"/>
                </a:cubicBezTo>
                <a:cubicBezTo>
                  <a:pt x="356" y="123"/>
                  <a:pt x="348" y="141"/>
                  <a:pt x="332" y="158"/>
                </a:cubicBezTo>
                <a:cubicBezTo>
                  <a:pt x="316" y="175"/>
                  <a:pt x="294" y="186"/>
                  <a:pt x="268" y="193"/>
                </a:cubicBezTo>
                <a:lnTo>
                  <a:pt x="262" y="195"/>
                </a:lnTo>
                <a:cubicBezTo>
                  <a:pt x="291" y="198"/>
                  <a:pt x="317" y="209"/>
                  <a:pt x="339" y="228"/>
                </a:cubicBezTo>
                <a:cubicBezTo>
                  <a:pt x="361" y="246"/>
                  <a:pt x="373" y="269"/>
                  <a:pt x="373" y="296"/>
                </a:cubicBezTo>
                <a:cubicBezTo>
                  <a:pt x="373" y="323"/>
                  <a:pt x="362" y="347"/>
                  <a:pt x="342" y="368"/>
                </a:cubicBezTo>
                <a:cubicBezTo>
                  <a:pt x="322" y="389"/>
                  <a:pt x="296" y="402"/>
                  <a:pt x="264" y="407"/>
                </a:cubicBezTo>
                <a:cubicBezTo>
                  <a:pt x="259" y="408"/>
                  <a:pt x="214" y="409"/>
                  <a:pt x="128" y="409"/>
                </a:cubicBezTo>
                <a:lnTo>
                  <a:pt x="0" y="409"/>
                </a:lnTo>
                <a:lnTo>
                  <a:pt x="0" y="381"/>
                </a:lnTo>
                <a:lnTo>
                  <a:pt x="19" y="381"/>
                </a:lnTo>
                <a:cubicBezTo>
                  <a:pt x="37" y="380"/>
                  <a:pt x="47" y="380"/>
                  <a:pt x="51" y="379"/>
                </a:cubicBezTo>
                <a:cubicBezTo>
                  <a:pt x="54" y="378"/>
                  <a:pt x="58" y="376"/>
                  <a:pt x="62" y="372"/>
                </a:cubicBezTo>
                <a:lnTo>
                  <a:pt x="62" y="37"/>
                </a:lnTo>
                <a:moveTo>
                  <a:pt x="289" y="102"/>
                </a:moveTo>
                <a:cubicBezTo>
                  <a:pt x="289" y="83"/>
                  <a:pt x="284" y="67"/>
                  <a:pt x="273" y="53"/>
                </a:cubicBezTo>
                <a:cubicBezTo>
                  <a:pt x="263" y="40"/>
                  <a:pt x="249" y="32"/>
                  <a:pt x="232" y="28"/>
                </a:cubicBezTo>
                <a:cubicBezTo>
                  <a:pt x="232" y="28"/>
                  <a:pt x="229" y="28"/>
                  <a:pt x="225" y="28"/>
                </a:cubicBezTo>
                <a:cubicBezTo>
                  <a:pt x="220" y="28"/>
                  <a:pt x="213" y="28"/>
                  <a:pt x="205" y="28"/>
                </a:cubicBezTo>
                <a:cubicBezTo>
                  <a:pt x="197" y="28"/>
                  <a:pt x="190" y="28"/>
                  <a:pt x="183" y="28"/>
                </a:cubicBezTo>
                <a:cubicBezTo>
                  <a:pt x="156" y="28"/>
                  <a:pt x="140" y="28"/>
                  <a:pt x="134" y="28"/>
                </a:cubicBezTo>
                <a:cubicBezTo>
                  <a:pt x="128" y="29"/>
                  <a:pt x="124" y="30"/>
                  <a:pt x="122" y="33"/>
                </a:cubicBezTo>
                <a:cubicBezTo>
                  <a:pt x="121" y="35"/>
                  <a:pt x="121" y="60"/>
                  <a:pt x="121" y="110"/>
                </a:cubicBezTo>
                <a:lnTo>
                  <a:pt x="121" y="185"/>
                </a:lnTo>
                <a:lnTo>
                  <a:pt x="170" y="185"/>
                </a:lnTo>
                <a:lnTo>
                  <a:pt x="220" y="184"/>
                </a:lnTo>
                <a:lnTo>
                  <a:pt x="226" y="183"/>
                </a:lnTo>
                <a:cubicBezTo>
                  <a:pt x="228" y="183"/>
                  <a:pt x="230" y="182"/>
                  <a:pt x="233" y="181"/>
                </a:cubicBezTo>
                <a:cubicBezTo>
                  <a:pt x="236" y="180"/>
                  <a:pt x="241" y="178"/>
                  <a:pt x="248" y="173"/>
                </a:cubicBezTo>
                <a:cubicBezTo>
                  <a:pt x="255" y="169"/>
                  <a:pt x="261" y="164"/>
                  <a:pt x="267" y="159"/>
                </a:cubicBezTo>
                <a:cubicBezTo>
                  <a:pt x="272" y="154"/>
                  <a:pt x="277" y="146"/>
                  <a:pt x="282" y="136"/>
                </a:cubicBezTo>
                <a:cubicBezTo>
                  <a:pt x="286" y="125"/>
                  <a:pt x="289" y="114"/>
                  <a:pt x="289" y="102"/>
                </a:cubicBezTo>
                <a:moveTo>
                  <a:pt x="304" y="296"/>
                </a:moveTo>
                <a:cubicBezTo>
                  <a:pt x="304" y="275"/>
                  <a:pt x="299" y="257"/>
                  <a:pt x="288" y="240"/>
                </a:cubicBezTo>
                <a:cubicBezTo>
                  <a:pt x="277" y="223"/>
                  <a:pt x="261" y="212"/>
                  <a:pt x="241" y="207"/>
                </a:cubicBezTo>
                <a:lnTo>
                  <a:pt x="180" y="207"/>
                </a:lnTo>
                <a:lnTo>
                  <a:pt x="121" y="207"/>
                </a:lnTo>
                <a:lnTo>
                  <a:pt x="121" y="289"/>
                </a:lnTo>
                <a:lnTo>
                  <a:pt x="121" y="339"/>
                </a:lnTo>
                <a:cubicBezTo>
                  <a:pt x="121" y="362"/>
                  <a:pt x="122" y="375"/>
                  <a:pt x="124" y="377"/>
                </a:cubicBezTo>
                <a:cubicBezTo>
                  <a:pt x="126" y="379"/>
                  <a:pt x="146" y="380"/>
                  <a:pt x="183" y="380"/>
                </a:cubicBezTo>
                <a:lnTo>
                  <a:pt x="213" y="380"/>
                </a:lnTo>
                <a:cubicBezTo>
                  <a:pt x="229" y="380"/>
                  <a:pt x="241" y="379"/>
                  <a:pt x="248" y="376"/>
                </a:cubicBezTo>
                <a:cubicBezTo>
                  <a:pt x="265" y="371"/>
                  <a:pt x="279" y="361"/>
                  <a:pt x="289" y="346"/>
                </a:cubicBezTo>
                <a:cubicBezTo>
                  <a:pt x="299" y="331"/>
                  <a:pt x="304" y="314"/>
                  <a:pt x="304" y="29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0" name=""/>
          <p:cNvSpPr/>
          <p:nvPr/>
        </p:nvSpPr>
        <p:spPr>
          <a:xfrm>
            <a:off x="1811520" y="3300120"/>
            <a:ext cx="128520" cy="147240"/>
          </a:xfrm>
          <a:custGeom>
            <a:avLst/>
            <a:gdLst/>
            <a:ahLst/>
            <a:rect l="0" t="0" r="r" b="b"/>
            <a:pathLst>
              <a:path w="357" h="409">
                <a:moveTo>
                  <a:pt x="61" y="38"/>
                </a:moveTo>
                <a:cubicBezTo>
                  <a:pt x="58" y="35"/>
                  <a:pt x="56" y="33"/>
                  <a:pt x="55" y="32"/>
                </a:cubicBezTo>
                <a:cubicBezTo>
                  <a:pt x="53" y="32"/>
                  <a:pt x="50" y="31"/>
                  <a:pt x="45" y="31"/>
                </a:cubicBezTo>
                <a:cubicBezTo>
                  <a:pt x="40" y="30"/>
                  <a:pt x="32" y="30"/>
                  <a:pt x="19" y="29"/>
                </a:cubicBezTo>
                <a:lnTo>
                  <a:pt x="0" y="29"/>
                </a:lnTo>
                <a:lnTo>
                  <a:pt x="0" y="0"/>
                </a:lnTo>
                <a:lnTo>
                  <a:pt x="111" y="0"/>
                </a:lnTo>
                <a:cubicBezTo>
                  <a:pt x="120" y="0"/>
                  <a:pt x="134" y="0"/>
                  <a:pt x="149" y="0"/>
                </a:cubicBezTo>
                <a:cubicBezTo>
                  <a:pt x="165" y="0"/>
                  <a:pt x="176" y="0"/>
                  <a:pt x="182" y="0"/>
                </a:cubicBezTo>
                <a:cubicBezTo>
                  <a:pt x="217" y="0"/>
                  <a:pt x="245" y="2"/>
                  <a:pt x="266" y="7"/>
                </a:cubicBezTo>
                <a:cubicBezTo>
                  <a:pt x="286" y="14"/>
                  <a:pt x="306" y="25"/>
                  <a:pt x="323" y="41"/>
                </a:cubicBezTo>
                <a:cubicBezTo>
                  <a:pt x="346" y="62"/>
                  <a:pt x="357" y="88"/>
                  <a:pt x="357" y="117"/>
                </a:cubicBezTo>
                <a:cubicBezTo>
                  <a:pt x="357" y="144"/>
                  <a:pt x="347" y="167"/>
                  <a:pt x="327" y="187"/>
                </a:cubicBezTo>
                <a:cubicBezTo>
                  <a:pt x="306" y="206"/>
                  <a:pt x="282" y="219"/>
                  <a:pt x="254" y="226"/>
                </a:cubicBezTo>
                <a:cubicBezTo>
                  <a:pt x="245" y="228"/>
                  <a:pt x="221" y="229"/>
                  <a:pt x="180" y="229"/>
                </a:cubicBezTo>
                <a:lnTo>
                  <a:pt x="123" y="229"/>
                </a:lnTo>
                <a:lnTo>
                  <a:pt x="123" y="301"/>
                </a:lnTo>
                <a:cubicBezTo>
                  <a:pt x="123" y="348"/>
                  <a:pt x="124" y="373"/>
                  <a:pt x="125" y="374"/>
                </a:cubicBezTo>
                <a:cubicBezTo>
                  <a:pt x="128" y="379"/>
                  <a:pt x="143" y="381"/>
                  <a:pt x="166" y="382"/>
                </a:cubicBezTo>
                <a:lnTo>
                  <a:pt x="186" y="382"/>
                </a:lnTo>
                <a:lnTo>
                  <a:pt x="186" y="409"/>
                </a:lnTo>
                <a:lnTo>
                  <a:pt x="179" y="409"/>
                </a:lnTo>
                <a:cubicBezTo>
                  <a:pt x="171" y="408"/>
                  <a:pt x="142" y="407"/>
                  <a:pt x="92" y="407"/>
                </a:cubicBezTo>
                <a:cubicBezTo>
                  <a:pt x="38" y="407"/>
                  <a:pt x="10" y="408"/>
                  <a:pt x="6" y="409"/>
                </a:cubicBezTo>
                <a:lnTo>
                  <a:pt x="0" y="409"/>
                </a:lnTo>
                <a:lnTo>
                  <a:pt x="0" y="382"/>
                </a:lnTo>
                <a:lnTo>
                  <a:pt x="19" y="382"/>
                </a:lnTo>
                <a:cubicBezTo>
                  <a:pt x="36" y="381"/>
                  <a:pt x="46" y="381"/>
                  <a:pt x="50" y="380"/>
                </a:cubicBezTo>
                <a:cubicBezTo>
                  <a:pt x="53" y="379"/>
                  <a:pt x="57" y="377"/>
                  <a:pt x="61" y="373"/>
                </a:cubicBezTo>
                <a:lnTo>
                  <a:pt x="61" y="38"/>
                </a:lnTo>
                <a:moveTo>
                  <a:pt x="287" y="118"/>
                </a:moveTo>
                <a:cubicBezTo>
                  <a:pt x="287" y="107"/>
                  <a:pt x="287" y="99"/>
                  <a:pt x="287" y="94"/>
                </a:cubicBezTo>
                <a:cubicBezTo>
                  <a:pt x="286" y="88"/>
                  <a:pt x="285" y="81"/>
                  <a:pt x="283" y="72"/>
                </a:cubicBezTo>
                <a:cubicBezTo>
                  <a:pt x="281" y="64"/>
                  <a:pt x="278" y="57"/>
                  <a:pt x="273" y="53"/>
                </a:cubicBezTo>
                <a:cubicBezTo>
                  <a:pt x="268" y="48"/>
                  <a:pt x="262" y="44"/>
                  <a:pt x="253" y="39"/>
                </a:cubicBezTo>
                <a:cubicBezTo>
                  <a:pt x="245" y="34"/>
                  <a:pt x="234" y="31"/>
                  <a:pt x="222" y="30"/>
                </a:cubicBezTo>
                <a:cubicBezTo>
                  <a:pt x="217" y="29"/>
                  <a:pt x="199" y="29"/>
                  <a:pt x="168" y="29"/>
                </a:cubicBezTo>
                <a:lnTo>
                  <a:pt x="155" y="29"/>
                </a:lnTo>
                <a:cubicBezTo>
                  <a:pt x="136" y="29"/>
                  <a:pt x="124" y="31"/>
                  <a:pt x="123" y="34"/>
                </a:cubicBezTo>
                <a:cubicBezTo>
                  <a:pt x="122" y="36"/>
                  <a:pt x="121" y="65"/>
                  <a:pt x="121" y="121"/>
                </a:cubicBezTo>
                <a:lnTo>
                  <a:pt x="121" y="205"/>
                </a:lnTo>
                <a:lnTo>
                  <a:pt x="165" y="205"/>
                </a:lnTo>
                <a:lnTo>
                  <a:pt x="187" y="205"/>
                </a:lnTo>
                <a:cubicBezTo>
                  <a:pt x="207" y="205"/>
                  <a:pt x="224" y="203"/>
                  <a:pt x="237" y="201"/>
                </a:cubicBezTo>
                <a:cubicBezTo>
                  <a:pt x="250" y="198"/>
                  <a:pt x="262" y="191"/>
                  <a:pt x="272" y="181"/>
                </a:cubicBezTo>
                <a:cubicBezTo>
                  <a:pt x="282" y="169"/>
                  <a:pt x="287" y="148"/>
                  <a:pt x="287" y="11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1" name=""/>
          <p:cNvSpPr txBox="1"/>
          <p:nvPr/>
        </p:nvSpPr>
        <p:spPr>
          <a:xfrm>
            <a:off x="733320" y="3152880"/>
            <a:ext cx="795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nABCD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2" name=""/>
          <p:cNvSpPr txBox="1"/>
          <p:nvPr/>
        </p:nvSpPr>
        <p:spPr>
          <a:xfrm>
            <a:off x="2284200" y="3113280"/>
            <a:ext cx="57564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0.030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3" name=""/>
          <p:cNvSpPr txBox="1"/>
          <p:nvPr/>
        </p:nvSpPr>
        <p:spPr>
          <a:xfrm>
            <a:off x="2949120" y="3152880"/>
            <a:ext cx="721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</a:t>
            </a:r>
            <a:r>
              <a:rPr lang="ja-JP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最小</a:t>
            </a:r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4" name=""/>
          <p:cNvSpPr txBox="1"/>
          <p:nvPr/>
        </p:nvSpPr>
        <p:spPr>
          <a:xfrm>
            <a:off x="4614480" y="3113280"/>
            <a:ext cx="57564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0.219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5" name=""/>
          <p:cNvSpPr txBox="1"/>
          <p:nvPr/>
        </p:nvSpPr>
        <p:spPr>
          <a:xfrm>
            <a:off x="5279400" y="3152880"/>
            <a:ext cx="721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</a:t>
            </a:r>
            <a:r>
              <a:rPr lang="ja-JP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最大</a:t>
            </a:r>
            <a:r>
              <a:rPr lang="en-US" sz="195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6" name=""/>
          <p:cNvSpPr/>
          <p:nvPr/>
        </p:nvSpPr>
        <p:spPr>
          <a:xfrm>
            <a:off x="933120" y="44002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7" name=""/>
          <p:cNvSpPr txBox="1"/>
          <p:nvPr/>
        </p:nvSpPr>
        <p:spPr>
          <a:xfrm>
            <a:off x="571320" y="3738600"/>
            <a:ext cx="5342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含意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8" name=""/>
          <p:cNvSpPr txBox="1"/>
          <p:nvPr/>
        </p:nvSpPr>
        <p:spPr>
          <a:xfrm>
            <a:off x="1200240" y="4286160"/>
            <a:ext cx="46692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単一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effect modifier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のランキングでは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59" name=""/>
          <p:cNvSpPr txBox="1"/>
          <p:nvPr/>
        </p:nvSpPr>
        <p:spPr>
          <a:xfrm>
            <a:off x="5851440" y="4243680"/>
            <a:ext cx="10674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逆の結論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0" name=""/>
          <p:cNvSpPr/>
          <p:nvPr/>
        </p:nvSpPr>
        <p:spPr>
          <a:xfrm>
            <a:off x="933120" y="48384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1" name=""/>
          <p:cNvSpPr txBox="1"/>
          <p:nvPr/>
        </p:nvSpPr>
        <p:spPr>
          <a:xfrm>
            <a:off x="6918120" y="4286160"/>
            <a:ext cx="8604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に至る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2" name=""/>
          <p:cNvSpPr/>
          <p:nvPr/>
        </p:nvSpPr>
        <p:spPr>
          <a:xfrm>
            <a:off x="933120" y="52765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2"/>
                  <a:pt x="155" y="292"/>
                  <a:pt x="146" y="292"/>
                </a:cubicBezTo>
                <a:cubicBezTo>
                  <a:pt x="136" y="292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4"/>
                </a:cubicBezTo>
                <a:cubicBezTo>
                  <a:pt x="257" y="51"/>
                  <a:pt x="263" y="58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9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3" name=""/>
          <p:cNvSpPr txBox="1"/>
          <p:nvPr/>
        </p:nvSpPr>
        <p:spPr>
          <a:xfrm>
            <a:off x="1200240" y="4724280"/>
            <a:ext cx="42494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R2: SBP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で最良だが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age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で最悪近く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4" name=""/>
          <p:cNvSpPr/>
          <p:nvPr/>
        </p:nvSpPr>
        <p:spPr>
          <a:xfrm>
            <a:off x="933120" y="5714640"/>
            <a:ext cx="105120" cy="105480"/>
          </a:xfrm>
          <a:custGeom>
            <a:avLst/>
            <a:gdLst/>
            <a:ahLst/>
            <a:rect l="0" t="0" r="r" b="b"/>
            <a:pathLst>
              <a:path w="292" h="293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2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2"/>
                  <a:pt x="155" y="293"/>
                  <a:pt x="146" y="293"/>
                </a:cubicBezTo>
                <a:cubicBezTo>
                  <a:pt x="136" y="293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2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2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2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5" name=""/>
          <p:cNvSpPr txBox="1"/>
          <p:nvPr/>
        </p:nvSpPr>
        <p:spPr>
          <a:xfrm>
            <a:off x="1200240" y="5162400"/>
            <a:ext cx="37162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R9: age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で良好だが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SBP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で最悪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6" name=""/>
          <p:cNvSpPr txBox="1"/>
          <p:nvPr/>
        </p:nvSpPr>
        <p:spPr>
          <a:xfrm>
            <a:off x="1200240" y="5558040"/>
            <a:ext cx="62042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両候補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effect modifier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を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joint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に評価することが必須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7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8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69" name=""/>
          <p:cNvSpPr txBox="1"/>
          <p:nvPr/>
        </p:nvSpPr>
        <p:spPr>
          <a:xfrm>
            <a:off x="571320" y="155520"/>
            <a:ext cx="869580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R2 vs R9: </a:t>
            </a:r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なぜ両変数を同時に評価すべきか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70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71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75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76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77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78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79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80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81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82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83" name=""/>
          <p:cNvSpPr/>
          <p:nvPr/>
        </p:nvSpPr>
        <p:spPr>
          <a:xfrm>
            <a:off x="571320" y="5371920"/>
            <a:ext cx="11049480" cy="571680"/>
          </a:xfrm>
          <a:custGeom>
            <a:avLst/>
            <a:gdLst/>
            <a:ahLst/>
            <a:rect l="0" t="0" r="r" b="b"/>
            <a:pathLst>
              <a:path w="30693" h="1588">
                <a:moveTo>
                  <a:pt x="0" y="0"/>
                </a:moveTo>
                <a:lnTo>
                  <a:pt x="30693" y="0"/>
                </a:lnTo>
                <a:lnTo>
                  <a:pt x="3069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884" name=""/>
          <p:cNvSpPr/>
          <p:nvPr/>
        </p:nvSpPr>
        <p:spPr>
          <a:xfrm>
            <a:off x="571320" y="5371920"/>
            <a:ext cx="38520" cy="571680"/>
          </a:xfrm>
          <a:custGeom>
            <a:avLst/>
            <a:gdLst/>
            <a:ahLst/>
            <a:rect l="0" t="0" r="r" b="b"/>
            <a:pathLst>
              <a:path w="107" h="1588">
                <a:moveTo>
                  <a:pt x="0" y="0"/>
                </a:moveTo>
                <a:lnTo>
                  <a:pt x="107" y="0"/>
                </a:lnTo>
                <a:lnTo>
                  <a:pt x="107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85" name=""/>
          <p:cNvSpPr/>
          <p:nvPr/>
        </p:nvSpPr>
        <p:spPr>
          <a:xfrm>
            <a:off x="581760" y="1609560"/>
            <a:ext cx="201960" cy="224640"/>
          </a:xfrm>
          <a:custGeom>
            <a:avLst/>
            <a:gdLst/>
            <a:ahLst/>
            <a:rect l="0" t="0" r="r" b="b"/>
            <a:pathLst>
              <a:path w="561" h="624">
                <a:moveTo>
                  <a:pt x="179" y="42"/>
                </a:moveTo>
                <a:cubicBezTo>
                  <a:pt x="158" y="42"/>
                  <a:pt x="147" y="41"/>
                  <a:pt x="146" y="38"/>
                </a:cubicBezTo>
                <a:cubicBezTo>
                  <a:pt x="145" y="37"/>
                  <a:pt x="145" y="35"/>
                  <a:pt x="145" y="31"/>
                </a:cubicBezTo>
                <a:cubicBezTo>
                  <a:pt x="145" y="16"/>
                  <a:pt x="148" y="6"/>
                  <a:pt x="155" y="1"/>
                </a:cubicBezTo>
                <a:cubicBezTo>
                  <a:pt x="156" y="0"/>
                  <a:pt x="161" y="0"/>
                  <a:pt x="168" y="0"/>
                </a:cubicBezTo>
                <a:cubicBezTo>
                  <a:pt x="201" y="2"/>
                  <a:pt x="240" y="3"/>
                  <a:pt x="284" y="3"/>
                </a:cubicBezTo>
                <a:cubicBezTo>
                  <a:pt x="371" y="3"/>
                  <a:pt x="420" y="2"/>
                  <a:pt x="432" y="0"/>
                </a:cubicBezTo>
                <a:lnTo>
                  <a:pt x="443" y="0"/>
                </a:lnTo>
                <a:cubicBezTo>
                  <a:pt x="447" y="4"/>
                  <a:pt x="449" y="6"/>
                  <a:pt x="449" y="8"/>
                </a:cubicBezTo>
                <a:cubicBezTo>
                  <a:pt x="449" y="10"/>
                  <a:pt x="448" y="15"/>
                  <a:pt x="447" y="25"/>
                </a:cubicBezTo>
                <a:cubicBezTo>
                  <a:pt x="444" y="34"/>
                  <a:pt x="441" y="39"/>
                  <a:pt x="439" y="42"/>
                </a:cubicBezTo>
                <a:lnTo>
                  <a:pt x="404" y="42"/>
                </a:lnTo>
                <a:cubicBezTo>
                  <a:pt x="362" y="42"/>
                  <a:pt x="337" y="45"/>
                  <a:pt x="330" y="50"/>
                </a:cubicBezTo>
                <a:cubicBezTo>
                  <a:pt x="325" y="52"/>
                  <a:pt x="321" y="61"/>
                  <a:pt x="317" y="75"/>
                </a:cubicBezTo>
                <a:cubicBezTo>
                  <a:pt x="313" y="90"/>
                  <a:pt x="292" y="170"/>
                  <a:pt x="256" y="317"/>
                </a:cubicBezTo>
                <a:cubicBezTo>
                  <a:pt x="246" y="356"/>
                  <a:pt x="236" y="398"/>
                  <a:pt x="225" y="442"/>
                </a:cubicBezTo>
                <a:cubicBezTo>
                  <a:pt x="214" y="486"/>
                  <a:pt x="206" y="520"/>
                  <a:pt x="200" y="542"/>
                </a:cubicBezTo>
                <a:lnTo>
                  <a:pt x="192" y="575"/>
                </a:lnTo>
                <a:cubicBezTo>
                  <a:pt x="192" y="577"/>
                  <a:pt x="195" y="579"/>
                  <a:pt x="200" y="579"/>
                </a:cubicBezTo>
                <a:cubicBezTo>
                  <a:pt x="206" y="579"/>
                  <a:pt x="224" y="579"/>
                  <a:pt x="254" y="580"/>
                </a:cubicBezTo>
                <a:lnTo>
                  <a:pt x="269" y="580"/>
                </a:lnTo>
                <a:cubicBezTo>
                  <a:pt x="289" y="580"/>
                  <a:pt x="304" y="580"/>
                  <a:pt x="316" y="580"/>
                </a:cubicBezTo>
                <a:cubicBezTo>
                  <a:pt x="327" y="579"/>
                  <a:pt x="343" y="577"/>
                  <a:pt x="361" y="573"/>
                </a:cubicBezTo>
                <a:cubicBezTo>
                  <a:pt x="380" y="570"/>
                  <a:pt x="395" y="564"/>
                  <a:pt x="407" y="557"/>
                </a:cubicBezTo>
                <a:cubicBezTo>
                  <a:pt x="419" y="550"/>
                  <a:pt x="432" y="539"/>
                  <a:pt x="447" y="526"/>
                </a:cubicBezTo>
                <a:cubicBezTo>
                  <a:pt x="462" y="513"/>
                  <a:pt x="474" y="496"/>
                  <a:pt x="485" y="476"/>
                </a:cubicBezTo>
                <a:cubicBezTo>
                  <a:pt x="495" y="458"/>
                  <a:pt x="504" y="437"/>
                  <a:pt x="512" y="415"/>
                </a:cubicBezTo>
                <a:cubicBezTo>
                  <a:pt x="521" y="392"/>
                  <a:pt x="526" y="380"/>
                  <a:pt x="528" y="377"/>
                </a:cubicBezTo>
                <a:cubicBezTo>
                  <a:pt x="531" y="375"/>
                  <a:pt x="536" y="374"/>
                  <a:pt x="543" y="374"/>
                </a:cubicBezTo>
                <a:lnTo>
                  <a:pt x="555" y="374"/>
                </a:lnTo>
                <a:cubicBezTo>
                  <a:pt x="559" y="379"/>
                  <a:pt x="561" y="383"/>
                  <a:pt x="561" y="384"/>
                </a:cubicBezTo>
                <a:cubicBezTo>
                  <a:pt x="561" y="385"/>
                  <a:pt x="555" y="403"/>
                  <a:pt x="542" y="438"/>
                </a:cubicBezTo>
                <a:cubicBezTo>
                  <a:pt x="530" y="472"/>
                  <a:pt x="517" y="509"/>
                  <a:pt x="502" y="547"/>
                </a:cubicBezTo>
                <a:cubicBezTo>
                  <a:pt x="488" y="585"/>
                  <a:pt x="480" y="607"/>
                  <a:pt x="479" y="614"/>
                </a:cubicBezTo>
                <a:cubicBezTo>
                  <a:pt x="478" y="617"/>
                  <a:pt x="476" y="619"/>
                  <a:pt x="475" y="620"/>
                </a:cubicBezTo>
                <a:cubicBezTo>
                  <a:pt x="474" y="620"/>
                  <a:pt x="469" y="621"/>
                  <a:pt x="461" y="622"/>
                </a:cubicBezTo>
                <a:cubicBezTo>
                  <a:pt x="452" y="624"/>
                  <a:pt x="439" y="624"/>
                  <a:pt x="421" y="623"/>
                </a:cubicBezTo>
                <a:cubicBezTo>
                  <a:pt x="415" y="623"/>
                  <a:pt x="392" y="623"/>
                  <a:pt x="352" y="623"/>
                </a:cubicBezTo>
                <a:cubicBezTo>
                  <a:pt x="312" y="623"/>
                  <a:pt x="274" y="623"/>
                  <a:pt x="239" y="622"/>
                </a:cubicBezTo>
                <a:lnTo>
                  <a:pt x="77" y="622"/>
                </a:lnTo>
                <a:cubicBezTo>
                  <a:pt x="26" y="622"/>
                  <a:pt x="0" y="619"/>
                  <a:pt x="0" y="613"/>
                </a:cubicBezTo>
                <a:cubicBezTo>
                  <a:pt x="0" y="609"/>
                  <a:pt x="1" y="605"/>
                  <a:pt x="2" y="600"/>
                </a:cubicBezTo>
                <a:cubicBezTo>
                  <a:pt x="5" y="589"/>
                  <a:pt x="8" y="583"/>
                  <a:pt x="11" y="581"/>
                </a:cubicBezTo>
                <a:cubicBezTo>
                  <a:pt x="14" y="581"/>
                  <a:pt x="18" y="580"/>
                  <a:pt x="25" y="580"/>
                </a:cubicBezTo>
                <a:lnTo>
                  <a:pt x="30" y="580"/>
                </a:lnTo>
                <a:cubicBezTo>
                  <a:pt x="47" y="580"/>
                  <a:pt x="65" y="580"/>
                  <a:pt x="85" y="578"/>
                </a:cubicBezTo>
                <a:cubicBezTo>
                  <a:pt x="93" y="576"/>
                  <a:pt x="99" y="572"/>
                  <a:pt x="102" y="567"/>
                </a:cubicBezTo>
                <a:cubicBezTo>
                  <a:pt x="104" y="564"/>
                  <a:pt x="126" y="480"/>
                  <a:pt x="168" y="314"/>
                </a:cubicBezTo>
                <a:cubicBezTo>
                  <a:pt x="209" y="147"/>
                  <a:pt x="230" y="59"/>
                  <a:pt x="230" y="50"/>
                </a:cubicBezTo>
                <a:cubicBezTo>
                  <a:pt x="230" y="46"/>
                  <a:pt x="213" y="43"/>
                  <a:pt x="179" y="42"/>
                </a:cubicBez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86" name=""/>
          <p:cNvSpPr/>
          <p:nvPr/>
        </p:nvSpPr>
        <p:spPr>
          <a:xfrm>
            <a:off x="933120" y="21906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7"/>
                  <a:pt x="203" y="11"/>
                </a:cubicBezTo>
                <a:cubicBezTo>
                  <a:pt x="211" y="15"/>
                  <a:pt x="220" y="19"/>
                  <a:pt x="228" y="24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87" name=""/>
          <p:cNvSpPr/>
          <p:nvPr/>
        </p:nvSpPr>
        <p:spPr>
          <a:xfrm>
            <a:off x="1210320" y="2116440"/>
            <a:ext cx="201960" cy="224640"/>
          </a:xfrm>
          <a:custGeom>
            <a:avLst/>
            <a:gdLst/>
            <a:ahLst/>
            <a:rect l="0" t="0" r="r" b="b"/>
            <a:pathLst>
              <a:path w="561" h="624">
                <a:moveTo>
                  <a:pt x="179" y="43"/>
                </a:moveTo>
                <a:cubicBezTo>
                  <a:pt x="158" y="43"/>
                  <a:pt x="147" y="42"/>
                  <a:pt x="146" y="39"/>
                </a:cubicBezTo>
                <a:cubicBezTo>
                  <a:pt x="145" y="38"/>
                  <a:pt x="145" y="36"/>
                  <a:pt x="145" y="32"/>
                </a:cubicBezTo>
                <a:cubicBezTo>
                  <a:pt x="145" y="17"/>
                  <a:pt x="148" y="7"/>
                  <a:pt x="155" y="1"/>
                </a:cubicBezTo>
                <a:cubicBezTo>
                  <a:pt x="156" y="1"/>
                  <a:pt x="161" y="0"/>
                  <a:pt x="169" y="0"/>
                </a:cubicBezTo>
                <a:cubicBezTo>
                  <a:pt x="202" y="2"/>
                  <a:pt x="240" y="3"/>
                  <a:pt x="285" y="3"/>
                </a:cubicBezTo>
                <a:cubicBezTo>
                  <a:pt x="371" y="3"/>
                  <a:pt x="420" y="2"/>
                  <a:pt x="433" y="0"/>
                </a:cubicBezTo>
                <a:lnTo>
                  <a:pt x="444" y="0"/>
                </a:lnTo>
                <a:cubicBezTo>
                  <a:pt x="447" y="4"/>
                  <a:pt x="449" y="7"/>
                  <a:pt x="449" y="8"/>
                </a:cubicBezTo>
                <a:cubicBezTo>
                  <a:pt x="449" y="10"/>
                  <a:pt x="449" y="16"/>
                  <a:pt x="447" y="25"/>
                </a:cubicBezTo>
                <a:cubicBezTo>
                  <a:pt x="444" y="35"/>
                  <a:pt x="442" y="41"/>
                  <a:pt x="439" y="43"/>
                </a:cubicBezTo>
                <a:lnTo>
                  <a:pt x="405" y="43"/>
                </a:lnTo>
                <a:cubicBezTo>
                  <a:pt x="363" y="44"/>
                  <a:pt x="338" y="46"/>
                  <a:pt x="331" y="51"/>
                </a:cubicBezTo>
                <a:cubicBezTo>
                  <a:pt x="327" y="54"/>
                  <a:pt x="322" y="62"/>
                  <a:pt x="318" y="77"/>
                </a:cubicBezTo>
                <a:cubicBezTo>
                  <a:pt x="314" y="91"/>
                  <a:pt x="294" y="171"/>
                  <a:pt x="256" y="317"/>
                </a:cubicBezTo>
                <a:cubicBezTo>
                  <a:pt x="246" y="356"/>
                  <a:pt x="236" y="398"/>
                  <a:pt x="225" y="443"/>
                </a:cubicBezTo>
                <a:cubicBezTo>
                  <a:pt x="214" y="487"/>
                  <a:pt x="206" y="520"/>
                  <a:pt x="201" y="543"/>
                </a:cubicBezTo>
                <a:lnTo>
                  <a:pt x="192" y="575"/>
                </a:lnTo>
                <a:cubicBezTo>
                  <a:pt x="192" y="578"/>
                  <a:pt x="195" y="579"/>
                  <a:pt x="201" y="579"/>
                </a:cubicBezTo>
                <a:cubicBezTo>
                  <a:pt x="206" y="579"/>
                  <a:pt x="224" y="580"/>
                  <a:pt x="254" y="581"/>
                </a:cubicBezTo>
                <a:lnTo>
                  <a:pt x="270" y="581"/>
                </a:lnTo>
                <a:cubicBezTo>
                  <a:pt x="290" y="581"/>
                  <a:pt x="306" y="581"/>
                  <a:pt x="317" y="580"/>
                </a:cubicBezTo>
                <a:cubicBezTo>
                  <a:pt x="329" y="579"/>
                  <a:pt x="344" y="577"/>
                  <a:pt x="362" y="574"/>
                </a:cubicBezTo>
                <a:cubicBezTo>
                  <a:pt x="380" y="570"/>
                  <a:pt x="395" y="565"/>
                  <a:pt x="407" y="557"/>
                </a:cubicBezTo>
                <a:cubicBezTo>
                  <a:pt x="419" y="550"/>
                  <a:pt x="433" y="540"/>
                  <a:pt x="447" y="526"/>
                </a:cubicBezTo>
                <a:cubicBezTo>
                  <a:pt x="462" y="513"/>
                  <a:pt x="475" y="496"/>
                  <a:pt x="486" y="476"/>
                </a:cubicBezTo>
                <a:cubicBezTo>
                  <a:pt x="495" y="458"/>
                  <a:pt x="504" y="438"/>
                  <a:pt x="513" y="415"/>
                </a:cubicBezTo>
                <a:cubicBezTo>
                  <a:pt x="521" y="393"/>
                  <a:pt x="526" y="380"/>
                  <a:pt x="528" y="377"/>
                </a:cubicBezTo>
                <a:cubicBezTo>
                  <a:pt x="531" y="375"/>
                  <a:pt x="537" y="374"/>
                  <a:pt x="544" y="374"/>
                </a:cubicBezTo>
                <a:lnTo>
                  <a:pt x="556" y="374"/>
                </a:lnTo>
                <a:cubicBezTo>
                  <a:pt x="559" y="380"/>
                  <a:pt x="561" y="383"/>
                  <a:pt x="561" y="384"/>
                </a:cubicBezTo>
                <a:cubicBezTo>
                  <a:pt x="561" y="386"/>
                  <a:pt x="555" y="403"/>
                  <a:pt x="543" y="438"/>
                </a:cubicBezTo>
                <a:cubicBezTo>
                  <a:pt x="531" y="473"/>
                  <a:pt x="517" y="509"/>
                  <a:pt x="503" y="547"/>
                </a:cubicBezTo>
                <a:cubicBezTo>
                  <a:pt x="488" y="586"/>
                  <a:pt x="480" y="608"/>
                  <a:pt x="479" y="615"/>
                </a:cubicBezTo>
                <a:cubicBezTo>
                  <a:pt x="478" y="618"/>
                  <a:pt x="477" y="619"/>
                  <a:pt x="476" y="620"/>
                </a:cubicBezTo>
                <a:cubicBezTo>
                  <a:pt x="474" y="621"/>
                  <a:pt x="469" y="622"/>
                  <a:pt x="461" y="623"/>
                </a:cubicBezTo>
                <a:cubicBezTo>
                  <a:pt x="452" y="624"/>
                  <a:pt x="439" y="624"/>
                  <a:pt x="422" y="624"/>
                </a:cubicBezTo>
                <a:cubicBezTo>
                  <a:pt x="415" y="624"/>
                  <a:pt x="392" y="624"/>
                  <a:pt x="353" y="624"/>
                </a:cubicBezTo>
                <a:cubicBezTo>
                  <a:pt x="313" y="624"/>
                  <a:pt x="276" y="623"/>
                  <a:pt x="239" y="623"/>
                </a:cubicBezTo>
                <a:lnTo>
                  <a:pt x="77" y="623"/>
                </a:lnTo>
                <a:cubicBezTo>
                  <a:pt x="26" y="623"/>
                  <a:pt x="0" y="620"/>
                  <a:pt x="0" y="614"/>
                </a:cubicBezTo>
                <a:cubicBezTo>
                  <a:pt x="0" y="609"/>
                  <a:pt x="1" y="605"/>
                  <a:pt x="2" y="601"/>
                </a:cubicBezTo>
                <a:cubicBezTo>
                  <a:pt x="5" y="589"/>
                  <a:pt x="8" y="583"/>
                  <a:pt x="11" y="582"/>
                </a:cubicBezTo>
                <a:cubicBezTo>
                  <a:pt x="14" y="581"/>
                  <a:pt x="18" y="581"/>
                  <a:pt x="25" y="581"/>
                </a:cubicBezTo>
                <a:lnTo>
                  <a:pt x="30" y="581"/>
                </a:lnTo>
                <a:cubicBezTo>
                  <a:pt x="47" y="581"/>
                  <a:pt x="65" y="580"/>
                  <a:pt x="85" y="578"/>
                </a:cubicBezTo>
                <a:cubicBezTo>
                  <a:pt x="94" y="576"/>
                  <a:pt x="99" y="573"/>
                  <a:pt x="102" y="567"/>
                </a:cubicBezTo>
                <a:cubicBezTo>
                  <a:pt x="104" y="565"/>
                  <a:pt x="126" y="481"/>
                  <a:pt x="168" y="314"/>
                </a:cubicBezTo>
                <a:cubicBezTo>
                  <a:pt x="210" y="148"/>
                  <a:pt x="231" y="60"/>
                  <a:pt x="231" y="51"/>
                </a:cubicBezTo>
                <a:cubicBezTo>
                  <a:pt x="231" y="47"/>
                  <a:pt x="213" y="44"/>
                  <a:pt x="179" y="4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88" name=""/>
          <p:cNvSpPr/>
          <p:nvPr/>
        </p:nvSpPr>
        <p:spPr>
          <a:xfrm>
            <a:off x="1441800" y="2285640"/>
            <a:ext cx="106560" cy="106560"/>
          </a:xfrm>
          <a:custGeom>
            <a:avLst/>
            <a:gdLst/>
            <a:ahLst/>
            <a:rect l="0" t="0" r="r" b="b"/>
            <a:pathLst>
              <a:path w="296" h="296">
                <a:moveTo>
                  <a:pt x="66" y="92"/>
                </a:moveTo>
                <a:cubicBezTo>
                  <a:pt x="66" y="92"/>
                  <a:pt x="61" y="92"/>
                  <a:pt x="52" y="92"/>
                </a:cubicBezTo>
                <a:cubicBezTo>
                  <a:pt x="43" y="92"/>
                  <a:pt x="35" y="89"/>
                  <a:pt x="28" y="82"/>
                </a:cubicBezTo>
                <a:cubicBezTo>
                  <a:pt x="22" y="76"/>
                  <a:pt x="19" y="68"/>
                  <a:pt x="19" y="57"/>
                </a:cubicBezTo>
                <a:cubicBezTo>
                  <a:pt x="19" y="42"/>
                  <a:pt x="26" y="29"/>
                  <a:pt x="40" y="17"/>
                </a:cubicBezTo>
                <a:cubicBezTo>
                  <a:pt x="55" y="6"/>
                  <a:pt x="81" y="0"/>
                  <a:pt x="118" y="0"/>
                </a:cubicBezTo>
                <a:cubicBezTo>
                  <a:pt x="150" y="0"/>
                  <a:pt x="175" y="7"/>
                  <a:pt x="194" y="21"/>
                </a:cubicBezTo>
                <a:cubicBezTo>
                  <a:pt x="214" y="34"/>
                  <a:pt x="226" y="51"/>
                  <a:pt x="233" y="70"/>
                </a:cubicBezTo>
                <a:cubicBezTo>
                  <a:pt x="235" y="76"/>
                  <a:pt x="236" y="82"/>
                  <a:pt x="236" y="90"/>
                </a:cubicBezTo>
                <a:cubicBezTo>
                  <a:pt x="236" y="97"/>
                  <a:pt x="236" y="121"/>
                  <a:pt x="237" y="164"/>
                </a:cubicBezTo>
                <a:lnTo>
                  <a:pt x="237" y="209"/>
                </a:lnTo>
                <a:cubicBezTo>
                  <a:pt x="237" y="229"/>
                  <a:pt x="238" y="243"/>
                  <a:pt x="240" y="251"/>
                </a:cubicBezTo>
                <a:cubicBezTo>
                  <a:pt x="242" y="259"/>
                  <a:pt x="247" y="263"/>
                  <a:pt x="253" y="263"/>
                </a:cubicBezTo>
                <a:cubicBezTo>
                  <a:pt x="260" y="263"/>
                  <a:pt x="264" y="259"/>
                  <a:pt x="266" y="252"/>
                </a:cubicBezTo>
                <a:cubicBezTo>
                  <a:pt x="268" y="245"/>
                  <a:pt x="270" y="234"/>
                  <a:pt x="270" y="218"/>
                </a:cubicBezTo>
                <a:lnTo>
                  <a:pt x="270" y="195"/>
                </a:lnTo>
                <a:lnTo>
                  <a:pt x="296" y="195"/>
                </a:lnTo>
                <a:lnTo>
                  <a:pt x="296" y="220"/>
                </a:lnTo>
                <a:cubicBezTo>
                  <a:pt x="296" y="237"/>
                  <a:pt x="295" y="247"/>
                  <a:pt x="294" y="250"/>
                </a:cubicBezTo>
                <a:cubicBezTo>
                  <a:pt x="290" y="263"/>
                  <a:pt x="283" y="273"/>
                  <a:pt x="271" y="281"/>
                </a:cubicBezTo>
                <a:cubicBezTo>
                  <a:pt x="260" y="288"/>
                  <a:pt x="248" y="293"/>
                  <a:pt x="235" y="293"/>
                </a:cubicBezTo>
                <a:cubicBezTo>
                  <a:pt x="223" y="294"/>
                  <a:pt x="213" y="290"/>
                  <a:pt x="205" y="281"/>
                </a:cubicBezTo>
                <a:cubicBezTo>
                  <a:pt x="197" y="272"/>
                  <a:pt x="192" y="263"/>
                  <a:pt x="190" y="254"/>
                </a:cubicBezTo>
                <a:lnTo>
                  <a:pt x="190" y="251"/>
                </a:lnTo>
                <a:lnTo>
                  <a:pt x="188" y="253"/>
                </a:lnTo>
                <a:cubicBezTo>
                  <a:pt x="188" y="254"/>
                  <a:pt x="187" y="256"/>
                  <a:pt x="185" y="257"/>
                </a:cubicBezTo>
                <a:cubicBezTo>
                  <a:pt x="184" y="258"/>
                  <a:pt x="182" y="260"/>
                  <a:pt x="180" y="263"/>
                </a:cubicBezTo>
                <a:cubicBezTo>
                  <a:pt x="178" y="265"/>
                  <a:pt x="175" y="268"/>
                  <a:pt x="172" y="270"/>
                </a:cubicBezTo>
                <a:cubicBezTo>
                  <a:pt x="169" y="272"/>
                  <a:pt x="166" y="274"/>
                  <a:pt x="163" y="277"/>
                </a:cubicBezTo>
                <a:cubicBezTo>
                  <a:pt x="159" y="280"/>
                  <a:pt x="155" y="283"/>
                  <a:pt x="151" y="284"/>
                </a:cubicBezTo>
                <a:cubicBezTo>
                  <a:pt x="147" y="286"/>
                  <a:pt x="142" y="288"/>
                  <a:pt x="137" y="291"/>
                </a:cubicBezTo>
                <a:cubicBezTo>
                  <a:pt x="132" y="292"/>
                  <a:pt x="126" y="294"/>
                  <a:pt x="120" y="294"/>
                </a:cubicBezTo>
                <a:cubicBezTo>
                  <a:pt x="114" y="295"/>
                  <a:pt x="108" y="296"/>
                  <a:pt x="100" y="296"/>
                </a:cubicBezTo>
                <a:cubicBezTo>
                  <a:pt x="75" y="296"/>
                  <a:pt x="51" y="290"/>
                  <a:pt x="31" y="275"/>
                </a:cubicBezTo>
                <a:cubicBezTo>
                  <a:pt x="10" y="262"/>
                  <a:pt x="0" y="244"/>
                  <a:pt x="0" y="219"/>
                </a:cubicBezTo>
                <a:cubicBezTo>
                  <a:pt x="0" y="210"/>
                  <a:pt x="1" y="202"/>
                  <a:pt x="4" y="194"/>
                </a:cubicBezTo>
                <a:cubicBezTo>
                  <a:pt x="7" y="186"/>
                  <a:pt x="13" y="177"/>
                  <a:pt x="22" y="167"/>
                </a:cubicBezTo>
                <a:cubicBezTo>
                  <a:pt x="30" y="158"/>
                  <a:pt x="41" y="150"/>
                  <a:pt x="53" y="144"/>
                </a:cubicBezTo>
                <a:cubicBezTo>
                  <a:pt x="65" y="137"/>
                  <a:pt x="81" y="131"/>
                  <a:pt x="103" y="126"/>
                </a:cubicBezTo>
                <a:cubicBezTo>
                  <a:pt x="124" y="120"/>
                  <a:pt x="148" y="117"/>
                  <a:pt x="174" y="116"/>
                </a:cubicBezTo>
                <a:lnTo>
                  <a:pt x="183" y="116"/>
                </a:lnTo>
                <a:lnTo>
                  <a:pt x="183" y="102"/>
                </a:lnTo>
                <a:cubicBezTo>
                  <a:pt x="183" y="87"/>
                  <a:pt x="181" y="76"/>
                  <a:pt x="179" y="70"/>
                </a:cubicBezTo>
                <a:cubicBezTo>
                  <a:pt x="169" y="39"/>
                  <a:pt x="149" y="24"/>
                  <a:pt x="116" y="24"/>
                </a:cubicBezTo>
                <a:cubicBezTo>
                  <a:pt x="109" y="24"/>
                  <a:pt x="101" y="24"/>
                  <a:pt x="95" y="25"/>
                </a:cubicBezTo>
                <a:cubicBezTo>
                  <a:pt x="88" y="25"/>
                  <a:pt x="82" y="26"/>
                  <a:pt x="78" y="27"/>
                </a:cubicBezTo>
                <a:cubicBezTo>
                  <a:pt x="75" y="28"/>
                  <a:pt x="73" y="29"/>
                  <a:pt x="73" y="29"/>
                </a:cubicBezTo>
                <a:cubicBezTo>
                  <a:pt x="83" y="35"/>
                  <a:pt x="87" y="45"/>
                  <a:pt x="87" y="57"/>
                </a:cubicBezTo>
                <a:cubicBezTo>
                  <a:pt x="87" y="68"/>
                  <a:pt x="84" y="76"/>
                  <a:pt x="77" y="82"/>
                </a:cubicBezTo>
                <a:lnTo>
                  <a:pt x="66" y="92"/>
                </a:lnTo>
                <a:moveTo>
                  <a:pt x="59" y="220"/>
                </a:moveTo>
                <a:cubicBezTo>
                  <a:pt x="59" y="233"/>
                  <a:pt x="64" y="245"/>
                  <a:pt x="75" y="256"/>
                </a:cubicBezTo>
                <a:cubicBezTo>
                  <a:pt x="85" y="266"/>
                  <a:pt x="98" y="271"/>
                  <a:pt x="113" y="272"/>
                </a:cubicBezTo>
                <a:cubicBezTo>
                  <a:pt x="129" y="272"/>
                  <a:pt x="143" y="267"/>
                  <a:pt x="156" y="257"/>
                </a:cubicBezTo>
                <a:cubicBezTo>
                  <a:pt x="168" y="247"/>
                  <a:pt x="176" y="234"/>
                  <a:pt x="181" y="218"/>
                </a:cubicBezTo>
                <a:cubicBezTo>
                  <a:pt x="182" y="215"/>
                  <a:pt x="182" y="201"/>
                  <a:pt x="183" y="176"/>
                </a:cubicBezTo>
                <a:cubicBezTo>
                  <a:pt x="183" y="151"/>
                  <a:pt x="182" y="138"/>
                  <a:pt x="182" y="138"/>
                </a:cubicBezTo>
                <a:cubicBezTo>
                  <a:pt x="179" y="138"/>
                  <a:pt x="174" y="139"/>
                  <a:pt x="169" y="139"/>
                </a:cubicBezTo>
                <a:cubicBezTo>
                  <a:pt x="163" y="139"/>
                  <a:pt x="153" y="141"/>
                  <a:pt x="140" y="145"/>
                </a:cubicBezTo>
                <a:cubicBezTo>
                  <a:pt x="126" y="148"/>
                  <a:pt x="113" y="153"/>
                  <a:pt x="102" y="158"/>
                </a:cubicBezTo>
                <a:cubicBezTo>
                  <a:pt x="91" y="163"/>
                  <a:pt x="81" y="171"/>
                  <a:pt x="73" y="182"/>
                </a:cubicBezTo>
                <a:cubicBezTo>
                  <a:pt x="64" y="192"/>
                  <a:pt x="60" y="205"/>
                  <a:pt x="59" y="22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89" name=""/>
          <p:cNvSpPr/>
          <p:nvPr/>
        </p:nvSpPr>
        <p:spPr>
          <a:xfrm>
            <a:off x="1556280" y="2284560"/>
            <a:ext cx="106200" cy="153000"/>
          </a:xfrm>
          <a:custGeom>
            <a:avLst/>
            <a:gdLst/>
            <a:ahLst/>
            <a:rect l="0" t="0" r="r" b="b"/>
            <a:pathLst>
              <a:path w="295" h="425">
                <a:moveTo>
                  <a:pt x="193" y="28"/>
                </a:moveTo>
                <a:cubicBezTo>
                  <a:pt x="212" y="9"/>
                  <a:pt x="235" y="0"/>
                  <a:pt x="259" y="0"/>
                </a:cubicBezTo>
                <a:cubicBezTo>
                  <a:pt x="272" y="0"/>
                  <a:pt x="281" y="4"/>
                  <a:pt x="286" y="12"/>
                </a:cubicBezTo>
                <a:cubicBezTo>
                  <a:pt x="292" y="20"/>
                  <a:pt x="295" y="28"/>
                  <a:pt x="295" y="37"/>
                </a:cubicBezTo>
                <a:cubicBezTo>
                  <a:pt x="295" y="43"/>
                  <a:pt x="293" y="48"/>
                  <a:pt x="289" y="53"/>
                </a:cubicBezTo>
                <a:cubicBezTo>
                  <a:pt x="285" y="57"/>
                  <a:pt x="279" y="60"/>
                  <a:pt x="272" y="60"/>
                </a:cubicBezTo>
                <a:cubicBezTo>
                  <a:pt x="258" y="60"/>
                  <a:pt x="250" y="53"/>
                  <a:pt x="248" y="40"/>
                </a:cubicBezTo>
                <a:cubicBezTo>
                  <a:pt x="247" y="34"/>
                  <a:pt x="248" y="30"/>
                  <a:pt x="250" y="27"/>
                </a:cubicBezTo>
                <a:cubicBezTo>
                  <a:pt x="250" y="26"/>
                  <a:pt x="250" y="26"/>
                  <a:pt x="250" y="25"/>
                </a:cubicBezTo>
                <a:lnTo>
                  <a:pt x="250" y="24"/>
                </a:lnTo>
                <a:cubicBezTo>
                  <a:pt x="238" y="26"/>
                  <a:pt x="227" y="30"/>
                  <a:pt x="215" y="38"/>
                </a:cubicBezTo>
                <a:cubicBezTo>
                  <a:pt x="212" y="41"/>
                  <a:pt x="210" y="42"/>
                  <a:pt x="210" y="43"/>
                </a:cubicBezTo>
                <a:cubicBezTo>
                  <a:pt x="210" y="43"/>
                  <a:pt x="211" y="44"/>
                  <a:pt x="213" y="46"/>
                </a:cubicBezTo>
                <a:cubicBezTo>
                  <a:pt x="214" y="48"/>
                  <a:pt x="216" y="50"/>
                  <a:pt x="220" y="54"/>
                </a:cubicBezTo>
                <a:cubicBezTo>
                  <a:pt x="222" y="57"/>
                  <a:pt x="224" y="61"/>
                  <a:pt x="227" y="65"/>
                </a:cubicBezTo>
                <a:cubicBezTo>
                  <a:pt x="229" y="70"/>
                  <a:pt x="231" y="75"/>
                  <a:pt x="232" y="82"/>
                </a:cubicBezTo>
                <a:cubicBezTo>
                  <a:pt x="234" y="89"/>
                  <a:pt x="235" y="96"/>
                  <a:pt x="235" y="103"/>
                </a:cubicBezTo>
                <a:cubicBezTo>
                  <a:pt x="235" y="130"/>
                  <a:pt x="224" y="153"/>
                  <a:pt x="202" y="171"/>
                </a:cubicBezTo>
                <a:cubicBezTo>
                  <a:pt x="181" y="189"/>
                  <a:pt x="155" y="199"/>
                  <a:pt x="125" y="199"/>
                </a:cubicBezTo>
                <a:cubicBezTo>
                  <a:pt x="103" y="199"/>
                  <a:pt x="82" y="193"/>
                  <a:pt x="61" y="181"/>
                </a:cubicBezTo>
                <a:cubicBezTo>
                  <a:pt x="56" y="189"/>
                  <a:pt x="54" y="197"/>
                  <a:pt x="54" y="206"/>
                </a:cubicBezTo>
                <a:cubicBezTo>
                  <a:pt x="54" y="221"/>
                  <a:pt x="59" y="233"/>
                  <a:pt x="71" y="240"/>
                </a:cubicBezTo>
                <a:cubicBezTo>
                  <a:pt x="74" y="243"/>
                  <a:pt x="78" y="244"/>
                  <a:pt x="81" y="244"/>
                </a:cubicBezTo>
                <a:cubicBezTo>
                  <a:pt x="85" y="244"/>
                  <a:pt x="100" y="245"/>
                  <a:pt x="128" y="245"/>
                </a:cubicBezTo>
                <a:cubicBezTo>
                  <a:pt x="164" y="246"/>
                  <a:pt x="187" y="247"/>
                  <a:pt x="197" y="249"/>
                </a:cubicBezTo>
                <a:cubicBezTo>
                  <a:pt x="224" y="253"/>
                  <a:pt x="245" y="262"/>
                  <a:pt x="260" y="276"/>
                </a:cubicBezTo>
                <a:cubicBezTo>
                  <a:pt x="277" y="292"/>
                  <a:pt x="285" y="313"/>
                  <a:pt x="285" y="339"/>
                </a:cubicBezTo>
                <a:cubicBezTo>
                  <a:pt x="285" y="367"/>
                  <a:pt x="268" y="389"/>
                  <a:pt x="235" y="405"/>
                </a:cubicBezTo>
                <a:cubicBezTo>
                  <a:pt x="208" y="418"/>
                  <a:pt x="178" y="425"/>
                  <a:pt x="143" y="425"/>
                </a:cubicBezTo>
                <a:cubicBezTo>
                  <a:pt x="107" y="425"/>
                  <a:pt x="76" y="418"/>
                  <a:pt x="51" y="405"/>
                </a:cubicBezTo>
                <a:cubicBezTo>
                  <a:pt x="17" y="390"/>
                  <a:pt x="0" y="368"/>
                  <a:pt x="0" y="341"/>
                </a:cubicBezTo>
                <a:cubicBezTo>
                  <a:pt x="0" y="325"/>
                  <a:pt x="5" y="312"/>
                  <a:pt x="14" y="302"/>
                </a:cubicBezTo>
                <a:cubicBezTo>
                  <a:pt x="23" y="292"/>
                  <a:pt x="32" y="285"/>
                  <a:pt x="41" y="281"/>
                </a:cubicBezTo>
                <a:lnTo>
                  <a:pt x="48" y="277"/>
                </a:lnTo>
                <a:cubicBezTo>
                  <a:pt x="33" y="264"/>
                  <a:pt x="25" y="246"/>
                  <a:pt x="25" y="222"/>
                </a:cubicBezTo>
                <a:cubicBezTo>
                  <a:pt x="25" y="202"/>
                  <a:pt x="31" y="183"/>
                  <a:pt x="44" y="167"/>
                </a:cubicBezTo>
                <a:cubicBezTo>
                  <a:pt x="25" y="148"/>
                  <a:pt x="15" y="127"/>
                  <a:pt x="15" y="103"/>
                </a:cubicBezTo>
                <a:cubicBezTo>
                  <a:pt x="15" y="76"/>
                  <a:pt x="26" y="54"/>
                  <a:pt x="47" y="35"/>
                </a:cubicBezTo>
                <a:cubicBezTo>
                  <a:pt x="69" y="17"/>
                  <a:pt x="95" y="7"/>
                  <a:pt x="125" y="7"/>
                </a:cubicBezTo>
                <a:cubicBezTo>
                  <a:pt x="147" y="7"/>
                  <a:pt x="168" y="13"/>
                  <a:pt x="186" y="24"/>
                </a:cubicBezTo>
                <a:lnTo>
                  <a:pt x="193" y="28"/>
                </a:lnTo>
                <a:moveTo>
                  <a:pt x="174" y="71"/>
                </a:moveTo>
                <a:cubicBezTo>
                  <a:pt x="172" y="59"/>
                  <a:pt x="166" y="49"/>
                  <a:pt x="157" y="42"/>
                </a:cubicBezTo>
                <a:cubicBezTo>
                  <a:pt x="148" y="35"/>
                  <a:pt x="137" y="32"/>
                  <a:pt x="124" y="31"/>
                </a:cubicBezTo>
                <a:cubicBezTo>
                  <a:pt x="112" y="31"/>
                  <a:pt x="101" y="35"/>
                  <a:pt x="92" y="42"/>
                </a:cubicBezTo>
                <a:cubicBezTo>
                  <a:pt x="83" y="49"/>
                  <a:pt x="77" y="58"/>
                  <a:pt x="75" y="71"/>
                </a:cubicBezTo>
                <a:cubicBezTo>
                  <a:pt x="74" y="78"/>
                  <a:pt x="73" y="89"/>
                  <a:pt x="73" y="103"/>
                </a:cubicBezTo>
                <a:cubicBezTo>
                  <a:pt x="73" y="122"/>
                  <a:pt x="75" y="136"/>
                  <a:pt x="78" y="145"/>
                </a:cubicBezTo>
                <a:cubicBezTo>
                  <a:pt x="81" y="154"/>
                  <a:pt x="87" y="162"/>
                  <a:pt x="97" y="168"/>
                </a:cubicBezTo>
                <a:cubicBezTo>
                  <a:pt x="104" y="172"/>
                  <a:pt x="113" y="174"/>
                  <a:pt x="125" y="174"/>
                </a:cubicBezTo>
                <a:cubicBezTo>
                  <a:pt x="134" y="174"/>
                  <a:pt x="142" y="173"/>
                  <a:pt x="149" y="170"/>
                </a:cubicBezTo>
                <a:cubicBezTo>
                  <a:pt x="156" y="167"/>
                  <a:pt x="161" y="163"/>
                  <a:pt x="164" y="158"/>
                </a:cubicBezTo>
                <a:cubicBezTo>
                  <a:pt x="167" y="153"/>
                  <a:pt x="169" y="149"/>
                  <a:pt x="171" y="145"/>
                </a:cubicBezTo>
                <a:cubicBezTo>
                  <a:pt x="173" y="141"/>
                  <a:pt x="174" y="138"/>
                  <a:pt x="174" y="136"/>
                </a:cubicBezTo>
                <a:cubicBezTo>
                  <a:pt x="175" y="129"/>
                  <a:pt x="176" y="118"/>
                  <a:pt x="176" y="103"/>
                </a:cubicBezTo>
                <a:cubicBezTo>
                  <a:pt x="176" y="89"/>
                  <a:pt x="175" y="78"/>
                  <a:pt x="174" y="71"/>
                </a:cubicBezTo>
                <a:moveTo>
                  <a:pt x="242" y="341"/>
                </a:moveTo>
                <a:cubicBezTo>
                  <a:pt x="242" y="330"/>
                  <a:pt x="239" y="321"/>
                  <a:pt x="233" y="314"/>
                </a:cubicBezTo>
                <a:cubicBezTo>
                  <a:pt x="227" y="307"/>
                  <a:pt x="217" y="302"/>
                  <a:pt x="206" y="299"/>
                </a:cubicBezTo>
                <a:cubicBezTo>
                  <a:pt x="194" y="296"/>
                  <a:pt x="184" y="294"/>
                  <a:pt x="174" y="294"/>
                </a:cubicBezTo>
                <a:cubicBezTo>
                  <a:pt x="165" y="293"/>
                  <a:pt x="153" y="292"/>
                  <a:pt x="139" y="292"/>
                </a:cubicBezTo>
                <a:lnTo>
                  <a:pt x="122" y="292"/>
                </a:lnTo>
                <a:cubicBezTo>
                  <a:pt x="93" y="292"/>
                  <a:pt x="76" y="294"/>
                  <a:pt x="71" y="296"/>
                </a:cubicBezTo>
                <a:cubicBezTo>
                  <a:pt x="62" y="300"/>
                  <a:pt x="55" y="306"/>
                  <a:pt x="51" y="314"/>
                </a:cubicBezTo>
                <a:cubicBezTo>
                  <a:pt x="46" y="322"/>
                  <a:pt x="43" y="331"/>
                  <a:pt x="43" y="340"/>
                </a:cubicBezTo>
                <a:cubicBezTo>
                  <a:pt x="43" y="344"/>
                  <a:pt x="44" y="349"/>
                  <a:pt x="47" y="355"/>
                </a:cubicBezTo>
                <a:cubicBezTo>
                  <a:pt x="49" y="360"/>
                  <a:pt x="54" y="367"/>
                  <a:pt x="60" y="374"/>
                </a:cubicBezTo>
                <a:cubicBezTo>
                  <a:pt x="67" y="381"/>
                  <a:pt x="77" y="387"/>
                  <a:pt x="91" y="392"/>
                </a:cubicBezTo>
                <a:cubicBezTo>
                  <a:pt x="105" y="397"/>
                  <a:pt x="122" y="399"/>
                  <a:pt x="143" y="400"/>
                </a:cubicBezTo>
                <a:cubicBezTo>
                  <a:pt x="172" y="400"/>
                  <a:pt x="196" y="394"/>
                  <a:pt x="214" y="382"/>
                </a:cubicBezTo>
                <a:cubicBezTo>
                  <a:pt x="233" y="370"/>
                  <a:pt x="242" y="356"/>
                  <a:pt x="242" y="3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0" name=""/>
          <p:cNvSpPr/>
          <p:nvPr/>
        </p:nvSpPr>
        <p:spPr>
          <a:xfrm>
            <a:off x="1671840" y="2285640"/>
            <a:ext cx="90360" cy="106560"/>
          </a:xfrm>
          <a:custGeom>
            <a:avLst/>
            <a:gdLst/>
            <a:ahLst/>
            <a:rect l="0" t="0" r="r" b="b"/>
            <a:pathLst>
              <a:path w="251" h="296">
                <a:moveTo>
                  <a:pt x="0" y="148"/>
                </a:moveTo>
                <a:cubicBezTo>
                  <a:pt x="0" y="124"/>
                  <a:pt x="5" y="103"/>
                  <a:pt x="13" y="84"/>
                </a:cubicBezTo>
                <a:cubicBezTo>
                  <a:pt x="22" y="64"/>
                  <a:pt x="33" y="49"/>
                  <a:pt x="46" y="37"/>
                </a:cubicBezTo>
                <a:cubicBezTo>
                  <a:pt x="58" y="25"/>
                  <a:pt x="72" y="16"/>
                  <a:pt x="87" y="10"/>
                </a:cubicBezTo>
                <a:cubicBezTo>
                  <a:pt x="102" y="4"/>
                  <a:pt x="117" y="1"/>
                  <a:pt x="130" y="0"/>
                </a:cubicBezTo>
                <a:cubicBezTo>
                  <a:pt x="153" y="0"/>
                  <a:pt x="172" y="4"/>
                  <a:pt x="188" y="12"/>
                </a:cubicBezTo>
                <a:cubicBezTo>
                  <a:pt x="205" y="19"/>
                  <a:pt x="218" y="30"/>
                  <a:pt x="227" y="44"/>
                </a:cubicBezTo>
                <a:cubicBezTo>
                  <a:pt x="235" y="58"/>
                  <a:pt x="241" y="71"/>
                  <a:pt x="245" y="85"/>
                </a:cubicBezTo>
                <a:cubicBezTo>
                  <a:pt x="248" y="99"/>
                  <a:pt x="250" y="114"/>
                  <a:pt x="251" y="131"/>
                </a:cubicBezTo>
                <a:cubicBezTo>
                  <a:pt x="251" y="134"/>
                  <a:pt x="249" y="137"/>
                  <a:pt x="246" y="140"/>
                </a:cubicBezTo>
                <a:lnTo>
                  <a:pt x="64" y="140"/>
                </a:lnTo>
                <a:lnTo>
                  <a:pt x="64" y="149"/>
                </a:lnTo>
                <a:cubicBezTo>
                  <a:pt x="64" y="213"/>
                  <a:pt x="85" y="251"/>
                  <a:pt x="128" y="265"/>
                </a:cubicBezTo>
                <a:cubicBezTo>
                  <a:pt x="136" y="268"/>
                  <a:pt x="146" y="269"/>
                  <a:pt x="156" y="269"/>
                </a:cubicBezTo>
                <a:cubicBezTo>
                  <a:pt x="174" y="269"/>
                  <a:pt x="190" y="262"/>
                  <a:pt x="203" y="248"/>
                </a:cubicBezTo>
                <a:cubicBezTo>
                  <a:pt x="210" y="241"/>
                  <a:pt x="217" y="232"/>
                  <a:pt x="221" y="221"/>
                </a:cubicBezTo>
                <a:lnTo>
                  <a:pt x="227" y="206"/>
                </a:lnTo>
                <a:cubicBezTo>
                  <a:pt x="229" y="205"/>
                  <a:pt x="232" y="204"/>
                  <a:pt x="238" y="204"/>
                </a:cubicBezTo>
                <a:lnTo>
                  <a:pt x="240" y="204"/>
                </a:lnTo>
                <a:cubicBezTo>
                  <a:pt x="247" y="204"/>
                  <a:pt x="251" y="206"/>
                  <a:pt x="251" y="210"/>
                </a:cubicBezTo>
                <a:cubicBezTo>
                  <a:pt x="251" y="212"/>
                  <a:pt x="250" y="215"/>
                  <a:pt x="249" y="219"/>
                </a:cubicBezTo>
                <a:cubicBezTo>
                  <a:pt x="240" y="242"/>
                  <a:pt x="227" y="261"/>
                  <a:pt x="207" y="275"/>
                </a:cubicBezTo>
                <a:cubicBezTo>
                  <a:pt x="188" y="290"/>
                  <a:pt x="167" y="296"/>
                  <a:pt x="143" y="296"/>
                </a:cubicBezTo>
                <a:cubicBezTo>
                  <a:pt x="103" y="296"/>
                  <a:pt x="69" y="281"/>
                  <a:pt x="42" y="251"/>
                </a:cubicBezTo>
                <a:cubicBezTo>
                  <a:pt x="15" y="221"/>
                  <a:pt x="1" y="187"/>
                  <a:pt x="0" y="148"/>
                </a:cubicBezTo>
                <a:moveTo>
                  <a:pt x="197" y="111"/>
                </a:moveTo>
                <a:cubicBezTo>
                  <a:pt x="192" y="56"/>
                  <a:pt x="172" y="27"/>
                  <a:pt x="136" y="24"/>
                </a:cubicBezTo>
                <a:lnTo>
                  <a:pt x="134" y="24"/>
                </a:lnTo>
                <a:cubicBezTo>
                  <a:pt x="131" y="24"/>
                  <a:pt x="127" y="24"/>
                  <a:pt x="124" y="25"/>
                </a:cubicBezTo>
                <a:cubicBezTo>
                  <a:pt x="121" y="25"/>
                  <a:pt x="115" y="27"/>
                  <a:pt x="108" y="30"/>
                </a:cubicBezTo>
                <a:cubicBezTo>
                  <a:pt x="101" y="33"/>
                  <a:pt x="94" y="37"/>
                  <a:pt x="89" y="43"/>
                </a:cubicBezTo>
                <a:cubicBezTo>
                  <a:pt x="84" y="49"/>
                  <a:pt x="79" y="58"/>
                  <a:pt x="74" y="70"/>
                </a:cubicBezTo>
                <a:cubicBezTo>
                  <a:pt x="70" y="81"/>
                  <a:pt x="66" y="95"/>
                  <a:pt x="64" y="112"/>
                </a:cubicBezTo>
                <a:lnTo>
                  <a:pt x="64" y="117"/>
                </a:lnTo>
                <a:lnTo>
                  <a:pt x="197" y="117"/>
                </a:lnTo>
                <a:lnTo>
                  <a:pt x="197" y="11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1" name=""/>
          <p:cNvSpPr/>
          <p:nvPr/>
        </p:nvSpPr>
        <p:spPr>
          <a:xfrm>
            <a:off x="1786320" y="2361240"/>
            <a:ext cx="30960" cy="73440"/>
          </a:xfrm>
          <a:custGeom>
            <a:avLst/>
            <a:gdLst/>
            <a:ahLst/>
            <a:rect l="0" t="0" r="r" b="b"/>
            <a:pathLst>
              <a:path w="86" h="204">
                <a:moveTo>
                  <a:pt x="0" y="57"/>
                </a:moveTo>
                <a:cubicBezTo>
                  <a:pt x="0" y="57"/>
                  <a:pt x="0" y="51"/>
                  <a:pt x="0" y="41"/>
                </a:cubicBezTo>
                <a:cubicBezTo>
                  <a:pt x="0" y="30"/>
                  <a:pt x="4" y="21"/>
                  <a:pt x="11" y="13"/>
                </a:cubicBezTo>
                <a:cubicBezTo>
                  <a:pt x="18" y="4"/>
                  <a:pt x="27" y="0"/>
                  <a:pt x="39" y="0"/>
                </a:cubicBezTo>
                <a:cubicBezTo>
                  <a:pt x="51" y="0"/>
                  <a:pt x="62" y="7"/>
                  <a:pt x="71" y="18"/>
                </a:cubicBezTo>
                <a:cubicBezTo>
                  <a:pt x="81" y="28"/>
                  <a:pt x="86" y="47"/>
                  <a:pt x="86" y="74"/>
                </a:cubicBezTo>
                <a:cubicBezTo>
                  <a:pt x="86" y="89"/>
                  <a:pt x="84" y="104"/>
                  <a:pt x="80" y="118"/>
                </a:cubicBezTo>
                <a:cubicBezTo>
                  <a:pt x="77" y="132"/>
                  <a:pt x="72" y="144"/>
                  <a:pt x="67" y="155"/>
                </a:cubicBezTo>
                <a:cubicBezTo>
                  <a:pt x="62" y="165"/>
                  <a:pt x="56" y="174"/>
                  <a:pt x="50" y="181"/>
                </a:cubicBezTo>
                <a:cubicBezTo>
                  <a:pt x="44" y="188"/>
                  <a:pt x="39" y="194"/>
                  <a:pt x="34" y="198"/>
                </a:cubicBezTo>
                <a:cubicBezTo>
                  <a:pt x="30" y="203"/>
                  <a:pt x="27" y="205"/>
                  <a:pt x="25" y="204"/>
                </a:cubicBezTo>
                <a:cubicBezTo>
                  <a:pt x="24" y="204"/>
                  <a:pt x="21" y="202"/>
                  <a:pt x="17" y="198"/>
                </a:cubicBezTo>
                <a:cubicBezTo>
                  <a:pt x="13" y="195"/>
                  <a:pt x="11" y="192"/>
                  <a:pt x="11" y="190"/>
                </a:cubicBezTo>
                <a:cubicBezTo>
                  <a:pt x="11" y="188"/>
                  <a:pt x="14" y="185"/>
                  <a:pt x="18" y="180"/>
                </a:cubicBezTo>
                <a:cubicBezTo>
                  <a:pt x="23" y="175"/>
                  <a:pt x="28" y="168"/>
                  <a:pt x="34" y="160"/>
                </a:cubicBezTo>
                <a:cubicBezTo>
                  <a:pt x="41" y="153"/>
                  <a:pt x="47" y="142"/>
                  <a:pt x="52" y="128"/>
                </a:cubicBezTo>
                <a:cubicBezTo>
                  <a:pt x="57" y="115"/>
                  <a:pt x="61" y="99"/>
                  <a:pt x="62" y="81"/>
                </a:cubicBezTo>
                <a:lnTo>
                  <a:pt x="62" y="74"/>
                </a:lnTo>
                <a:cubicBezTo>
                  <a:pt x="61" y="75"/>
                  <a:pt x="60" y="75"/>
                  <a:pt x="59" y="75"/>
                </a:cubicBezTo>
                <a:cubicBezTo>
                  <a:pt x="57" y="76"/>
                  <a:pt x="56" y="77"/>
                  <a:pt x="55" y="77"/>
                </a:cubicBezTo>
                <a:cubicBezTo>
                  <a:pt x="53" y="78"/>
                  <a:pt x="52" y="79"/>
                  <a:pt x="49" y="79"/>
                </a:cubicBezTo>
                <a:cubicBezTo>
                  <a:pt x="46" y="79"/>
                  <a:pt x="44" y="79"/>
                  <a:pt x="41" y="79"/>
                </a:cubicBezTo>
                <a:cubicBezTo>
                  <a:pt x="29" y="79"/>
                  <a:pt x="19" y="76"/>
                  <a:pt x="12" y="68"/>
                </a:cubicBezTo>
                <a:lnTo>
                  <a:pt x="0" y="5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2" name=""/>
          <p:cNvSpPr/>
          <p:nvPr/>
        </p:nvSpPr>
        <p:spPr>
          <a:xfrm>
            <a:off x="1838520" y="2231280"/>
            <a:ext cx="162360" cy="163440"/>
          </a:xfrm>
          <a:custGeom>
            <a:avLst/>
            <a:gdLst/>
            <a:ahLst/>
            <a:rect l="0" t="0" r="r" b="b"/>
            <a:pathLst>
              <a:path w="451" h="454">
                <a:moveTo>
                  <a:pt x="67" y="39"/>
                </a:moveTo>
                <a:cubicBezTo>
                  <a:pt x="64" y="36"/>
                  <a:pt x="62" y="34"/>
                  <a:pt x="60" y="33"/>
                </a:cubicBezTo>
                <a:cubicBezTo>
                  <a:pt x="59" y="32"/>
                  <a:pt x="54" y="32"/>
                  <a:pt x="49" y="31"/>
                </a:cubicBezTo>
                <a:cubicBezTo>
                  <a:pt x="44" y="31"/>
                  <a:pt x="35" y="30"/>
                  <a:pt x="21" y="29"/>
                </a:cubicBezTo>
                <a:lnTo>
                  <a:pt x="0" y="29"/>
                </a:lnTo>
                <a:lnTo>
                  <a:pt x="0" y="0"/>
                </a:lnTo>
                <a:lnTo>
                  <a:pt x="7" y="0"/>
                </a:lnTo>
                <a:cubicBezTo>
                  <a:pt x="16" y="1"/>
                  <a:pt x="47" y="2"/>
                  <a:pt x="101" y="2"/>
                </a:cubicBezTo>
                <a:cubicBezTo>
                  <a:pt x="159" y="2"/>
                  <a:pt x="190" y="1"/>
                  <a:pt x="194" y="0"/>
                </a:cubicBezTo>
                <a:lnTo>
                  <a:pt x="201" y="0"/>
                </a:lnTo>
                <a:lnTo>
                  <a:pt x="201" y="29"/>
                </a:lnTo>
                <a:lnTo>
                  <a:pt x="179" y="29"/>
                </a:lnTo>
                <a:cubicBezTo>
                  <a:pt x="162" y="30"/>
                  <a:pt x="151" y="31"/>
                  <a:pt x="147" y="31"/>
                </a:cubicBezTo>
                <a:cubicBezTo>
                  <a:pt x="142" y="32"/>
                  <a:pt x="138" y="35"/>
                  <a:pt x="135" y="39"/>
                </a:cubicBezTo>
                <a:lnTo>
                  <a:pt x="134" y="170"/>
                </a:lnTo>
                <a:lnTo>
                  <a:pt x="134" y="252"/>
                </a:lnTo>
                <a:cubicBezTo>
                  <a:pt x="134" y="296"/>
                  <a:pt x="136" y="327"/>
                  <a:pt x="139" y="346"/>
                </a:cubicBezTo>
                <a:cubicBezTo>
                  <a:pt x="143" y="365"/>
                  <a:pt x="151" y="383"/>
                  <a:pt x="165" y="397"/>
                </a:cubicBezTo>
                <a:cubicBezTo>
                  <a:pt x="185" y="416"/>
                  <a:pt x="208" y="425"/>
                  <a:pt x="235" y="425"/>
                </a:cubicBezTo>
                <a:cubicBezTo>
                  <a:pt x="263" y="425"/>
                  <a:pt x="288" y="416"/>
                  <a:pt x="311" y="399"/>
                </a:cubicBezTo>
                <a:cubicBezTo>
                  <a:pt x="333" y="382"/>
                  <a:pt x="347" y="355"/>
                  <a:pt x="352" y="322"/>
                </a:cubicBezTo>
                <a:cubicBezTo>
                  <a:pt x="354" y="312"/>
                  <a:pt x="355" y="263"/>
                  <a:pt x="355" y="176"/>
                </a:cubicBezTo>
                <a:lnTo>
                  <a:pt x="355" y="55"/>
                </a:lnTo>
                <a:cubicBezTo>
                  <a:pt x="352" y="50"/>
                  <a:pt x="350" y="47"/>
                  <a:pt x="349" y="45"/>
                </a:cubicBezTo>
                <a:cubicBezTo>
                  <a:pt x="347" y="43"/>
                  <a:pt x="342" y="40"/>
                  <a:pt x="333" y="36"/>
                </a:cubicBezTo>
                <a:cubicBezTo>
                  <a:pt x="325" y="32"/>
                  <a:pt x="313" y="30"/>
                  <a:pt x="300" y="29"/>
                </a:cubicBezTo>
                <a:lnTo>
                  <a:pt x="289" y="29"/>
                </a:lnTo>
                <a:lnTo>
                  <a:pt x="289" y="0"/>
                </a:lnTo>
                <a:lnTo>
                  <a:pt x="295" y="0"/>
                </a:lnTo>
                <a:cubicBezTo>
                  <a:pt x="301" y="1"/>
                  <a:pt x="326" y="2"/>
                  <a:pt x="370" y="2"/>
                </a:cubicBezTo>
                <a:cubicBezTo>
                  <a:pt x="414" y="2"/>
                  <a:pt x="439" y="1"/>
                  <a:pt x="445" y="0"/>
                </a:cubicBezTo>
                <a:lnTo>
                  <a:pt x="451" y="0"/>
                </a:lnTo>
                <a:lnTo>
                  <a:pt x="451" y="29"/>
                </a:lnTo>
                <a:lnTo>
                  <a:pt x="440" y="29"/>
                </a:lnTo>
                <a:cubicBezTo>
                  <a:pt x="409" y="31"/>
                  <a:pt x="390" y="40"/>
                  <a:pt x="385" y="55"/>
                </a:cubicBezTo>
                <a:lnTo>
                  <a:pt x="385" y="183"/>
                </a:lnTo>
                <a:cubicBezTo>
                  <a:pt x="384" y="271"/>
                  <a:pt x="383" y="318"/>
                  <a:pt x="382" y="324"/>
                </a:cubicBezTo>
                <a:cubicBezTo>
                  <a:pt x="382" y="324"/>
                  <a:pt x="382" y="326"/>
                  <a:pt x="381" y="329"/>
                </a:cubicBezTo>
                <a:cubicBezTo>
                  <a:pt x="372" y="367"/>
                  <a:pt x="354" y="398"/>
                  <a:pt x="327" y="420"/>
                </a:cubicBezTo>
                <a:cubicBezTo>
                  <a:pt x="299" y="443"/>
                  <a:pt x="269" y="454"/>
                  <a:pt x="235" y="454"/>
                </a:cubicBezTo>
                <a:cubicBezTo>
                  <a:pt x="199" y="454"/>
                  <a:pt x="164" y="443"/>
                  <a:pt x="130" y="419"/>
                </a:cubicBezTo>
                <a:cubicBezTo>
                  <a:pt x="97" y="396"/>
                  <a:pt x="76" y="360"/>
                  <a:pt x="69" y="316"/>
                </a:cubicBezTo>
                <a:cubicBezTo>
                  <a:pt x="68" y="312"/>
                  <a:pt x="68" y="265"/>
                  <a:pt x="67" y="174"/>
                </a:cubicBezTo>
                <a:lnTo>
                  <a:pt x="67" y="3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3" name=""/>
          <p:cNvSpPr/>
          <p:nvPr/>
        </p:nvSpPr>
        <p:spPr>
          <a:xfrm>
            <a:off x="2013120" y="2231280"/>
            <a:ext cx="144360" cy="158400"/>
          </a:xfrm>
          <a:custGeom>
            <a:avLst/>
            <a:gdLst/>
            <a:ahLst/>
            <a:rect l="0" t="0" r="r" b="b"/>
            <a:pathLst>
              <a:path w="401" h="440">
                <a:moveTo>
                  <a:pt x="66" y="39"/>
                </a:moveTo>
                <a:cubicBezTo>
                  <a:pt x="63" y="36"/>
                  <a:pt x="61" y="34"/>
                  <a:pt x="59" y="33"/>
                </a:cubicBezTo>
                <a:cubicBezTo>
                  <a:pt x="57" y="32"/>
                  <a:pt x="54" y="32"/>
                  <a:pt x="49" y="31"/>
                </a:cubicBezTo>
                <a:cubicBezTo>
                  <a:pt x="43" y="31"/>
                  <a:pt x="34" y="30"/>
                  <a:pt x="21" y="29"/>
                </a:cubicBezTo>
                <a:lnTo>
                  <a:pt x="0" y="29"/>
                </a:lnTo>
                <a:lnTo>
                  <a:pt x="0" y="0"/>
                </a:lnTo>
                <a:lnTo>
                  <a:pt x="129" y="0"/>
                </a:lnTo>
                <a:lnTo>
                  <a:pt x="153" y="0"/>
                </a:lnTo>
                <a:lnTo>
                  <a:pt x="204" y="0"/>
                </a:lnTo>
                <a:cubicBezTo>
                  <a:pt x="238" y="0"/>
                  <a:pt x="263" y="1"/>
                  <a:pt x="278" y="3"/>
                </a:cubicBezTo>
                <a:cubicBezTo>
                  <a:pt x="293" y="5"/>
                  <a:pt x="309" y="11"/>
                  <a:pt x="324" y="20"/>
                </a:cubicBezTo>
                <a:cubicBezTo>
                  <a:pt x="343" y="31"/>
                  <a:pt x="357" y="44"/>
                  <a:pt x="368" y="60"/>
                </a:cubicBezTo>
                <a:cubicBezTo>
                  <a:pt x="379" y="76"/>
                  <a:pt x="384" y="92"/>
                  <a:pt x="384" y="110"/>
                </a:cubicBezTo>
                <a:cubicBezTo>
                  <a:pt x="384" y="132"/>
                  <a:pt x="375" y="152"/>
                  <a:pt x="358" y="171"/>
                </a:cubicBezTo>
                <a:cubicBezTo>
                  <a:pt x="340" y="189"/>
                  <a:pt x="317" y="201"/>
                  <a:pt x="289" y="209"/>
                </a:cubicBezTo>
                <a:lnTo>
                  <a:pt x="282" y="211"/>
                </a:lnTo>
                <a:cubicBezTo>
                  <a:pt x="314" y="214"/>
                  <a:pt x="341" y="226"/>
                  <a:pt x="365" y="246"/>
                </a:cubicBezTo>
                <a:cubicBezTo>
                  <a:pt x="389" y="266"/>
                  <a:pt x="401" y="290"/>
                  <a:pt x="401" y="320"/>
                </a:cubicBezTo>
                <a:cubicBezTo>
                  <a:pt x="401" y="349"/>
                  <a:pt x="391" y="375"/>
                  <a:pt x="369" y="397"/>
                </a:cubicBezTo>
                <a:cubicBezTo>
                  <a:pt x="347" y="420"/>
                  <a:pt x="319" y="433"/>
                  <a:pt x="284" y="438"/>
                </a:cubicBezTo>
                <a:cubicBezTo>
                  <a:pt x="279" y="439"/>
                  <a:pt x="230" y="440"/>
                  <a:pt x="137" y="440"/>
                </a:cubicBezTo>
                <a:lnTo>
                  <a:pt x="0" y="440"/>
                </a:lnTo>
                <a:lnTo>
                  <a:pt x="0" y="411"/>
                </a:lnTo>
                <a:lnTo>
                  <a:pt x="21" y="411"/>
                </a:lnTo>
                <a:cubicBezTo>
                  <a:pt x="39" y="410"/>
                  <a:pt x="50" y="410"/>
                  <a:pt x="54" y="409"/>
                </a:cubicBezTo>
                <a:cubicBezTo>
                  <a:pt x="58" y="408"/>
                  <a:pt x="62" y="405"/>
                  <a:pt x="66" y="401"/>
                </a:cubicBezTo>
                <a:lnTo>
                  <a:pt x="66" y="39"/>
                </a:lnTo>
                <a:moveTo>
                  <a:pt x="311" y="109"/>
                </a:moveTo>
                <a:cubicBezTo>
                  <a:pt x="311" y="89"/>
                  <a:pt x="306" y="72"/>
                  <a:pt x="295" y="57"/>
                </a:cubicBezTo>
                <a:cubicBezTo>
                  <a:pt x="284" y="43"/>
                  <a:pt x="269" y="34"/>
                  <a:pt x="250" y="30"/>
                </a:cubicBezTo>
                <a:cubicBezTo>
                  <a:pt x="250" y="30"/>
                  <a:pt x="247" y="30"/>
                  <a:pt x="242" y="30"/>
                </a:cubicBezTo>
                <a:cubicBezTo>
                  <a:pt x="237" y="30"/>
                  <a:pt x="230" y="30"/>
                  <a:pt x="221" y="30"/>
                </a:cubicBezTo>
                <a:cubicBezTo>
                  <a:pt x="213" y="30"/>
                  <a:pt x="204" y="30"/>
                  <a:pt x="196" y="29"/>
                </a:cubicBezTo>
                <a:cubicBezTo>
                  <a:pt x="167" y="29"/>
                  <a:pt x="150" y="30"/>
                  <a:pt x="143" y="30"/>
                </a:cubicBezTo>
                <a:cubicBezTo>
                  <a:pt x="137" y="31"/>
                  <a:pt x="133" y="32"/>
                  <a:pt x="131" y="35"/>
                </a:cubicBezTo>
                <a:cubicBezTo>
                  <a:pt x="130" y="37"/>
                  <a:pt x="129" y="65"/>
                  <a:pt x="129" y="118"/>
                </a:cubicBezTo>
                <a:lnTo>
                  <a:pt x="129" y="200"/>
                </a:lnTo>
                <a:lnTo>
                  <a:pt x="182" y="200"/>
                </a:lnTo>
                <a:lnTo>
                  <a:pt x="237" y="199"/>
                </a:lnTo>
                <a:lnTo>
                  <a:pt x="244" y="198"/>
                </a:lnTo>
                <a:cubicBezTo>
                  <a:pt x="246" y="197"/>
                  <a:pt x="248" y="197"/>
                  <a:pt x="251" y="196"/>
                </a:cubicBezTo>
                <a:cubicBezTo>
                  <a:pt x="254" y="195"/>
                  <a:pt x="259" y="192"/>
                  <a:pt x="267" y="187"/>
                </a:cubicBezTo>
                <a:cubicBezTo>
                  <a:pt x="275" y="183"/>
                  <a:pt x="282" y="178"/>
                  <a:pt x="288" y="172"/>
                </a:cubicBezTo>
                <a:cubicBezTo>
                  <a:pt x="294" y="165"/>
                  <a:pt x="299" y="157"/>
                  <a:pt x="304" y="146"/>
                </a:cubicBezTo>
                <a:cubicBezTo>
                  <a:pt x="308" y="135"/>
                  <a:pt x="311" y="123"/>
                  <a:pt x="311" y="109"/>
                </a:cubicBezTo>
                <a:moveTo>
                  <a:pt x="328" y="319"/>
                </a:moveTo>
                <a:cubicBezTo>
                  <a:pt x="328" y="297"/>
                  <a:pt x="322" y="277"/>
                  <a:pt x="310" y="259"/>
                </a:cubicBezTo>
                <a:cubicBezTo>
                  <a:pt x="298" y="240"/>
                  <a:pt x="281" y="229"/>
                  <a:pt x="259" y="224"/>
                </a:cubicBezTo>
                <a:lnTo>
                  <a:pt x="193" y="223"/>
                </a:lnTo>
                <a:lnTo>
                  <a:pt x="129" y="223"/>
                </a:lnTo>
                <a:lnTo>
                  <a:pt x="129" y="312"/>
                </a:lnTo>
                <a:lnTo>
                  <a:pt x="129" y="366"/>
                </a:lnTo>
                <a:cubicBezTo>
                  <a:pt x="129" y="391"/>
                  <a:pt x="130" y="405"/>
                  <a:pt x="132" y="407"/>
                </a:cubicBezTo>
                <a:cubicBezTo>
                  <a:pt x="135" y="409"/>
                  <a:pt x="156" y="410"/>
                  <a:pt x="197" y="410"/>
                </a:cubicBezTo>
                <a:lnTo>
                  <a:pt x="229" y="410"/>
                </a:lnTo>
                <a:cubicBezTo>
                  <a:pt x="247" y="410"/>
                  <a:pt x="260" y="409"/>
                  <a:pt x="268" y="406"/>
                </a:cubicBezTo>
                <a:cubicBezTo>
                  <a:pt x="286" y="400"/>
                  <a:pt x="301" y="389"/>
                  <a:pt x="311" y="373"/>
                </a:cubicBezTo>
                <a:cubicBezTo>
                  <a:pt x="322" y="358"/>
                  <a:pt x="328" y="340"/>
                  <a:pt x="328" y="3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4" name=""/>
          <p:cNvSpPr/>
          <p:nvPr/>
        </p:nvSpPr>
        <p:spPr>
          <a:xfrm>
            <a:off x="2296440" y="2220120"/>
            <a:ext cx="218520" cy="77040"/>
          </a:xfrm>
          <a:custGeom>
            <a:avLst/>
            <a:gdLst/>
            <a:ahLst/>
            <a:rect l="0" t="0" r="r" b="b"/>
            <a:pathLst>
              <a:path w="607" h="214">
                <a:moveTo>
                  <a:pt x="0" y="18"/>
                </a:moveTo>
                <a:cubicBezTo>
                  <a:pt x="0" y="10"/>
                  <a:pt x="4" y="4"/>
                  <a:pt x="13" y="0"/>
                </a:cubicBezTo>
                <a:lnTo>
                  <a:pt x="593" y="0"/>
                </a:lnTo>
                <a:cubicBezTo>
                  <a:pt x="602" y="5"/>
                  <a:pt x="607" y="11"/>
                  <a:pt x="607" y="18"/>
                </a:cubicBezTo>
                <a:cubicBezTo>
                  <a:pt x="607" y="25"/>
                  <a:pt x="603" y="30"/>
                  <a:pt x="594" y="35"/>
                </a:cubicBezTo>
                <a:lnTo>
                  <a:pt x="304" y="36"/>
                </a:lnTo>
                <a:lnTo>
                  <a:pt x="14" y="36"/>
                </a:lnTo>
                <a:cubicBezTo>
                  <a:pt x="5" y="33"/>
                  <a:pt x="0" y="27"/>
                  <a:pt x="0" y="18"/>
                </a:cubicBezTo>
                <a:moveTo>
                  <a:pt x="0" y="196"/>
                </a:moveTo>
                <a:cubicBezTo>
                  <a:pt x="0" y="186"/>
                  <a:pt x="5" y="180"/>
                  <a:pt x="14" y="177"/>
                </a:cubicBezTo>
                <a:lnTo>
                  <a:pt x="594" y="177"/>
                </a:lnTo>
                <a:cubicBezTo>
                  <a:pt x="603" y="183"/>
                  <a:pt x="607" y="190"/>
                  <a:pt x="607" y="196"/>
                </a:cubicBezTo>
                <a:cubicBezTo>
                  <a:pt x="607" y="203"/>
                  <a:pt x="602" y="210"/>
                  <a:pt x="593" y="214"/>
                </a:cubicBezTo>
                <a:lnTo>
                  <a:pt x="13" y="214"/>
                </a:lnTo>
                <a:cubicBezTo>
                  <a:pt x="4" y="210"/>
                  <a:pt x="0" y="203"/>
                  <a:pt x="0" y="19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5" name=""/>
          <p:cNvSpPr/>
          <p:nvPr/>
        </p:nvSpPr>
        <p:spPr>
          <a:xfrm>
            <a:off x="2651040" y="2122200"/>
            <a:ext cx="113040" cy="218520"/>
          </a:xfrm>
          <a:custGeom>
            <a:avLst/>
            <a:gdLst/>
            <a:ahLst/>
            <a:rect l="0" t="0" r="r" b="b"/>
            <a:pathLst>
              <a:path w="314" h="607">
                <a:moveTo>
                  <a:pt x="119" y="80"/>
                </a:moveTo>
                <a:lnTo>
                  <a:pt x="107" y="84"/>
                </a:lnTo>
                <a:cubicBezTo>
                  <a:pt x="98" y="87"/>
                  <a:pt x="86" y="90"/>
                  <a:pt x="70" y="93"/>
                </a:cubicBezTo>
                <a:cubicBezTo>
                  <a:pt x="55" y="96"/>
                  <a:pt x="37" y="99"/>
                  <a:pt x="18" y="100"/>
                </a:cubicBezTo>
                <a:lnTo>
                  <a:pt x="0" y="100"/>
                </a:lnTo>
                <a:lnTo>
                  <a:pt x="0" y="58"/>
                </a:lnTo>
                <a:lnTo>
                  <a:pt x="18" y="58"/>
                </a:lnTo>
                <a:cubicBezTo>
                  <a:pt x="46" y="57"/>
                  <a:pt x="72" y="52"/>
                  <a:pt x="97" y="44"/>
                </a:cubicBezTo>
                <a:cubicBezTo>
                  <a:pt x="121" y="36"/>
                  <a:pt x="138" y="29"/>
                  <a:pt x="148" y="22"/>
                </a:cubicBezTo>
                <a:cubicBezTo>
                  <a:pt x="157" y="16"/>
                  <a:pt x="166" y="9"/>
                  <a:pt x="173" y="2"/>
                </a:cubicBezTo>
                <a:cubicBezTo>
                  <a:pt x="174" y="1"/>
                  <a:pt x="178" y="0"/>
                  <a:pt x="184" y="0"/>
                </a:cubicBezTo>
                <a:cubicBezTo>
                  <a:pt x="190" y="0"/>
                  <a:pt x="195" y="2"/>
                  <a:pt x="200" y="5"/>
                </a:cubicBezTo>
                <a:lnTo>
                  <a:pt x="200" y="277"/>
                </a:lnTo>
                <a:lnTo>
                  <a:pt x="200" y="551"/>
                </a:lnTo>
                <a:cubicBezTo>
                  <a:pt x="205" y="556"/>
                  <a:pt x="208" y="558"/>
                  <a:pt x="211" y="559"/>
                </a:cubicBezTo>
                <a:cubicBezTo>
                  <a:pt x="214" y="561"/>
                  <a:pt x="222" y="562"/>
                  <a:pt x="233" y="563"/>
                </a:cubicBezTo>
                <a:cubicBezTo>
                  <a:pt x="245" y="564"/>
                  <a:pt x="264" y="565"/>
                  <a:pt x="290" y="565"/>
                </a:cubicBezTo>
                <a:lnTo>
                  <a:pt x="314" y="565"/>
                </a:lnTo>
                <a:lnTo>
                  <a:pt x="314" y="607"/>
                </a:lnTo>
                <a:lnTo>
                  <a:pt x="303" y="607"/>
                </a:lnTo>
                <a:cubicBezTo>
                  <a:pt x="291" y="605"/>
                  <a:pt x="242" y="604"/>
                  <a:pt x="159" y="604"/>
                </a:cubicBezTo>
                <a:cubicBezTo>
                  <a:pt x="76" y="604"/>
                  <a:pt x="28" y="605"/>
                  <a:pt x="16" y="607"/>
                </a:cubicBezTo>
                <a:lnTo>
                  <a:pt x="5" y="607"/>
                </a:lnTo>
                <a:lnTo>
                  <a:pt x="5" y="565"/>
                </a:lnTo>
                <a:lnTo>
                  <a:pt x="28" y="565"/>
                </a:lnTo>
                <a:cubicBezTo>
                  <a:pt x="42" y="565"/>
                  <a:pt x="53" y="565"/>
                  <a:pt x="63" y="565"/>
                </a:cubicBezTo>
                <a:cubicBezTo>
                  <a:pt x="73" y="565"/>
                  <a:pt x="80" y="565"/>
                  <a:pt x="86" y="564"/>
                </a:cubicBezTo>
                <a:cubicBezTo>
                  <a:pt x="91" y="563"/>
                  <a:pt x="96" y="563"/>
                  <a:pt x="100" y="561"/>
                </a:cubicBezTo>
                <a:cubicBezTo>
                  <a:pt x="105" y="560"/>
                  <a:pt x="107" y="559"/>
                  <a:pt x="108" y="559"/>
                </a:cubicBezTo>
                <a:cubicBezTo>
                  <a:pt x="108" y="559"/>
                  <a:pt x="110" y="558"/>
                  <a:pt x="113" y="555"/>
                </a:cubicBezTo>
                <a:cubicBezTo>
                  <a:pt x="116" y="552"/>
                  <a:pt x="118" y="551"/>
                  <a:pt x="119" y="551"/>
                </a:cubicBezTo>
                <a:lnTo>
                  <a:pt x="119" y="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6" name=""/>
          <p:cNvSpPr/>
          <p:nvPr/>
        </p:nvSpPr>
        <p:spPr>
          <a:xfrm>
            <a:off x="2908800" y="2179440"/>
            <a:ext cx="158400" cy="158400"/>
          </a:xfrm>
          <a:custGeom>
            <a:avLst/>
            <a:gdLst/>
            <a:ahLst/>
            <a:rect l="0" t="0" r="r" b="b"/>
            <a:pathLst>
              <a:path w="440" h="440">
                <a:moveTo>
                  <a:pt x="440" y="421"/>
                </a:moveTo>
                <a:cubicBezTo>
                  <a:pt x="440" y="434"/>
                  <a:pt x="434" y="440"/>
                  <a:pt x="421" y="440"/>
                </a:cubicBezTo>
                <a:cubicBezTo>
                  <a:pt x="418" y="440"/>
                  <a:pt x="411" y="435"/>
                  <a:pt x="401" y="425"/>
                </a:cubicBezTo>
                <a:cubicBezTo>
                  <a:pt x="391" y="415"/>
                  <a:pt x="362" y="387"/>
                  <a:pt x="316" y="340"/>
                </a:cubicBezTo>
                <a:lnTo>
                  <a:pt x="221" y="245"/>
                </a:lnTo>
                <a:lnTo>
                  <a:pt x="125" y="341"/>
                </a:lnTo>
                <a:cubicBezTo>
                  <a:pt x="61" y="404"/>
                  <a:pt x="27" y="437"/>
                  <a:pt x="25" y="438"/>
                </a:cubicBezTo>
                <a:cubicBezTo>
                  <a:pt x="23" y="439"/>
                  <a:pt x="21" y="440"/>
                  <a:pt x="19" y="440"/>
                </a:cubicBezTo>
                <a:cubicBezTo>
                  <a:pt x="14" y="440"/>
                  <a:pt x="10" y="438"/>
                  <a:pt x="6" y="434"/>
                </a:cubicBezTo>
                <a:cubicBezTo>
                  <a:pt x="2" y="431"/>
                  <a:pt x="0" y="426"/>
                  <a:pt x="0" y="421"/>
                </a:cubicBezTo>
                <a:cubicBezTo>
                  <a:pt x="0" y="417"/>
                  <a:pt x="4" y="411"/>
                  <a:pt x="12" y="401"/>
                </a:cubicBezTo>
                <a:cubicBezTo>
                  <a:pt x="21" y="392"/>
                  <a:pt x="50" y="363"/>
                  <a:pt x="99" y="315"/>
                </a:cubicBezTo>
                <a:lnTo>
                  <a:pt x="194" y="219"/>
                </a:lnTo>
                <a:lnTo>
                  <a:pt x="99" y="125"/>
                </a:lnTo>
                <a:cubicBezTo>
                  <a:pt x="50" y="76"/>
                  <a:pt x="20" y="47"/>
                  <a:pt x="12" y="38"/>
                </a:cubicBezTo>
                <a:cubicBezTo>
                  <a:pt x="5" y="30"/>
                  <a:pt x="0" y="23"/>
                  <a:pt x="0" y="18"/>
                </a:cubicBezTo>
                <a:cubicBezTo>
                  <a:pt x="0" y="13"/>
                  <a:pt x="2" y="8"/>
                  <a:pt x="5" y="5"/>
                </a:cubicBezTo>
                <a:cubicBezTo>
                  <a:pt x="9" y="2"/>
                  <a:pt x="13" y="1"/>
                  <a:pt x="19" y="1"/>
                </a:cubicBezTo>
                <a:cubicBezTo>
                  <a:pt x="22" y="1"/>
                  <a:pt x="24" y="1"/>
                  <a:pt x="25" y="2"/>
                </a:cubicBezTo>
                <a:cubicBezTo>
                  <a:pt x="27" y="3"/>
                  <a:pt x="61" y="35"/>
                  <a:pt x="125" y="98"/>
                </a:cubicBezTo>
                <a:lnTo>
                  <a:pt x="221" y="194"/>
                </a:lnTo>
                <a:lnTo>
                  <a:pt x="316" y="99"/>
                </a:lnTo>
                <a:cubicBezTo>
                  <a:pt x="362" y="52"/>
                  <a:pt x="391" y="24"/>
                  <a:pt x="401" y="15"/>
                </a:cubicBezTo>
                <a:cubicBezTo>
                  <a:pt x="411" y="5"/>
                  <a:pt x="418" y="0"/>
                  <a:pt x="421" y="0"/>
                </a:cubicBezTo>
                <a:cubicBezTo>
                  <a:pt x="434" y="0"/>
                  <a:pt x="440" y="6"/>
                  <a:pt x="440" y="18"/>
                </a:cubicBezTo>
                <a:cubicBezTo>
                  <a:pt x="440" y="22"/>
                  <a:pt x="437" y="28"/>
                  <a:pt x="431" y="35"/>
                </a:cubicBezTo>
                <a:cubicBezTo>
                  <a:pt x="425" y="41"/>
                  <a:pt x="395" y="71"/>
                  <a:pt x="342" y="124"/>
                </a:cubicBezTo>
                <a:lnTo>
                  <a:pt x="247" y="219"/>
                </a:lnTo>
                <a:lnTo>
                  <a:pt x="342" y="316"/>
                </a:lnTo>
                <a:cubicBezTo>
                  <a:pt x="393" y="367"/>
                  <a:pt x="422" y="396"/>
                  <a:pt x="429" y="404"/>
                </a:cubicBezTo>
                <a:cubicBezTo>
                  <a:pt x="437" y="412"/>
                  <a:pt x="440" y="418"/>
                  <a:pt x="440" y="42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7" name=""/>
          <p:cNvSpPr/>
          <p:nvPr/>
        </p:nvSpPr>
        <p:spPr>
          <a:xfrm>
            <a:off x="3215520" y="2122200"/>
            <a:ext cx="113040" cy="218520"/>
          </a:xfrm>
          <a:custGeom>
            <a:avLst/>
            <a:gdLst/>
            <a:ahLst/>
            <a:rect l="0" t="0" r="r" b="b"/>
            <a:pathLst>
              <a:path w="314" h="607">
                <a:moveTo>
                  <a:pt x="118" y="80"/>
                </a:moveTo>
                <a:lnTo>
                  <a:pt x="106" y="84"/>
                </a:lnTo>
                <a:cubicBezTo>
                  <a:pt x="98" y="87"/>
                  <a:pt x="86" y="90"/>
                  <a:pt x="70" y="93"/>
                </a:cubicBezTo>
                <a:cubicBezTo>
                  <a:pt x="54" y="96"/>
                  <a:pt x="36" y="99"/>
                  <a:pt x="17" y="100"/>
                </a:cubicBezTo>
                <a:lnTo>
                  <a:pt x="0" y="100"/>
                </a:lnTo>
                <a:lnTo>
                  <a:pt x="0" y="58"/>
                </a:lnTo>
                <a:lnTo>
                  <a:pt x="17" y="58"/>
                </a:lnTo>
                <a:cubicBezTo>
                  <a:pt x="46" y="57"/>
                  <a:pt x="72" y="52"/>
                  <a:pt x="96" y="44"/>
                </a:cubicBezTo>
                <a:cubicBezTo>
                  <a:pt x="120" y="36"/>
                  <a:pt x="137" y="29"/>
                  <a:pt x="147" y="22"/>
                </a:cubicBezTo>
                <a:cubicBezTo>
                  <a:pt x="157" y="16"/>
                  <a:pt x="165" y="9"/>
                  <a:pt x="173" y="2"/>
                </a:cubicBezTo>
                <a:cubicBezTo>
                  <a:pt x="174" y="1"/>
                  <a:pt x="178" y="0"/>
                  <a:pt x="184" y="0"/>
                </a:cubicBezTo>
                <a:cubicBezTo>
                  <a:pt x="189" y="0"/>
                  <a:pt x="194" y="2"/>
                  <a:pt x="199" y="5"/>
                </a:cubicBezTo>
                <a:lnTo>
                  <a:pt x="199" y="277"/>
                </a:lnTo>
                <a:lnTo>
                  <a:pt x="200" y="551"/>
                </a:lnTo>
                <a:cubicBezTo>
                  <a:pt x="204" y="556"/>
                  <a:pt x="208" y="558"/>
                  <a:pt x="211" y="559"/>
                </a:cubicBezTo>
                <a:cubicBezTo>
                  <a:pt x="214" y="561"/>
                  <a:pt x="221" y="562"/>
                  <a:pt x="233" y="563"/>
                </a:cubicBezTo>
                <a:cubicBezTo>
                  <a:pt x="244" y="564"/>
                  <a:pt x="263" y="565"/>
                  <a:pt x="289" y="565"/>
                </a:cubicBezTo>
                <a:lnTo>
                  <a:pt x="314" y="565"/>
                </a:lnTo>
                <a:lnTo>
                  <a:pt x="314" y="607"/>
                </a:lnTo>
                <a:lnTo>
                  <a:pt x="304" y="607"/>
                </a:lnTo>
                <a:cubicBezTo>
                  <a:pt x="290" y="605"/>
                  <a:pt x="242" y="604"/>
                  <a:pt x="158" y="604"/>
                </a:cubicBezTo>
                <a:cubicBezTo>
                  <a:pt x="76" y="604"/>
                  <a:pt x="28" y="605"/>
                  <a:pt x="15" y="607"/>
                </a:cubicBezTo>
                <a:lnTo>
                  <a:pt x="4" y="607"/>
                </a:lnTo>
                <a:lnTo>
                  <a:pt x="4" y="565"/>
                </a:lnTo>
                <a:lnTo>
                  <a:pt x="28" y="565"/>
                </a:lnTo>
                <a:cubicBezTo>
                  <a:pt x="41" y="565"/>
                  <a:pt x="53" y="565"/>
                  <a:pt x="63" y="565"/>
                </a:cubicBezTo>
                <a:cubicBezTo>
                  <a:pt x="72" y="565"/>
                  <a:pt x="80" y="565"/>
                  <a:pt x="85" y="564"/>
                </a:cubicBezTo>
                <a:cubicBezTo>
                  <a:pt x="91" y="563"/>
                  <a:pt x="96" y="563"/>
                  <a:pt x="100" y="561"/>
                </a:cubicBezTo>
                <a:cubicBezTo>
                  <a:pt x="104" y="560"/>
                  <a:pt x="107" y="559"/>
                  <a:pt x="107" y="559"/>
                </a:cubicBezTo>
                <a:cubicBezTo>
                  <a:pt x="108" y="559"/>
                  <a:pt x="110" y="558"/>
                  <a:pt x="113" y="555"/>
                </a:cubicBezTo>
                <a:cubicBezTo>
                  <a:pt x="116" y="552"/>
                  <a:pt x="117" y="551"/>
                  <a:pt x="118" y="551"/>
                </a:cubicBezTo>
                <a:lnTo>
                  <a:pt x="118" y="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8" name=""/>
          <p:cNvSpPr/>
          <p:nvPr/>
        </p:nvSpPr>
        <p:spPr>
          <a:xfrm>
            <a:off x="3364920" y="212220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3" y="74"/>
                </a:moveTo>
                <a:cubicBezTo>
                  <a:pt x="87" y="24"/>
                  <a:pt x="133" y="0"/>
                  <a:pt x="192" y="0"/>
                </a:cubicBezTo>
                <a:cubicBezTo>
                  <a:pt x="221" y="0"/>
                  <a:pt x="250" y="8"/>
                  <a:pt x="279" y="23"/>
                </a:cubicBezTo>
                <a:cubicBezTo>
                  <a:pt x="308" y="39"/>
                  <a:pt x="332" y="68"/>
                  <a:pt x="350" y="108"/>
                </a:cubicBezTo>
                <a:cubicBezTo>
                  <a:pt x="373" y="158"/>
                  <a:pt x="384" y="228"/>
                  <a:pt x="384" y="316"/>
                </a:cubicBezTo>
                <a:cubicBezTo>
                  <a:pt x="384" y="410"/>
                  <a:pt x="371" y="482"/>
                  <a:pt x="345" y="531"/>
                </a:cubicBezTo>
                <a:cubicBezTo>
                  <a:pt x="333" y="557"/>
                  <a:pt x="316" y="577"/>
                  <a:pt x="295" y="592"/>
                </a:cubicBezTo>
                <a:cubicBezTo>
                  <a:pt x="273" y="607"/>
                  <a:pt x="255" y="617"/>
                  <a:pt x="239" y="620"/>
                </a:cubicBezTo>
                <a:cubicBezTo>
                  <a:pt x="223" y="624"/>
                  <a:pt x="208" y="626"/>
                  <a:pt x="193" y="627"/>
                </a:cubicBezTo>
                <a:cubicBezTo>
                  <a:pt x="177" y="627"/>
                  <a:pt x="161" y="625"/>
                  <a:pt x="145" y="621"/>
                </a:cubicBezTo>
                <a:cubicBezTo>
                  <a:pt x="130" y="618"/>
                  <a:pt x="111" y="608"/>
                  <a:pt x="90" y="592"/>
                </a:cubicBezTo>
                <a:cubicBezTo>
                  <a:pt x="69" y="576"/>
                  <a:pt x="52" y="556"/>
                  <a:pt x="40" y="531"/>
                </a:cubicBezTo>
                <a:cubicBezTo>
                  <a:pt x="13" y="482"/>
                  <a:pt x="0" y="410"/>
                  <a:pt x="0" y="316"/>
                </a:cubicBezTo>
                <a:cubicBezTo>
                  <a:pt x="0" y="210"/>
                  <a:pt x="17" y="130"/>
                  <a:pt x="53" y="74"/>
                </a:cubicBezTo>
                <a:moveTo>
                  <a:pt x="257" y="63"/>
                </a:moveTo>
                <a:cubicBezTo>
                  <a:pt x="239" y="43"/>
                  <a:pt x="218" y="33"/>
                  <a:pt x="193" y="33"/>
                </a:cubicBezTo>
                <a:cubicBezTo>
                  <a:pt x="167" y="33"/>
                  <a:pt x="145" y="43"/>
                  <a:pt x="127" y="63"/>
                </a:cubicBezTo>
                <a:cubicBezTo>
                  <a:pt x="112" y="79"/>
                  <a:pt x="102" y="101"/>
                  <a:pt x="97" y="129"/>
                </a:cubicBezTo>
                <a:cubicBezTo>
                  <a:pt x="92" y="157"/>
                  <a:pt x="90" y="215"/>
                  <a:pt x="90" y="304"/>
                </a:cubicBezTo>
                <a:cubicBezTo>
                  <a:pt x="90" y="400"/>
                  <a:pt x="92" y="463"/>
                  <a:pt x="97" y="493"/>
                </a:cubicBezTo>
                <a:cubicBezTo>
                  <a:pt x="102" y="523"/>
                  <a:pt x="113" y="547"/>
                  <a:pt x="130" y="565"/>
                </a:cubicBezTo>
                <a:cubicBezTo>
                  <a:pt x="147" y="583"/>
                  <a:pt x="168" y="592"/>
                  <a:pt x="193" y="592"/>
                </a:cubicBezTo>
                <a:cubicBezTo>
                  <a:pt x="217" y="592"/>
                  <a:pt x="238" y="583"/>
                  <a:pt x="255" y="565"/>
                </a:cubicBezTo>
                <a:cubicBezTo>
                  <a:pt x="272" y="547"/>
                  <a:pt x="283" y="521"/>
                  <a:pt x="287" y="489"/>
                </a:cubicBezTo>
                <a:cubicBezTo>
                  <a:pt x="292" y="456"/>
                  <a:pt x="294" y="394"/>
                  <a:pt x="295" y="304"/>
                </a:cubicBezTo>
                <a:cubicBezTo>
                  <a:pt x="295" y="216"/>
                  <a:pt x="292" y="158"/>
                  <a:pt x="287" y="130"/>
                </a:cubicBezTo>
                <a:cubicBezTo>
                  <a:pt x="283" y="102"/>
                  <a:pt x="273" y="80"/>
                  <a:pt x="257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899" name=""/>
          <p:cNvSpPr/>
          <p:nvPr/>
        </p:nvSpPr>
        <p:spPr>
          <a:xfrm>
            <a:off x="3546000" y="2148840"/>
            <a:ext cx="141840" cy="9720"/>
          </a:xfrm>
          <a:custGeom>
            <a:avLst/>
            <a:gdLst/>
            <a:ahLst/>
            <a:rect l="0" t="0" r="r" b="b"/>
            <a:pathLst>
              <a:path w="394" h="27">
                <a:moveTo>
                  <a:pt x="9" y="0"/>
                </a:moveTo>
                <a:lnTo>
                  <a:pt x="384" y="0"/>
                </a:lnTo>
                <a:cubicBezTo>
                  <a:pt x="391" y="4"/>
                  <a:pt x="394" y="8"/>
                  <a:pt x="394" y="13"/>
                </a:cubicBezTo>
                <a:cubicBezTo>
                  <a:pt x="394" y="18"/>
                  <a:pt x="391" y="24"/>
                  <a:pt x="384" y="27"/>
                </a:cubicBezTo>
                <a:lnTo>
                  <a:pt x="9" y="27"/>
                </a:lnTo>
                <a:cubicBezTo>
                  <a:pt x="3" y="24"/>
                  <a:pt x="0" y="20"/>
                  <a:pt x="0" y="13"/>
                </a:cubicBezTo>
                <a:cubicBezTo>
                  <a:pt x="0" y="8"/>
                  <a:pt x="3" y="3"/>
                  <a:pt x="9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0" name=""/>
          <p:cNvSpPr/>
          <p:nvPr/>
        </p:nvSpPr>
        <p:spPr>
          <a:xfrm>
            <a:off x="3718440" y="2057400"/>
            <a:ext cx="92880" cy="154440"/>
          </a:xfrm>
          <a:custGeom>
            <a:avLst/>
            <a:gdLst/>
            <a:ahLst/>
            <a:rect l="0" t="0" r="r" b="b"/>
            <a:pathLst>
              <a:path w="258" h="429">
                <a:moveTo>
                  <a:pt x="38" y="153"/>
                </a:moveTo>
                <a:cubicBezTo>
                  <a:pt x="26" y="153"/>
                  <a:pt x="17" y="149"/>
                  <a:pt x="10" y="141"/>
                </a:cubicBezTo>
                <a:cubicBezTo>
                  <a:pt x="4" y="134"/>
                  <a:pt x="0" y="124"/>
                  <a:pt x="0" y="113"/>
                </a:cubicBezTo>
                <a:cubicBezTo>
                  <a:pt x="0" y="83"/>
                  <a:pt x="11" y="55"/>
                  <a:pt x="34" y="33"/>
                </a:cubicBezTo>
                <a:cubicBezTo>
                  <a:pt x="58" y="11"/>
                  <a:pt x="86" y="0"/>
                  <a:pt x="120" y="0"/>
                </a:cubicBezTo>
                <a:cubicBezTo>
                  <a:pt x="159" y="0"/>
                  <a:pt x="192" y="12"/>
                  <a:pt x="218" y="36"/>
                </a:cubicBezTo>
                <a:cubicBezTo>
                  <a:pt x="244" y="60"/>
                  <a:pt x="257" y="92"/>
                  <a:pt x="258" y="130"/>
                </a:cubicBezTo>
                <a:cubicBezTo>
                  <a:pt x="258" y="148"/>
                  <a:pt x="254" y="166"/>
                  <a:pt x="245" y="183"/>
                </a:cubicBezTo>
                <a:cubicBezTo>
                  <a:pt x="236" y="199"/>
                  <a:pt x="226" y="214"/>
                  <a:pt x="214" y="226"/>
                </a:cubicBezTo>
                <a:cubicBezTo>
                  <a:pt x="202" y="239"/>
                  <a:pt x="185" y="255"/>
                  <a:pt x="163" y="274"/>
                </a:cubicBezTo>
                <a:cubicBezTo>
                  <a:pt x="147" y="287"/>
                  <a:pt x="126" y="307"/>
                  <a:pt x="98" y="333"/>
                </a:cubicBezTo>
                <a:lnTo>
                  <a:pt x="60" y="369"/>
                </a:lnTo>
                <a:lnTo>
                  <a:pt x="109" y="370"/>
                </a:lnTo>
                <a:cubicBezTo>
                  <a:pt x="177" y="370"/>
                  <a:pt x="212" y="369"/>
                  <a:pt x="217" y="367"/>
                </a:cubicBezTo>
                <a:cubicBezTo>
                  <a:pt x="220" y="366"/>
                  <a:pt x="225" y="347"/>
                  <a:pt x="232" y="309"/>
                </a:cubicBezTo>
                <a:lnTo>
                  <a:pt x="232" y="307"/>
                </a:lnTo>
                <a:lnTo>
                  <a:pt x="258" y="307"/>
                </a:lnTo>
                <a:lnTo>
                  <a:pt x="258" y="309"/>
                </a:lnTo>
                <a:cubicBezTo>
                  <a:pt x="257" y="311"/>
                  <a:pt x="255" y="330"/>
                  <a:pt x="249" y="368"/>
                </a:cubicBezTo>
                <a:cubicBezTo>
                  <a:pt x="244" y="406"/>
                  <a:pt x="241" y="425"/>
                  <a:pt x="240" y="427"/>
                </a:cubicBezTo>
                <a:lnTo>
                  <a:pt x="240" y="429"/>
                </a:lnTo>
                <a:lnTo>
                  <a:pt x="0" y="429"/>
                </a:lnTo>
                <a:lnTo>
                  <a:pt x="0" y="417"/>
                </a:lnTo>
                <a:lnTo>
                  <a:pt x="0" y="409"/>
                </a:lnTo>
                <a:cubicBezTo>
                  <a:pt x="0" y="406"/>
                  <a:pt x="1" y="403"/>
                  <a:pt x="4" y="399"/>
                </a:cubicBezTo>
                <a:cubicBezTo>
                  <a:pt x="7" y="396"/>
                  <a:pt x="13" y="389"/>
                  <a:pt x="23" y="377"/>
                </a:cubicBezTo>
                <a:cubicBezTo>
                  <a:pt x="36" y="363"/>
                  <a:pt x="47" y="351"/>
                  <a:pt x="56" y="341"/>
                </a:cubicBezTo>
                <a:cubicBezTo>
                  <a:pt x="60" y="337"/>
                  <a:pt x="68" y="329"/>
                  <a:pt x="78" y="317"/>
                </a:cubicBezTo>
                <a:cubicBezTo>
                  <a:pt x="89" y="306"/>
                  <a:pt x="96" y="298"/>
                  <a:pt x="100" y="293"/>
                </a:cubicBezTo>
                <a:cubicBezTo>
                  <a:pt x="104" y="289"/>
                  <a:pt x="110" y="282"/>
                  <a:pt x="119" y="272"/>
                </a:cubicBezTo>
                <a:cubicBezTo>
                  <a:pt x="127" y="262"/>
                  <a:pt x="133" y="255"/>
                  <a:pt x="137" y="250"/>
                </a:cubicBezTo>
                <a:cubicBezTo>
                  <a:pt x="140" y="245"/>
                  <a:pt x="145" y="239"/>
                  <a:pt x="152" y="231"/>
                </a:cubicBezTo>
                <a:cubicBezTo>
                  <a:pt x="158" y="223"/>
                  <a:pt x="163" y="216"/>
                  <a:pt x="165" y="210"/>
                </a:cubicBezTo>
                <a:cubicBezTo>
                  <a:pt x="168" y="205"/>
                  <a:pt x="171" y="199"/>
                  <a:pt x="175" y="192"/>
                </a:cubicBezTo>
                <a:cubicBezTo>
                  <a:pt x="179" y="185"/>
                  <a:pt x="181" y="178"/>
                  <a:pt x="183" y="171"/>
                </a:cubicBezTo>
                <a:cubicBezTo>
                  <a:pt x="185" y="164"/>
                  <a:pt x="186" y="158"/>
                  <a:pt x="188" y="152"/>
                </a:cubicBezTo>
                <a:cubicBezTo>
                  <a:pt x="189" y="146"/>
                  <a:pt x="190" y="139"/>
                  <a:pt x="190" y="131"/>
                </a:cubicBezTo>
                <a:cubicBezTo>
                  <a:pt x="190" y="103"/>
                  <a:pt x="182" y="80"/>
                  <a:pt x="168" y="59"/>
                </a:cubicBezTo>
                <a:cubicBezTo>
                  <a:pt x="153" y="40"/>
                  <a:pt x="132" y="30"/>
                  <a:pt x="105" y="30"/>
                </a:cubicBezTo>
                <a:cubicBezTo>
                  <a:pt x="91" y="30"/>
                  <a:pt x="79" y="33"/>
                  <a:pt x="68" y="41"/>
                </a:cubicBezTo>
                <a:cubicBezTo>
                  <a:pt x="57" y="48"/>
                  <a:pt x="50" y="55"/>
                  <a:pt x="45" y="62"/>
                </a:cubicBezTo>
                <a:cubicBezTo>
                  <a:pt x="41" y="70"/>
                  <a:pt x="38" y="74"/>
                  <a:pt x="38" y="75"/>
                </a:cubicBezTo>
                <a:cubicBezTo>
                  <a:pt x="38" y="76"/>
                  <a:pt x="40" y="76"/>
                  <a:pt x="42" y="76"/>
                </a:cubicBezTo>
                <a:cubicBezTo>
                  <a:pt x="50" y="76"/>
                  <a:pt x="58" y="79"/>
                  <a:pt x="66" y="85"/>
                </a:cubicBezTo>
                <a:cubicBezTo>
                  <a:pt x="74" y="91"/>
                  <a:pt x="78" y="101"/>
                  <a:pt x="78" y="114"/>
                </a:cubicBezTo>
                <a:cubicBezTo>
                  <a:pt x="78" y="125"/>
                  <a:pt x="75" y="134"/>
                  <a:pt x="68" y="141"/>
                </a:cubicBezTo>
                <a:cubicBezTo>
                  <a:pt x="61" y="149"/>
                  <a:pt x="51" y="153"/>
                  <a:pt x="38" y="15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1" name=""/>
          <p:cNvSpPr txBox="1"/>
          <p:nvPr/>
        </p:nvSpPr>
        <p:spPr>
          <a:xfrm>
            <a:off x="794520" y="1528920"/>
            <a:ext cx="45831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 の臨床的妥当上限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(illustrative bounds)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2" name=""/>
          <p:cNvSpPr/>
          <p:nvPr/>
        </p:nvSpPr>
        <p:spPr>
          <a:xfrm>
            <a:off x="4401720" y="2116440"/>
            <a:ext cx="201960" cy="224280"/>
          </a:xfrm>
          <a:custGeom>
            <a:avLst/>
            <a:gdLst/>
            <a:ahLst/>
            <a:rect l="0" t="0" r="r" b="b"/>
            <a:pathLst>
              <a:path w="561" h="623">
                <a:moveTo>
                  <a:pt x="178" y="42"/>
                </a:moveTo>
                <a:cubicBezTo>
                  <a:pt x="158" y="42"/>
                  <a:pt x="147" y="41"/>
                  <a:pt x="146" y="39"/>
                </a:cubicBezTo>
                <a:cubicBezTo>
                  <a:pt x="145" y="38"/>
                  <a:pt x="145" y="35"/>
                  <a:pt x="145" y="31"/>
                </a:cubicBezTo>
                <a:cubicBezTo>
                  <a:pt x="145" y="16"/>
                  <a:pt x="148" y="6"/>
                  <a:pt x="155" y="0"/>
                </a:cubicBezTo>
                <a:cubicBezTo>
                  <a:pt x="156" y="0"/>
                  <a:pt x="160" y="0"/>
                  <a:pt x="168" y="0"/>
                </a:cubicBezTo>
                <a:cubicBezTo>
                  <a:pt x="201" y="1"/>
                  <a:pt x="240" y="2"/>
                  <a:pt x="284" y="2"/>
                </a:cubicBezTo>
                <a:cubicBezTo>
                  <a:pt x="370" y="2"/>
                  <a:pt x="420" y="1"/>
                  <a:pt x="432" y="0"/>
                </a:cubicBezTo>
                <a:lnTo>
                  <a:pt x="443" y="0"/>
                </a:lnTo>
                <a:cubicBezTo>
                  <a:pt x="447" y="3"/>
                  <a:pt x="449" y="6"/>
                  <a:pt x="449" y="8"/>
                </a:cubicBezTo>
                <a:cubicBezTo>
                  <a:pt x="449" y="10"/>
                  <a:pt x="448" y="15"/>
                  <a:pt x="447" y="24"/>
                </a:cubicBezTo>
                <a:cubicBezTo>
                  <a:pt x="444" y="34"/>
                  <a:pt x="441" y="40"/>
                  <a:pt x="439" y="42"/>
                </a:cubicBezTo>
                <a:lnTo>
                  <a:pt x="404" y="42"/>
                </a:lnTo>
                <a:cubicBezTo>
                  <a:pt x="362" y="43"/>
                  <a:pt x="337" y="46"/>
                  <a:pt x="329" y="51"/>
                </a:cubicBezTo>
                <a:cubicBezTo>
                  <a:pt x="325" y="53"/>
                  <a:pt x="321" y="62"/>
                  <a:pt x="317" y="76"/>
                </a:cubicBezTo>
                <a:cubicBezTo>
                  <a:pt x="312" y="91"/>
                  <a:pt x="292" y="171"/>
                  <a:pt x="256" y="316"/>
                </a:cubicBezTo>
                <a:cubicBezTo>
                  <a:pt x="246" y="356"/>
                  <a:pt x="236" y="398"/>
                  <a:pt x="225" y="442"/>
                </a:cubicBezTo>
                <a:cubicBezTo>
                  <a:pt x="214" y="486"/>
                  <a:pt x="206" y="519"/>
                  <a:pt x="200" y="542"/>
                </a:cubicBezTo>
                <a:lnTo>
                  <a:pt x="192" y="575"/>
                </a:lnTo>
                <a:cubicBezTo>
                  <a:pt x="192" y="577"/>
                  <a:pt x="195" y="578"/>
                  <a:pt x="200" y="578"/>
                </a:cubicBezTo>
                <a:cubicBezTo>
                  <a:pt x="206" y="578"/>
                  <a:pt x="224" y="579"/>
                  <a:pt x="254" y="580"/>
                </a:cubicBezTo>
                <a:lnTo>
                  <a:pt x="269" y="580"/>
                </a:lnTo>
                <a:cubicBezTo>
                  <a:pt x="289" y="580"/>
                  <a:pt x="304" y="580"/>
                  <a:pt x="316" y="579"/>
                </a:cubicBezTo>
                <a:cubicBezTo>
                  <a:pt x="327" y="579"/>
                  <a:pt x="342" y="576"/>
                  <a:pt x="361" y="573"/>
                </a:cubicBezTo>
                <a:cubicBezTo>
                  <a:pt x="380" y="569"/>
                  <a:pt x="395" y="564"/>
                  <a:pt x="407" y="556"/>
                </a:cubicBezTo>
                <a:cubicBezTo>
                  <a:pt x="419" y="549"/>
                  <a:pt x="432" y="539"/>
                  <a:pt x="447" y="526"/>
                </a:cubicBezTo>
                <a:cubicBezTo>
                  <a:pt x="461" y="512"/>
                  <a:pt x="474" y="495"/>
                  <a:pt x="485" y="475"/>
                </a:cubicBezTo>
                <a:cubicBezTo>
                  <a:pt x="495" y="457"/>
                  <a:pt x="504" y="437"/>
                  <a:pt x="512" y="415"/>
                </a:cubicBezTo>
                <a:cubicBezTo>
                  <a:pt x="521" y="392"/>
                  <a:pt x="526" y="379"/>
                  <a:pt x="528" y="376"/>
                </a:cubicBezTo>
                <a:cubicBezTo>
                  <a:pt x="531" y="374"/>
                  <a:pt x="536" y="374"/>
                  <a:pt x="543" y="374"/>
                </a:cubicBezTo>
                <a:lnTo>
                  <a:pt x="555" y="374"/>
                </a:lnTo>
                <a:cubicBezTo>
                  <a:pt x="559" y="379"/>
                  <a:pt x="561" y="382"/>
                  <a:pt x="561" y="384"/>
                </a:cubicBezTo>
                <a:cubicBezTo>
                  <a:pt x="561" y="385"/>
                  <a:pt x="555" y="403"/>
                  <a:pt x="542" y="437"/>
                </a:cubicBezTo>
                <a:cubicBezTo>
                  <a:pt x="530" y="472"/>
                  <a:pt x="517" y="508"/>
                  <a:pt x="502" y="546"/>
                </a:cubicBezTo>
                <a:cubicBezTo>
                  <a:pt x="488" y="585"/>
                  <a:pt x="480" y="607"/>
                  <a:pt x="479" y="614"/>
                </a:cubicBezTo>
                <a:cubicBezTo>
                  <a:pt x="477" y="617"/>
                  <a:pt x="476" y="619"/>
                  <a:pt x="475" y="619"/>
                </a:cubicBezTo>
                <a:cubicBezTo>
                  <a:pt x="474" y="620"/>
                  <a:pt x="469" y="621"/>
                  <a:pt x="461" y="622"/>
                </a:cubicBezTo>
                <a:cubicBezTo>
                  <a:pt x="452" y="623"/>
                  <a:pt x="439" y="623"/>
                  <a:pt x="421" y="623"/>
                </a:cubicBezTo>
                <a:cubicBezTo>
                  <a:pt x="415" y="623"/>
                  <a:pt x="392" y="623"/>
                  <a:pt x="352" y="623"/>
                </a:cubicBezTo>
                <a:cubicBezTo>
                  <a:pt x="312" y="623"/>
                  <a:pt x="274" y="623"/>
                  <a:pt x="238" y="622"/>
                </a:cubicBezTo>
                <a:lnTo>
                  <a:pt x="76" y="622"/>
                </a:lnTo>
                <a:cubicBezTo>
                  <a:pt x="26" y="622"/>
                  <a:pt x="0" y="619"/>
                  <a:pt x="0" y="613"/>
                </a:cubicBezTo>
                <a:cubicBezTo>
                  <a:pt x="0" y="609"/>
                  <a:pt x="1" y="604"/>
                  <a:pt x="2" y="600"/>
                </a:cubicBezTo>
                <a:cubicBezTo>
                  <a:pt x="5" y="589"/>
                  <a:pt x="8" y="582"/>
                  <a:pt x="11" y="581"/>
                </a:cubicBezTo>
                <a:cubicBezTo>
                  <a:pt x="13" y="580"/>
                  <a:pt x="18" y="580"/>
                  <a:pt x="25" y="580"/>
                </a:cubicBezTo>
                <a:lnTo>
                  <a:pt x="30" y="580"/>
                </a:lnTo>
                <a:cubicBezTo>
                  <a:pt x="46" y="580"/>
                  <a:pt x="65" y="579"/>
                  <a:pt x="85" y="577"/>
                </a:cubicBezTo>
                <a:cubicBezTo>
                  <a:pt x="93" y="576"/>
                  <a:pt x="99" y="572"/>
                  <a:pt x="102" y="566"/>
                </a:cubicBezTo>
                <a:cubicBezTo>
                  <a:pt x="104" y="564"/>
                  <a:pt x="126" y="480"/>
                  <a:pt x="167" y="314"/>
                </a:cubicBezTo>
                <a:cubicBezTo>
                  <a:pt x="209" y="147"/>
                  <a:pt x="230" y="60"/>
                  <a:pt x="230" y="51"/>
                </a:cubicBezTo>
                <a:cubicBezTo>
                  <a:pt x="230" y="46"/>
                  <a:pt x="213" y="44"/>
                  <a:pt x="178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3" name=""/>
          <p:cNvSpPr/>
          <p:nvPr/>
        </p:nvSpPr>
        <p:spPr>
          <a:xfrm>
            <a:off x="4637880" y="2225880"/>
            <a:ext cx="103320" cy="168840"/>
          </a:xfrm>
          <a:custGeom>
            <a:avLst/>
            <a:gdLst/>
            <a:ahLst/>
            <a:rect l="0" t="0" r="r" b="b"/>
            <a:pathLst>
              <a:path w="287" h="469">
                <a:moveTo>
                  <a:pt x="0" y="128"/>
                </a:moveTo>
                <a:cubicBezTo>
                  <a:pt x="0" y="92"/>
                  <a:pt x="12" y="62"/>
                  <a:pt x="37" y="37"/>
                </a:cubicBezTo>
                <a:cubicBezTo>
                  <a:pt x="61" y="13"/>
                  <a:pt x="89" y="1"/>
                  <a:pt x="121" y="1"/>
                </a:cubicBezTo>
                <a:lnTo>
                  <a:pt x="131" y="1"/>
                </a:lnTo>
                <a:cubicBezTo>
                  <a:pt x="167" y="1"/>
                  <a:pt x="199" y="14"/>
                  <a:pt x="226" y="41"/>
                </a:cubicBezTo>
                <a:lnTo>
                  <a:pt x="240" y="21"/>
                </a:lnTo>
                <a:cubicBezTo>
                  <a:pt x="242" y="18"/>
                  <a:pt x="244" y="15"/>
                  <a:pt x="246" y="12"/>
                </a:cubicBezTo>
                <a:cubicBezTo>
                  <a:pt x="248" y="8"/>
                  <a:pt x="250" y="5"/>
                  <a:pt x="252" y="3"/>
                </a:cubicBezTo>
                <a:lnTo>
                  <a:pt x="254" y="1"/>
                </a:lnTo>
                <a:cubicBezTo>
                  <a:pt x="255" y="1"/>
                  <a:pt x="256" y="1"/>
                  <a:pt x="257" y="1"/>
                </a:cubicBezTo>
                <a:cubicBezTo>
                  <a:pt x="258" y="1"/>
                  <a:pt x="260" y="0"/>
                  <a:pt x="261" y="0"/>
                </a:cubicBezTo>
                <a:lnTo>
                  <a:pt x="263" y="0"/>
                </a:lnTo>
                <a:cubicBezTo>
                  <a:pt x="265" y="0"/>
                  <a:pt x="267" y="1"/>
                  <a:pt x="269" y="4"/>
                </a:cubicBezTo>
                <a:lnTo>
                  <a:pt x="269" y="157"/>
                </a:lnTo>
                <a:lnTo>
                  <a:pt x="265" y="161"/>
                </a:lnTo>
                <a:lnTo>
                  <a:pt x="254" y="161"/>
                </a:lnTo>
                <a:cubicBezTo>
                  <a:pt x="249" y="161"/>
                  <a:pt x="246" y="160"/>
                  <a:pt x="245" y="159"/>
                </a:cubicBezTo>
                <a:cubicBezTo>
                  <a:pt x="245" y="158"/>
                  <a:pt x="243" y="154"/>
                  <a:pt x="242" y="146"/>
                </a:cubicBezTo>
                <a:cubicBezTo>
                  <a:pt x="235" y="91"/>
                  <a:pt x="213" y="55"/>
                  <a:pt x="177" y="38"/>
                </a:cubicBezTo>
                <a:cubicBezTo>
                  <a:pt x="161" y="31"/>
                  <a:pt x="145" y="28"/>
                  <a:pt x="128" y="28"/>
                </a:cubicBezTo>
                <a:cubicBezTo>
                  <a:pt x="105" y="28"/>
                  <a:pt x="87" y="35"/>
                  <a:pt x="73" y="51"/>
                </a:cubicBezTo>
                <a:cubicBezTo>
                  <a:pt x="58" y="66"/>
                  <a:pt x="51" y="84"/>
                  <a:pt x="51" y="105"/>
                </a:cubicBezTo>
                <a:cubicBezTo>
                  <a:pt x="51" y="119"/>
                  <a:pt x="55" y="134"/>
                  <a:pt x="62" y="146"/>
                </a:cubicBezTo>
                <a:cubicBezTo>
                  <a:pt x="70" y="158"/>
                  <a:pt x="80" y="167"/>
                  <a:pt x="93" y="175"/>
                </a:cubicBezTo>
                <a:cubicBezTo>
                  <a:pt x="97" y="176"/>
                  <a:pt x="116" y="181"/>
                  <a:pt x="150" y="189"/>
                </a:cubicBezTo>
                <a:cubicBezTo>
                  <a:pt x="182" y="198"/>
                  <a:pt x="200" y="202"/>
                  <a:pt x="204" y="204"/>
                </a:cubicBezTo>
                <a:cubicBezTo>
                  <a:pt x="228" y="214"/>
                  <a:pt x="248" y="230"/>
                  <a:pt x="263" y="252"/>
                </a:cubicBezTo>
                <a:cubicBezTo>
                  <a:pt x="279" y="275"/>
                  <a:pt x="287" y="302"/>
                  <a:pt x="287" y="332"/>
                </a:cubicBezTo>
                <a:cubicBezTo>
                  <a:pt x="287" y="366"/>
                  <a:pt x="276" y="398"/>
                  <a:pt x="254" y="425"/>
                </a:cubicBezTo>
                <a:cubicBezTo>
                  <a:pt x="231" y="453"/>
                  <a:pt x="200" y="468"/>
                  <a:pt x="159" y="468"/>
                </a:cubicBezTo>
                <a:cubicBezTo>
                  <a:pt x="135" y="468"/>
                  <a:pt x="113" y="464"/>
                  <a:pt x="94" y="457"/>
                </a:cubicBezTo>
                <a:cubicBezTo>
                  <a:pt x="75" y="450"/>
                  <a:pt x="62" y="443"/>
                  <a:pt x="55" y="437"/>
                </a:cubicBezTo>
                <a:lnTo>
                  <a:pt x="43" y="428"/>
                </a:lnTo>
                <a:cubicBezTo>
                  <a:pt x="41" y="430"/>
                  <a:pt x="38" y="434"/>
                  <a:pt x="33" y="441"/>
                </a:cubicBezTo>
                <a:cubicBezTo>
                  <a:pt x="29" y="447"/>
                  <a:pt x="24" y="453"/>
                  <a:pt x="21" y="459"/>
                </a:cubicBezTo>
                <a:cubicBezTo>
                  <a:pt x="17" y="465"/>
                  <a:pt x="15" y="468"/>
                  <a:pt x="15" y="468"/>
                </a:cubicBezTo>
                <a:cubicBezTo>
                  <a:pt x="14" y="468"/>
                  <a:pt x="12" y="469"/>
                  <a:pt x="8" y="469"/>
                </a:cubicBezTo>
                <a:lnTo>
                  <a:pt x="6" y="469"/>
                </a:lnTo>
                <a:cubicBezTo>
                  <a:pt x="4" y="469"/>
                  <a:pt x="3" y="467"/>
                  <a:pt x="0" y="465"/>
                </a:cubicBezTo>
                <a:lnTo>
                  <a:pt x="0" y="389"/>
                </a:lnTo>
                <a:cubicBezTo>
                  <a:pt x="0" y="338"/>
                  <a:pt x="0" y="312"/>
                  <a:pt x="1" y="312"/>
                </a:cubicBezTo>
                <a:cubicBezTo>
                  <a:pt x="1" y="309"/>
                  <a:pt x="6" y="308"/>
                  <a:pt x="13" y="308"/>
                </a:cubicBezTo>
                <a:lnTo>
                  <a:pt x="22" y="308"/>
                </a:lnTo>
                <a:cubicBezTo>
                  <a:pt x="24" y="311"/>
                  <a:pt x="26" y="314"/>
                  <a:pt x="26" y="317"/>
                </a:cubicBezTo>
                <a:cubicBezTo>
                  <a:pt x="26" y="330"/>
                  <a:pt x="28" y="344"/>
                  <a:pt x="32" y="357"/>
                </a:cubicBezTo>
                <a:cubicBezTo>
                  <a:pt x="36" y="371"/>
                  <a:pt x="44" y="384"/>
                  <a:pt x="54" y="397"/>
                </a:cubicBezTo>
                <a:cubicBezTo>
                  <a:pt x="64" y="409"/>
                  <a:pt x="78" y="420"/>
                  <a:pt x="96" y="427"/>
                </a:cubicBezTo>
                <a:cubicBezTo>
                  <a:pt x="114" y="435"/>
                  <a:pt x="137" y="439"/>
                  <a:pt x="162" y="439"/>
                </a:cubicBezTo>
                <a:cubicBezTo>
                  <a:pt x="182" y="439"/>
                  <a:pt x="199" y="431"/>
                  <a:pt x="214" y="415"/>
                </a:cubicBezTo>
                <a:cubicBezTo>
                  <a:pt x="228" y="398"/>
                  <a:pt x="236" y="378"/>
                  <a:pt x="236" y="355"/>
                </a:cubicBezTo>
                <a:cubicBezTo>
                  <a:pt x="236" y="336"/>
                  <a:pt x="231" y="320"/>
                  <a:pt x="222" y="305"/>
                </a:cubicBezTo>
                <a:cubicBezTo>
                  <a:pt x="212" y="290"/>
                  <a:pt x="200" y="279"/>
                  <a:pt x="184" y="274"/>
                </a:cubicBezTo>
                <a:cubicBezTo>
                  <a:pt x="160" y="268"/>
                  <a:pt x="144" y="264"/>
                  <a:pt x="137" y="261"/>
                </a:cubicBezTo>
                <a:cubicBezTo>
                  <a:pt x="135" y="261"/>
                  <a:pt x="128" y="260"/>
                  <a:pt x="118" y="258"/>
                </a:cubicBezTo>
                <a:cubicBezTo>
                  <a:pt x="109" y="255"/>
                  <a:pt x="102" y="254"/>
                  <a:pt x="97" y="252"/>
                </a:cubicBezTo>
                <a:cubicBezTo>
                  <a:pt x="92" y="251"/>
                  <a:pt x="85" y="249"/>
                  <a:pt x="76" y="245"/>
                </a:cubicBezTo>
                <a:cubicBezTo>
                  <a:pt x="67" y="242"/>
                  <a:pt x="60" y="238"/>
                  <a:pt x="55" y="234"/>
                </a:cubicBezTo>
                <a:cubicBezTo>
                  <a:pt x="50" y="230"/>
                  <a:pt x="44" y="224"/>
                  <a:pt x="37" y="218"/>
                </a:cubicBezTo>
                <a:cubicBezTo>
                  <a:pt x="29" y="212"/>
                  <a:pt x="24" y="205"/>
                  <a:pt x="19" y="196"/>
                </a:cubicBezTo>
                <a:cubicBezTo>
                  <a:pt x="6" y="175"/>
                  <a:pt x="0" y="152"/>
                  <a:pt x="0" y="12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4" name=""/>
          <p:cNvSpPr/>
          <p:nvPr/>
        </p:nvSpPr>
        <p:spPr>
          <a:xfrm>
            <a:off x="4760280" y="2230920"/>
            <a:ext cx="144720" cy="158400"/>
          </a:xfrm>
          <a:custGeom>
            <a:avLst/>
            <a:gdLst/>
            <a:ahLst/>
            <a:rect l="0" t="0" r="r" b="b"/>
            <a:pathLst>
              <a:path w="402" h="440">
                <a:moveTo>
                  <a:pt x="66" y="39"/>
                </a:moveTo>
                <a:cubicBezTo>
                  <a:pt x="63" y="36"/>
                  <a:pt x="61" y="34"/>
                  <a:pt x="59" y="34"/>
                </a:cubicBezTo>
                <a:cubicBezTo>
                  <a:pt x="58" y="33"/>
                  <a:pt x="54" y="32"/>
                  <a:pt x="49" y="32"/>
                </a:cubicBezTo>
                <a:cubicBezTo>
                  <a:pt x="44" y="31"/>
                  <a:pt x="35" y="31"/>
                  <a:pt x="21" y="30"/>
                </a:cubicBezTo>
                <a:lnTo>
                  <a:pt x="0" y="30"/>
                </a:lnTo>
                <a:lnTo>
                  <a:pt x="0" y="0"/>
                </a:lnTo>
                <a:lnTo>
                  <a:pt x="129" y="0"/>
                </a:lnTo>
                <a:lnTo>
                  <a:pt x="154" y="0"/>
                </a:lnTo>
                <a:lnTo>
                  <a:pt x="206" y="0"/>
                </a:lnTo>
                <a:cubicBezTo>
                  <a:pt x="239" y="0"/>
                  <a:pt x="263" y="1"/>
                  <a:pt x="278" y="3"/>
                </a:cubicBezTo>
                <a:cubicBezTo>
                  <a:pt x="294" y="5"/>
                  <a:pt x="309" y="11"/>
                  <a:pt x="325" y="21"/>
                </a:cubicBezTo>
                <a:cubicBezTo>
                  <a:pt x="343" y="31"/>
                  <a:pt x="358" y="44"/>
                  <a:pt x="369" y="60"/>
                </a:cubicBezTo>
                <a:cubicBezTo>
                  <a:pt x="379" y="76"/>
                  <a:pt x="385" y="93"/>
                  <a:pt x="385" y="110"/>
                </a:cubicBezTo>
                <a:cubicBezTo>
                  <a:pt x="385" y="132"/>
                  <a:pt x="376" y="152"/>
                  <a:pt x="358" y="171"/>
                </a:cubicBezTo>
                <a:cubicBezTo>
                  <a:pt x="341" y="189"/>
                  <a:pt x="318" y="202"/>
                  <a:pt x="289" y="209"/>
                </a:cubicBezTo>
                <a:lnTo>
                  <a:pt x="283" y="211"/>
                </a:lnTo>
                <a:cubicBezTo>
                  <a:pt x="314" y="215"/>
                  <a:pt x="342" y="226"/>
                  <a:pt x="366" y="246"/>
                </a:cubicBezTo>
                <a:cubicBezTo>
                  <a:pt x="390" y="266"/>
                  <a:pt x="402" y="291"/>
                  <a:pt x="402" y="320"/>
                </a:cubicBezTo>
                <a:cubicBezTo>
                  <a:pt x="402" y="349"/>
                  <a:pt x="391" y="375"/>
                  <a:pt x="369" y="397"/>
                </a:cubicBezTo>
                <a:cubicBezTo>
                  <a:pt x="347" y="420"/>
                  <a:pt x="319" y="433"/>
                  <a:pt x="285" y="438"/>
                </a:cubicBezTo>
                <a:cubicBezTo>
                  <a:pt x="279" y="439"/>
                  <a:pt x="231" y="440"/>
                  <a:pt x="138" y="440"/>
                </a:cubicBezTo>
                <a:lnTo>
                  <a:pt x="0" y="440"/>
                </a:lnTo>
                <a:lnTo>
                  <a:pt x="0" y="411"/>
                </a:lnTo>
                <a:lnTo>
                  <a:pt x="21" y="411"/>
                </a:lnTo>
                <a:cubicBezTo>
                  <a:pt x="39" y="410"/>
                  <a:pt x="50" y="410"/>
                  <a:pt x="54" y="409"/>
                </a:cubicBezTo>
                <a:cubicBezTo>
                  <a:pt x="58" y="408"/>
                  <a:pt x="62" y="405"/>
                  <a:pt x="66" y="401"/>
                </a:cubicBezTo>
                <a:lnTo>
                  <a:pt x="66" y="39"/>
                </a:lnTo>
                <a:moveTo>
                  <a:pt x="312" y="109"/>
                </a:moveTo>
                <a:cubicBezTo>
                  <a:pt x="312" y="89"/>
                  <a:pt x="306" y="72"/>
                  <a:pt x="295" y="57"/>
                </a:cubicBezTo>
                <a:cubicBezTo>
                  <a:pt x="284" y="43"/>
                  <a:pt x="269" y="34"/>
                  <a:pt x="251" y="30"/>
                </a:cubicBezTo>
                <a:cubicBezTo>
                  <a:pt x="250" y="30"/>
                  <a:pt x="248" y="30"/>
                  <a:pt x="242" y="30"/>
                </a:cubicBezTo>
                <a:cubicBezTo>
                  <a:pt x="237" y="30"/>
                  <a:pt x="230" y="30"/>
                  <a:pt x="222" y="30"/>
                </a:cubicBezTo>
                <a:cubicBezTo>
                  <a:pt x="213" y="30"/>
                  <a:pt x="205" y="30"/>
                  <a:pt x="197" y="30"/>
                </a:cubicBezTo>
                <a:cubicBezTo>
                  <a:pt x="168" y="30"/>
                  <a:pt x="150" y="30"/>
                  <a:pt x="144" y="30"/>
                </a:cubicBezTo>
                <a:cubicBezTo>
                  <a:pt x="137" y="31"/>
                  <a:pt x="133" y="32"/>
                  <a:pt x="131" y="35"/>
                </a:cubicBezTo>
                <a:cubicBezTo>
                  <a:pt x="130" y="37"/>
                  <a:pt x="129" y="65"/>
                  <a:pt x="129" y="118"/>
                </a:cubicBezTo>
                <a:lnTo>
                  <a:pt x="129" y="200"/>
                </a:lnTo>
                <a:lnTo>
                  <a:pt x="184" y="200"/>
                </a:lnTo>
                <a:lnTo>
                  <a:pt x="238" y="199"/>
                </a:lnTo>
                <a:lnTo>
                  <a:pt x="244" y="198"/>
                </a:lnTo>
                <a:cubicBezTo>
                  <a:pt x="246" y="197"/>
                  <a:pt x="248" y="197"/>
                  <a:pt x="251" y="196"/>
                </a:cubicBezTo>
                <a:cubicBezTo>
                  <a:pt x="254" y="195"/>
                  <a:pt x="260" y="192"/>
                  <a:pt x="268" y="188"/>
                </a:cubicBezTo>
                <a:cubicBezTo>
                  <a:pt x="275" y="183"/>
                  <a:pt x="282" y="178"/>
                  <a:pt x="288" y="172"/>
                </a:cubicBezTo>
                <a:cubicBezTo>
                  <a:pt x="294" y="166"/>
                  <a:pt x="299" y="157"/>
                  <a:pt x="304" y="146"/>
                </a:cubicBezTo>
                <a:cubicBezTo>
                  <a:pt x="309" y="135"/>
                  <a:pt x="311" y="123"/>
                  <a:pt x="312" y="109"/>
                </a:cubicBezTo>
                <a:moveTo>
                  <a:pt x="329" y="319"/>
                </a:moveTo>
                <a:cubicBezTo>
                  <a:pt x="329" y="298"/>
                  <a:pt x="323" y="277"/>
                  <a:pt x="311" y="259"/>
                </a:cubicBezTo>
                <a:cubicBezTo>
                  <a:pt x="299" y="241"/>
                  <a:pt x="282" y="229"/>
                  <a:pt x="260" y="224"/>
                </a:cubicBezTo>
                <a:lnTo>
                  <a:pt x="195" y="224"/>
                </a:lnTo>
                <a:lnTo>
                  <a:pt x="129" y="224"/>
                </a:lnTo>
                <a:lnTo>
                  <a:pt x="129" y="312"/>
                </a:lnTo>
                <a:lnTo>
                  <a:pt x="129" y="366"/>
                </a:lnTo>
                <a:cubicBezTo>
                  <a:pt x="129" y="391"/>
                  <a:pt x="131" y="405"/>
                  <a:pt x="133" y="407"/>
                </a:cubicBezTo>
                <a:cubicBezTo>
                  <a:pt x="135" y="409"/>
                  <a:pt x="157" y="410"/>
                  <a:pt x="198" y="410"/>
                </a:cubicBezTo>
                <a:lnTo>
                  <a:pt x="230" y="410"/>
                </a:lnTo>
                <a:cubicBezTo>
                  <a:pt x="248" y="410"/>
                  <a:pt x="260" y="409"/>
                  <a:pt x="268" y="406"/>
                </a:cubicBezTo>
                <a:cubicBezTo>
                  <a:pt x="287" y="400"/>
                  <a:pt x="301" y="389"/>
                  <a:pt x="312" y="374"/>
                </a:cubicBezTo>
                <a:cubicBezTo>
                  <a:pt x="323" y="358"/>
                  <a:pt x="328" y="340"/>
                  <a:pt x="329" y="3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5" name=""/>
          <p:cNvSpPr/>
          <p:nvPr/>
        </p:nvSpPr>
        <p:spPr>
          <a:xfrm>
            <a:off x="4924080" y="2230560"/>
            <a:ext cx="138600" cy="158760"/>
          </a:xfrm>
          <a:custGeom>
            <a:avLst/>
            <a:gdLst/>
            <a:ahLst/>
            <a:rect l="0" t="0" r="r" b="b"/>
            <a:pathLst>
              <a:path w="385" h="441">
                <a:moveTo>
                  <a:pt x="66" y="40"/>
                </a:moveTo>
                <a:cubicBezTo>
                  <a:pt x="63" y="37"/>
                  <a:pt x="61" y="35"/>
                  <a:pt x="59" y="35"/>
                </a:cubicBezTo>
                <a:cubicBezTo>
                  <a:pt x="57" y="34"/>
                  <a:pt x="54" y="33"/>
                  <a:pt x="49" y="33"/>
                </a:cubicBezTo>
                <a:cubicBezTo>
                  <a:pt x="44" y="32"/>
                  <a:pt x="35" y="32"/>
                  <a:pt x="21" y="31"/>
                </a:cubicBezTo>
                <a:lnTo>
                  <a:pt x="0" y="31"/>
                </a:lnTo>
                <a:lnTo>
                  <a:pt x="0" y="1"/>
                </a:lnTo>
                <a:lnTo>
                  <a:pt x="120" y="1"/>
                </a:lnTo>
                <a:cubicBezTo>
                  <a:pt x="130" y="1"/>
                  <a:pt x="143" y="1"/>
                  <a:pt x="160" y="1"/>
                </a:cubicBezTo>
                <a:cubicBezTo>
                  <a:pt x="177" y="1"/>
                  <a:pt x="189" y="1"/>
                  <a:pt x="196" y="0"/>
                </a:cubicBezTo>
                <a:cubicBezTo>
                  <a:pt x="233" y="0"/>
                  <a:pt x="263" y="3"/>
                  <a:pt x="286" y="9"/>
                </a:cubicBezTo>
                <a:cubicBezTo>
                  <a:pt x="308" y="14"/>
                  <a:pt x="328" y="26"/>
                  <a:pt x="348" y="44"/>
                </a:cubicBezTo>
                <a:cubicBezTo>
                  <a:pt x="373" y="67"/>
                  <a:pt x="385" y="94"/>
                  <a:pt x="385" y="126"/>
                </a:cubicBezTo>
                <a:cubicBezTo>
                  <a:pt x="385" y="155"/>
                  <a:pt x="374" y="181"/>
                  <a:pt x="352" y="202"/>
                </a:cubicBezTo>
                <a:cubicBezTo>
                  <a:pt x="329" y="223"/>
                  <a:pt x="303" y="237"/>
                  <a:pt x="273" y="244"/>
                </a:cubicBezTo>
                <a:cubicBezTo>
                  <a:pt x="263" y="246"/>
                  <a:pt x="237" y="247"/>
                  <a:pt x="194" y="248"/>
                </a:cubicBezTo>
                <a:lnTo>
                  <a:pt x="133" y="248"/>
                </a:lnTo>
                <a:lnTo>
                  <a:pt x="133" y="325"/>
                </a:lnTo>
                <a:cubicBezTo>
                  <a:pt x="133" y="376"/>
                  <a:pt x="134" y="402"/>
                  <a:pt x="135" y="404"/>
                </a:cubicBezTo>
                <a:cubicBezTo>
                  <a:pt x="138" y="409"/>
                  <a:pt x="153" y="411"/>
                  <a:pt x="178" y="412"/>
                </a:cubicBezTo>
                <a:lnTo>
                  <a:pt x="199" y="412"/>
                </a:lnTo>
                <a:lnTo>
                  <a:pt x="199" y="441"/>
                </a:lnTo>
                <a:lnTo>
                  <a:pt x="192" y="441"/>
                </a:lnTo>
                <a:cubicBezTo>
                  <a:pt x="183" y="440"/>
                  <a:pt x="152" y="439"/>
                  <a:pt x="100" y="439"/>
                </a:cubicBezTo>
                <a:cubicBezTo>
                  <a:pt x="42" y="439"/>
                  <a:pt x="11" y="440"/>
                  <a:pt x="7" y="441"/>
                </a:cubicBezTo>
                <a:lnTo>
                  <a:pt x="0" y="441"/>
                </a:lnTo>
                <a:lnTo>
                  <a:pt x="0" y="412"/>
                </a:lnTo>
                <a:lnTo>
                  <a:pt x="21" y="412"/>
                </a:lnTo>
                <a:cubicBezTo>
                  <a:pt x="39" y="411"/>
                  <a:pt x="50" y="411"/>
                  <a:pt x="54" y="410"/>
                </a:cubicBezTo>
                <a:cubicBezTo>
                  <a:pt x="58" y="409"/>
                  <a:pt x="62" y="406"/>
                  <a:pt x="66" y="402"/>
                </a:cubicBezTo>
                <a:lnTo>
                  <a:pt x="66" y="40"/>
                </a:lnTo>
                <a:moveTo>
                  <a:pt x="309" y="127"/>
                </a:moveTo>
                <a:cubicBezTo>
                  <a:pt x="309" y="115"/>
                  <a:pt x="309" y="107"/>
                  <a:pt x="308" y="101"/>
                </a:cubicBezTo>
                <a:cubicBezTo>
                  <a:pt x="308" y="95"/>
                  <a:pt x="306" y="87"/>
                  <a:pt x="304" y="78"/>
                </a:cubicBezTo>
                <a:cubicBezTo>
                  <a:pt x="302" y="68"/>
                  <a:pt x="298" y="61"/>
                  <a:pt x="293" y="56"/>
                </a:cubicBezTo>
                <a:cubicBezTo>
                  <a:pt x="288" y="52"/>
                  <a:pt x="281" y="47"/>
                  <a:pt x="272" y="42"/>
                </a:cubicBezTo>
                <a:cubicBezTo>
                  <a:pt x="263" y="36"/>
                  <a:pt x="252" y="33"/>
                  <a:pt x="238" y="32"/>
                </a:cubicBezTo>
                <a:cubicBezTo>
                  <a:pt x="233" y="31"/>
                  <a:pt x="214" y="31"/>
                  <a:pt x="180" y="31"/>
                </a:cubicBezTo>
                <a:lnTo>
                  <a:pt x="167" y="31"/>
                </a:lnTo>
                <a:cubicBezTo>
                  <a:pt x="146" y="31"/>
                  <a:pt x="134" y="33"/>
                  <a:pt x="133" y="36"/>
                </a:cubicBezTo>
                <a:cubicBezTo>
                  <a:pt x="132" y="38"/>
                  <a:pt x="131" y="69"/>
                  <a:pt x="131" y="130"/>
                </a:cubicBezTo>
                <a:lnTo>
                  <a:pt x="131" y="221"/>
                </a:lnTo>
                <a:lnTo>
                  <a:pt x="177" y="221"/>
                </a:lnTo>
                <a:lnTo>
                  <a:pt x="201" y="221"/>
                </a:lnTo>
                <a:cubicBezTo>
                  <a:pt x="223" y="221"/>
                  <a:pt x="241" y="220"/>
                  <a:pt x="255" y="217"/>
                </a:cubicBezTo>
                <a:cubicBezTo>
                  <a:pt x="269" y="214"/>
                  <a:pt x="281" y="207"/>
                  <a:pt x="292" y="196"/>
                </a:cubicBezTo>
                <a:cubicBezTo>
                  <a:pt x="303" y="183"/>
                  <a:pt x="309" y="160"/>
                  <a:pt x="309" y="12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6" name=""/>
          <p:cNvSpPr/>
          <p:nvPr/>
        </p:nvSpPr>
        <p:spPr>
          <a:xfrm>
            <a:off x="5093640" y="2361240"/>
            <a:ext cx="30960" cy="73080"/>
          </a:xfrm>
          <a:custGeom>
            <a:avLst/>
            <a:gdLst/>
            <a:ahLst/>
            <a:rect l="0" t="0" r="r" b="b"/>
            <a:pathLst>
              <a:path w="86" h="203">
                <a:moveTo>
                  <a:pt x="0" y="56"/>
                </a:moveTo>
                <a:cubicBezTo>
                  <a:pt x="0" y="56"/>
                  <a:pt x="0" y="51"/>
                  <a:pt x="0" y="40"/>
                </a:cubicBezTo>
                <a:cubicBezTo>
                  <a:pt x="0" y="29"/>
                  <a:pt x="3" y="20"/>
                  <a:pt x="11" y="12"/>
                </a:cubicBezTo>
                <a:cubicBezTo>
                  <a:pt x="18" y="3"/>
                  <a:pt x="27" y="0"/>
                  <a:pt x="39" y="0"/>
                </a:cubicBezTo>
                <a:cubicBezTo>
                  <a:pt x="51" y="0"/>
                  <a:pt x="62" y="5"/>
                  <a:pt x="71" y="17"/>
                </a:cubicBezTo>
                <a:cubicBezTo>
                  <a:pt x="80" y="27"/>
                  <a:pt x="85" y="46"/>
                  <a:pt x="86" y="73"/>
                </a:cubicBezTo>
                <a:cubicBezTo>
                  <a:pt x="86" y="88"/>
                  <a:pt x="84" y="103"/>
                  <a:pt x="80" y="117"/>
                </a:cubicBezTo>
                <a:cubicBezTo>
                  <a:pt x="76" y="131"/>
                  <a:pt x="72" y="143"/>
                  <a:pt x="66" y="154"/>
                </a:cubicBezTo>
                <a:cubicBezTo>
                  <a:pt x="61" y="164"/>
                  <a:pt x="56" y="173"/>
                  <a:pt x="50" y="180"/>
                </a:cubicBezTo>
                <a:cubicBezTo>
                  <a:pt x="44" y="187"/>
                  <a:pt x="39" y="193"/>
                  <a:pt x="34" y="197"/>
                </a:cubicBezTo>
                <a:cubicBezTo>
                  <a:pt x="30" y="202"/>
                  <a:pt x="27" y="204"/>
                  <a:pt x="26" y="203"/>
                </a:cubicBezTo>
                <a:cubicBezTo>
                  <a:pt x="24" y="203"/>
                  <a:pt x="21" y="201"/>
                  <a:pt x="18" y="197"/>
                </a:cubicBezTo>
                <a:cubicBezTo>
                  <a:pt x="14" y="194"/>
                  <a:pt x="12" y="191"/>
                  <a:pt x="12" y="189"/>
                </a:cubicBezTo>
                <a:cubicBezTo>
                  <a:pt x="12" y="187"/>
                  <a:pt x="14" y="184"/>
                  <a:pt x="19" y="179"/>
                </a:cubicBezTo>
                <a:cubicBezTo>
                  <a:pt x="24" y="174"/>
                  <a:pt x="29" y="167"/>
                  <a:pt x="35" y="159"/>
                </a:cubicBezTo>
                <a:cubicBezTo>
                  <a:pt x="41" y="152"/>
                  <a:pt x="47" y="141"/>
                  <a:pt x="52" y="127"/>
                </a:cubicBezTo>
                <a:cubicBezTo>
                  <a:pt x="57" y="114"/>
                  <a:pt x="60" y="98"/>
                  <a:pt x="62" y="80"/>
                </a:cubicBezTo>
                <a:lnTo>
                  <a:pt x="62" y="73"/>
                </a:lnTo>
                <a:lnTo>
                  <a:pt x="61" y="73"/>
                </a:lnTo>
                <a:cubicBezTo>
                  <a:pt x="60" y="74"/>
                  <a:pt x="59" y="74"/>
                  <a:pt x="58" y="75"/>
                </a:cubicBezTo>
                <a:cubicBezTo>
                  <a:pt x="57" y="75"/>
                  <a:pt x="56" y="76"/>
                  <a:pt x="54" y="76"/>
                </a:cubicBezTo>
                <a:cubicBezTo>
                  <a:pt x="53" y="77"/>
                  <a:pt x="51" y="78"/>
                  <a:pt x="48" y="78"/>
                </a:cubicBezTo>
                <a:cubicBezTo>
                  <a:pt x="46" y="78"/>
                  <a:pt x="43" y="78"/>
                  <a:pt x="41" y="78"/>
                </a:cubicBezTo>
                <a:cubicBezTo>
                  <a:pt x="29" y="78"/>
                  <a:pt x="20" y="75"/>
                  <a:pt x="12" y="67"/>
                </a:cubicBezTo>
                <a:lnTo>
                  <a:pt x="0" y="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7" name=""/>
          <p:cNvSpPr/>
          <p:nvPr/>
        </p:nvSpPr>
        <p:spPr>
          <a:xfrm>
            <a:off x="5145840" y="2230920"/>
            <a:ext cx="162000" cy="163800"/>
          </a:xfrm>
          <a:custGeom>
            <a:avLst/>
            <a:gdLst/>
            <a:ahLst/>
            <a:rect l="0" t="0" r="r" b="b"/>
            <a:pathLst>
              <a:path w="450" h="455">
                <a:moveTo>
                  <a:pt x="66" y="39"/>
                </a:moveTo>
                <a:cubicBezTo>
                  <a:pt x="63" y="36"/>
                  <a:pt x="60" y="34"/>
                  <a:pt x="59" y="34"/>
                </a:cubicBezTo>
                <a:cubicBezTo>
                  <a:pt x="57" y="33"/>
                  <a:pt x="54" y="32"/>
                  <a:pt x="48" y="32"/>
                </a:cubicBezTo>
                <a:cubicBezTo>
                  <a:pt x="43" y="31"/>
                  <a:pt x="34" y="31"/>
                  <a:pt x="21" y="30"/>
                </a:cubicBezTo>
                <a:lnTo>
                  <a:pt x="0" y="30"/>
                </a:lnTo>
                <a:lnTo>
                  <a:pt x="0" y="0"/>
                </a:lnTo>
                <a:lnTo>
                  <a:pt x="7" y="0"/>
                </a:lnTo>
                <a:cubicBezTo>
                  <a:pt x="16" y="1"/>
                  <a:pt x="47" y="2"/>
                  <a:pt x="99" y="2"/>
                </a:cubicBezTo>
                <a:cubicBezTo>
                  <a:pt x="157" y="2"/>
                  <a:pt x="188" y="1"/>
                  <a:pt x="192" y="0"/>
                </a:cubicBezTo>
                <a:lnTo>
                  <a:pt x="199" y="0"/>
                </a:lnTo>
                <a:lnTo>
                  <a:pt x="199" y="30"/>
                </a:lnTo>
                <a:lnTo>
                  <a:pt x="178" y="30"/>
                </a:lnTo>
                <a:cubicBezTo>
                  <a:pt x="161" y="30"/>
                  <a:pt x="150" y="31"/>
                  <a:pt x="145" y="32"/>
                </a:cubicBezTo>
                <a:cubicBezTo>
                  <a:pt x="140" y="32"/>
                  <a:pt x="136" y="35"/>
                  <a:pt x="133" y="39"/>
                </a:cubicBezTo>
                <a:lnTo>
                  <a:pt x="133" y="171"/>
                </a:lnTo>
                <a:lnTo>
                  <a:pt x="133" y="252"/>
                </a:lnTo>
                <a:cubicBezTo>
                  <a:pt x="133" y="296"/>
                  <a:pt x="134" y="327"/>
                  <a:pt x="138" y="346"/>
                </a:cubicBezTo>
                <a:cubicBezTo>
                  <a:pt x="141" y="365"/>
                  <a:pt x="150" y="383"/>
                  <a:pt x="164" y="397"/>
                </a:cubicBezTo>
                <a:cubicBezTo>
                  <a:pt x="183" y="416"/>
                  <a:pt x="206" y="425"/>
                  <a:pt x="234" y="425"/>
                </a:cubicBezTo>
                <a:cubicBezTo>
                  <a:pt x="262" y="425"/>
                  <a:pt x="287" y="416"/>
                  <a:pt x="310" y="399"/>
                </a:cubicBezTo>
                <a:cubicBezTo>
                  <a:pt x="332" y="382"/>
                  <a:pt x="346" y="356"/>
                  <a:pt x="352" y="322"/>
                </a:cubicBezTo>
                <a:cubicBezTo>
                  <a:pt x="354" y="312"/>
                  <a:pt x="354" y="263"/>
                  <a:pt x="354" y="176"/>
                </a:cubicBezTo>
                <a:lnTo>
                  <a:pt x="354" y="55"/>
                </a:lnTo>
                <a:cubicBezTo>
                  <a:pt x="352" y="50"/>
                  <a:pt x="350" y="47"/>
                  <a:pt x="348" y="45"/>
                </a:cubicBezTo>
                <a:cubicBezTo>
                  <a:pt x="346" y="43"/>
                  <a:pt x="341" y="40"/>
                  <a:pt x="332" y="36"/>
                </a:cubicBezTo>
                <a:cubicBezTo>
                  <a:pt x="324" y="32"/>
                  <a:pt x="313" y="30"/>
                  <a:pt x="298" y="30"/>
                </a:cubicBezTo>
                <a:lnTo>
                  <a:pt x="287" y="30"/>
                </a:lnTo>
                <a:lnTo>
                  <a:pt x="287" y="0"/>
                </a:lnTo>
                <a:lnTo>
                  <a:pt x="293" y="0"/>
                </a:lnTo>
                <a:cubicBezTo>
                  <a:pt x="300" y="1"/>
                  <a:pt x="325" y="2"/>
                  <a:pt x="369" y="2"/>
                </a:cubicBezTo>
                <a:cubicBezTo>
                  <a:pt x="413" y="2"/>
                  <a:pt x="438" y="1"/>
                  <a:pt x="444" y="0"/>
                </a:cubicBezTo>
                <a:lnTo>
                  <a:pt x="450" y="0"/>
                </a:lnTo>
                <a:lnTo>
                  <a:pt x="450" y="30"/>
                </a:lnTo>
                <a:lnTo>
                  <a:pt x="439" y="30"/>
                </a:lnTo>
                <a:cubicBezTo>
                  <a:pt x="408" y="31"/>
                  <a:pt x="390" y="40"/>
                  <a:pt x="385" y="55"/>
                </a:cubicBezTo>
                <a:lnTo>
                  <a:pt x="384" y="183"/>
                </a:lnTo>
                <a:cubicBezTo>
                  <a:pt x="384" y="271"/>
                  <a:pt x="383" y="318"/>
                  <a:pt x="381" y="324"/>
                </a:cubicBezTo>
                <a:cubicBezTo>
                  <a:pt x="381" y="324"/>
                  <a:pt x="381" y="326"/>
                  <a:pt x="380" y="329"/>
                </a:cubicBezTo>
                <a:cubicBezTo>
                  <a:pt x="372" y="367"/>
                  <a:pt x="354" y="398"/>
                  <a:pt x="326" y="420"/>
                </a:cubicBezTo>
                <a:cubicBezTo>
                  <a:pt x="298" y="443"/>
                  <a:pt x="267" y="454"/>
                  <a:pt x="234" y="455"/>
                </a:cubicBezTo>
                <a:cubicBezTo>
                  <a:pt x="197" y="455"/>
                  <a:pt x="162" y="443"/>
                  <a:pt x="129" y="419"/>
                </a:cubicBezTo>
                <a:cubicBezTo>
                  <a:pt x="95" y="396"/>
                  <a:pt x="75" y="361"/>
                  <a:pt x="67" y="316"/>
                </a:cubicBezTo>
                <a:cubicBezTo>
                  <a:pt x="67" y="312"/>
                  <a:pt x="66" y="265"/>
                  <a:pt x="66" y="174"/>
                </a:cubicBezTo>
                <a:lnTo>
                  <a:pt x="66" y="3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8" name=""/>
          <p:cNvSpPr/>
          <p:nvPr/>
        </p:nvSpPr>
        <p:spPr>
          <a:xfrm>
            <a:off x="5320080" y="2230920"/>
            <a:ext cx="144720" cy="158400"/>
          </a:xfrm>
          <a:custGeom>
            <a:avLst/>
            <a:gdLst/>
            <a:ahLst/>
            <a:rect l="0" t="0" r="r" b="b"/>
            <a:pathLst>
              <a:path w="402" h="440">
                <a:moveTo>
                  <a:pt x="66" y="39"/>
                </a:moveTo>
                <a:cubicBezTo>
                  <a:pt x="63" y="36"/>
                  <a:pt x="61" y="34"/>
                  <a:pt x="59" y="34"/>
                </a:cubicBezTo>
                <a:cubicBezTo>
                  <a:pt x="57" y="33"/>
                  <a:pt x="54" y="32"/>
                  <a:pt x="49" y="32"/>
                </a:cubicBezTo>
                <a:cubicBezTo>
                  <a:pt x="44" y="31"/>
                  <a:pt x="34" y="31"/>
                  <a:pt x="21" y="30"/>
                </a:cubicBezTo>
                <a:lnTo>
                  <a:pt x="0" y="30"/>
                </a:lnTo>
                <a:lnTo>
                  <a:pt x="0" y="0"/>
                </a:lnTo>
                <a:lnTo>
                  <a:pt x="129" y="0"/>
                </a:lnTo>
                <a:lnTo>
                  <a:pt x="154" y="0"/>
                </a:lnTo>
                <a:lnTo>
                  <a:pt x="204" y="0"/>
                </a:lnTo>
                <a:cubicBezTo>
                  <a:pt x="239" y="0"/>
                  <a:pt x="263" y="1"/>
                  <a:pt x="278" y="3"/>
                </a:cubicBezTo>
                <a:cubicBezTo>
                  <a:pt x="294" y="5"/>
                  <a:pt x="309" y="11"/>
                  <a:pt x="324" y="21"/>
                </a:cubicBezTo>
                <a:cubicBezTo>
                  <a:pt x="343" y="31"/>
                  <a:pt x="358" y="44"/>
                  <a:pt x="368" y="60"/>
                </a:cubicBezTo>
                <a:cubicBezTo>
                  <a:pt x="379" y="76"/>
                  <a:pt x="384" y="93"/>
                  <a:pt x="384" y="110"/>
                </a:cubicBezTo>
                <a:cubicBezTo>
                  <a:pt x="384" y="132"/>
                  <a:pt x="376" y="152"/>
                  <a:pt x="358" y="171"/>
                </a:cubicBezTo>
                <a:cubicBezTo>
                  <a:pt x="340" y="189"/>
                  <a:pt x="317" y="202"/>
                  <a:pt x="289" y="209"/>
                </a:cubicBezTo>
                <a:lnTo>
                  <a:pt x="283" y="211"/>
                </a:lnTo>
                <a:cubicBezTo>
                  <a:pt x="314" y="215"/>
                  <a:pt x="342" y="226"/>
                  <a:pt x="366" y="246"/>
                </a:cubicBezTo>
                <a:cubicBezTo>
                  <a:pt x="390" y="266"/>
                  <a:pt x="402" y="291"/>
                  <a:pt x="402" y="320"/>
                </a:cubicBezTo>
                <a:cubicBezTo>
                  <a:pt x="402" y="349"/>
                  <a:pt x="391" y="375"/>
                  <a:pt x="369" y="397"/>
                </a:cubicBezTo>
                <a:cubicBezTo>
                  <a:pt x="347" y="420"/>
                  <a:pt x="319" y="433"/>
                  <a:pt x="285" y="438"/>
                </a:cubicBezTo>
                <a:cubicBezTo>
                  <a:pt x="279" y="439"/>
                  <a:pt x="230" y="440"/>
                  <a:pt x="138" y="440"/>
                </a:cubicBezTo>
                <a:lnTo>
                  <a:pt x="0" y="440"/>
                </a:lnTo>
                <a:lnTo>
                  <a:pt x="0" y="411"/>
                </a:lnTo>
                <a:lnTo>
                  <a:pt x="21" y="411"/>
                </a:lnTo>
                <a:cubicBezTo>
                  <a:pt x="39" y="410"/>
                  <a:pt x="50" y="410"/>
                  <a:pt x="54" y="409"/>
                </a:cubicBezTo>
                <a:cubicBezTo>
                  <a:pt x="58" y="408"/>
                  <a:pt x="62" y="405"/>
                  <a:pt x="66" y="401"/>
                </a:cubicBezTo>
                <a:lnTo>
                  <a:pt x="66" y="39"/>
                </a:lnTo>
                <a:moveTo>
                  <a:pt x="312" y="109"/>
                </a:moveTo>
                <a:cubicBezTo>
                  <a:pt x="312" y="89"/>
                  <a:pt x="306" y="72"/>
                  <a:pt x="295" y="57"/>
                </a:cubicBezTo>
                <a:cubicBezTo>
                  <a:pt x="284" y="43"/>
                  <a:pt x="269" y="34"/>
                  <a:pt x="251" y="30"/>
                </a:cubicBezTo>
                <a:cubicBezTo>
                  <a:pt x="250" y="30"/>
                  <a:pt x="247" y="30"/>
                  <a:pt x="242" y="30"/>
                </a:cubicBezTo>
                <a:cubicBezTo>
                  <a:pt x="237" y="30"/>
                  <a:pt x="230" y="30"/>
                  <a:pt x="221" y="30"/>
                </a:cubicBezTo>
                <a:cubicBezTo>
                  <a:pt x="212" y="30"/>
                  <a:pt x="204" y="30"/>
                  <a:pt x="196" y="30"/>
                </a:cubicBezTo>
                <a:cubicBezTo>
                  <a:pt x="167" y="30"/>
                  <a:pt x="150" y="30"/>
                  <a:pt x="143" y="30"/>
                </a:cubicBezTo>
                <a:cubicBezTo>
                  <a:pt x="137" y="31"/>
                  <a:pt x="133" y="32"/>
                  <a:pt x="131" y="35"/>
                </a:cubicBezTo>
                <a:cubicBezTo>
                  <a:pt x="130" y="37"/>
                  <a:pt x="129" y="65"/>
                  <a:pt x="129" y="118"/>
                </a:cubicBezTo>
                <a:lnTo>
                  <a:pt x="129" y="200"/>
                </a:lnTo>
                <a:lnTo>
                  <a:pt x="183" y="200"/>
                </a:lnTo>
                <a:lnTo>
                  <a:pt x="238" y="199"/>
                </a:lnTo>
                <a:lnTo>
                  <a:pt x="244" y="198"/>
                </a:lnTo>
                <a:cubicBezTo>
                  <a:pt x="246" y="197"/>
                  <a:pt x="248" y="197"/>
                  <a:pt x="251" y="196"/>
                </a:cubicBezTo>
                <a:cubicBezTo>
                  <a:pt x="254" y="195"/>
                  <a:pt x="260" y="192"/>
                  <a:pt x="267" y="188"/>
                </a:cubicBezTo>
                <a:cubicBezTo>
                  <a:pt x="275" y="183"/>
                  <a:pt x="282" y="178"/>
                  <a:pt x="288" y="172"/>
                </a:cubicBezTo>
                <a:cubicBezTo>
                  <a:pt x="294" y="166"/>
                  <a:pt x="299" y="157"/>
                  <a:pt x="304" y="146"/>
                </a:cubicBezTo>
                <a:cubicBezTo>
                  <a:pt x="309" y="135"/>
                  <a:pt x="311" y="123"/>
                  <a:pt x="312" y="109"/>
                </a:cubicBezTo>
                <a:moveTo>
                  <a:pt x="328" y="319"/>
                </a:moveTo>
                <a:cubicBezTo>
                  <a:pt x="328" y="298"/>
                  <a:pt x="322" y="277"/>
                  <a:pt x="310" y="259"/>
                </a:cubicBezTo>
                <a:cubicBezTo>
                  <a:pt x="298" y="241"/>
                  <a:pt x="281" y="229"/>
                  <a:pt x="260" y="224"/>
                </a:cubicBezTo>
                <a:lnTo>
                  <a:pt x="194" y="224"/>
                </a:lnTo>
                <a:lnTo>
                  <a:pt x="129" y="224"/>
                </a:lnTo>
                <a:lnTo>
                  <a:pt x="129" y="312"/>
                </a:lnTo>
                <a:lnTo>
                  <a:pt x="129" y="366"/>
                </a:lnTo>
                <a:cubicBezTo>
                  <a:pt x="129" y="391"/>
                  <a:pt x="130" y="405"/>
                  <a:pt x="132" y="407"/>
                </a:cubicBezTo>
                <a:cubicBezTo>
                  <a:pt x="135" y="409"/>
                  <a:pt x="156" y="410"/>
                  <a:pt x="197" y="410"/>
                </a:cubicBezTo>
                <a:lnTo>
                  <a:pt x="229" y="410"/>
                </a:lnTo>
                <a:cubicBezTo>
                  <a:pt x="247" y="410"/>
                  <a:pt x="260" y="409"/>
                  <a:pt x="268" y="406"/>
                </a:cubicBezTo>
                <a:cubicBezTo>
                  <a:pt x="286" y="400"/>
                  <a:pt x="301" y="389"/>
                  <a:pt x="312" y="374"/>
                </a:cubicBezTo>
                <a:cubicBezTo>
                  <a:pt x="322" y="358"/>
                  <a:pt x="328" y="340"/>
                  <a:pt x="328" y="3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09" name=""/>
          <p:cNvSpPr/>
          <p:nvPr/>
        </p:nvSpPr>
        <p:spPr>
          <a:xfrm>
            <a:off x="5603400" y="2219760"/>
            <a:ext cx="218520" cy="77040"/>
          </a:xfrm>
          <a:custGeom>
            <a:avLst/>
            <a:gdLst/>
            <a:ahLst/>
            <a:rect l="0" t="0" r="r" b="b"/>
            <a:pathLst>
              <a:path w="607" h="214">
                <a:moveTo>
                  <a:pt x="0" y="18"/>
                </a:moveTo>
                <a:cubicBezTo>
                  <a:pt x="0" y="10"/>
                  <a:pt x="4" y="4"/>
                  <a:pt x="13" y="0"/>
                </a:cubicBezTo>
                <a:lnTo>
                  <a:pt x="593" y="0"/>
                </a:lnTo>
                <a:cubicBezTo>
                  <a:pt x="602" y="5"/>
                  <a:pt x="607" y="11"/>
                  <a:pt x="607" y="18"/>
                </a:cubicBezTo>
                <a:cubicBezTo>
                  <a:pt x="607" y="25"/>
                  <a:pt x="603" y="31"/>
                  <a:pt x="594" y="36"/>
                </a:cubicBezTo>
                <a:lnTo>
                  <a:pt x="304" y="36"/>
                </a:lnTo>
                <a:lnTo>
                  <a:pt x="14" y="36"/>
                </a:lnTo>
                <a:cubicBezTo>
                  <a:pt x="5" y="33"/>
                  <a:pt x="0" y="27"/>
                  <a:pt x="0" y="18"/>
                </a:cubicBezTo>
                <a:moveTo>
                  <a:pt x="0" y="196"/>
                </a:moveTo>
                <a:cubicBezTo>
                  <a:pt x="0" y="187"/>
                  <a:pt x="5" y="181"/>
                  <a:pt x="14" y="178"/>
                </a:cubicBezTo>
                <a:lnTo>
                  <a:pt x="594" y="178"/>
                </a:lnTo>
                <a:cubicBezTo>
                  <a:pt x="603" y="184"/>
                  <a:pt x="607" y="190"/>
                  <a:pt x="607" y="196"/>
                </a:cubicBezTo>
                <a:cubicBezTo>
                  <a:pt x="607" y="204"/>
                  <a:pt x="602" y="210"/>
                  <a:pt x="593" y="214"/>
                </a:cubicBezTo>
                <a:lnTo>
                  <a:pt x="13" y="214"/>
                </a:lnTo>
                <a:cubicBezTo>
                  <a:pt x="4" y="210"/>
                  <a:pt x="0" y="204"/>
                  <a:pt x="0" y="19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0" name=""/>
          <p:cNvSpPr/>
          <p:nvPr/>
        </p:nvSpPr>
        <p:spPr>
          <a:xfrm>
            <a:off x="5947200" y="2121840"/>
            <a:ext cx="131040" cy="218520"/>
          </a:xfrm>
          <a:custGeom>
            <a:avLst/>
            <a:gdLst/>
            <a:ahLst/>
            <a:rect l="0" t="0" r="r" b="b"/>
            <a:pathLst>
              <a:path w="364" h="607">
                <a:moveTo>
                  <a:pt x="54" y="216"/>
                </a:moveTo>
                <a:cubicBezTo>
                  <a:pt x="37" y="216"/>
                  <a:pt x="24" y="210"/>
                  <a:pt x="15" y="199"/>
                </a:cubicBezTo>
                <a:cubicBezTo>
                  <a:pt x="5" y="188"/>
                  <a:pt x="0" y="175"/>
                  <a:pt x="0" y="159"/>
                </a:cubicBezTo>
                <a:cubicBezTo>
                  <a:pt x="0" y="116"/>
                  <a:pt x="16" y="79"/>
                  <a:pt x="48" y="47"/>
                </a:cubicBezTo>
                <a:cubicBezTo>
                  <a:pt x="80" y="16"/>
                  <a:pt x="120" y="0"/>
                  <a:pt x="168" y="0"/>
                </a:cubicBezTo>
                <a:cubicBezTo>
                  <a:pt x="223" y="0"/>
                  <a:pt x="270" y="17"/>
                  <a:pt x="307" y="51"/>
                </a:cubicBezTo>
                <a:cubicBezTo>
                  <a:pt x="344" y="85"/>
                  <a:pt x="363" y="129"/>
                  <a:pt x="364" y="183"/>
                </a:cubicBezTo>
                <a:cubicBezTo>
                  <a:pt x="364" y="209"/>
                  <a:pt x="357" y="234"/>
                  <a:pt x="345" y="257"/>
                </a:cubicBezTo>
                <a:cubicBezTo>
                  <a:pt x="333" y="281"/>
                  <a:pt x="318" y="302"/>
                  <a:pt x="301" y="319"/>
                </a:cubicBezTo>
                <a:cubicBezTo>
                  <a:pt x="284" y="337"/>
                  <a:pt x="260" y="359"/>
                  <a:pt x="228" y="387"/>
                </a:cubicBezTo>
                <a:cubicBezTo>
                  <a:pt x="207" y="405"/>
                  <a:pt x="176" y="433"/>
                  <a:pt x="137" y="471"/>
                </a:cubicBezTo>
                <a:lnTo>
                  <a:pt x="84" y="522"/>
                </a:lnTo>
                <a:lnTo>
                  <a:pt x="153" y="523"/>
                </a:lnTo>
                <a:cubicBezTo>
                  <a:pt x="248" y="523"/>
                  <a:pt x="299" y="522"/>
                  <a:pt x="305" y="519"/>
                </a:cubicBezTo>
                <a:cubicBezTo>
                  <a:pt x="309" y="517"/>
                  <a:pt x="316" y="490"/>
                  <a:pt x="327" y="437"/>
                </a:cubicBezTo>
                <a:lnTo>
                  <a:pt x="327" y="434"/>
                </a:lnTo>
                <a:lnTo>
                  <a:pt x="364" y="434"/>
                </a:lnTo>
                <a:lnTo>
                  <a:pt x="364" y="437"/>
                </a:lnTo>
                <a:cubicBezTo>
                  <a:pt x="363" y="439"/>
                  <a:pt x="358" y="467"/>
                  <a:pt x="351" y="521"/>
                </a:cubicBezTo>
                <a:cubicBezTo>
                  <a:pt x="344" y="574"/>
                  <a:pt x="339" y="602"/>
                  <a:pt x="338" y="604"/>
                </a:cubicBezTo>
                <a:lnTo>
                  <a:pt x="338" y="607"/>
                </a:lnTo>
                <a:lnTo>
                  <a:pt x="0" y="607"/>
                </a:lnTo>
                <a:lnTo>
                  <a:pt x="0" y="590"/>
                </a:lnTo>
                <a:lnTo>
                  <a:pt x="0" y="579"/>
                </a:lnTo>
                <a:cubicBezTo>
                  <a:pt x="0" y="575"/>
                  <a:pt x="2" y="570"/>
                  <a:pt x="5" y="565"/>
                </a:cubicBezTo>
                <a:cubicBezTo>
                  <a:pt x="9" y="560"/>
                  <a:pt x="18" y="550"/>
                  <a:pt x="33" y="533"/>
                </a:cubicBezTo>
                <a:cubicBezTo>
                  <a:pt x="50" y="514"/>
                  <a:pt x="65" y="497"/>
                  <a:pt x="78" y="482"/>
                </a:cubicBezTo>
                <a:cubicBezTo>
                  <a:pt x="84" y="476"/>
                  <a:pt x="94" y="465"/>
                  <a:pt x="109" y="448"/>
                </a:cubicBezTo>
                <a:cubicBezTo>
                  <a:pt x="124" y="431"/>
                  <a:pt x="135" y="420"/>
                  <a:pt x="140" y="414"/>
                </a:cubicBezTo>
                <a:cubicBezTo>
                  <a:pt x="146" y="408"/>
                  <a:pt x="154" y="398"/>
                  <a:pt x="166" y="384"/>
                </a:cubicBezTo>
                <a:cubicBezTo>
                  <a:pt x="179" y="370"/>
                  <a:pt x="187" y="360"/>
                  <a:pt x="192" y="353"/>
                </a:cubicBezTo>
                <a:cubicBezTo>
                  <a:pt x="197" y="346"/>
                  <a:pt x="204" y="337"/>
                  <a:pt x="213" y="326"/>
                </a:cubicBezTo>
                <a:cubicBezTo>
                  <a:pt x="222" y="314"/>
                  <a:pt x="228" y="304"/>
                  <a:pt x="232" y="297"/>
                </a:cubicBezTo>
                <a:cubicBezTo>
                  <a:pt x="236" y="289"/>
                  <a:pt x="240" y="280"/>
                  <a:pt x="246" y="270"/>
                </a:cubicBezTo>
                <a:cubicBezTo>
                  <a:pt x="251" y="261"/>
                  <a:pt x="255" y="251"/>
                  <a:pt x="257" y="241"/>
                </a:cubicBezTo>
                <a:cubicBezTo>
                  <a:pt x="260" y="231"/>
                  <a:pt x="262" y="222"/>
                  <a:pt x="264" y="214"/>
                </a:cubicBezTo>
                <a:cubicBezTo>
                  <a:pt x="266" y="205"/>
                  <a:pt x="267" y="195"/>
                  <a:pt x="267" y="184"/>
                </a:cubicBezTo>
                <a:cubicBezTo>
                  <a:pt x="267" y="146"/>
                  <a:pt x="256" y="113"/>
                  <a:pt x="236" y="85"/>
                </a:cubicBezTo>
                <a:cubicBezTo>
                  <a:pt x="215" y="57"/>
                  <a:pt x="186" y="43"/>
                  <a:pt x="147" y="43"/>
                </a:cubicBezTo>
                <a:cubicBezTo>
                  <a:pt x="127" y="43"/>
                  <a:pt x="110" y="48"/>
                  <a:pt x="95" y="58"/>
                </a:cubicBezTo>
                <a:cubicBezTo>
                  <a:pt x="79" y="69"/>
                  <a:pt x="69" y="79"/>
                  <a:pt x="63" y="88"/>
                </a:cubicBezTo>
                <a:cubicBezTo>
                  <a:pt x="57" y="98"/>
                  <a:pt x="54" y="104"/>
                  <a:pt x="54" y="106"/>
                </a:cubicBezTo>
                <a:cubicBezTo>
                  <a:pt x="54" y="106"/>
                  <a:pt x="55" y="106"/>
                  <a:pt x="58" y="106"/>
                </a:cubicBezTo>
                <a:cubicBezTo>
                  <a:pt x="69" y="106"/>
                  <a:pt x="80" y="111"/>
                  <a:pt x="92" y="119"/>
                </a:cubicBezTo>
                <a:cubicBezTo>
                  <a:pt x="103" y="128"/>
                  <a:pt x="109" y="142"/>
                  <a:pt x="109" y="161"/>
                </a:cubicBezTo>
                <a:cubicBezTo>
                  <a:pt x="109" y="176"/>
                  <a:pt x="104" y="189"/>
                  <a:pt x="95" y="199"/>
                </a:cubicBezTo>
                <a:cubicBezTo>
                  <a:pt x="85" y="210"/>
                  <a:pt x="71" y="215"/>
                  <a:pt x="54" y="21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1" name=""/>
          <p:cNvSpPr/>
          <p:nvPr/>
        </p:nvSpPr>
        <p:spPr>
          <a:xfrm>
            <a:off x="6215400" y="2179080"/>
            <a:ext cx="158760" cy="158400"/>
          </a:xfrm>
          <a:custGeom>
            <a:avLst/>
            <a:gdLst/>
            <a:ahLst/>
            <a:rect l="0" t="0" r="r" b="b"/>
            <a:pathLst>
              <a:path w="441" h="440">
                <a:moveTo>
                  <a:pt x="441" y="422"/>
                </a:moveTo>
                <a:cubicBezTo>
                  <a:pt x="441" y="434"/>
                  <a:pt x="434" y="440"/>
                  <a:pt x="422" y="440"/>
                </a:cubicBezTo>
                <a:cubicBezTo>
                  <a:pt x="419" y="440"/>
                  <a:pt x="412" y="435"/>
                  <a:pt x="402" y="425"/>
                </a:cubicBezTo>
                <a:cubicBezTo>
                  <a:pt x="391" y="416"/>
                  <a:pt x="363" y="387"/>
                  <a:pt x="316" y="341"/>
                </a:cubicBezTo>
                <a:lnTo>
                  <a:pt x="221" y="245"/>
                </a:lnTo>
                <a:lnTo>
                  <a:pt x="126" y="342"/>
                </a:lnTo>
                <a:cubicBezTo>
                  <a:pt x="61" y="405"/>
                  <a:pt x="28" y="437"/>
                  <a:pt x="26" y="438"/>
                </a:cubicBezTo>
                <a:cubicBezTo>
                  <a:pt x="23" y="439"/>
                  <a:pt x="21" y="440"/>
                  <a:pt x="19" y="440"/>
                </a:cubicBezTo>
                <a:cubicBezTo>
                  <a:pt x="15" y="440"/>
                  <a:pt x="10" y="438"/>
                  <a:pt x="7" y="434"/>
                </a:cubicBezTo>
                <a:cubicBezTo>
                  <a:pt x="3" y="431"/>
                  <a:pt x="1" y="426"/>
                  <a:pt x="0" y="422"/>
                </a:cubicBezTo>
                <a:cubicBezTo>
                  <a:pt x="0" y="417"/>
                  <a:pt x="5" y="411"/>
                  <a:pt x="13" y="402"/>
                </a:cubicBezTo>
                <a:cubicBezTo>
                  <a:pt x="22" y="392"/>
                  <a:pt x="50" y="364"/>
                  <a:pt x="100" y="315"/>
                </a:cubicBezTo>
                <a:lnTo>
                  <a:pt x="194" y="219"/>
                </a:lnTo>
                <a:lnTo>
                  <a:pt x="100" y="125"/>
                </a:lnTo>
                <a:cubicBezTo>
                  <a:pt x="49" y="76"/>
                  <a:pt x="21" y="47"/>
                  <a:pt x="13" y="38"/>
                </a:cubicBezTo>
                <a:cubicBezTo>
                  <a:pt x="5" y="30"/>
                  <a:pt x="1" y="23"/>
                  <a:pt x="0" y="18"/>
                </a:cubicBezTo>
                <a:cubicBezTo>
                  <a:pt x="0" y="13"/>
                  <a:pt x="2" y="9"/>
                  <a:pt x="6" y="6"/>
                </a:cubicBezTo>
                <a:cubicBezTo>
                  <a:pt x="9" y="3"/>
                  <a:pt x="14" y="1"/>
                  <a:pt x="19" y="1"/>
                </a:cubicBezTo>
                <a:cubicBezTo>
                  <a:pt x="22" y="1"/>
                  <a:pt x="25" y="1"/>
                  <a:pt x="26" y="2"/>
                </a:cubicBezTo>
                <a:cubicBezTo>
                  <a:pt x="28" y="3"/>
                  <a:pt x="61" y="35"/>
                  <a:pt x="126" y="98"/>
                </a:cubicBezTo>
                <a:lnTo>
                  <a:pt x="221" y="194"/>
                </a:lnTo>
                <a:lnTo>
                  <a:pt x="316" y="99"/>
                </a:lnTo>
                <a:cubicBezTo>
                  <a:pt x="363" y="53"/>
                  <a:pt x="391" y="24"/>
                  <a:pt x="402" y="15"/>
                </a:cubicBezTo>
                <a:cubicBezTo>
                  <a:pt x="412" y="5"/>
                  <a:pt x="419" y="0"/>
                  <a:pt x="422" y="0"/>
                </a:cubicBezTo>
                <a:cubicBezTo>
                  <a:pt x="434" y="0"/>
                  <a:pt x="441" y="6"/>
                  <a:pt x="441" y="18"/>
                </a:cubicBezTo>
                <a:cubicBezTo>
                  <a:pt x="441" y="23"/>
                  <a:pt x="438" y="28"/>
                  <a:pt x="432" y="35"/>
                </a:cubicBezTo>
                <a:cubicBezTo>
                  <a:pt x="426" y="41"/>
                  <a:pt x="396" y="71"/>
                  <a:pt x="342" y="124"/>
                </a:cubicBezTo>
                <a:lnTo>
                  <a:pt x="248" y="219"/>
                </a:lnTo>
                <a:lnTo>
                  <a:pt x="342" y="316"/>
                </a:lnTo>
                <a:cubicBezTo>
                  <a:pt x="393" y="367"/>
                  <a:pt x="423" y="396"/>
                  <a:pt x="430" y="404"/>
                </a:cubicBezTo>
                <a:cubicBezTo>
                  <a:pt x="437" y="412"/>
                  <a:pt x="441" y="418"/>
                  <a:pt x="441" y="42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2" name=""/>
          <p:cNvSpPr/>
          <p:nvPr/>
        </p:nvSpPr>
        <p:spPr>
          <a:xfrm>
            <a:off x="6522120" y="2121840"/>
            <a:ext cx="113040" cy="218520"/>
          </a:xfrm>
          <a:custGeom>
            <a:avLst/>
            <a:gdLst/>
            <a:ahLst/>
            <a:rect l="0" t="0" r="r" b="b"/>
            <a:pathLst>
              <a:path w="314" h="607">
                <a:moveTo>
                  <a:pt x="118" y="80"/>
                </a:moveTo>
                <a:lnTo>
                  <a:pt x="107" y="85"/>
                </a:lnTo>
                <a:cubicBezTo>
                  <a:pt x="98" y="88"/>
                  <a:pt x="86" y="91"/>
                  <a:pt x="70" y="94"/>
                </a:cubicBezTo>
                <a:cubicBezTo>
                  <a:pt x="54" y="97"/>
                  <a:pt x="37" y="99"/>
                  <a:pt x="17" y="100"/>
                </a:cubicBezTo>
                <a:lnTo>
                  <a:pt x="0" y="100"/>
                </a:lnTo>
                <a:lnTo>
                  <a:pt x="0" y="58"/>
                </a:lnTo>
                <a:lnTo>
                  <a:pt x="17" y="58"/>
                </a:lnTo>
                <a:cubicBezTo>
                  <a:pt x="46" y="57"/>
                  <a:pt x="72" y="52"/>
                  <a:pt x="97" y="45"/>
                </a:cubicBezTo>
                <a:cubicBezTo>
                  <a:pt x="121" y="37"/>
                  <a:pt x="139" y="29"/>
                  <a:pt x="149" y="23"/>
                </a:cubicBezTo>
                <a:cubicBezTo>
                  <a:pt x="158" y="16"/>
                  <a:pt x="167" y="9"/>
                  <a:pt x="174" y="3"/>
                </a:cubicBezTo>
                <a:cubicBezTo>
                  <a:pt x="175" y="1"/>
                  <a:pt x="179" y="0"/>
                  <a:pt x="185" y="0"/>
                </a:cubicBezTo>
                <a:cubicBezTo>
                  <a:pt x="190" y="0"/>
                  <a:pt x="196" y="2"/>
                  <a:pt x="200" y="5"/>
                </a:cubicBezTo>
                <a:lnTo>
                  <a:pt x="200" y="278"/>
                </a:lnTo>
                <a:lnTo>
                  <a:pt x="201" y="551"/>
                </a:lnTo>
                <a:cubicBezTo>
                  <a:pt x="206" y="556"/>
                  <a:pt x="209" y="558"/>
                  <a:pt x="212" y="560"/>
                </a:cubicBezTo>
                <a:cubicBezTo>
                  <a:pt x="215" y="561"/>
                  <a:pt x="223" y="562"/>
                  <a:pt x="234" y="563"/>
                </a:cubicBezTo>
                <a:cubicBezTo>
                  <a:pt x="246" y="564"/>
                  <a:pt x="264" y="565"/>
                  <a:pt x="291" y="565"/>
                </a:cubicBezTo>
                <a:lnTo>
                  <a:pt x="314" y="565"/>
                </a:lnTo>
                <a:lnTo>
                  <a:pt x="314" y="607"/>
                </a:lnTo>
                <a:lnTo>
                  <a:pt x="304" y="607"/>
                </a:lnTo>
                <a:cubicBezTo>
                  <a:pt x="291" y="605"/>
                  <a:pt x="243" y="604"/>
                  <a:pt x="159" y="604"/>
                </a:cubicBezTo>
                <a:cubicBezTo>
                  <a:pt x="76" y="604"/>
                  <a:pt x="28" y="605"/>
                  <a:pt x="16" y="607"/>
                </a:cubicBezTo>
                <a:lnTo>
                  <a:pt x="5" y="607"/>
                </a:lnTo>
                <a:lnTo>
                  <a:pt x="5" y="565"/>
                </a:lnTo>
                <a:lnTo>
                  <a:pt x="28" y="565"/>
                </a:lnTo>
                <a:cubicBezTo>
                  <a:pt x="42" y="565"/>
                  <a:pt x="53" y="565"/>
                  <a:pt x="63" y="565"/>
                </a:cubicBezTo>
                <a:cubicBezTo>
                  <a:pt x="73" y="565"/>
                  <a:pt x="80" y="565"/>
                  <a:pt x="86" y="564"/>
                </a:cubicBezTo>
                <a:cubicBezTo>
                  <a:pt x="91" y="564"/>
                  <a:pt x="96" y="563"/>
                  <a:pt x="100" y="561"/>
                </a:cubicBezTo>
                <a:cubicBezTo>
                  <a:pt x="105" y="560"/>
                  <a:pt x="107" y="560"/>
                  <a:pt x="108" y="560"/>
                </a:cubicBezTo>
                <a:cubicBezTo>
                  <a:pt x="108" y="560"/>
                  <a:pt x="110" y="558"/>
                  <a:pt x="113" y="555"/>
                </a:cubicBezTo>
                <a:cubicBezTo>
                  <a:pt x="116" y="552"/>
                  <a:pt x="118" y="551"/>
                  <a:pt x="118" y="551"/>
                </a:cubicBezTo>
                <a:lnTo>
                  <a:pt x="118" y="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3" name=""/>
          <p:cNvSpPr/>
          <p:nvPr/>
        </p:nvSpPr>
        <p:spPr>
          <a:xfrm>
            <a:off x="6671520" y="212184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3" y="75"/>
                </a:moveTo>
                <a:cubicBezTo>
                  <a:pt x="87" y="25"/>
                  <a:pt x="133" y="0"/>
                  <a:pt x="192" y="0"/>
                </a:cubicBezTo>
                <a:cubicBezTo>
                  <a:pt x="221" y="0"/>
                  <a:pt x="250" y="8"/>
                  <a:pt x="279" y="24"/>
                </a:cubicBezTo>
                <a:cubicBezTo>
                  <a:pt x="309" y="39"/>
                  <a:pt x="332" y="68"/>
                  <a:pt x="350" y="108"/>
                </a:cubicBezTo>
                <a:cubicBezTo>
                  <a:pt x="373" y="159"/>
                  <a:pt x="384" y="228"/>
                  <a:pt x="384" y="316"/>
                </a:cubicBezTo>
                <a:cubicBezTo>
                  <a:pt x="384" y="410"/>
                  <a:pt x="371" y="482"/>
                  <a:pt x="345" y="531"/>
                </a:cubicBezTo>
                <a:cubicBezTo>
                  <a:pt x="333" y="557"/>
                  <a:pt x="316" y="577"/>
                  <a:pt x="295" y="592"/>
                </a:cubicBezTo>
                <a:cubicBezTo>
                  <a:pt x="274" y="608"/>
                  <a:pt x="255" y="617"/>
                  <a:pt x="239" y="621"/>
                </a:cubicBezTo>
                <a:cubicBezTo>
                  <a:pt x="224" y="624"/>
                  <a:pt x="208" y="626"/>
                  <a:pt x="193" y="627"/>
                </a:cubicBezTo>
                <a:cubicBezTo>
                  <a:pt x="177" y="627"/>
                  <a:pt x="162" y="625"/>
                  <a:pt x="146" y="622"/>
                </a:cubicBezTo>
                <a:cubicBezTo>
                  <a:pt x="130" y="618"/>
                  <a:pt x="111" y="608"/>
                  <a:pt x="90" y="592"/>
                </a:cubicBezTo>
                <a:cubicBezTo>
                  <a:pt x="69" y="577"/>
                  <a:pt x="52" y="556"/>
                  <a:pt x="39" y="531"/>
                </a:cubicBezTo>
                <a:cubicBezTo>
                  <a:pt x="13" y="482"/>
                  <a:pt x="0" y="410"/>
                  <a:pt x="0" y="316"/>
                </a:cubicBezTo>
                <a:cubicBezTo>
                  <a:pt x="0" y="210"/>
                  <a:pt x="17" y="130"/>
                  <a:pt x="53" y="75"/>
                </a:cubicBezTo>
                <a:moveTo>
                  <a:pt x="258" y="64"/>
                </a:moveTo>
                <a:cubicBezTo>
                  <a:pt x="239" y="43"/>
                  <a:pt x="218" y="34"/>
                  <a:pt x="193" y="34"/>
                </a:cubicBezTo>
                <a:cubicBezTo>
                  <a:pt x="168" y="34"/>
                  <a:pt x="146" y="43"/>
                  <a:pt x="128" y="64"/>
                </a:cubicBezTo>
                <a:cubicBezTo>
                  <a:pt x="112" y="80"/>
                  <a:pt x="102" y="101"/>
                  <a:pt x="98" y="129"/>
                </a:cubicBezTo>
                <a:cubicBezTo>
                  <a:pt x="93" y="157"/>
                  <a:pt x="90" y="215"/>
                  <a:pt x="90" y="304"/>
                </a:cubicBezTo>
                <a:cubicBezTo>
                  <a:pt x="90" y="400"/>
                  <a:pt x="93" y="463"/>
                  <a:pt x="98" y="493"/>
                </a:cubicBezTo>
                <a:cubicBezTo>
                  <a:pt x="102" y="524"/>
                  <a:pt x="113" y="548"/>
                  <a:pt x="130" y="565"/>
                </a:cubicBezTo>
                <a:cubicBezTo>
                  <a:pt x="147" y="583"/>
                  <a:pt x="168" y="592"/>
                  <a:pt x="193" y="592"/>
                </a:cubicBezTo>
                <a:cubicBezTo>
                  <a:pt x="217" y="592"/>
                  <a:pt x="238" y="583"/>
                  <a:pt x="255" y="565"/>
                </a:cubicBezTo>
                <a:cubicBezTo>
                  <a:pt x="272" y="547"/>
                  <a:pt x="283" y="521"/>
                  <a:pt x="288" y="489"/>
                </a:cubicBezTo>
                <a:cubicBezTo>
                  <a:pt x="292" y="456"/>
                  <a:pt x="294" y="394"/>
                  <a:pt x="295" y="304"/>
                </a:cubicBezTo>
                <a:cubicBezTo>
                  <a:pt x="295" y="216"/>
                  <a:pt x="293" y="158"/>
                  <a:pt x="288" y="130"/>
                </a:cubicBezTo>
                <a:cubicBezTo>
                  <a:pt x="283" y="102"/>
                  <a:pt x="273" y="80"/>
                  <a:pt x="258" y="6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4" name=""/>
          <p:cNvSpPr/>
          <p:nvPr/>
        </p:nvSpPr>
        <p:spPr>
          <a:xfrm>
            <a:off x="6852960" y="2148840"/>
            <a:ext cx="141480" cy="9360"/>
          </a:xfrm>
          <a:custGeom>
            <a:avLst/>
            <a:gdLst/>
            <a:ahLst/>
            <a:rect l="0" t="0" r="r" b="b"/>
            <a:pathLst>
              <a:path w="393" h="26">
                <a:moveTo>
                  <a:pt x="9" y="0"/>
                </a:moveTo>
                <a:lnTo>
                  <a:pt x="383" y="0"/>
                </a:lnTo>
                <a:cubicBezTo>
                  <a:pt x="390" y="3"/>
                  <a:pt x="393" y="7"/>
                  <a:pt x="393" y="12"/>
                </a:cubicBezTo>
                <a:cubicBezTo>
                  <a:pt x="393" y="18"/>
                  <a:pt x="390" y="23"/>
                  <a:pt x="383" y="26"/>
                </a:cubicBezTo>
                <a:lnTo>
                  <a:pt x="9" y="26"/>
                </a:lnTo>
                <a:cubicBezTo>
                  <a:pt x="3" y="23"/>
                  <a:pt x="0" y="18"/>
                  <a:pt x="0" y="12"/>
                </a:cubicBezTo>
                <a:cubicBezTo>
                  <a:pt x="0" y="7"/>
                  <a:pt x="3" y="3"/>
                  <a:pt x="9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5" name=""/>
          <p:cNvSpPr/>
          <p:nvPr/>
        </p:nvSpPr>
        <p:spPr>
          <a:xfrm>
            <a:off x="7023240" y="2057400"/>
            <a:ext cx="96480" cy="159120"/>
          </a:xfrm>
          <a:custGeom>
            <a:avLst/>
            <a:gdLst/>
            <a:ahLst/>
            <a:rect l="0" t="0" r="r" b="b"/>
            <a:pathLst>
              <a:path w="268" h="442">
                <a:moveTo>
                  <a:pt x="56" y="129"/>
                </a:moveTo>
                <a:cubicBezTo>
                  <a:pt x="44" y="129"/>
                  <a:pt x="34" y="126"/>
                  <a:pt x="28" y="119"/>
                </a:cubicBezTo>
                <a:cubicBezTo>
                  <a:pt x="21" y="111"/>
                  <a:pt x="18" y="102"/>
                  <a:pt x="17" y="90"/>
                </a:cubicBezTo>
                <a:cubicBezTo>
                  <a:pt x="17" y="67"/>
                  <a:pt x="28" y="46"/>
                  <a:pt x="49" y="27"/>
                </a:cubicBezTo>
                <a:cubicBezTo>
                  <a:pt x="70" y="9"/>
                  <a:pt x="95" y="0"/>
                  <a:pt x="124" y="0"/>
                </a:cubicBezTo>
                <a:cubicBezTo>
                  <a:pt x="139" y="0"/>
                  <a:pt x="148" y="0"/>
                  <a:pt x="152" y="0"/>
                </a:cubicBezTo>
                <a:cubicBezTo>
                  <a:pt x="184" y="5"/>
                  <a:pt x="208" y="17"/>
                  <a:pt x="225" y="34"/>
                </a:cubicBezTo>
                <a:cubicBezTo>
                  <a:pt x="242" y="52"/>
                  <a:pt x="250" y="71"/>
                  <a:pt x="251" y="92"/>
                </a:cubicBezTo>
                <a:cubicBezTo>
                  <a:pt x="251" y="114"/>
                  <a:pt x="243" y="135"/>
                  <a:pt x="229" y="156"/>
                </a:cubicBezTo>
                <a:cubicBezTo>
                  <a:pt x="214" y="178"/>
                  <a:pt x="194" y="193"/>
                  <a:pt x="168" y="202"/>
                </a:cubicBezTo>
                <a:lnTo>
                  <a:pt x="166" y="203"/>
                </a:lnTo>
                <a:cubicBezTo>
                  <a:pt x="166" y="204"/>
                  <a:pt x="168" y="205"/>
                  <a:pt x="172" y="205"/>
                </a:cubicBezTo>
                <a:cubicBezTo>
                  <a:pt x="176" y="206"/>
                  <a:pt x="182" y="208"/>
                  <a:pt x="191" y="211"/>
                </a:cubicBezTo>
                <a:cubicBezTo>
                  <a:pt x="199" y="214"/>
                  <a:pt x="207" y="219"/>
                  <a:pt x="215" y="225"/>
                </a:cubicBezTo>
                <a:cubicBezTo>
                  <a:pt x="250" y="248"/>
                  <a:pt x="268" y="278"/>
                  <a:pt x="268" y="316"/>
                </a:cubicBezTo>
                <a:cubicBezTo>
                  <a:pt x="268" y="350"/>
                  <a:pt x="255" y="379"/>
                  <a:pt x="228" y="405"/>
                </a:cubicBezTo>
                <a:cubicBezTo>
                  <a:pt x="201" y="430"/>
                  <a:pt x="168" y="442"/>
                  <a:pt x="127" y="442"/>
                </a:cubicBezTo>
                <a:cubicBezTo>
                  <a:pt x="93" y="442"/>
                  <a:pt x="63" y="433"/>
                  <a:pt x="37" y="415"/>
                </a:cubicBezTo>
                <a:cubicBezTo>
                  <a:pt x="12" y="396"/>
                  <a:pt x="0" y="373"/>
                  <a:pt x="0" y="345"/>
                </a:cubicBezTo>
                <a:cubicBezTo>
                  <a:pt x="0" y="333"/>
                  <a:pt x="4" y="323"/>
                  <a:pt x="12" y="316"/>
                </a:cubicBezTo>
                <a:cubicBezTo>
                  <a:pt x="19" y="308"/>
                  <a:pt x="29" y="305"/>
                  <a:pt x="41" y="304"/>
                </a:cubicBezTo>
                <a:cubicBezTo>
                  <a:pt x="54" y="304"/>
                  <a:pt x="63" y="308"/>
                  <a:pt x="71" y="316"/>
                </a:cubicBezTo>
                <a:cubicBezTo>
                  <a:pt x="79" y="323"/>
                  <a:pt x="83" y="333"/>
                  <a:pt x="83" y="345"/>
                </a:cubicBezTo>
                <a:cubicBezTo>
                  <a:pt x="83" y="349"/>
                  <a:pt x="82" y="354"/>
                  <a:pt x="81" y="358"/>
                </a:cubicBezTo>
                <a:cubicBezTo>
                  <a:pt x="79" y="361"/>
                  <a:pt x="78" y="365"/>
                  <a:pt x="76" y="368"/>
                </a:cubicBezTo>
                <a:cubicBezTo>
                  <a:pt x="75" y="371"/>
                  <a:pt x="72" y="373"/>
                  <a:pt x="69" y="376"/>
                </a:cubicBezTo>
                <a:cubicBezTo>
                  <a:pt x="66" y="378"/>
                  <a:pt x="64" y="379"/>
                  <a:pt x="61" y="381"/>
                </a:cubicBezTo>
                <a:cubicBezTo>
                  <a:pt x="59" y="382"/>
                  <a:pt x="57" y="383"/>
                  <a:pt x="55" y="383"/>
                </a:cubicBezTo>
                <a:cubicBezTo>
                  <a:pt x="53" y="384"/>
                  <a:pt x="51" y="384"/>
                  <a:pt x="50" y="385"/>
                </a:cubicBezTo>
                <a:lnTo>
                  <a:pt x="47" y="386"/>
                </a:lnTo>
                <a:cubicBezTo>
                  <a:pt x="69" y="405"/>
                  <a:pt x="96" y="415"/>
                  <a:pt x="127" y="415"/>
                </a:cubicBezTo>
                <a:cubicBezTo>
                  <a:pt x="151" y="415"/>
                  <a:pt x="168" y="403"/>
                  <a:pt x="180" y="381"/>
                </a:cubicBezTo>
                <a:cubicBezTo>
                  <a:pt x="188" y="367"/>
                  <a:pt x="191" y="345"/>
                  <a:pt x="191" y="316"/>
                </a:cubicBezTo>
                <a:lnTo>
                  <a:pt x="191" y="303"/>
                </a:lnTo>
                <a:cubicBezTo>
                  <a:pt x="191" y="262"/>
                  <a:pt x="178" y="234"/>
                  <a:pt x="150" y="220"/>
                </a:cubicBezTo>
                <a:cubicBezTo>
                  <a:pt x="144" y="218"/>
                  <a:pt x="131" y="216"/>
                  <a:pt x="111" y="216"/>
                </a:cubicBezTo>
                <a:lnTo>
                  <a:pt x="84" y="215"/>
                </a:lnTo>
                <a:lnTo>
                  <a:pt x="82" y="214"/>
                </a:lnTo>
                <a:cubicBezTo>
                  <a:pt x="81" y="212"/>
                  <a:pt x="81" y="209"/>
                  <a:pt x="81" y="203"/>
                </a:cubicBezTo>
                <a:cubicBezTo>
                  <a:pt x="81" y="196"/>
                  <a:pt x="82" y="192"/>
                  <a:pt x="86" y="192"/>
                </a:cubicBezTo>
                <a:cubicBezTo>
                  <a:pt x="98" y="192"/>
                  <a:pt x="110" y="191"/>
                  <a:pt x="123" y="189"/>
                </a:cubicBezTo>
                <a:cubicBezTo>
                  <a:pt x="138" y="187"/>
                  <a:pt x="151" y="178"/>
                  <a:pt x="163" y="162"/>
                </a:cubicBezTo>
                <a:cubicBezTo>
                  <a:pt x="175" y="146"/>
                  <a:pt x="181" y="122"/>
                  <a:pt x="181" y="90"/>
                </a:cubicBezTo>
                <a:lnTo>
                  <a:pt x="181" y="84"/>
                </a:lnTo>
                <a:cubicBezTo>
                  <a:pt x="181" y="60"/>
                  <a:pt x="174" y="43"/>
                  <a:pt x="159" y="34"/>
                </a:cubicBezTo>
                <a:cubicBezTo>
                  <a:pt x="149" y="28"/>
                  <a:pt x="139" y="25"/>
                  <a:pt x="128" y="25"/>
                </a:cubicBezTo>
                <a:cubicBezTo>
                  <a:pt x="115" y="25"/>
                  <a:pt x="102" y="27"/>
                  <a:pt x="90" y="32"/>
                </a:cubicBezTo>
                <a:cubicBezTo>
                  <a:pt x="79" y="36"/>
                  <a:pt x="71" y="41"/>
                  <a:pt x="66" y="46"/>
                </a:cubicBezTo>
                <a:cubicBezTo>
                  <a:pt x="61" y="52"/>
                  <a:pt x="59" y="54"/>
                  <a:pt x="59" y="54"/>
                </a:cubicBezTo>
                <a:lnTo>
                  <a:pt x="61" y="54"/>
                </a:lnTo>
                <a:cubicBezTo>
                  <a:pt x="62" y="55"/>
                  <a:pt x="64" y="55"/>
                  <a:pt x="66" y="56"/>
                </a:cubicBezTo>
                <a:cubicBezTo>
                  <a:pt x="68" y="56"/>
                  <a:pt x="70" y="57"/>
                  <a:pt x="72" y="59"/>
                </a:cubicBezTo>
                <a:cubicBezTo>
                  <a:pt x="75" y="60"/>
                  <a:pt x="77" y="62"/>
                  <a:pt x="80" y="63"/>
                </a:cubicBezTo>
                <a:cubicBezTo>
                  <a:pt x="83" y="65"/>
                  <a:pt x="85" y="67"/>
                  <a:pt x="87" y="70"/>
                </a:cubicBezTo>
                <a:cubicBezTo>
                  <a:pt x="88" y="74"/>
                  <a:pt x="90" y="77"/>
                  <a:pt x="92" y="80"/>
                </a:cubicBezTo>
                <a:cubicBezTo>
                  <a:pt x="94" y="83"/>
                  <a:pt x="94" y="87"/>
                  <a:pt x="94" y="93"/>
                </a:cubicBezTo>
                <a:cubicBezTo>
                  <a:pt x="94" y="102"/>
                  <a:pt x="91" y="111"/>
                  <a:pt x="85" y="118"/>
                </a:cubicBezTo>
                <a:cubicBezTo>
                  <a:pt x="79" y="125"/>
                  <a:pt x="69" y="129"/>
                  <a:pt x="56" y="1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6" name=""/>
          <p:cNvSpPr txBox="1"/>
          <p:nvPr/>
        </p:nvSpPr>
        <p:spPr>
          <a:xfrm>
            <a:off x="3839400" y="2076480"/>
            <a:ext cx="5414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/yr;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7" name=""/>
          <p:cNvSpPr txBox="1"/>
          <p:nvPr/>
        </p:nvSpPr>
        <p:spPr>
          <a:xfrm>
            <a:off x="7142040" y="2076480"/>
            <a:ext cx="44064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/mmHg (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クラスエビデンス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GUSTO-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8" name=""/>
          <p:cNvSpPr/>
          <p:nvPr/>
        </p:nvSpPr>
        <p:spPr>
          <a:xfrm>
            <a:off x="933120" y="30193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5"/>
                  <a:pt x="220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19" name=""/>
          <p:cNvSpPr txBox="1"/>
          <p:nvPr/>
        </p:nvSpPr>
        <p:spPr>
          <a:xfrm>
            <a:off x="1200240" y="2467080"/>
            <a:ext cx="14212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I, FTT 1994)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0" name=""/>
          <p:cNvSpPr txBox="1"/>
          <p:nvPr/>
        </p:nvSpPr>
        <p:spPr>
          <a:xfrm>
            <a:off x="1200240" y="2905200"/>
            <a:ext cx="28022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ある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effect modifier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1" name=""/>
          <p:cNvSpPr txBox="1"/>
          <p:nvPr/>
        </p:nvSpPr>
        <p:spPr>
          <a:xfrm>
            <a:off x="3992400" y="2862360"/>
            <a:ext cx="8474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eligible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2" name=""/>
          <p:cNvSpPr/>
          <p:nvPr/>
        </p:nvSpPr>
        <p:spPr>
          <a:xfrm>
            <a:off x="5239800" y="2945880"/>
            <a:ext cx="201600" cy="224640"/>
          </a:xfrm>
          <a:custGeom>
            <a:avLst/>
            <a:gdLst/>
            <a:ahLst/>
            <a:rect l="0" t="0" r="r" b="b"/>
            <a:pathLst>
              <a:path w="560" h="624">
                <a:moveTo>
                  <a:pt x="178" y="42"/>
                </a:moveTo>
                <a:cubicBezTo>
                  <a:pt x="157" y="42"/>
                  <a:pt x="146" y="41"/>
                  <a:pt x="145" y="38"/>
                </a:cubicBezTo>
                <a:cubicBezTo>
                  <a:pt x="145" y="37"/>
                  <a:pt x="144" y="35"/>
                  <a:pt x="144" y="31"/>
                </a:cubicBezTo>
                <a:cubicBezTo>
                  <a:pt x="144" y="17"/>
                  <a:pt x="148" y="6"/>
                  <a:pt x="154" y="1"/>
                </a:cubicBezTo>
                <a:cubicBezTo>
                  <a:pt x="156" y="0"/>
                  <a:pt x="160" y="0"/>
                  <a:pt x="168" y="0"/>
                </a:cubicBezTo>
                <a:cubicBezTo>
                  <a:pt x="201" y="2"/>
                  <a:pt x="239" y="3"/>
                  <a:pt x="285" y="3"/>
                </a:cubicBezTo>
                <a:cubicBezTo>
                  <a:pt x="370" y="3"/>
                  <a:pt x="419" y="2"/>
                  <a:pt x="432" y="0"/>
                </a:cubicBezTo>
                <a:lnTo>
                  <a:pt x="443" y="0"/>
                </a:lnTo>
                <a:cubicBezTo>
                  <a:pt x="446" y="4"/>
                  <a:pt x="448" y="6"/>
                  <a:pt x="448" y="8"/>
                </a:cubicBezTo>
                <a:cubicBezTo>
                  <a:pt x="448" y="10"/>
                  <a:pt x="448" y="16"/>
                  <a:pt x="446" y="25"/>
                </a:cubicBezTo>
                <a:cubicBezTo>
                  <a:pt x="443" y="34"/>
                  <a:pt x="441" y="40"/>
                  <a:pt x="438" y="42"/>
                </a:cubicBezTo>
                <a:lnTo>
                  <a:pt x="404" y="42"/>
                </a:lnTo>
                <a:cubicBezTo>
                  <a:pt x="362" y="43"/>
                  <a:pt x="337" y="45"/>
                  <a:pt x="330" y="50"/>
                </a:cubicBezTo>
                <a:cubicBezTo>
                  <a:pt x="326" y="53"/>
                  <a:pt x="322" y="61"/>
                  <a:pt x="317" y="76"/>
                </a:cubicBezTo>
                <a:cubicBezTo>
                  <a:pt x="313" y="90"/>
                  <a:pt x="293" y="170"/>
                  <a:pt x="255" y="317"/>
                </a:cubicBezTo>
                <a:cubicBezTo>
                  <a:pt x="246" y="356"/>
                  <a:pt x="235" y="398"/>
                  <a:pt x="224" y="442"/>
                </a:cubicBezTo>
                <a:cubicBezTo>
                  <a:pt x="213" y="487"/>
                  <a:pt x="205" y="520"/>
                  <a:pt x="200" y="542"/>
                </a:cubicBezTo>
                <a:lnTo>
                  <a:pt x="192" y="575"/>
                </a:lnTo>
                <a:cubicBezTo>
                  <a:pt x="192" y="578"/>
                  <a:pt x="194" y="579"/>
                  <a:pt x="200" y="579"/>
                </a:cubicBezTo>
                <a:cubicBezTo>
                  <a:pt x="205" y="579"/>
                  <a:pt x="223" y="579"/>
                  <a:pt x="254" y="581"/>
                </a:cubicBezTo>
                <a:lnTo>
                  <a:pt x="270" y="581"/>
                </a:lnTo>
                <a:cubicBezTo>
                  <a:pt x="289" y="581"/>
                  <a:pt x="305" y="580"/>
                  <a:pt x="316" y="580"/>
                </a:cubicBezTo>
                <a:cubicBezTo>
                  <a:pt x="328" y="579"/>
                  <a:pt x="343" y="577"/>
                  <a:pt x="361" y="573"/>
                </a:cubicBezTo>
                <a:cubicBezTo>
                  <a:pt x="379" y="570"/>
                  <a:pt x="394" y="564"/>
                  <a:pt x="406" y="557"/>
                </a:cubicBezTo>
                <a:cubicBezTo>
                  <a:pt x="419" y="550"/>
                  <a:pt x="432" y="539"/>
                  <a:pt x="446" y="526"/>
                </a:cubicBezTo>
                <a:cubicBezTo>
                  <a:pt x="461" y="513"/>
                  <a:pt x="474" y="496"/>
                  <a:pt x="485" y="476"/>
                </a:cubicBezTo>
                <a:cubicBezTo>
                  <a:pt x="494" y="458"/>
                  <a:pt x="504" y="438"/>
                  <a:pt x="512" y="415"/>
                </a:cubicBezTo>
                <a:cubicBezTo>
                  <a:pt x="520" y="393"/>
                  <a:pt x="526" y="380"/>
                  <a:pt x="527" y="377"/>
                </a:cubicBezTo>
                <a:cubicBezTo>
                  <a:pt x="530" y="375"/>
                  <a:pt x="536" y="374"/>
                  <a:pt x="543" y="374"/>
                </a:cubicBezTo>
                <a:lnTo>
                  <a:pt x="555" y="374"/>
                </a:lnTo>
                <a:cubicBezTo>
                  <a:pt x="558" y="380"/>
                  <a:pt x="560" y="383"/>
                  <a:pt x="560" y="384"/>
                </a:cubicBezTo>
                <a:cubicBezTo>
                  <a:pt x="560" y="385"/>
                  <a:pt x="554" y="403"/>
                  <a:pt x="542" y="438"/>
                </a:cubicBezTo>
                <a:cubicBezTo>
                  <a:pt x="530" y="472"/>
                  <a:pt x="517" y="509"/>
                  <a:pt x="502" y="547"/>
                </a:cubicBezTo>
                <a:cubicBezTo>
                  <a:pt x="487" y="585"/>
                  <a:pt x="480" y="608"/>
                  <a:pt x="478" y="614"/>
                </a:cubicBezTo>
                <a:cubicBezTo>
                  <a:pt x="477" y="617"/>
                  <a:pt x="476" y="619"/>
                  <a:pt x="475" y="620"/>
                </a:cubicBezTo>
                <a:cubicBezTo>
                  <a:pt x="473" y="620"/>
                  <a:pt x="469" y="621"/>
                  <a:pt x="460" y="623"/>
                </a:cubicBezTo>
                <a:cubicBezTo>
                  <a:pt x="452" y="624"/>
                  <a:pt x="439" y="624"/>
                  <a:pt x="421" y="623"/>
                </a:cubicBezTo>
                <a:cubicBezTo>
                  <a:pt x="414" y="623"/>
                  <a:pt x="391" y="623"/>
                  <a:pt x="352" y="623"/>
                </a:cubicBezTo>
                <a:cubicBezTo>
                  <a:pt x="312" y="623"/>
                  <a:pt x="275" y="623"/>
                  <a:pt x="238" y="623"/>
                </a:cubicBezTo>
                <a:lnTo>
                  <a:pt x="76" y="623"/>
                </a:lnTo>
                <a:cubicBezTo>
                  <a:pt x="25" y="623"/>
                  <a:pt x="0" y="620"/>
                  <a:pt x="0" y="613"/>
                </a:cubicBezTo>
                <a:cubicBezTo>
                  <a:pt x="0" y="609"/>
                  <a:pt x="0" y="605"/>
                  <a:pt x="1" y="601"/>
                </a:cubicBezTo>
                <a:cubicBezTo>
                  <a:pt x="5" y="589"/>
                  <a:pt x="8" y="583"/>
                  <a:pt x="11" y="582"/>
                </a:cubicBezTo>
                <a:cubicBezTo>
                  <a:pt x="13" y="581"/>
                  <a:pt x="18" y="581"/>
                  <a:pt x="24" y="581"/>
                </a:cubicBezTo>
                <a:lnTo>
                  <a:pt x="30" y="581"/>
                </a:lnTo>
                <a:cubicBezTo>
                  <a:pt x="46" y="581"/>
                  <a:pt x="64" y="580"/>
                  <a:pt x="84" y="578"/>
                </a:cubicBezTo>
                <a:cubicBezTo>
                  <a:pt x="93" y="576"/>
                  <a:pt x="99" y="573"/>
                  <a:pt x="102" y="567"/>
                </a:cubicBezTo>
                <a:cubicBezTo>
                  <a:pt x="103" y="565"/>
                  <a:pt x="125" y="480"/>
                  <a:pt x="167" y="314"/>
                </a:cubicBezTo>
                <a:cubicBezTo>
                  <a:pt x="209" y="147"/>
                  <a:pt x="230" y="59"/>
                  <a:pt x="230" y="50"/>
                </a:cubicBezTo>
                <a:cubicBezTo>
                  <a:pt x="230" y="46"/>
                  <a:pt x="213" y="43"/>
                  <a:pt x="178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3" name=""/>
          <p:cNvSpPr/>
          <p:nvPr/>
        </p:nvSpPr>
        <p:spPr>
          <a:xfrm>
            <a:off x="5477760" y="2943000"/>
            <a:ext cx="86400" cy="100080"/>
          </a:xfrm>
          <a:custGeom>
            <a:avLst/>
            <a:gdLst/>
            <a:ahLst/>
            <a:rect l="0" t="0" r="r" b="b"/>
            <a:pathLst>
              <a:path w="240" h="278">
                <a:moveTo>
                  <a:pt x="106" y="115"/>
                </a:moveTo>
                <a:cubicBezTo>
                  <a:pt x="101" y="58"/>
                  <a:pt x="98" y="26"/>
                  <a:pt x="98" y="19"/>
                </a:cubicBezTo>
                <a:cubicBezTo>
                  <a:pt x="98" y="11"/>
                  <a:pt x="103" y="5"/>
                  <a:pt x="114" y="1"/>
                </a:cubicBezTo>
                <a:cubicBezTo>
                  <a:pt x="114" y="1"/>
                  <a:pt x="115" y="1"/>
                  <a:pt x="117" y="1"/>
                </a:cubicBezTo>
                <a:cubicBezTo>
                  <a:pt x="118" y="1"/>
                  <a:pt x="120" y="1"/>
                  <a:pt x="121" y="0"/>
                </a:cubicBezTo>
                <a:cubicBezTo>
                  <a:pt x="126" y="1"/>
                  <a:pt x="130" y="3"/>
                  <a:pt x="136" y="6"/>
                </a:cubicBezTo>
                <a:cubicBezTo>
                  <a:pt x="140" y="9"/>
                  <a:pt x="142" y="14"/>
                  <a:pt x="142" y="19"/>
                </a:cubicBezTo>
                <a:cubicBezTo>
                  <a:pt x="142" y="26"/>
                  <a:pt x="141" y="43"/>
                  <a:pt x="138" y="70"/>
                </a:cubicBezTo>
                <a:cubicBezTo>
                  <a:pt x="136" y="97"/>
                  <a:pt x="133" y="112"/>
                  <a:pt x="133" y="115"/>
                </a:cubicBezTo>
                <a:lnTo>
                  <a:pt x="171" y="88"/>
                </a:lnTo>
                <a:cubicBezTo>
                  <a:pt x="195" y="71"/>
                  <a:pt x="208" y="61"/>
                  <a:pt x="210" y="60"/>
                </a:cubicBezTo>
                <a:cubicBezTo>
                  <a:pt x="213" y="59"/>
                  <a:pt x="215" y="58"/>
                  <a:pt x="217" y="58"/>
                </a:cubicBezTo>
                <a:cubicBezTo>
                  <a:pt x="222" y="58"/>
                  <a:pt x="228" y="60"/>
                  <a:pt x="232" y="64"/>
                </a:cubicBezTo>
                <a:cubicBezTo>
                  <a:pt x="237" y="69"/>
                  <a:pt x="240" y="75"/>
                  <a:pt x="240" y="82"/>
                </a:cubicBezTo>
                <a:cubicBezTo>
                  <a:pt x="240" y="87"/>
                  <a:pt x="238" y="92"/>
                  <a:pt x="234" y="97"/>
                </a:cubicBezTo>
                <a:cubicBezTo>
                  <a:pt x="231" y="98"/>
                  <a:pt x="217" y="105"/>
                  <a:pt x="190" y="118"/>
                </a:cubicBezTo>
                <a:cubicBezTo>
                  <a:pt x="163" y="131"/>
                  <a:pt x="148" y="138"/>
                  <a:pt x="146" y="138"/>
                </a:cubicBezTo>
                <a:lnTo>
                  <a:pt x="189" y="158"/>
                </a:lnTo>
                <a:lnTo>
                  <a:pt x="234" y="181"/>
                </a:lnTo>
                <a:cubicBezTo>
                  <a:pt x="237" y="185"/>
                  <a:pt x="239" y="190"/>
                  <a:pt x="239" y="196"/>
                </a:cubicBezTo>
                <a:cubicBezTo>
                  <a:pt x="239" y="202"/>
                  <a:pt x="237" y="208"/>
                  <a:pt x="234" y="212"/>
                </a:cubicBezTo>
                <a:cubicBezTo>
                  <a:pt x="230" y="216"/>
                  <a:pt x="225" y="218"/>
                  <a:pt x="218" y="219"/>
                </a:cubicBezTo>
                <a:cubicBezTo>
                  <a:pt x="215" y="219"/>
                  <a:pt x="211" y="218"/>
                  <a:pt x="207" y="215"/>
                </a:cubicBezTo>
                <a:cubicBezTo>
                  <a:pt x="202" y="212"/>
                  <a:pt x="190" y="204"/>
                  <a:pt x="171" y="189"/>
                </a:cubicBezTo>
                <a:lnTo>
                  <a:pt x="133" y="162"/>
                </a:lnTo>
                <a:cubicBezTo>
                  <a:pt x="139" y="220"/>
                  <a:pt x="142" y="253"/>
                  <a:pt x="142" y="260"/>
                </a:cubicBezTo>
                <a:cubicBezTo>
                  <a:pt x="142" y="264"/>
                  <a:pt x="141" y="268"/>
                  <a:pt x="138" y="272"/>
                </a:cubicBezTo>
                <a:cubicBezTo>
                  <a:pt x="134" y="276"/>
                  <a:pt x="128" y="278"/>
                  <a:pt x="120" y="278"/>
                </a:cubicBezTo>
                <a:cubicBezTo>
                  <a:pt x="112" y="278"/>
                  <a:pt x="106" y="276"/>
                  <a:pt x="103" y="272"/>
                </a:cubicBezTo>
                <a:cubicBezTo>
                  <a:pt x="100" y="268"/>
                  <a:pt x="99" y="264"/>
                  <a:pt x="98" y="260"/>
                </a:cubicBezTo>
                <a:cubicBezTo>
                  <a:pt x="98" y="252"/>
                  <a:pt x="99" y="234"/>
                  <a:pt x="102" y="207"/>
                </a:cubicBezTo>
                <a:cubicBezTo>
                  <a:pt x="105" y="180"/>
                  <a:pt x="106" y="165"/>
                  <a:pt x="106" y="162"/>
                </a:cubicBezTo>
                <a:lnTo>
                  <a:pt x="69" y="189"/>
                </a:lnTo>
                <a:cubicBezTo>
                  <a:pt x="45" y="207"/>
                  <a:pt x="32" y="216"/>
                  <a:pt x="30" y="218"/>
                </a:cubicBezTo>
                <a:cubicBezTo>
                  <a:pt x="28" y="219"/>
                  <a:pt x="26" y="220"/>
                  <a:pt x="24" y="220"/>
                </a:cubicBezTo>
                <a:cubicBezTo>
                  <a:pt x="18" y="220"/>
                  <a:pt x="13" y="217"/>
                  <a:pt x="8" y="213"/>
                </a:cubicBezTo>
                <a:cubicBezTo>
                  <a:pt x="3" y="209"/>
                  <a:pt x="1" y="203"/>
                  <a:pt x="0" y="196"/>
                </a:cubicBezTo>
                <a:cubicBezTo>
                  <a:pt x="0" y="194"/>
                  <a:pt x="0" y="192"/>
                  <a:pt x="0" y="191"/>
                </a:cubicBezTo>
                <a:cubicBezTo>
                  <a:pt x="0" y="189"/>
                  <a:pt x="1" y="188"/>
                  <a:pt x="2" y="187"/>
                </a:cubicBezTo>
                <a:cubicBezTo>
                  <a:pt x="4" y="185"/>
                  <a:pt x="5" y="184"/>
                  <a:pt x="5" y="183"/>
                </a:cubicBezTo>
                <a:cubicBezTo>
                  <a:pt x="6" y="182"/>
                  <a:pt x="8" y="180"/>
                  <a:pt x="11" y="178"/>
                </a:cubicBezTo>
                <a:cubicBezTo>
                  <a:pt x="14" y="177"/>
                  <a:pt x="17" y="175"/>
                  <a:pt x="20" y="174"/>
                </a:cubicBezTo>
                <a:cubicBezTo>
                  <a:pt x="22" y="173"/>
                  <a:pt x="26" y="171"/>
                  <a:pt x="32" y="168"/>
                </a:cubicBezTo>
                <a:cubicBezTo>
                  <a:pt x="37" y="165"/>
                  <a:pt x="43" y="163"/>
                  <a:pt x="48" y="161"/>
                </a:cubicBezTo>
                <a:cubicBezTo>
                  <a:pt x="53" y="159"/>
                  <a:pt x="60" y="156"/>
                  <a:pt x="69" y="151"/>
                </a:cubicBezTo>
                <a:cubicBezTo>
                  <a:pt x="77" y="147"/>
                  <a:pt x="86" y="143"/>
                  <a:pt x="94" y="138"/>
                </a:cubicBezTo>
                <a:lnTo>
                  <a:pt x="7" y="97"/>
                </a:lnTo>
                <a:cubicBezTo>
                  <a:pt x="3" y="93"/>
                  <a:pt x="1" y="88"/>
                  <a:pt x="1" y="82"/>
                </a:cubicBezTo>
                <a:cubicBezTo>
                  <a:pt x="1" y="75"/>
                  <a:pt x="3" y="70"/>
                  <a:pt x="7" y="66"/>
                </a:cubicBezTo>
                <a:cubicBezTo>
                  <a:pt x="11" y="61"/>
                  <a:pt x="16" y="59"/>
                  <a:pt x="22" y="59"/>
                </a:cubicBezTo>
                <a:cubicBezTo>
                  <a:pt x="26" y="59"/>
                  <a:pt x="30" y="60"/>
                  <a:pt x="34" y="63"/>
                </a:cubicBezTo>
                <a:cubicBezTo>
                  <a:pt x="38" y="65"/>
                  <a:pt x="50" y="74"/>
                  <a:pt x="69" y="88"/>
                </a:cubicBezTo>
                <a:lnTo>
                  <a:pt x="106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4" name=""/>
          <p:cNvSpPr/>
          <p:nvPr/>
        </p:nvSpPr>
        <p:spPr>
          <a:xfrm>
            <a:off x="5713560" y="2992680"/>
            <a:ext cx="200160" cy="190440"/>
          </a:xfrm>
          <a:custGeom>
            <a:avLst/>
            <a:gdLst/>
            <a:ahLst/>
            <a:rect l="0" t="0" r="r" b="b"/>
            <a:pathLst>
              <a:path w="556" h="529">
                <a:moveTo>
                  <a:pt x="0" y="18"/>
                </a:moveTo>
                <a:cubicBezTo>
                  <a:pt x="0" y="14"/>
                  <a:pt x="2" y="10"/>
                  <a:pt x="4" y="7"/>
                </a:cubicBezTo>
                <a:cubicBezTo>
                  <a:pt x="7" y="4"/>
                  <a:pt x="9" y="2"/>
                  <a:pt x="11" y="1"/>
                </a:cubicBezTo>
                <a:lnTo>
                  <a:pt x="14" y="0"/>
                </a:lnTo>
                <a:cubicBezTo>
                  <a:pt x="18" y="0"/>
                  <a:pt x="65" y="21"/>
                  <a:pt x="154" y="63"/>
                </a:cubicBezTo>
                <a:cubicBezTo>
                  <a:pt x="243" y="105"/>
                  <a:pt x="332" y="146"/>
                  <a:pt x="419" y="188"/>
                </a:cubicBezTo>
                <a:lnTo>
                  <a:pt x="550" y="250"/>
                </a:lnTo>
                <a:cubicBezTo>
                  <a:pt x="554" y="253"/>
                  <a:pt x="556" y="258"/>
                  <a:pt x="556" y="264"/>
                </a:cubicBezTo>
                <a:cubicBezTo>
                  <a:pt x="556" y="270"/>
                  <a:pt x="554" y="275"/>
                  <a:pt x="550" y="278"/>
                </a:cubicBezTo>
                <a:cubicBezTo>
                  <a:pt x="549" y="279"/>
                  <a:pt x="459" y="321"/>
                  <a:pt x="283" y="405"/>
                </a:cubicBezTo>
                <a:lnTo>
                  <a:pt x="21" y="529"/>
                </a:lnTo>
                <a:lnTo>
                  <a:pt x="16" y="529"/>
                </a:lnTo>
                <a:cubicBezTo>
                  <a:pt x="5" y="528"/>
                  <a:pt x="0" y="522"/>
                  <a:pt x="0" y="511"/>
                </a:cubicBezTo>
                <a:cubicBezTo>
                  <a:pt x="0" y="510"/>
                  <a:pt x="0" y="509"/>
                  <a:pt x="0" y="508"/>
                </a:cubicBezTo>
                <a:cubicBezTo>
                  <a:pt x="-1" y="504"/>
                  <a:pt x="4" y="499"/>
                  <a:pt x="13" y="493"/>
                </a:cubicBezTo>
                <a:cubicBezTo>
                  <a:pt x="25" y="487"/>
                  <a:pt x="70" y="466"/>
                  <a:pt x="150" y="428"/>
                </a:cubicBezTo>
                <a:cubicBezTo>
                  <a:pt x="197" y="406"/>
                  <a:pt x="236" y="387"/>
                  <a:pt x="268" y="371"/>
                </a:cubicBezTo>
                <a:lnTo>
                  <a:pt x="494" y="264"/>
                </a:lnTo>
                <a:lnTo>
                  <a:pt x="268" y="157"/>
                </a:lnTo>
                <a:cubicBezTo>
                  <a:pt x="93" y="74"/>
                  <a:pt x="5" y="31"/>
                  <a:pt x="2" y="28"/>
                </a:cubicBezTo>
                <a:cubicBezTo>
                  <a:pt x="1" y="26"/>
                  <a:pt x="0" y="23"/>
                  <a:pt x="0" y="1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5" name=""/>
          <p:cNvSpPr/>
          <p:nvPr/>
        </p:nvSpPr>
        <p:spPr>
          <a:xfrm>
            <a:off x="6042600" y="2945880"/>
            <a:ext cx="201600" cy="224640"/>
          </a:xfrm>
          <a:custGeom>
            <a:avLst/>
            <a:gdLst/>
            <a:ahLst/>
            <a:rect l="0" t="0" r="r" b="b"/>
            <a:pathLst>
              <a:path w="560" h="624">
                <a:moveTo>
                  <a:pt x="178" y="42"/>
                </a:moveTo>
                <a:cubicBezTo>
                  <a:pt x="158" y="42"/>
                  <a:pt x="147" y="41"/>
                  <a:pt x="145" y="38"/>
                </a:cubicBezTo>
                <a:cubicBezTo>
                  <a:pt x="145" y="37"/>
                  <a:pt x="144" y="35"/>
                  <a:pt x="144" y="31"/>
                </a:cubicBezTo>
                <a:cubicBezTo>
                  <a:pt x="144" y="17"/>
                  <a:pt x="148" y="6"/>
                  <a:pt x="154" y="1"/>
                </a:cubicBezTo>
                <a:cubicBezTo>
                  <a:pt x="156" y="0"/>
                  <a:pt x="160" y="0"/>
                  <a:pt x="168" y="0"/>
                </a:cubicBezTo>
                <a:cubicBezTo>
                  <a:pt x="201" y="2"/>
                  <a:pt x="239" y="3"/>
                  <a:pt x="285" y="3"/>
                </a:cubicBezTo>
                <a:cubicBezTo>
                  <a:pt x="370" y="3"/>
                  <a:pt x="419" y="2"/>
                  <a:pt x="432" y="0"/>
                </a:cubicBezTo>
                <a:lnTo>
                  <a:pt x="443" y="0"/>
                </a:lnTo>
                <a:cubicBezTo>
                  <a:pt x="447" y="4"/>
                  <a:pt x="448" y="6"/>
                  <a:pt x="448" y="8"/>
                </a:cubicBezTo>
                <a:cubicBezTo>
                  <a:pt x="448" y="10"/>
                  <a:pt x="448" y="16"/>
                  <a:pt x="447" y="25"/>
                </a:cubicBezTo>
                <a:cubicBezTo>
                  <a:pt x="444" y="34"/>
                  <a:pt x="441" y="40"/>
                  <a:pt x="438" y="42"/>
                </a:cubicBezTo>
                <a:lnTo>
                  <a:pt x="404" y="42"/>
                </a:lnTo>
                <a:cubicBezTo>
                  <a:pt x="362" y="43"/>
                  <a:pt x="337" y="45"/>
                  <a:pt x="330" y="50"/>
                </a:cubicBezTo>
                <a:cubicBezTo>
                  <a:pt x="326" y="53"/>
                  <a:pt x="322" y="61"/>
                  <a:pt x="317" y="76"/>
                </a:cubicBezTo>
                <a:cubicBezTo>
                  <a:pt x="313" y="90"/>
                  <a:pt x="293" y="170"/>
                  <a:pt x="255" y="317"/>
                </a:cubicBezTo>
                <a:cubicBezTo>
                  <a:pt x="246" y="356"/>
                  <a:pt x="235" y="398"/>
                  <a:pt x="225" y="442"/>
                </a:cubicBezTo>
                <a:cubicBezTo>
                  <a:pt x="214" y="487"/>
                  <a:pt x="205" y="520"/>
                  <a:pt x="200" y="542"/>
                </a:cubicBezTo>
                <a:lnTo>
                  <a:pt x="192" y="575"/>
                </a:lnTo>
                <a:cubicBezTo>
                  <a:pt x="192" y="578"/>
                  <a:pt x="195" y="579"/>
                  <a:pt x="200" y="579"/>
                </a:cubicBezTo>
                <a:cubicBezTo>
                  <a:pt x="205" y="579"/>
                  <a:pt x="223" y="579"/>
                  <a:pt x="254" y="581"/>
                </a:cubicBezTo>
                <a:lnTo>
                  <a:pt x="270" y="581"/>
                </a:lnTo>
                <a:cubicBezTo>
                  <a:pt x="290" y="581"/>
                  <a:pt x="305" y="580"/>
                  <a:pt x="317" y="580"/>
                </a:cubicBezTo>
                <a:cubicBezTo>
                  <a:pt x="328" y="579"/>
                  <a:pt x="343" y="577"/>
                  <a:pt x="361" y="573"/>
                </a:cubicBezTo>
                <a:cubicBezTo>
                  <a:pt x="379" y="570"/>
                  <a:pt x="394" y="564"/>
                  <a:pt x="407" y="557"/>
                </a:cubicBezTo>
                <a:cubicBezTo>
                  <a:pt x="419" y="550"/>
                  <a:pt x="432" y="539"/>
                  <a:pt x="447" y="526"/>
                </a:cubicBezTo>
                <a:cubicBezTo>
                  <a:pt x="461" y="513"/>
                  <a:pt x="474" y="496"/>
                  <a:pt x="485" y="476"/>
                </a:cubicBezTo>
                <a:cubicBezTo>
                  <a:pt x="495" y="458"/>
                  <a:pt x="504" y="438"/>
                  <a:pt x="512" y="415"/>
                </a:cubicBezTo>
                <a:cubicBezTo>
                  <a:pt x="521" y="393"/>
                  <a:pt x="526" y="380"/>
                  <a:pt x="528" y="377"/>
                </a:cubicBezTo>
                <a:cubicBezTo>
                  <a:pt x="531" y="375"/>
                  <a:pt x="536" y="374"/>
                  <a:pt x="543" y="374"/>
                </a:cubicBezTo>
                <a:lnTo>
                  <a:pt x="555" y="374"/>
                </a:lnTo>
                <a:cubicBezTo>
                  <a:pt x="559" y="380"/>
                  <a:pt x="560" y="383"/>
                  <a:pt x="560" y="384"/>
                </a:cubicBezTo>
                <a:cubicBezTo>
                  <a:pt x="560" y="385"/>
                  <a:pt x="554" y="403"/>
                  <a:pt x="542" y="438"/>
                </a:cubicBezTo>
                <a:cubicBezTo>
                  <a:pt x="530" y="472"/>
                  <a:pt x="517" y="509"/>
                  <a:pt x="502" y="547"/>
                </a:cubicBezTo>
                <a:cubicBezTo>
                  <a:pt x="488" y="585"/>
                  <a:pt x="480" y="608"/>
                  <a:pt x="478" y="614"/>
                </a:cubicBezTo>
                <a:cubicBezTo>
                  <a:pt x="477" y="617"/>
                  <a:pt x="476" y="619"/>
                  <a:pt x="475" y="620"/>
                </a:cubicBezTo>
                <a:cubicBezTo>
                  <a:pt x="474" y="620"/>
                  <a:pt x="469" y="621"/>
                  <a:pt x="460" y="623"/>
                </a:cubicBezTo>
                <a:cubicBezTo>
                  <a:pt x="452" y="624"/>
                  <a:pt x="439" y="624"/>
                  <a:pt x="421" y="623"/>
                </a:cubicBezTo>
                <a:cubicBezTo>
                  <a:pt x="414" y="623"/>
                  <a:pt x="391" y="623"/>
                  <a:pt x="352" y="623"/>
                </a:cubicBezTo>
                <a:cubicBezTo>
                  <a:pt x="313" y="623"/>
                  <a:pt x="275" y="623"/>
                  <a:pt x="238" y="623"/>
                </a:cubicBezTo>
                <a:lnTo>
                  <a:pt x="76" y="623"/>
                </a:lnTo>
                <a:cubicBezTo>
                  <a:pt x="25" y="623"/>
                  <a:pt x="0" y="620"/>
                  <a:pt x="0" y="613"/>
                </a:cubicBezTo>
                <a:cubicBezTo>
                  <a:pt x="0" y="609"/>
                  <a:pt x="0" y="605"/>
                  <a:pt x="2" y="601"/>
                </a:cubicBezTo>
                <a:cubicBezTo>
                  <a:pt x="5" y="589"/>
                  <a:pt x="8" y="583"/>
                  <a:pt x="11" y="582"/>
                </a:cubicBezTo>
                <a:cubicBezTo>
                  <a:pt x="13" y="581"/>
                  <a:pt x="18" y="581"/>
                  <a:pt x="24" y="581"/>
                </a:cubicBezTo>
                <a:lnTo>
                  <a:pt x="30" y="581"/>
                </a:lnTo>
                <a:cubicBezTo>
                  <a:pt x="46" y="581"/>
                  <a:pt x="64" y="580"/>
                  <a:pt x="84" y="578"/>
                </a:cubicBezTo>
                <a:cubicBezTo>
                  <a:pt x="93" y="576"/>
                  <a:pt x="99" y="573"/>
                  <a:pt x="102" y="567"/>
                </a:cubicBezTo>
                <a:cubicBezTo>
                  <a:pt x="104" y="565"/>
                  <a:pt x="125" y="480"/>
                  <a:pt x="167" y="314"/>
                </a:cubicBezTo>
                <a:cubicBezTo>
                  <a:pt x="209" y="147"/>
                  <a:pt x="230" y="59"/>
                  <a:pt x="230" y="50"/>
                </a:cubicBezTo>
                <a:cubicBezTo>
                  <a:pt x="230" y="46"/>
                  <a:pt x="213" y="43"/>
                  <a:pt x="178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6" name=""/>
          <p:cNvSpPr/>
          <p:nvPr/>
        </p:nvSpPr>
        <p:spPr>
          <a:xfrm>
            <a:off x="6271560" y="3060720"/>
            <a:ext cx="162360" cy="163440"/>
          </a:xfrm>
          <a:custGeom>
            <a:avLst/>
            <a:gdLst/>
            <a:ahLst/>
            <a:rect l="0" t="0" r="r" b="b"/>
            <a:pathLst>
              <a:path w="451" h="454">
                <a:moveTo>
                  <a:pt x="67" y="39"/>
                </a:moveTo>
                <a:cubicBezTo>
                  <a:pt x="64" y="36"/>
                  <a:pt x="61" y="34"/>
                  <a:pt x="60" y="33"/>
                </a:cubicBezTo>
                <a:cubicBezTo>
                  <a:pt x="58" y="32"/>
                  <a:pt x="54" y="32"/>
                  <a:pt x="49" y="31"/>
                </a:cubicBezTo>
                <a:cubicBezTo>
                  <a:pt x="44" y="31"/>
                  <a:pt x="35" y="30"/>
                  <a:pt x="22" y="29"/>
                </a:cubicBezTo>
                <a:lnTo>
                  <a:pt x="0" y="29"/>
                </a:lnTo>
                <a:lnTo>
                  <a:pt x="0" y="0"/>
                </a:lnTo>
                <a:lnTo>
                  <a:pt x="7" y="0"/>
                </a:lnTo>
                <a:cubicBezTo>
                  <a:pt x="16" y="1"/>
                  <a:pt x="47" y="2"/>
                  <a:pt x="100" y="2"/>
                </a:cubicBezTo>
                <a:cubicBezTo>
                  <a:pt x="158" y="2"/>
                  <a:pt x="189" y="1"/>
                  <a:pt x="193" y="0"/>
                </a:cubicBezTo>
                <a:lnTo>
                  <a:pt x="200" y="0"/>
                </a:lnTo>
                <a:lnTo>
                  <a:pt x="200" y="29"/>
                </a:lnTo>
                <a:lnTo>
                  <a:pt x="179" y="29"/>
                </a:lnTo>
                <a:cubicBezTo>
                  <a:pt x="161" y="30"/>
                  <a:pt x="150" y="30"/>
                  <a:pt x="146" y="31"/>
                </a:cubicBezTo>
                <a:cubicBezTo>
                  <a:pt x="141" y="32"/>
                  <a:pt x="137" y="35"/>
                  <a:pt x="134" y="39"/>
                </a:cubicBezTo>
                <a:lnTo>
                  <a:pt x="134" y="170"/>
                </a:lnTo>
                <a:lnTo>
                  <a:pt x="134" y="252"/>
                </a:lnTo>
                <a:cubicBezTo>
                  <a:pt x="134" y="296"/>
                  <a:pt x="135" y="327"/>
                  <a:pt x="139" y="347"/>
                </a:cubicBezTo>
                <a:cubicBezTo>
                  <a:pt x="142" y="366"/>
                  <a:pt x="151" y="382"/>
                  <a:pt x="164" y="397"/>
                </a:cubicBezTo>
                <a:cubicBezTo>
                  <a:pt x="184" y="415"/>
                  <a:pt x="207" y="425"/>
                  <a:pt x="235" y="425"/>
                </a:cubicBezTo>
                <a:cubicBezTo>
                  <a:pt x="262" y="425"/>
                  <a:pt x="288" y="416"/>
                  <a:pt x="310" y="399"/>
                </a:cubicBezTo>
                <a:cubicBezTo>
                  <a:pt x="333" y="382"/>
                  <a:pt x="347" y="356"/>
                  <a:pt x="353" y="321"/>
                </a:cubicBezTo>
                <a:cubicBezTo>
                  <a:pt x="354" y="311"/>
                  <a:pt x="355" y="263"/>
                  <a:pt x="355" y="175"/>
                </a:cubicBezTo>
                <a:lnTo>
                  <a:pt x="355" y="54"/>
                </a:lnTo>
                <a:cubicBezTo>
                  <a:pt x="353" y="50"/>
                  <a:pt x="350" y="47"/>
                  <a:pt x="349" y="45"/>
                </a:cubicBezTo>
                <a:cubicBezTo>
                  <a:pt x="347" y="43"/>
                  <a:pt x="342" y="40"/>
                  <a:pt x="333" y="36"/>
                </a:cubicBezTo>
                <a:cubicBezTo>
                  <a:pt x="325" y="32"/>
                  <a:pt x="313" y="30"/>
                  <a:pt x="299" y="29"/>
                </a:cubicBezTo>
                <a:lnTo>
                  <a:pt x="288" y="29"/>
                </a:lnTo>
                <a:lnTo>
                  <a:pt x="288" y="0"/>
                </a:lnTo>
                <a:lnTo>
                  <a:pt x="294" y="0"/>
                </a:lnTo>
                <a:cubicBezTo>
                  <a:pt x="300" y="1"/>
                  <a:pt x="326" y="2"/>
                  <a:pt x="370" y="2"/>
                </a:cubicBezTo>
                <a:cubicBezTo>
                  <a:pt x="414" y="2"/>
                  <a:pt x="439" y="1"/>
                  <a:pt x="445" y="0"/>
                </a:cubicBezTo>
                <a:lnTo>
                  <a:pt x="451" y="0"/>
                </a:lnTo>
                <a:lnTo>
                  <a:pt x="451" y="29"/>
                </a:lnTo>
                <a:lnTo>
                  <a:pt x="440" y="29"/>
                </a:lnTo>
                <a:cubicBezTo>
                  <a:pt x="409" y="31"/>
                  <a:pt x="391" y="39"/>
                  <a:pt x="385" y="54"/>
                </a:cubicBezTo>
                <a:lnTo>
                  <a:pt x="385" y="182"/>
                </a:lnTo>
                <a:cubicBezTo>
                  <a:pt x="384" y="270"/>
                  <a:pt x="383" y="317"/>
                  <a:pt x="382" y="323"/>
                </a:cubicBezTo>
                <a:cubicBezTo>
                  <a:pt x="382" y="324"/>
                  <a:pt x="382" y="326"/>
                  <a:pt x="381" y="329"/>
                </a:cubicBezTo>
                <a:cubicBezTo>
                  <a:pt x="372" y="368"/>
                  <a:pt x="354" y="398"/>
                  <a:pt x="327" y="420"/>
                </a:cubicBezTo>
                <a:cubicBezTo>
                  <a:pt x="298" y="442"/>
                  <a:pt x="268" y="454"/>
                  <a:pt x="235" y="454"/>
                </a:cubicBezTo>
                <a:cubicBezTo>
                  <a:pt x="198" y="454"/>
                  <a:pt x="163" y="442"/>
                  <a:pt x="130" y="419"/>
                </a:cubicBezTo>
                <a:cubicBezTo>
                  <a:pt x="96" y="395"/>
                  <a:pt x="76" y="361"/>
                  <a:pt x="68" y="316"/>
                </a:cubicBezTo>
                <a:cubicBezTo>
                  <a:pt x="68" y="312"/>
                  <a:pt x="67" y="264"/>
                  <a:pt x="67" y="174"/>
                </a:cubicBezTo>
                <a:lnTo>
                  <a:pt x="67" y="3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7" name=""/>
          <p:cNvSpPr/>
          <p:nvPr/>
        </p:nvSpPr>
        <p:spPr>
          <a:xfrm>
            <a:off x="6446160" y="3060720"/>
            <a:ext cx="144720" cy="158400"/>
          </a:xfrm>
          <a:custGeom>
            <a:avLst/>
            <a:gdLst/>
            <a:ahLst/>
            <a:rect l="0" t="0" r="r" b="b"/>
            <a:pathLst>
              <a:path w="402" h="440">
                <a:moveTo>
                  <a:pt x="66" y="39"/>
                </a:moveTo>
                <a:cubicBezTo>
                  <a:pt x="63" y="36"/>
                  <a:pt x="61" y="34"/>
                  <a:pt x="59" y="33"/>
                </a:cubicBezTo>
                <a:cubicBezTo>
                  <a:pt x="57" y="32"/>
                  <a:pt x="54" y="32"/>
                  <a:pt x="49" y="31"/>
                </a:cubicBezTo>
                <a:cubicBezTo>
                  <a:pt x="44" y="31"/>
                  <a:pt x="34" y="30"/>
                  <a:pt x="21" y="29"/>
                </a:cubicBezTo>
                <a:lnTo>
                  <a:pt x="0" y="29"/>
                </a:lnTo>
                <a:lnTo>
                  <a:pt x="0" y="0"/>
                </a:lnTo>
                <a:lnTo>
                  <a:pt x="129" y="0"/>
                </a:lnTo>
                <a:lnTo>
                  <a:pt x="154" y="0"/>
                </a:lnTo>
                <a:lnTo>
                  <a:pt x="204" y="0"/>
                </a:lnTo>
                <a:cubicBezTo>
                  <a:pt x="237" y="0"/>
                  <a:pt x="262" y="1"/>
                  <a:pt x="277" y="3"/>
                </a:cubicBezTo>
                <a:cubicBezTo>
                  <a:pt x="292" y="5"/>
                  <a:pt x="309" y="11"/>
                  <a:pt x="324" y="20"/>
                </a:cubicBezTo>
                <a:cubicBezTo>
                  <a:pt x="343" y="31"/>
                  <a:pt x="357" y="44"/>
                  <a:pt x="368" y="61"/>
                </a:cubicBezTo>
                <a:cubicBezTo>
                  <a:pt x="379" y="76"/>
                  <a:pt x="384" y="93"/>
                  <a:pt x="384" y="111"/>
                </a:cubicBezTo>
                <a:cubicBezTo>
                  <a:pt x="384" y="133"/>
                  <a:pt x="375" y="152"/>
                  <a:pt x="358" y="171"/>
                </a:cubicBezTo>
                <a:cubicBezTo>
                  <a:pt x="340" y="189"/>
                  <a:pt x="317" y="201"/>
                  <a:pt x="288" y="208"/>
                </a:cubicBezTo>
                <a:lnTo>
                  <a:pt x="282" y="210"/>
                </a:lnTo>
                <a:cubicBezTo>
                  <a:pt x="314" y="214"/>
                  <a:pt x="341" y="226"/>
                  <a:pt x="366" y="246"/>
                </a:cubicBezTo>
                <a:cubicBezTo>
                  <a:pt x="390" y="265"/>
                  <a:pt x="402" y="290"/>
                  <a:pt x="402" y="320"/>
                </a:cubicBezTo>
                <a:cubicBezTo>
                  <a:pt x="402" y="349"/>
                  <a:pt x="391" y="375"/>
                  <a:pt x="369" y="397"/>
                </a:cubicBezTo>
                <a:cubicBezTo>
                  <a:pt x="347" y="419"/>
                  <a:pt x="319" y="433"/>
                  <a:pt x="283" y="438"/>
                </a:cubicBezTo>
                <a:cubicBezTo>
                  <a:pt x="278" y="439"/>
                  <a:pt x="229" y="440"/>
                  <a:pt x="137" y="440"/>
                </a:cubicBezTo>
                <a:lnTo>
                  <a:pt x="0" y="440"/>
                </a:lnTo>
                <a:lnTo>
                  <a:pt x="0" y="410"/>
                </a:lnTo>
                <a:lnTo>
                  <a:pt x="21" y="410"/>
                </a:lnTo>
                <a:cubicBezTo>
                  <a:pt x="39" y="410"/>
                  <a:pt x="50" y="409"/>
                  <a:pt x="54" y="409"/>
                </a:cubicBezTo>
                <a:cubicBezTo>
                  <a:pt x="58" y="408"/>
                  <a:pt x="62" y="405"/>
                  <a:pt x="66" y="401"/>
                </a:cubicBezTo>
                <a:lnTo>
                  <a:pt x="66" y="39"/>
                </a:lnTo>
                <a:moveTo>
                  <a:pt x="311" y="110"/>
                </a:moveTo>
                <a:cubicBezTo>
                  <a:pt x="311" y="90"/>
                  <a:pt x="306" y="73"/>
                  <a:pt x="295" y="57"/>
                </a:cubicBezTo>
                <a:cubicBezTo>
                  <a:pt x="283" y="42"/>
                  <a:pt x="268" y="33"/>
                  <a:pt x="249" y="30"/>
                </a:cubicBezTo>
                <a:cubicBezTo>
                  <a:pt x="249" y="30"/>
                  <a:pt x="246" y="30"/>
                  <a:pt x="241" y="30"/>
                </a:cubicBezTo>
                <a:cubicBezTo>
                  <a:pt x="236" y="30"/>
                  <a:pt x="229" y="30"/>
                  <a:pt x="220" y="30"/>
                </a:cubicBezTo>
                <a:cubicBezTo>
                  <a:pt x="212" y="30"/>
                  <a:pt x="204" y="30"/>
                  <a:pt x="196" y="29"/>
                </a:cubicBezTo>
                <a:cubicBezTo>
                  <a:pt x="167" y="29"/>
                  <a:pt x="150" y="29"/>
                  <a:pt x="143" y="30"/>
                </a:cubicBezTo>
                <a:cubicBezTo>
                  <a:pt x="137" y="30"/>
                  <a:pt x="133" y="32"/>
                  <a:pt x="131" y="35"/>
                </a:cubicBezTo>
                <a:cubicBezTo>
                  <a:pt x="130" y="37"/>
                  <a:pt x="129" y="65"/>
                  <a:pt x="129" y="119"/>
                </a:cubicBezTo>
                <a:lnTo>
                  <a:pt x="129" y="199"/>
                </a:lnTo>
                <a:lnTo>
                  <a:pt x="182" y="199"/>
                </a:lnTo>
                <a:lnTo>
                  <a:pt x="236" y="199"/>
                </a:lnTo>
                <a:lnTo>
                  <a:pt x="243" y="198"/>
                </a:lnTo>
                <a:cubicBezTo>
                  <a:pt x="245" y="197"/>
                  <a:pt x="247" y="196"/>
                  <a:pt x="250" y="196"/>
                </a:cubicBezTo>
                <a:cubicBezTo>
                  <a:pt x="253" y="195"/>
                  <a:pt x="258" y="192"/>
                  <a:pt x="266" y="187"/>
                </a:cubicBezTo>
                <a:cubicBezTo>
                  <a:pt x="274" y="183"/>
                  <a:pt x="281" y="177"/>
                  <a:pt x="287" y="172"/>
                </a:cubicBezTo>
                <a:cubicBezTo>
                  <a:pt x="293" y="166"/>
                  <a:pt x="299" y="158"/>
                  <a:pt x="304" y="147"/>
                </a:cubicBezTo>
                <a:cubicBezTo>
                  <a:pt x="308" y="136"/>
                  <a:pt x="311" y="123"/>
                  <a:pt x="311" y="110"/>
                </a:cubicBezTo>
                <a:moveTo>
                  <a:pt x="328" y="319"/>
                </a:moveTo>
                <a:cubicBezTo>
                  <a:pt x="328" y="297"/>
                  <a:pt x="322" y="277"/>
                  <a:pt x="310" y="259"/>
                </a:cubicBezTo>
                <a:cubicBezTo>
                  <a:pt x="298" y="240"/>
                  <a:pt x="280" y="229"/>
                  <a:pt x="258" y="224"/>
                </a:cubicBezTo>
                <a:lnTo>
                  <a:pt x="193" y="223"/>
                </a:lnTo>
                <a:lnTo>
                  <a:pt x="129" y="223"/>
                </a:lnTo>
                <a:lnTo>
                  <a:pt x="129" y="311"/>
                </a:lnTo>
                <a:lnTo>
                  <a:pt x="129" y="365"/>
                </a:lnTo>
                <a:cubicBezTo>
                  <a:pt x="129" y="391"/>
                  <a:pt x="130" y="404"/>
                  <a:pt x="132" y="407"/>
                </a:cubicBezTo>
                <a:cubicBezTo>
                  <a:pt x="135" y="409"/>
                  <a:pt x="156" y="410"/>
                  <a:pt x="197" y="410"/>
                </a:cubicBezTo>
                <a:lnTo>
                  <a:pt x="228" y="410"/>
                </a:lnTo>
                <a:cubicBezTo>
                  <a:pt x="246" y="410"/>
                  <a:pt x="259" y="409"/>
                  <a:pt x="267" y="406"/>
                </a:cubicBezTo>
                <a:cubicBezTo>
                  <a:pt x="285" y="400"/>
                  <a:pt x="301" y="389"/>
                  <a:pt x="311" y="373"/>
                </a:cubicBezTo>
                <a:cubicBezTo>
                  <a:pt x="322" y="357"/>
                  <a:pt x="328" y="339"/>
                  <a:pt x="328" y="31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8" name=""/>
          <p:cNvSpPr txBox="1"/>
          <p:nvPr/>
        </p:nvSpPr>
        <p:spPr>
          <a:xfrm>
            <a:off x="4963680" y="2905200"/>
            <a:ext cx="2682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=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29" name=""/>
          <p:cNvSpPr/>
          <p:nvPr/>
        </p:nvSpPr>
        <p:spPr>
          <a:xfrm>
            <a:off x="933120" y="41050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7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0" name=""/>
          <p:cNvSpPr txBox="1"/>
          <p:nvPr/>
        </p:nvSpPr>
        <p:spPr>
          <a:xfrm>
            <a:off x="571320" y="3443400"/>
            <a:ext cx="384912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Joint Eligibility (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両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EM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で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eligible)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1" name=""/>
          <p:cNvSpPr txBox="1"/>
          <p:nvPr/>
        </p:nvSpPr>
        <p:spPr>
          <a:xfrm>
            <a:off x="1200240" y="3948480"/>
            <a:ext cx="34196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6 partners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が両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EM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で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eligible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2" name=""/>
          <p:cNvSpPr txBox="1"/>
          <p:nvPr/>
        </p:nvSpPr>
        <p:spPr>
          <a:xfrm>
            <a:off x="4946400" y="3990960"/>
            <a:ext cx="2664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3" name=""/>
          <p:cNvSpPr/>
          <p:nvPr/>
        </p:nvSpPr>
        <p:spPr>
          <a:xfrm>
            <a:off x="933120" y="4543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8" y="211"/>
                  <a:pt x="273" y="220"/>
                  <a:pt x="268" y="227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8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4"/>
                </a:cubicBezTo>
                <a:cubicBezTo>
                  <a:pt x="257" y="51"/>
                  <a:pt x="263" y="58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4" name=""/>
          <p:cNvSpPr txBox="1"/>
          <p:nvPr/>
        </p:nvSpPr>
        <p:spPr>
          <a:xfrm>
            <a:off x="5080320" y="3948480"/>
            <a:ext cx="26560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R1, R4, R5, R6, R14, R15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5" name=""/>
          <p:cNvSpPr txBox="1"/>
          <p:nvPr/>
        </p:nvSpPr>
        <p:spPr>
          <a:xfrm>
            <a:off x="1200240" y="4386600"/>
            <a:ext cx="2966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R4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6" name=""/>
          <p:cNvSpPr txBox="1"/>
          <p:nvPr/>
        </p:nvSpPr>
        <p:spPr>
          <a:xfrm>
            <a:off x="1539360" y="4429080"/>
            <a:ext cx="3870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が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7" name=""/>
          <p:cNvSpPr txBox="1"/>
          <p:nvPr/>
        </p:nvSpPr>
        <p:spPr>
          <a:xfrm>
            <a:off x="1925640" y="4386600"/>
            <a:ext cx="21344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主単一プール候補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8" name=""/>
          <p:cNvSpPr/>
          <p:nvPr/>
        </p:nvSpPr>
        <p:spPr>
          <a:xfrm>
            <a:off x="933120" y="49910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2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2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4"/>
                  <a:pt x="220" y="19"/>
                  <a:pt x="228" y="24"/>
                </a:cubicBezTo>
                <a:cubicBezTo>
                  <a:pt x="236" y="29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39" name=""/>
          <p:cNvSpPr txBox="1"/>
          <p:nvPr/>
        </p:nvSpPr>
        <p:spPr>
          <a:xfrm>
            <a:off x="4059360" y="4429080"/>
            <a:ext cx="75286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— age 3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位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(0.031)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、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SBP 4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位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(0.084)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、両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modifier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balanced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40" name=""/>
          <p:cNvSpPr txBox="1"/>
          <p:nvPr/>
        </p:nvSpPr>
        <p:spPr>
          <a:xfrm>
            <a:off x="1200240" y="4876920"/>
            <a:ext cx="85179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R5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は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age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で最低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nABCD (0.022)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だが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SBP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は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6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位 —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asymmetric profile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41" name=""/>
          <p:cNvSpPr txBox="1"/>
          <p:nvPr/>
        </p:nvSpPr>
        <p:spPr>
          <a:xfrm>
            <a:off x="866880" y="5505480"/>
            <a:ext cx="7635240" cy="329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定量的 </a:t>
            </a:r>
            <a:r>
              <a:rPr lang="en-US" sz="217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input</a:t>
            </a:r>
            <a:r>
              <a:rPr lang="ja-JP" sz="217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、最終判断は </a:t>
            </a:r>
            <a:r>
              <a:rPr lang="en-US" sz="217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clinical / regulatory advisor </a:t>
            </a:r>
            <a:r>
              <a:rPr lang="ja-JP" sz="217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と協議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42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43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44" name=""/>
          <p:cNvSpPr txBox="1"/>
          <p:nvPr/>
        </p:nvSpPr>
        <p:spPr>
          <a:xfrm>
            <a:off x="571320" y="155520"/>
            <a:ext cx="737892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主候補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: R4 (6 partners jointly eligible)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45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46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0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1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2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3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4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5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6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7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8" name=""/>
          <p:cNvSpPr/>
          <p:nvPr/>
        </p:nvSpPr>
        <p:spPr>
          <a:xfrm>
            <a:off x="933120" y="17427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0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0"/>
                  <a:pt x="11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59" name=""/>
          <p:cNvSpPr txBox="1"/>
          <p:nvPr/>
        </p:nvSpPr>
        <p:spPr>
          <a:xfrm>
            <a:off x="571320" y="1081440"/>
            <a:ext cx="25185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枠組みが </a:t>
            </a:r>
            <a:r>
              <a:rPr lang="ja-JP" sz="2100" b="1" u="none" strike="noStrike">
                <a:solidFill>
                  <a:srgbClr val="4488CC"/>
                </a:solidFill>
                <a:effectLst/>
                <a:uFillTx/>
                <a:latin typeface="NotoSansJPThin"/>
                <a:ea typeface="NotoSansJPThin"/>
              </a:rPr>
              <a:t>しない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 こと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60" name=""/>
          <p:cNvSpPr/>
          <p:nvPr/>
        </p:nvSpPr>
        <p:spPr>
          <a:xfrm>
            <a:off x="933120" y="21808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2"/>
                  <a:pt x="155" y="292"/>
                  <a:pt x="146" y="292"/>
                </a:cubicBezTo>
                <a:cubicBezTo>
                  <a:pt x="136" y="292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3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2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61" name=""/>
          <p:cNvSpPr txBox="1"/>
          <p:nvPr/>
        </p:nvSpPr>
        <p:spPr>
          <a:xfrm>
            <a:off x="1200240" y="1628640"/>
            <a:ext cx="59540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二値の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"poolable / not poolable"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指定を与えない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62" name=""/>
          <p:cNvSpPr/>
          <p:nvPr/>
        </p:nvSpPr>
        <p:spPr>
          <a:xfrm>
            <a:off x="933120" y="26287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7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63" name=""/>
          <p:cNvSpPr txBox="1"/>
          <p:nvPr/>
        </p:nvSpPr>
        <p:spPr>
          <a:xfrm>
            <a:off x="1200240" y="2066760"/>
            <a:ext cx="46479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nABCD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値に固定カットオフを設けない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64" name=""/>
          <p:cNvSpPr txBox="1"/>
          <p:nvPr/>
        </p:nvSpPr>
        <p:spPr>
          <a:xfrm>
            <a:off x="1200240" y="2514600"/>
            <a:ext cx="34995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Sponsor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の判断を代替しない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65" name=""/>
          <p:cNvSpPr/>
          <p:nvPr/>
        </p:nvSpPr>
        <p:spPr>
          <a:xfrm>
            <a:off x="933120" y="3714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7"/>
                  <a:pt x="57" y="31"/>
                  <a:pt x="65" y="26"/>
                </a:cubicBezTo>
                <a:cubicBezTo>
                  <a:pt x="73" y="20"/>
                  <a:pt x="81" y="16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6"/>
                  <a:pt x="220" y="20"/>
                  <a:pt x="228" y="26"/>
                </a:cubicBezTo>
                <a:cubicBezTo>
                  <a:pt x="236" y="31"/>
                  <a:pt x="243" y="37"/>
                  <a:pt x="250" y="44"/>
                </a:cubicBezTo>
                <a:cubicBezTo>
                  <a:pt x="257" y="51"/>
                  <a:pt x="263" y="58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66" name=""/>
          <p:cNvSpPr txBox="1"/>
          <p:nvPr/>
        </p:nvSpPr>
        <p:spPr>
          <a:xfrm>
            <a:off x="571320" y="3052800"/>
            <a:ext cx="27849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枠組みが </a:t>
            </a:r>
            <a:r>
              <a:rPr lang="ja-JP" sz="2100" b="1" u="none" strike="noStrike">
                <a:solidFill>
                  <a:srgbClr val="4488CC"/>
                </a:solidFill>
                <a:effectLst/>
                <a:uFillTx/>
                <a:latin typeface="NotoSansJPThin"/>
                <a:ea typeface="NotoSansJPThin"/>
              </a:rPr>
              <a:t>提供する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 もの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67" name=""/>
          <p:cNvSpPr/>
          <p:nvPr/>
        </p:nvSpPr>
        <p:spPr>
          <a:xfrm>
            <a:off x="933120" y="41526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0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0"/>
                  <a:pt x="11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68" name=""/>
          <p:cNvSpPr/>
          <p:nvPr/>
        </p:nvSpPr>
        <p:spPr>
          <a:xfrm>
            <a:off x="1210320" y="4079520"/>
            <a:ext cx="201960" cy="224280"/>
          </a:xfrm>
          <a:custGeom>
            <a:avLst/>
            <a:gdLst/>
            <a:ahLst/>
            <a:rect l="0" t="0" r="r" b="b"/>
            <a:pathLst>
              <a:path w="561" h="623">
                <a:moveTo>
                  <a:pt x="179" y="42"/>
                </a:moveTo>
                <a:cubicBezTo>
                  <a:pt x="158" y="42"/>
                  <a:pt x="147" y="40"/>
                  <a:pt x="146" y="38"/>
                </a:cubicBezTo>
                <a:cubicBezTo>
                  <a:pt x="145" y="37"/>
                  <a:pt x="145" y="34"/>
                  <a:pt x="145" y="31"/>
                </a:cubicBezTo>
                <a:cubicBezTo>
                  <a:pt x="145" y="16"/>
                  <a:pt x="148" y="6"/>
                  <a:pt x="155" y="1"/>
                </a:cubicBezTo>
                <a:cubicBezTo>
                  <a:pt x="156" y="0"/>
                  <a:pt x="161" y="0"/>
                  <a:pt x="169" y="0"/>
                </a:cubicBezTo>
                <a:cubicBezTo>
                  <a:pt x="201" y="1"/>
                  <a:pt x="240" y="2"/>
                  <a:pt x="285" y="2"/>
                </a:cubicBezTo>
                <a:cubicBezTo>
                  <a:pt x="371" y="2"/>
                  <a:pt x="420" y="1"/>
                  <a:pt x="433" y="0"/>
                </a:cubicBezTo>
                <a:lnTo>
                  <a:pt x="443" y="0"/>
                </a:lnTo>
                <a:cubicBezTo>
                  <a:pt x="447" y="3"/>
                  <a:pt x="449" y="6"/>
                  <a:pt x="449" y="8"/>
                </a:cubicBezTo>
                <a:cubicBezTo>
                  <a:pt x="449" y="10"/>
                  <a:pt x="448" y="15"/>
                  <a:pt x="447" y="24"/>
                </a:cubicBezTo>
                <a:cubicBezTo>
                  <a:pt x="444" y="33"/>
                  <a:pt x="441" y="39"/>
                  <a:pt x="439" y="42"/>
                </a:cubicBezTo>
                <a:lnTo>
                  <a:pt x="404" y="42"/>
                </a:lnTo>
                <a:cubicBezTo>
                  <a:pt x="362" y="42"/>
                  <a:pt x="338" y="45"/>
                  <a:pt x="331" y="50"/>
                </a:cubicBezTo>
                <a:cubicBezTo>
                  <a:pt x="326" y="52"/>
                  <a:pt x="322" y="61"/>
                  <a:pt x="318" y="75"/>
                </a:cubicBezTo>
                <a:cubicBezTo>
                  <a:pt x="314" y="90"/>
                  <a:pt x="293" y="170"/>
                  <a:pt x="256" y="316"/>
                </a:cubicBezTo>
                <a:cubicBezTo>
                  <a:pt x="246" y="356"/>
                  <a:pt x="236" y="398"/>
                  <a:pt x="225" y="442"/>
                </a:cubicBezTo>
                <a:cubicBezTo>
                  <a:pt x="214" y="486"/>
                  <a:pt x="206" y="519"/>
                  <a:pt x="200" y="542"/>
                </a:cubicBezTo>
                <a:lnTo>
                  <a:pt x="192" y="575"/>
                </a:lnTo>
                <a:cubicBezTo>
                  <a:pt x="192" y="577"/>
                  <a:pt x="195" y="578"/>
                  <a:pt x="200" y="578"/>
                </a:cubicBezTo>
                <a:cubicBezTo>
                  <a:pt x="206" y="578"/>
                  <a:pt x="224" y="579"/>
                  <a:pt x="254" y="580"/>
                </a:cubicBezTo>
                <a:lnTo>
                  <a:pt x="270" y="580"/>
                </a:lnTo>
                <a:cubicBezTo>
                  <a:pt x="290" y="580"/>
                  <a:pt x="305" y="580"/>
                  <a:pt x="317" y="579"/>
                </a:cubicBezTo>
                <a:cubicBezTo>
                  <a:pt x="329" y="579"/>
                  <a:pt x="343" y="576"/>
                  <a:pt x="362" y="573"/>
                </a:cubicBezTo>
                <a:cubicBezTo>
                  <a:pt x="380" y="569"/>
                  <a:pt x="395" y="564"/>
                  <a:pt x="407" y="556"/>
                </a:cubicBezTo>
                <a:cubicBezTo>
                  <a:pt x="419" y="549"/>
                  <a:pt x="433" y="539"/>
                  <a:pt x="447" y="525"/>
                </a:cubicBezTo>
                <a:cubicBezTo>
                  <a:pt x="462" y="512"/>
                  <a:pt x="474" y="495"/>
                  <a:pt x="485" y="475"/>
                </a:cubicBezTo>
                <a:cubicBezTo>
                  <a:pt x="495" y="457"/>
                  <a:pt x="504" y="437"/>
                  <a:pt x="513" y="415"/>
                </a:cubicBezTo>
                <a:cubicBezTo>
                  <a:pt x="521" y="392"/>
                  <a:pt x="526" y="379"/>
                  <a:pt x="528" y="376"/>
                </a:cubicBezTo>
                <a:cubicBezTo>
                  <a:pt x="531" y="374"/>
                  <a:pt x="536" y="374"/>
                  <a:pt x="543" y="374"/>
                </a:cubicBezTo>
                <a:lnTo>
                  <a:pt x="555" y="374"/>
                </a:lnTo>
                <a:cubicBezTo>
                  <a:pt x="559" y="379"/>
                  <a:pt x="561" y="382"/>
                  <a:pt x="561" y="384"/>
                </a:cubicBezTo>
                <a:cubicBezTo>
                  <a:pt x="561" y="385"/>
                  <a:pt x="555" y="403"/>
                  <a:pt x="543" y="437"/>
                </a:cubicBezTo>
                <a:cubicBezTo>
                  <a:pt x="530" y="472"/>
                  <a:pt x="517" y="508"/>
                  <a:pt x="503" y="546"/>
                </a:cubicBezTo>
                <a:cubicBezTo>
                  <a:pt x="488" y="585"/>
                  <a:pt x="480" y="607"/>
                  <a:pt x="479" y="614"/>
                </a:cubicBezTo>
                <a:cubicBezTo>
                  <a:pt x="478" y="617"/>
                  <a:pt x="476" y="619"/>
                  <a:pt x="475" y="619"/>
                </a:cubicBezTo>
                <a:cubicBezTo>
                  <a:pt x="474" y="620"/>
                  <a:pt x="469" y="621"/>
                  <a:pt x="461" y="622"/>
                </a:cubicBezTo>
                <a:cubicBezTo>
                  <a:pt x="452" y="623"/>
                  <a:pt x="439" y="623"/>
                  <a:pt x="422" y="623"/>
                </a:cubicBezTo>
                <a:cubicBezTo>
                  <a:pt x="415" y="623"/>
                  <a:pt x="392" y="623"/>
                  <a:pt x="352" y="623"/>
                </a:cubicBezTo>
                <a:cubicBezTo>
                  <a:pt x="313" y="623"/>
                  <a:pt x="275" y="622"/>
                  <a:pt x="239" y="622"/>
                </a:cubicBezTo>
                <a:lnTo>
                  <a:pt x="77" y="622"/>
                </a:lnTo>
                <a:cubicBezTo>
                  <a:pt x="26" y="622"/>
                  <a:pt x="0" y="619"/>
                  <a:pt x="0" y="613"/>
                </a:cubicBezTo>
                <a:cubicBezTo>
                  <a:pt x="0" y="609"/>
                  <a:pt x="1" y="604"/>
                  <a:pt x="2" y="600"/>
                </a:cubicBezTo>
                <a:cubicBezTo>
                  <a:pt x="5" y="589"/>
                  <a:pt x="8" y="582"/>
                  <a:pt x="11" y="581"/>
                </a:cubicBezTo>
                <a:cubicBezTo>
                  <a:pt x="14" y="580"/>
                  <a:pt x="18" y="580"/>
                  <a:pt x="25" y="580"/>
                </a:cubicBezTo>
                <a:lnTo>
                  <a:pt x="30" y="580"/>
                </a:lnTo>
                <a:cubicBezTo>
                  <a:pt x="47" y="580"/>
                  <a:pt x="65" y="579"/>
                  <a:pt x="85" y="577"/>
                </a:cubicBezTo>
                <a:cubicBezTo>
                  <a:pt x="93" y="575"/>
                  <a:pt x="99" y="572"/>
                  <a:pt x="102" y="566"/>
                </a:cubicBezTo>
                <a:cubicBezTo>
                  <a:pt x="104" y="564"/>
                  <a:pt x="126" y="480"/>
                  <a:pt x="168" y="314"/>
                </a:cubicBezTo>
                <a:cubicBezTo>
                  <a:pt x="210" y="146"/>
                  <a:pt x="231" y="59"/>
                  <a:pt x="231" y="50"/>
                </a:cubicBezTo>
                <a:cubicBezTo>
                  <a:pt x="231" y="45"/>
                  <a:pt x="213" y="43"/>
                  <a:pt x="179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69" name=""/>
          <p:cNvSpPr/>
          <p:nvPr/>
        </p:nvSpPr>
        <p:spPr>
          <a:xfrm>
            <a:off x="1448640" y="4076640"/>
            <a:ext cx="86040" cy="99720"/>
          </a:xfrm>
          <a:custGeom>
            <a:avLst/>
            <a:gdLst/>
            <a:ahLst/>
            <a:rect l="0" t="0" r="r" b="b"/>
            <a:pathLst>
              <a:path w="239" h="277">
                <a:moveTo>
                  <a:pt x="106" y="115"/>
                </a:moveTo>
                <a:cubicBezTo>
                  <a:pt x="100" y="57"/>
                  <a:pt x="98" y="25"/>
                  <a:pt x="98" y="18"/>
                </a:cubicBezTo>
                <a:cubicBezTo>
                  <a:pt x="98" y="11"/>
                  <a:pt x="103" y="5"/>
                  <a:pt x="113" y="0"/>
                </a:cubicBezTo>
                <a:cubicBezTo>
                  <a:pt x="113" y="0"/>
                  <a:pt x="115" y="0"/>
                  <a:pt x="116" y="0"/>
                </a:cubicBezTo>
                <a:cubicBezTo>
                  <a:pt x="118" y="0"/>
                  <a:pt x="119" y="0"/>
                  <a:pt x="120" y="0"/>
                </a:cubicBezTo>
                <a:cubicBezTo>
                  <a:pt x="125" y="0"/>
                  <a:pt x="130" y="2"/>
                  <a:pt x="134" y="5"/>
                </a:cubicBezTo>
                <a:cubicBezTo>
                  <a:pt x="139" y="9"/>
                  <a:pt x="142" y="13"/>
                  <a:pt x="142" y="18"/>
                </a:cubicBezTo>
                <a:cubicBezTo>
                  <a:pt x="142" y="26"/>
                  <a:pt x="139" y="43"/>
                  <a:pt x="137" y="70"/>
                </a:cubicBezTo>
                <a:cubicBezTo>
                  <a:pt x="134" y="97"/>
                  <a:pt x="133" y="112"/>
                  <a:pt x="132" y="115"/>
                </a:cubicBezTo>
                <a:lnTo>
                  <a:pt x="171" y="88"/>
                </a:lnTo>
                <a:cubicBezTo>
                  <a:pt x="195" y="70"/>
                  <a:pt x="208" y="61"/>
                  <a:pt x="210" y="60"/>
                </a:cubicBezTo>
                <a:cubicBezTo>
                  <a:pt x="212" y="58"/>
                  <a:pt x="214" y="58"/>
                  <a:pt x="216" y="58"/>
                </a:cubicBezTo>
                <a:cubicBezTo>
                  <a:pt x="222" y="58"/>
                  <a:pt x="227" y="60"/>
                  <a:pt x="232" y="64"/>
                </a:cubicBezTo>
                <a:cubicBezTo>
                  <a:pt x="236" y="68"/>
                  <a:pt x="239" y="74"/>
                  <a:pt x="239" y="81"/>
                </a:cubicBezTo>
                <a:cubicBezTo>
                  <a:pt x="239" y="87"/>
                  <a:pt x="237" y="92"/>
                  <a:pt x="233" y="96"/>
                </a:cubicBezTo>
                <a:cubicBezTo>
                  <a:pt x="231" y="97"/>
                  <a:pt x="216" y="105"/>
                  <a:pt x="189" y="117"/>
                </a:cubicBezTo>
                <a:cubicBezTo>
                  <a:pt x="162" y="131"/>
                  <a:pt x="148" y="138"/>
                  <a:pt x="146" y="139"/>
                </a:cubicBezTo>
                <a:lnTo>
                  <a:pt x="188" y="159"/>
                </a:lnTo>
                <a:lnTo>
                  <a:pt x="233" y="181"/>
                </a:lnTo>
                <a:cubicBezTo>
                  <a:pt x="237" y="185"/>
                  <a:pt x="239" y="190"/>
                  <a:pt x="239" y="196"/>
                </a:cubicBezTo>
                <a:cubicBezTo>
                  <a:pt x="239" y="203"/>
                  <a:pt x="237" y="208"/>
                  <a:pt x="233" y="212"/>
                </a:cubicBezTo>
                <a:cubicBezTo>
                  <a:pt x="229" y="217"/>
                  <a:pt x="224" y="219"/>
                  <a:pt x="218" y="219"/>
                </a:cubicBezTo>
                <a:cubicBezTo>
                  <a:pt x="214" y="219"/>
                  <a:pt x="210" y="218"/>
                  <a:pt x="206" y="215"/>
                </a:cubicBezTo>
                <a:cubicBezTo>
                  <a:pt x="202" y="213"/>
                  <a:pt x="190" y="204"/>
                  <a:pt x="171" y="190"/>
                </a:cubicBezTo>
                <a:lnTo>
                  <a:pt x="132" y="163"/>
                </a:lnTo>
                <a:cubicBezTo>
                  <a:pt x="138" y="220"/>
                  <a:pt x="142" y="252"/>
                  <a:pt x="142" y="259"/>
                </a:cubicBezTo>
                <a:cubicBezTo>
                  <a:pt x="142" y="263"/>
                  <a:pt x="139" y="268"/>
                  <a:pt x="136" y="271"/>
                </a:cubicBezTo>
                <a:cubicBezTo>
                  <a:pt x="133" y="275"/>
                  <a:pt x="128" y="277"/>
                  <a:pt x="119" y="277"/>
                </a:cubicBezTo>
                <a:cubicBezTo>
                  <a:pt x="111" y="277"/>
                  <a:pt x="106" y="275"/>
                  <a:pt x="103" y="271"/>
                </a:cubicBezTo>
                <a:cubicBezTo>
                  <a:pt x="100" y="268"/>
                  <a:pt x="98" y="263"/>
                  <a:pt x="98" y="259"/>
                </a:cubicBezTo>
                <a:cubicBezTo>
                  <a:pt x="98" y="252"/>
                  <a:pt x="99" y="235"/>
                  <a:pt x="101" y="208"/>
                </a:cubicBezTo>
                <a:cubicBezTo>
                  <a:pt x="104" y="181"/>
                  <a:pt x="106" y="166"/>
                  <a:pt x="106" y="163"/>
                </a:cubicBezTo>
                <a:lnTo>
                  <a:pt x="69" y="190"/>
                </a:lnTo>
                <a:cubicBezTo>
                  <a:pt x="45" y="207"/>
                  <a:pt x="32" y="217"/>
                  <a:pt x="29" y="218"/>
                </a:cubicBezTo>
                <a:cubicBezTo>
                  <a:pt x="28" y="219"/>
                  <a:pt x="26" y="220"/>
                  <a:pt x="23" y="220"/>
                </a:cubicBezTo>
                <a:cubicBezTo>
                  <a:pt x="17" y="220"/>
                  <a:pt x="12" y="218"/>
                  <a:pt x="8" y="214"/>
                </a:cubicBezTo>
                <a:cubicBezTo>
                  <a:pt x="3" y="209"/>
                  <a:pt x="0" y="203"/>
                  <a:pt x="0" y="196"/>
                </a:cubicBezTo>
                <a:cubicBezTo>
                  <a:pt x="0" y="194"/>
                  <a:pt x="0" y="192"/>
                  <a:pt x="0" y="191"/>
                </a:cubicBezTo>
                <a:cubicBezTo>
                  <a:pt x="0" y="190"/>
                  <a:pt x="0" y="188"/>
                  <a:pt x="2" y="187"/>
                </a:cubicBezTo>
                <a:cubicBezTo>
                  <a:pt x="3" y="186"/>
                  <a:pt x="4" y="185"/>
                  <a:pt x="5" y="183"/>
                </a:cubicBezTo>
                <a:cubicBezTo>
                  <a:pt x="6" y="182"/>
                  <a:pt x="8" y="181"/>
                  <a:pt x="11" y="179"/>
                </a:cubicBezTo>
                <a:cubicBezTo>
                  <a:pt x="14" y="177"/>
                  <a:pt x="17" y="176"/>
                  <a:pt x="19" y="174"/>
                </a:cubicBezTo>
                <a:cubicBezTo>
                  <a:pt x="22" y="173"/>
                  <a:pt x="26" y="171"/>
                  <a:pt x="31" y="169"/>
                </a:cubicBezTo>
                <a:cubicBezTo>
                  <a:pt x="37" y="166"/>
                  <a:pt x="42" y="164"/>
                  <a:pt x="47" y="161"/>
                </a:cubicBezTo>
                <a:cubicBezTo>
                  <a:pt x="53" y="159"/>
                  <a:pt x="59" y="156"/>
                  <a:pt x="68" y="152"/>
                </a:cubicBezTo>
                <a:cubicBezTo>
                  <a:pt x="77" y="148"/>
                  <a:pt x="85" y="143"/>
                  <a:pt x="94" y="139"/>
                </a:cubicBezTo>
                <a:lnTo>
                  <a:pt x="6" y="96"/>
                </a:lnTo>
                <a:cubicBezTo>
                  <a:pt x="2" y="92"/>
                  <a:pt x="0" y="87"/>
                  <a:pt x="0" y="81"/>
                </a:cubicBezTo>
                <a:cubicBezTo>
                  <a:pt x="0" y="75"/>
                  <a:pt x="2" y="70"/>
                  <a:pt x="6" y="65"/>
                </a:cubicBezTo>
                <a:cubicBezTo>
                  <a:pt x="10" y="61"/>
                  <a:pt x="15" y="59"/>
                  <a:pt x="22" y="58"/>
                </a:cubicBezTo>
                <a:cubicBezTo>
                  <a:pt x="25" y="58"/>
                  <a:pt x="29" y="60"/>
                  <a:pt x="33" y="62"/>
                </a:cubicBezTo>
                <a:cubicBezTo>
                  <a:pt x="38" y="65"/>
                  <a:pt x="49" y="73"/>
                  <a:pt x="69" y="88"/>
                </a:cubicBezTo>
                <a:lnTo>
                  <a:pt x="106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70" name=""/>
          <p:cNvSpPr txBox="1"/>
          <p:nvPr/>
        </p:nvSpPr>
        <p:spPr>
          <a:xfrm>
            <a:off x="1200240" y="3600360"/>
            <a:ext cx="43905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nABCD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点推定値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+ bootstrap 95% CI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71" name=""/>
          <p:cNvSpPr/>
          <p:nvPr/>
        </p:nvSpPr>
        <p:spPr>
          <a:xfrm>
            <a:off x="933120" y="45907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4"/>
                  <a:pt x="285" y="193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2"/>
                  <a:pt x="155" y="292"/>
                  <a:pt x="146" y="292"/>
                </a:cubicBezTo>
                <a:cubicBezTo>
                  <a:pt x="136" y="292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3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72" name=""/>
          <p:cNvSpPr txBox="1"/>
          <p:nvPr/>
        </p:nvSpPr>
        <p:spPr>
          <a:xfrm>
            <a:off x="1566000" y="4038480"/>
            <a:ext cx="29358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感度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必要な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CATE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感度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73" name=""/>
          <p:cNvSpPr txBox="1"/>
          <p:nvPr/>
        </p:nvSpPr>
        <p:spPr>
          <a:xfrm>
            <a:off x="1200240" y="4476600"/>
            <a:ext cx="64623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複数候補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effect modifier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の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joint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評価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(scatter, forest)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74" name=""/>
          <p:cNvSpPr/>
          <p:nvPr/>
        </p:nvSpPr>
        <p:spPr>
          <a:xfrm>
            <a:off x="933120" y="5676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2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8" y="99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2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4"/>
                  <a:pt x="220" y="19"/>
                  <a:pt x="228" y="24"/>
                </a:cubicBezTo>
                <a:cubicBezTo>
                  <a:pt x="236" y="29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75" name=""/>
          <p:cNvSpPr txBox="1"/>
          <p:nvPr/>
        </p:nvSpPr>
        <p:spPr>
          <a:xfrm>
            <a:off x="571320" y="5015160"/>
            <a:ext cx="10674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判断主体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76" name=""/>
          <p:cNvSpPr/>
          <p:nvPr/>
        </p:nvSpPr>
        <p:spPr>
          <a:xfrm>
            <a:off x="933120" y="61243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7"/>
                  <a:pt x="57" y="31"/>
                  <a:pt x="65" y="26"/>
                </a:cubicBezTo>
                <a:cubicBezTo>
                  <a:pt x="73" y="20"/>
                  <a:pt x="81" y="16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6"/>
                  <a:pt x="220" y="20"/>
                  <a:pt x="228" y="26"/>
                </a:cubicBezTo>
                <a:cubicBezTo>
                  <a:pt x="236" y="31"/>
                  <a:pt x="243" y="37"/>
                  <a:pt x="250" y="44"/>
                </a:cubicBezTo>
                <a:cubicBezTo>
                  <a:pt x="257" y="51"/>
                  <a:pt x="263" y="58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77" name=""/>
          <p:cNvSpPr txBox="1"/>
          <p:nvPr/>
        </p:nvSpPr>
        <p:spPr>
          <a:xfrm>
            <a:off x="1200240" y="5562720"/>
            <a:ext cx="80179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Sponsor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が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clinical advisor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、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regulatory advisor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と協議のうえ判断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78" name=""/>
          <p:cNvSpPr/>
          <p:nvPr/>
        </p:nvSpPr>
        <p:spPr>
          <a:xfrm>
            <a:off x="6820560" y="6051240"/>
            <a:ext cx="201960" cy="224280"/>
          </a:xfrm>
          <a:custGeom>
            <a:avLst/>
            <a:gdLst/>
            <a:ahLst/>
            <a:rect l="0" t="0" r="r" b="b"/>
            <a:pathLst>
              <a:path w="561" h="623">
                <a:moveTo>
                  <a:pt x="179" y="41"/>
                </a:moveTo>
                <a:cubicBezTo>
                  <a:pt x="158" y="41"/>
                  <a:pt x="147" y="40"/>
                  <a:pt x="146" y="38"/>
                </a:cubicBezTo>
                <a:cubicBezTo>
                  <a:pt x="145" y="37"/>
                  <a:pt x="145" y="34"/>
                  <a:pt x="145" y="30"/>
                </a:cubicBezTo>
                <a:cubicBezTo>
                  <a:pt x="145" y="16"/>
                  <a:pt x="148" y="6"/>
                  <a:pt x="155" y="0"/>
                </a:cubicBezTo>
                <a:cubicBezTo>
                  <a:pt x="156" y="0"/>
                  <a:pt x="161" y="0"/>
                  <a:pt x="169" y="0"/>
                </a:cubicBezTo>
                <a:cubicBezTo>
                  <a:pt x="201" y="1"/>
                  <a:pt x="240" y="2"/>
                  <a:pt x="284" y="2"/>
                </a:cubicBezTo>
                <a:cubicBezTo>
                  <a:pt x="371" y="2"/>
                  <a:pt x="420" y="1"/>
                  <a:pt x="432" y="0"/>
                </a:cubicBezTo>
                <a:lnTo>
                  <a:pt x="443" y="0"/>
                </a:lnTo>
                <a:cubicBezTo>
                  <a:pt x="447" y="3"/>
                  <a:pt x="449" y="6"/>
                  <a:pt x="449" y="8"/>
                </a:cubicBezTo>
                <a:cubicBezTo>
                  <a:pt x="449" y="10"/>
                  <a:pt x="448" y="15"/>
                  <a:pt x="447" y="24"/>
                </a:cubicBezTo>
                <a:cubicBezTo>
                  <a:pt x="444" y="33"/>
                  <a:pt x="441" y="39"/>
                  <a:pt x="439" y="41"/>
                </a:cubicBezTo>
                <a:lnTo>
                  <a:pt x="404" y="41"/>
                </a:lnTo>
                <a:cubicBezTo>
                  <a:pt x="362" y="42"/>
                  <a:pt x="337" y="45"/>
                  <a:pt x="330" y="50"/>
                </a:cubicBezTo>
                <a:cubicBezTo>
                  <a:pt x="325" y="52"/>
                  <a:pt x="321" y="60"/>
                  <a:pt x="317" y="75"/>
                </a:cubicBezTo>
                <a:cubicBezTo>
                  <a:pt x="313" y="90"/>
                  <a:pt x="292" y="170"/>
                  <a:pt x="256" y="316"/>
                </a:cubicBezTo>
                <a:cubicBezTo>
                  <a:pt x="246" y="356"/>
                  <a:pt x="236" y="397"/>
                  <a:pt x="225" y="442"/>
                </a:cubicBezTo>
                <a:cubicBezTo>
                  <a:pt x="214" y="486"/>
                  <a:pt x="206" y="519"/>
                  <a:pt x="200" y="542"/>
                </a:cubicBezTo>
                <a:lnTo>
                  <a:pt x="192" y="574"/>
                </a:lnTo>
                <a:cubicBezTo>
                  <a:pt x="192" y="577"/>
                  <a:pt x="195" y="578"/>
                  <a:pt x="200" y="578"/>
                </a:cubicBezTo>
                <a:cubicBezTo>
                  <a:pt x="206" y="578"/>
                  <a:pt x="224" y="579"/>
                  <a:pt x="254" y="580"/>
                </a:cubicBezTo>
                <a:lnTo>
                  <a:pt x="270" y="580"/>
                </a:lnTo>
                <a:cubicBezTo>
                  <a:pt x="289" y="580"/>
                  <a:pt x="304" y="580"/>
                  <a:pt x="316" y="579"/>
                </a:cubicBezTo>
                <a:cubicBezTo>
                  <a:pt x="327" y="578"/>
                  <a:pt x="343" y="576"/>
                  <a:pt x="362" y="573"/>
                </a:cubicBezTo>
                <a:cubicBezTo>
                  <a:pt x="380" y="569"/>
                  <a:pt x="395" y="564"/>
                  <a:pt x="407" y="556"/>
                </a:cubicBezTo>
                <a:cubicBezTo>
                  <a:pt x="419" y="549"/>
                  <a:pt x="432" y="539"/>
                  <a:pt x="447" y="525"/>
                </a:cubicBezTo>
                <a:cubicBezTo>
                  <a:pt x="462" y="512"/>
                  <a:pt x="474" y="495"/>
                  <a:pt x="485" y="475"/>
                </a:cubicBezTo>
                <a:cubicBezTo>
                  <a:pt x="495" y="457"/>
                  <a:pt x="504" y="437"/>
                  <a:pt x="513" y="414"/>
                </a:cubicBezTo>
                <a:cubicBezTo>
                  <a:pt x="521" y="392"/>
                  <a:pt x="526" y="379"/>
                  <a:pt x="528" y="376"/>
                </a:cubicBezTo>
                <a:cubicBezTo>
                  <a:pt x="531" y="374"/>
                  <a:pt x="536" y="373"/>
                  <a:pt x="543" y="373"/>
                </a:cubicBezTo>
                <a:lnTo>
                  <a:pt x="555" y="373"/>
                </a:lnTo>
                <a:cubicBezTo>
                  <a:pt x="559" y="379"/>
                  <a:pt x="561" y="382"/>
                  <a:pt x="561" y="383"/>
                </a:cubicBezTo>
                <a:cubicBezTo>
                  <a:pt x="561" y="385"/>
                  <a:pt x="555" y="403"/>
                  <a:pt x="543" y="437"/>
                </a:cubicBezTo>
                <a:cubicBezTo>
                  <a:pt x="530" y="472"/>
                  <a:pt x="517" y="508"/>
                  <a:pt x="503" y="546"/>
                </a:cubicBezTo>
                <a:cubicBezTo>
                  <a:pt x="488" y="584"/>
                  <a:pt x="480" y="607"/>
                  <a:pt x="479" y="614"/>
                </a:cubicBezTo>
                <a:cubicBezTo>
                  <a:pt x="478" y="617"/>
                  <a:pt x="476" y="618"/>
                  <a:pt x="475" y="619"/>
                </a:cubicBezTo>
                <a:cubicBezTo>
                  <a:pt x="474" y="620"/>
                  <a:pt x="469" y="621"/>
                  <a:pt x="461" y="622"/>
                </a:cubicBezTo>
                <a:cubicBezTo>
                  <a:pt x="452" y="623"/>
                  <a:pt x="439" y="623"/>
                  <a:pt x="422" y="623"/>
                </a:cubicBezTo>
                <a:cubicBezTo>
                  <a:pt x="415" y="623"/>
                  <a:pt x="392" y="623"/>
                  <a:pt x="352" y="623"/>
                </a:cubicBezTo>
                <a:cubicBezTo>
                  <a:pt x="312" y="623"/>
                  <a:pt x="274" y="622"/>
                  <a:pt x="239" y="622"/>
                </a:cubicBezTo>
                <a:lnTo>
                  <a:pt x="77" y="622"/>
                </a:lnTo>
                <a:cubicBezTo>
                  <a:pt x="26" y="622"/>
                  <a:pt x="0" y="619"/>
                  <a:pt x="0" y="613"/>
                </a:cubicBezTo>
                <a:cubicBezTo>
                  <a:pt x="0" y="608"/>
                  <a:pt x="1" y="604"/>
                  <a:pt x="2" y="600"/>
                </a:cubicBezTo>
                <a:cubicBezTo>
                  <a:pt x="5" y="588"/>
                  <a:pt x="8" y="582"/>
                  <a:pt x="11" y="581"/>
                </a:cubicBezTo>
                <a:cubicBezTo>
                  <a:pt x="14" y="580"/>
                  <a:pt x="18" y="580"/>
                  <a:pt x="25" y="580"/>
                </a:cubicBezTo>
                <a:lnTo>
                  <a:pt x="30" y="580"/>
                </a:lnTo>
                <a:cubicBezTo>
                  <a:pt x="47" y="580"/>
                  <a:pt x="65" y="579"/>
                  <a:pt x="85" y="577"/>
                </a:cubicBezTo>
                <a:cubicBezTo>
                  <a:pt x="93" y="575"/>
                  <a:pt x="99" y="572"/>
                  <a:pt x="102" y="566"/>
                </a:cubicBezTo>
                <a:cubicBezTo>
                  <a:pt x="104" y="564"/>
                  <a:pt x="126" y="480"/>
                  <a:pt x="168" y="313"/>
                </a:cubicBezTo>
                <a:cubicBezTo>
                  <a:pt x="210" y="146"/>
                  <a:pt x="230" y="59"/>
                  <a:pt x="230" y="50"/>
                </a:cubicBezTo>
                <a:cubicBezTo>
                  <a:pt x="230" y="45"/>
                  <a:pt x="213" y="43"/>
                  <a:pt x="179" y="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79" name=""/>
          <p:cNvSpPr/>
          <p:nvPr/>
        </p:nvSpPr>
        <p:spPr>
          <a:xfrm>
            <a:off x="7058880" y="6048360"/>
            <a:ext cx="86040" cy="99720"/>
          </a:xfrm>
          <a:custGeom>
            <a:avLst/>
            <a:gdLst/>
            <a:ahLst/>
            <a:rect l="0" t="0" r="r" b="b"/>
            <a:pathLst>
              <a:path w="239" h="277">
                <a:moveTo>
                  <a:pt x="107" y="115"/>
                </a:moveTo>
                <a:cubicBezTo>
                  <a:pt x="101" y="57"/>
                  <a:pt x="99" y="25"/>
                  <a:pt x="99" y="18"/>
                </a:cubicBezTo>
                <a:cubicBezTo>
                  <a:pt x="99" y="11"/>
                  <a:pt x="104" y="5"/>
                  <a:pt x="114" y="0"/>
                </a:cubicBezTo>
                <a:cubicBezTo>
                  <a:pt x="114" y="0"/>
                  <a:pt x="115" y="0"/>
                  <a:pt x="117" y="0"/>
                </a:cubicBezTo>
                <a:cubicBezTo>
                  <a:pt x="119" y="0"/>
                  <a:pt x="120" y="0"/>
                  <a:pt x="121" y="0"/>
                </a:cubicBezTo>
                <a:cubicBezTo>
                  <a:pt x="126" y="0"/>
                  <a:pt x="131" y="2"/>
                  <a:pt x="135" y="5"/>
                </a:cubicBezTo>
                <a:cubicBezTo>
                  <a:pt x="139" y="9"/>
                  <a:pt x="142" y="13"/>
                  <a:pt x="142" y="18"/>
                </a:cubicBezTo>
                <a:cubicBezTo>
                  <a:pt x="142" y="26"/>
                  <a:pt x="140" y="43"/>
                  <a:pt x="138" y="70"/>
                </a:cubicBezTo>
                <a:cubicBezTo>
                  <a:pt x="135" y="97"/>
                  <a:pt x="134" y="112"/>
                  <a:pt x="133" y="115"/>
                </a:cubicBezTo>
                <a:lnTo>
                  <a:pt x="171" y="88"/>
                </a:lnTo>
                <a:cubicBezTo>
                  <a:pt x="195" y="70"/>
                  <a:pt x="208" y="61"/>
                  <a:pt x="210" y="59"/>
                </a:cubicBezTo>
                <a:cubicBezTo>
                  <a:pt x="212" y="58"/>
                  <a:pt x="214" y="57"/>
                  <a:pt x="216" y="57"/>
                </a:cubicBezTo>
                <a:cubicBezTo>
                  <a:pt x="222" y="57"/>
                  <a:pt x="227" y="60"/>
                  <a:pt x="232" y="64"/>
                </a:cubicBezTo>
                <a:cubicBezTo>
                  <a:pt x="236" y="68"/>
                  <a:pt x="239" y="74"/>
                  <a:pt x="239" y="81"/>
                </a:cubicBezTo>
                <a:cubicBezTo>
                  <a:pt x="239" y="87"/>
                  <a:pt x="237" y="92"/>
                  <a:pt x="233" y="96"/>
                </a:cubicBezTo>
                <a:cubicBezTo>
                  <a:pt x="231" y="97"/>
                  <a:pt x="216" y="104"/>
                  <a:pt x="189" y="117"/>
                </a:cubicBezTo>
                <a:cubicBezTo>
                  <a:pt x="162" y="130"/>
                  <a:pt x="148" y="137"/>
                  <a:pt x="145" y="138"/>
                </a:cubicBezTo>
                <a:lnTo>
                  <a:pt x="188" y="158"/>
                </a:lnTo>
                <a:lnTo>
                  <a:pt x="233" y="181"/>
                </a:lnTo>
                <a:cubicBezTo>
                  <a:pt x="237" y="185"/>
                  <a:pt x="239" y="190"/>
                  <a:pt x="239" y="196"/>
                </a:cubicBezTo>
                <a:cubicBezTo>
                  <a:pt x="239" y="202"/>
                  <a:pt x="237" y="208"/>
                  <a:pt x="233" y="212"/>
                </a:cubicBezTo>
                <a:cubicBezTo>
                  <a:pt x="229" y="216"/>
                  <a:pt x="224" y="219"/>
                  <a:pt x="218" y="219"/>
                </a:cubicBezTo>
                <a:cubicBezTo>
                  <a:pt x="214" y="219"/>
                  <a:pt x="210" y="218"/>
                  <a:pt x="206" y="215"/>
                </a:cubicBezTo>
                <a:cubicBezTo>
                  <a:pt x="202" y="213"/>
                  <a:pt x="190" y="204"/>
                  <a:pt x="171" y="190"/>
                </a:cubicBezTo>
                <a:lnTo>
                  <a:pt x="133" y="162"/>
                </a:lnTo>
                <a:cubicBezTo>
                  <a:pt x="139" y="220"/>
                  <a:pt x="142" y="252"/>
                  <a:pt x="142" y="259"/>
                </a:cubicBezTo>
                <a:cubicBezTo>
                  <a:pt x="142" y="263"/>
                  <a:pt x="140" y="267"/>
                  <a:pt x="137" y="271"/>
                </a:cubicBezTo>
                <a:cubicBezTo>
                  <a:pt x="134" y="275"/>
                  <a:pt x="129" y="277"/>
                  <a:pt x="120" y="277"/>
                </a:cubicBezTo>
                <a:cubicBezTo>
                  <a:pt x="112" y="277"/>
                  <a:pt x="107" y="275"/>
                  <a:pt x="104" y="271"/>
                </a:cubicBezTo>
                <a:cubicBezTo>
                  <a:pt x="101" y="267"/>
                  <a:pt x="99" y="263"/>
                  <a:pt x="99" y="259"/>
                </a:cubicBezTo>
                <a:cubicBezTo>
                  <a:pt x="99" y="252"/>
                  <a:pt x="100" y="235"/>
                  <a:pt x="102" y="208"/>
                </a:cubicBezTo>
                <a:cubicBezTo>
                  <a:pt x="105" y="181"/>
                  <a:pt x="106" y="165"/>
                  <a:pt x="107" y="162"/>
                </a:cubicBezTo>
                <a:lnTo>
                  <a:pt x="70" y="190"/>
                </a:lnTo>
                <a:cubicBezTo>
                  <a:pt x="46" y="207"/>
                  <a:pt x="33" y="217"/>
                  <a:pt x="30" y="218"/>
                </a:cubicBezTo>
                <a:cubicBezTo>
                  <a:pt x="29" y="219"/>
                  <a:pt x="26" y="220"/>
                  <a:pt x="23" y="220"/>
                </a:cubicBezTo>
                <a:cubicBezTo>
                  <a:pt x="17" y="220"/>
                  <a:pt x="12" y="218"/>
                  <a:pt x="8" y="213"/>
                </a:cubicBezTo>
                <a:cubicBezTo>
                  <a:pt x="3" y="209"/>
                  <a:pt x="0" y="203"/>
                  <a:pt x="0" y="196"/>
                </a:cubicBezTo>
                <a:cubicBezTo>
                  <a:pt x="0" y="194"/>
                  <a:pt x="0" y="192"/>
                  <a:pt x="0" y="191"/>
                </a:cubicBezTo>
                <a:cubicBezTo>
                  <a:pt x="0" y="190"/>
                  <a:pt x="0" y="188"/>
                  <a:pt x="2" y="187"/>
                </a:cubicBezTo>
                <a:cubicBezTo>
                  <a:pt x="3" y="186"/>
                  <a:pt x="4" y="184"/>
                  <a:pt x="5" y="183"/>
                </a:cubicBezTo>
                <a:cubicBezTo>
                  <a:pt x="6" y="182"/>
                  <a:pt x="8" y="180"/>
                  <a:pt x="11" y="179"/>
                </a:cubicBezTo>
                <a:cubicBezTo>
                  <a:pt x="14" y="177"/>
                  <a:pt x="17" y="175"/>
                  <a:pt x="19" y="174"/>
                </a:cubicBezTo>
                <a:cubicBezTo>
                  <a:pt x="22" y="172"/>
                  <a:pt x="26" y="170"/>
                  <a:pt x="32" y="167"/>
                </a:cubicBezTo>
                <a:cubicBezTo>
                  <a:pt x="38" y="165"/>
                  <a:pt x="43" y="162"/>
                  <a:pt x="48" y="160"/>
                </a:cubicBezTo>
                <a:cubicBezTo>
                  <a:pt x="54" y="158"/>
                  <a:pt x="60" y="155"/>
                  <a:pt x="69" y="151"/>
                </a:cubicBezTo>
                <a:cubicBezTo>
                  <a:pt x="78" y="146"/>
                  <a:pt x="86" y="142"/>
                  <a:pt x="95" y="138"/>
                </a:cubicBezTo>
                <a:lnTo>
                  <a:pt x="6" y="96"/>
                </a:lnTo>
                <a:cubicBezTo>
                  <a:pt x="2" y="92"/>
                  <a:pt x="0" y="87"/>
                  <a:pt x="0" y="81"/>
                </a:cubicBezTo>
                <a:cubicBezTo>
                  <a:pt x="0" y="75"/>
                  <a:pt x="2" y="69"/>
                  <a:pt x="6" y="65"/>
                </a:cubicBezTo>
                <a:cubicBezTo>
                  <a:pt x="10" y="61"/>
                  <a:pt x="15" y="59"/>
                  <a:pt x="22" y="58"/>
                </a:cubicBezTo>
                <a:cubicBezTo>
                  <a:pt x="25" y="58"/>
                  <a:pt x="30" y="59"/>
                  <a:pt x="34" y="62"/>
                </a:cubicBezTo>
                <a:cubicBezTo>
                  <a:pt x="39" y="65"/>
                  <a:pt x="50" y="73"/>
                  <a:pt x="70" y="88"/>
                </a:cubicBezTo>
                <a:lnTo>
                  <a:pt x="107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80" name=""/>
          <p:cNvSpPr txBox="1"/>
          <p:nvPr/>
        </p:nvSpPr>
        <p:spPr>
          <a:xfrm>
            <a:off x="1200240" y="6010200"/>
            <a:ext cx="56336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追加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partner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を検討する場合も、各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partner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の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81" name=""/>
          <p:cNvSpPr txBox="1"/>
          <p:nvPr/>
        </p:nvSpPr>
        <p:spPr>
          <a:xfrm>
            <a:off x="7180560" y="6010200"/>
            <a:ext cx="36288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と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CI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幅を精査すれば評価可能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82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83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84" name=""/>
          <p:cNvSpPr txBox="1"/>
          <p:nvPr/>
        </p:nvSpPr>
        <p:spPr>
          <a:xfrm>
            <a:off x="571320" y="155520"/>
            <a:ext cx="752580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枠組みの哲学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: </a:t>
            </a:r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判断は 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sponsor </a:t>
            </a:r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が行う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85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86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90" name=""/>
          <p:cNvSpPr/>
          <p:nvPr/>
        </p:nvSpPr>
        <p:spPr>
          <a:xfrm>
            <a:off x="571320" y="3962160"/>
            <a:ext cx="3591360" cy="38520"/>
          </a:xfrm>
          <a:custGeom>
            <a:avLst/>
            <a:gdLst/>
            <a:ahLst/>
            <a:rect l="0" t="0" r="r" b="b"/>
            <a:pathLst>
              <a:path w="9976" h="107">
                <a:moveTo>
                  <a:pt x="0" y="0"/>
                </a:moveTo>
                <a:lnTo>
                  <a:pt x="9976" y="0"/>
                </a:lnTo>
                <a:lnTo>
                  <a:pt x="997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91" name=""/>
          <p:cNvSpPr txBox="1"/>
          <p:nvPr/>
        </p:nvSpPr>
        <p:spPr>
          <a:xfrm>
            <a:off x="571320" y="2833560"/>
            <a:ext cx="3230280" cy="1015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Discussion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95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96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97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98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1999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00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01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02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03" name=""/>
          <p:cNvSpPr/>
          <p:nvPr/>
        </p:nvSpPr>
        <p:spPr>
          <a:xfrm>
            <a:off x="933120" y="25430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20" y="73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7"/>
                  <a:pt x="203" y="11"/>
                </a:cubicBezTo>
                <a:cubicBezTo>
                  <a:pt x="211" y="15"/>
                  <a:pt x="220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04" name=""/>
          <p:cNvSpPr txBox="1"/>
          <p:nvPr/>
        </p:nvSpPr>
        <p:spPr>
          <a:xfrm>
            <a:off x="571320" y="1881360"/>
            <a:ext cx="12848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Simulation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05" name=""/>
          <p:cNvSpPr txBox="1"/>
          <p:nvPr/>
        </p:nvSpPr>
        <p:spPr>
          <a:xfrm>
            <a:off x="1200240" y="2428920"/>
            <a:ext cx="51228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中規模サンプル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+ non-negligible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分布差で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06" name=""/>
          <p:cNvSpPr/>
          <p:nvPr/>
        </p:nvSpPr>
        <p:spPr>
          <a:xfrm>
            <a:off x="933120" y="29811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0"/>
                  <a:pt x="43" y="44"/>
                </a:cubicBezTo>
                <a:cubicBezTo>
                  <a:pt x="50" y="37"/>
                  <a:pt x="57" y="31"/>
                  <a:pt x="65" y="25"/>
                </a:cubicBezTo>
                <a:cubicBezTo>
                  <a:pt x="73" y="20"/>
                  <a:pt x="81" y="16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7"/>
                  <a:pt x="203" y="11"/>
                </a:cubicBezTo>
                <a:cubicBezTo>
                  <a:pt x="211" y="16"/>
                  <a:pt x="220" y="20"/>
                  <a:pt x="228" y="25"/>
                </a:cubicBezTo>
                <a:cubicBezTo>
                  <a:pt x="236" y="31"/>
                  <a:pt x="243" y="37"/>
                  <a:pt x="250" y="44"/>
                </a:cubicBezTo>
                <a:cubicBezTo>
                  <a:pt x="257" y="50"/>
                  <a:pt x="263" y="58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07" name=""/>
          <p:cNvSpPr txBox="1"/>
          <p:nvPr/>
        </p:nvSpPr>
        <p:spPr>
          <a:xfrm>
            <a:off x="6310800" y="2386080"/>
            <a:ext cx="40557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percentile bootstrap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は信頼できる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08" name=""/>
          <p:cNvSpPr txBox="1"/>
          <p:nvPr/>
        </p:nvSpPr>
        <p:spPr>
          <a:xfrm>
            <a:off x="1200240" y="2867040"/>
            <a:ext cx="95799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Null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近傍‧境界では正のバイアスとゼロ被覆 →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reliable inference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の下限を画定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09" name=""/>
          <p:cNvSpPr/>
          <p:nvPr/>
        </p:nvSpPr>
        <p:spPr>
          <a:xfrm>
            <a:off x="933120" y="40669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3"/>
                  <a:pt x="285" y="193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3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10" name=""/>
          <p:cNvSpPr txBox="1"/>
          <p:nvPr/>
        </p:nvSpPr>
        <p:spPr>
          <a:xfrm>
            <a:off x="571320" y="3405240"/>
            <a:ext cx="24138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GUSTO-I Application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11" name=""/>
          <p:cNvSpPr/>
          <p:nvPr/>
        </p:nvSpPr>
        <p:spPr>
          <a:xfrm>
            <a:off x="933120" y="45147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4"/>
                  <a:pt x="220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8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12" name=""/>
          <p:cNvSpPr txBox="1"/>
          <p:nvPr/>
        </p:nvSpPr>
        <p:spPr>
          <a:xfrm>
            <a:off x="1200240" y="3952800"/>
            <a:ext cx="56066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Age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と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SBP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partner ranking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が大きく異なる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13" name=""/>
          <p:cNvSpPr/>
          <p:nvPr/>
        </p:nvSpPr>
        <p:spPr>
          <a:xfrm>
            <a:off x="933120" y="49528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99"/>
                  <a:pt x="11" y="91"/>
                </a:cubicBezTo>
                <a:cubicBezTo>
                  <a:pt x="15" y="82"/>
                  <a:pt x="20" y="73"/>
                  <a:pt x="25" y="66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5"/>
                  <a:pt x="220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6"/>
                </a:cubicBezTo>
                <a:cubicBezTo>
                  <a:pt x="273" y="73"/>
                  <a:pt x="278" y="82"/>
                  <a:pt x="281" y="91"/>
                </a:cubicBezTo>
                <a:cubicBezTo>
                  <a:pt x="285" y="99"/>
                  <a:pt x="288" y="109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14" name=""/>
          <p:cNvSpPr txBox="1"/>
          <p:nvPr/>
        </p:nvSpPr>
        <p:spPr>
          <a:xfrm>
            <a:off x="1200240" y="4400640"/>
            <a:ext cx="69350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一方の候補で類似でも、もう一方では非類似なケースあり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15" name=""/>
          <p:cNvSpPr txBox="1"/>
          <p:nvPr/>
        </p:nvSpPr>
        <p:spPr>
          <a:xfrm>
            <a:off x="1200240" y="4795920"/>
            <a:ext cx="11826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6 partners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16" name=""/>
          <p:cNvSpPr txBox="1"/>
          <p:nvPr/>
        </p:nvSpPr>
        <p:spPr>
          <a:xfrm>
            <a:off x="2541600" y="4838760"/>
            <a:ext cx="56991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(R1, R4, R5, R6, R14, R15)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が両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EM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eligible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17" name=""/>
          <p:cNvSpPr txBox="1"/>
          <p:nvPr/>
        </p:nvSpPr>
        <p:spPr>
          <a:xfrm>
            <a:off x="8240040" y="4795920"/>
            <a:ext cx="2966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R4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18" name=""/>
          <p:cNvSpPr txBox="1"/>
          <p:nvPr/>
        </p:nvSpPr>
        <p:spPr>
          <a:xfrm>
            <a:off x="8579160" y="4838760"/>
            <a:ext cx="29941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が主単一プール候補とし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19" name=""/>
          <p:cNvSpPr txBox="1"/>
          <p:nvPr/>
        </p:nvSpPr>
        <p:spPr>
          <a:xfrm>
            <a:off x="1200240" y="5210280"/>
            <a:ext cx="8010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て浮上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20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21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22" name=""/>
          <p:cNvSpPr txBox="1"/>
          <p:nvPr/>
        </p:nvSpPr>
        <p:spPr>
          <a:xfrm>
            <a:off x="571320" y="155520"/>
            <a:ext cx="457272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主要な知見のサマリー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23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24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28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29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30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31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32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33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34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35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36" name=""/>
          <p:cNvSpPr/>
          <p:nvPr/>
        </p:nvSpPr>
        <p:spPr>
          <a:xfrm>
            <a:off x="933120" y="23238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37" name=""/>
          <p:cNvSpPr txBox="1"/>
          <p:nvPr/>
        </p:nvSpPr>
        <p:spPr>
          <a:xfrm>
            <a:off x="571320" y="1662480"/>
            <a:ext cx="50742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含意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1: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全候補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effect modifier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を同時に評価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38" name=""/>
          <p:cNvSpPr txBox="1"/>
          <p:nvPr/>
        </p:nvSpPr>
        <p:spPr>
          <a:xfrm>
            <a:off x="1200240" y="2209680"/>
            <a:ext cx="40608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単一候補だけでランキングすると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39" name=""/>
          <p:cNvSpPr txBox="1"/>
          <p:nvPr/>
        </p:nvSpPr>
        <p:spPr>
          <a:xfrm>
            <a:off x="5252400" y="2167200"/>
            <a:ext cx="18111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R2 vs R9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の対比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40" name=""/>
          <p:cNvSpPr/>
          <p:nvPr/>
        </p:nvSpPr>
        <p:spPr>
          <a:xfrm>
            <a:off x="933120" y="27619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2"/>
                  <a:pt x="155" y="292"/>
                  <a:pt x="146" y="292"/>
                </a:cubicBezTo>
                <a:cubicBezTo>
                  <a:pt x="136" y="292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4"/>
                </a:cubicBezTo>
                <a:cubicBezTo>
                  <a:pt x="257" y="51"/>
                  <a:pt x="263" y="58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9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41" name=""/>
          <p:cNvSpPr txBox="1"/>
          <p:nvPr/>
        </p:nvSpPr>
        <p:spPr>
          <a:xfrm>
            <a:off x="7198200" y="2209680"/>
            <a:ext cx="29941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のような逆転が起きうる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42" name=""/>
          <p:cNvSpPr/>
          <p:nvPr/>
        </p:nvSpPr>
        <p:spPr>
          <a:xfrm>
            <a:off x="933120" y="3200040"/>
            <a:ext cx="105120" cy="105480"/>
          </a:xfrm>
          <a:custGeom>
            <a:avLst/>
            <a:gdLst/>
            <a:ahLst/>
            <a:rect l="0" t="0" r="r" b="b"/>
            <a:pathLst>
              <a:path w="292" h="293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2"/>
                  <a:pt x="211" y="277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2"/>
                  <a:pt x="155" y="293"/>
                  <a:pt x="146" y="293"/>
                </a:cubicBezTo>
                <a:cubicBezTo>
                  <a:pt x="136" y="293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2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2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2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43" name=""/>
          <p:cNvSpPr txBox="1"/>
          <p:nvPr/>
        </p:nvSpPr>
        <p:spPr>
          <a:xfrm>
            <a:off x="1200240" y="2647800"/>
            <a:ext cx="77234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省略された候補の分布差が後段で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consistency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を毀損するリスク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44" name=""/>
          <p:cNvSpPr txBox="1"/>
          <p:nvPr/>
        </p:nvSpPr>
        <p:spPr>
          <a:xfrm>
            <a:off x="1200240" y="3085920"/>
            <a:ext cx="30783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候補の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subset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に絞らず、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45" name=""/>
          <p:cNvSpPr txBox="1"/>
          <p:nvPr/>
        </p:nvSpPr>
        <p:spPr>
          <a:xfrm>
            <a:off x="4248720" y="3043440"/>
            <a:ext cx="25156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全候補を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joint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に評価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46" name=""/>
          <p:cNvSpPr/>
          <p:nvPr/>
        </p:nvSpPr>
        <p:spPr>
          <a:xfrm>
            <a:off x="933120" y="42861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4"/>
                  <a:pt x="220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47" name=""/>
          <p:cNvSpPr txBox="1"/>
          <p:nvPr/>
        </p:nvSpPr>
        <p:spPr>
          <a:xfrm>
            <a:off x="571320" y="3624480"/>
            <a:ext cx="61794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含意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2: nABCD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ランキング単独では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partner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選定不能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48" name=""/>
          <p:cNvSpPr/>
          <p:nvPr/>
        </p:nvSpPr>
        <p:spPr>
          <a:xfrm>
            <a:off x="6620760" y="4222440"/>
            <a:ext cx="201600" cy="224280"/>
          </a:xfrm>
          <a:custGeom>
            <a:avLst/>
            <a:gdLst/>
            <a:ahLst/>
            <a:rect l="0" t="0" r="r" b="b"/>
            <a:pathLst>
              <a:path w="560" h="623">
                <a:moveTo>
                  <a:pt x="178" y="41"/>
                </a:moveTo>
                <a:cubicBezTo>
                  <a:pt x="157" y="41"/>
                  <a:pt x="146" y="40"/>
                  <a:pt x="145" y="38"/>
                </a:cubicBezTo>
                <a:cubicBezTo>
                  <a:pt x="145" y="37"/>
                  <a:pt x="144" y="34"/>
                  <a:pt x="144" y="30"/>
                </a:cubicBezTo>
                <a:cubicBezTo>
                  <a:pt x="144" y="16"/>
                  <a:pt x="148" y="6"/>
                  <a:pt x="154" y="0"/>
                </a:cubicBezTo>
                <a:cubicBezTo>
                  <a:pt x="156" y="0"/>
                  <a:pt x="160" y="0"/>
                  <a:pt x="168" y="0"/>
                </a:cubicBezTo>
                <a:cubicBezTo>
                  <a:pt x="201" y="1"/>
                  <a:pt x="239" y="2"/>
                  <a:pt x="284" y="2"/>
                </a:cubicBezTo>
                <a:cubicBezTo>
                  <a:pt x="370" y="2"/>
                  <a:pt x="419" y="1"/>
                  <a:pt x="432" y="0"/>
                </a:cubicBezTo>
                <a:lnTo>
                  <a:pt x="443" y="0"/>
                </a:lnTo>
                <a:cubicBezTo>
                  <a:pt x="446" y="3"/>
                  <a:pt x="448" y="6"/>
                  <a:pt x="448" y="8"/>
                </a:cubicBezTo>
                <a:cubicBezTo>
                  <a:pt x="448" y="10"/>
                  <a:pt x="448" y="15"/>
                  <a:pt x="446" y="24"/>
                </a:cubicBezTo>
                <a:cubicBezTo>
                  <a:pt x="443" y="33"/>
                  <a:pt x="441" y="39"/>
                  <a:pt x="438" y="41"/>
                </a:cubicBezTo>
                <a:lnTo>
                  <a:pt x="404" y="41"/>
                </a:lnTo>
                <a:cubicBezTo>
                  <a:pt x="362" y="42"/>
                  <a:pt x="337" y="45"/>
                  <a:pt x="329" y="50"/>
                </a:cubicBezTo>
                <a:cubicBezTo>
                  <a:pt x="325" y="52"/>
                  <a:pt x="320" y="60"/>
                  <a:pt x="316" y="75"/>
                </a:cubicBezTo>
                <a:cubicBezTo>
                  <a:pt x="312" y="90"/>
                  <a:pt x="292" y="170"/>
                  <a:pt x="255" y="315"/>
                </a:cubicBezTo>
                <a:cubicBezTo>
                  <a:pt x="246" y="355"/>
                  <a:pt x="235" y="396"/>
                  <a:pt x="224" y="442"/>
                </a:cubicBezTo>
                <a:cubicBezTo>
                  <a:pt x="213" y="486"/>
                  <a:pt x="205" y="519"/>
                  <a:pt x="200" y="542"/>
                </a:cubicBezTo>
                <a:lnTo>
                  <a:pt x="192" y="574"/>
                </a:lnTo>
                <a:cubicBezTo>
                  <a:pt x="192" y="577"/>
                  <a:pt x="194" y="578"/>
                  <a:pt x="200" y="578"/>
                </a:cubicBezTo>
                <a:cubicBezTo>
                  <a:pt x="205" y="578"/>
                  <a:pt x="223" y="579"/>
                  <a:pt x="253" y="580"/>
                </a:cubicBezTo>
                <a:lnTo>
                  <a:pt x="269" y="580"/>
                </a:lnTo>
                <a:cubicBezTo>
                  <a:pt x="288" y="580"/>
                  <a:pt x="304" y="580"/>
                  <a:pt x="315" y="579"/>
                </a:cubicBezTo>
                <a:cubicBezTo>
                  <a:pt x="327" y="578"/>
                  <a:pt x="343" y="576"/>
                  <a:pt x="361" y="573"/>
                </a:cubicBezTo>
                <a:cubicBezTo>
                  <a:pt x="379" y="569"/>
                  <a:pt x="394" y="564"/>
                  <a:pt x="406" y="556"/>
                </a:cubicBezTo>
                <a:cubicBezTo>
                  <a:pt x="419" y="549"/>
                  <a:pt x="432" y="539"/>
                  <a:pt x="446" y="525"/>
                </a:cubicBezTo>
                <a:cubicBezTo>
                  <a:pt x="461" y="512"/>
                  <a:pt x="474" y="495"/>
                  <a:pt x="485" y="475"/>
                </a:cubicBezTo>
                <a:cubicBezTo>
                  <a:pt x="494" y="457"/>
                  <a:pt x="503" y="437"/>
                  <a:pt x="512" y="414"/>
                </a:cubicBezTo>
                <a:cubicBezTo>
                  <a:pt x="520" y="391"/>
                  <a:pt x="526" y="378"/>
                  <a:pt x="527" y="375"/>
                </a:cubicBezTo>
                <a:cubicBezTo>
                  <a:pt x="530" y="373"/>
                  <a:pt x="536" y="372"/>
                  <a:pt x="543" y="372"/>
                </a:cubicBezTo>
                <a:lnTo>
                  <a:pt x="555" y="372"/>
                </a:lnTo>
                <a:cubicBezTo>
                  <a:pt x="558" y="378"/>
                  <a:pt x="560" y="381"/>
                  <a:pt x="560" y="382"/>
                </a:cubicBezTo>
                <a:cubicBezTo>
                  <a:pt x="560" y="384"/>
                  <a:pt x="554" y="403"/>
                  <a:pt x="542" y="437"/>
                </a:cubicBezTo>
                <a:cubicBezTo>
                  <a:pt x="530" y="472"/>
                  <a:pt x="516" y="508"/>
                  <a:pt x="502" y="546"/>
                </a:cubicBezTo>
                <a:cubicBezTo>
                  <a:pt x="487" y="584"/>
                  <a:pt x="479" y="607"/>
                  <a:pt x="478" y="614"/>
                </a:cubicBezTo>
                <a:cubicBezTo>
                  <a:pt x="477" y="617"/>
                  <a:pt x="476" y="618"/>
                  <a:pt x="475" y="619"/>
                </a:cubicBezTo>
                <a:cubicBezTo>
                  <a:pt x="473" y="620"/>
                  <a:pt x="469" y="621"/>
                  <a:pt x="460" y="622"/>
                </a:cubicBezTo>
                <a:cubicBezTo>
                  <a:pt x="452" y="623"/>
                  <a:pt x="439" y="623"/>
                  <a:pt x="421" y="623"/>
                </a:cubicBezTo>
                <a:cubicBezTo>
                  <a:pt x="414" y="623"/>
                  <a:pt x="391" y="623"/>
                  <a:pt x="352" y="623"/>
                </a:cubicBezTo>
                <a:cubicBezTo>
                  <a:pt x="311" y="623"/>
                  <a:pt x="274" y="622"/>
                  <a:pt x="238" y="622"/>
                </a:cubicBezTo>
                <a:lnTo>
                  <a:pt x="76" y="622"/>
                </a:lnTo>
                <a:cubicBezTo>
                  <a:pt x="25" y="622"/>
                  <a:pt x="0" y="619"/>
                  <a:pt x="0" y="613"/>
                </a:cubicBezTo>
                <a:cubicBezTo>
                  <a:pt x="0" y="608"/>
                  <a:pt x="0" y="604"/>
                  <a:pt x="2" y="600"/>
                </a:cubicBezTo>
                <a:cubicBezTo>
                  <a:pt x="5" y="588"/>
                  <a:pt x="8" y="582"/>
                  <a:pt x="11" y="581"/>
                </a:cubicBezTo>
                <a:cubicBezTo>
                  <a:pt x="13" y="580"/>
                  <a:pt x="18" y="580"/>
                  <a:pt x="24" y="580"/>
                </a:cubicBezTo>
                <a:lnTo>
                  <a:pt x="30" y="580"/>
                </a:lnTo>
                <a:cubicBezTo>
                  <a:pt x="46" y="580"/>
                  <a:pt x="64" y="579"/>
                  <a:pt x="84" y="577"/>
                </a:cubicBezTo>
                <a:cubicBezTo>
                  <a:pt x="93" y="575"/>
                  <a:pt x="99" y="572"/>
                  <a:pt x="102" y="566"/>
                </a:cubicBezTo>
                <a:cubicBezTo>
                  <a:pt x="103" y="564"/>
                  <a:pt x="125" y="480"/>
                  <a:pt x="167" y="312"/>
                </a:cubicBezTo>
                <a:cubicBezTo>
                  <a:pt x="209" y="146"/>
                  <a:pt x="230" y="59"/>
                  <a:pt x="230" y="50"/>
                </a:cubicBezTo>
                <a:cubicBezTo>
                  <a:pt x="230" y="45"/>
                  <a:pt x="213" y="43"/>
                  <a:pt x="178" y="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49" name=""/>
          <p:cNvSpPr/>
          <p:nvPr/>
        </p:nvSpPr>
        <p:spPr>
          <a:xfrm>
            <a:off x="6858720" y="4219560"/>
            <a:ext cx="86400" cy="99720"/>
          </a:xfrm>
          <a:custGeom>
            <a:avLst/>
            <a:gdLst/>
            <a:ahLst/>
            <a:rect l="0" t="0" r="r" b="b"/>
            <a:pathLst>
              <a:path w="240" h="277">
                <a:moveTo>
                  <a:pt x="106" y="116"/>
                </a:moveTo>
                <a:cubicBezTo>
                  <a:pt x="101" y="58"/>
                  <a:pt x="98" y="26"/>
                  <a:pt x="98" y="19"/>
                </a:cubicBezTo>
                <a:cubicBezTo>
                  <a:pt x="98" y="12"/>
                  <a:pt x="103" y="5"/>
                  <a:pt x="114" y="0"/>
                </a:cubicBezTo>
                <a:cubicBezTo>
                  <a:pt x="115" y="0"/>
                  <a:pt x="116" y="0"/>
                  <a:pt x="118" y="0"/>
                </a:cubicBezTo>
                <a:cubicBezTo>
                  <a:pt x="119" y="0"/>
                  <a:pt x="121" y="0"/>
                  <a:pt x="121" y="0"/>
                </a:cubicBezTo>
                <a:cubicBezTo>
                  <a:pt x="127" y="0"/>
                  <a:pt x="131" y="2"/>
                  <a:pt x="136" y="5"/>
                </a:cubicBezTo>
                <a:cubicBezTo>
                  <a:pt x="140" y="10"/>
                  <a:pt x="142" y="14"/>
                  <a:pt x="142" y="19"/>
                </a:cubicBezTo>
                <a:cubicBezTo>
                  <a:pt x="142" y="27"/>
                  <a:pt x="141" y="44"/>
                  <a:pt x="138" y="71"/>
                </a:cubicBezTo>
                <a:cubicBezTo>
                  <a:pt x="136" y="98"/>
                  <a:pt x="134" y="113"/>
                  <a:pt x="134" y="116"/>
                </a:cubicBezTo>
                <a:lnTo>
                  <a:pt x="171" y="89"/>
                </a:lnTo>
                <a:cubicBezTo>
                  <a:pt x="195" y="71"/>
                  <a:pt x="208" y="62"/>
                  <a:pt x="210" y="60"/>
                </a:cubicBezTo>
                <a:cubicBezTo>
                  <a:pt x="212" y="59"/>
                  <a:pt x="214" y="58"/>
                  <a:pt x="217" y="58"/>
                </a:cubicBezTo>
                <a:cubicBezTo>
                  <a:pt x="222" y="58"/>
                  <a:pt x="227" y="61"/>
                  <a:pt x="232" y="65"/>
                </a:cubicBezTo>
                <a:cubicBezTo>
                  <a:pt x="237" y="69"/>
                  <a:pt x="239" y="75"/>
                  <a:pt x="240" y="82"/>
                </a:cubicBezTo>
                <a:cubicBezTo>
                  <a:pt x="240" y="88"/>
                  <a:pt x="238" y="93"/>
                  <a:pt x="233" y="97"/>
                </a:cubicBezTo>
                <a:cubicBezTo>
                  <a:pt x="231" y="98"/>
                  <a:pt x="217" y="105"/>
                  <a:pt x="190" y="118"/>
                </a:cubicBezTo>
                <a:cubicBezTo>
                  <a:pt x="163" y="131"/>
                  <a:pt x="148" y="138"/>
                  <a:pt x="146" y="139"/>
                </a:cubicBezTo>
                <a:lnTo>
                  <a:pt x="188" y="159"/>
                </a:lnTo>
                <a:lnTo>
                  <a:pt x="233" y="181"/>
                </a:lnTo>
                <a:cubicBezTo>
                  <a:pt x="237" y="185"/>
                  <a:pt x="239" y="190"/>
                  <a:pt x="239" y="196"/>
                </a:cubicBezTo>
                <a:cubicBezTo>
                  <a:pt x="239" y="202"/>
                  <a:pt x="237" y="208"/>
                  <a:pt x="233" y="212"/>
                </a:cubicBezTo>
                <a:cubicBezTo>
                  <a:pt x="229" y="216"/>
                  <a:pt x="224" y="219"/>
                  <a:pt x="218" y="219"/>
                </a:cubicBezTo>
                <a:cubicBezTo>
                  <a:pt x="214" y="219"/>
                  <a:pt x="211" y="218"/>
                  <a:pt x="206" y="215"/>
                </a:cubicBezTo>
                <a:cubicBezTo>
                  <a:pt x="202" y="213"/>
                  <a:pt x="190" y="204"/>
                  <a:pt x="171" y="190"/>
                </a:cubicBezTo>
                <a:lnTo>
                  <a:pt x="134" y="163"/>
                </a:lnTo>
                <a:cubicBezTo>
                  <a:pt x="139" y="220"/>
                  <a:pt x="142" y="252"/>
                  <a:pt x="142" y="259"/>
                </a:cubicBezTo>
                <a:cubicBezTo>
                  <a:pt x="142" y="263"/>
                  <a:pt x="141" y="267"/>
                  <a:pt x="138" y="271"/>
                </a:cubicBezTo>
                <a:cubicBezTo>
                  <a:pt x="135" y="275"/>
                  <a:pt x="129" y="277"/>
                  <a:pt x="121" y="277"/>
                </a:cubicBezTo>
                <a:cubicBezTo>
                  <a:pt x="113" y="277"/>
                  <a:pt x="106" y="275"/>
                  <a:pt x="103" y="271"/>
                </a:cubicBezTo>
                <a:cubicBezTo>
                  <a:pt x="100" y="267"/>
                  <a:pt x="98" y="263"/>
                  <a:pt x="98" y="259"/>
                </a:cubicBezTo>
                <a:cubicBezTo>
                  <a:pt x="98" y="252"/>
                  <a:pt x="99" y="235"/>
                  <a:pt x="102" y="208"/>
                </a:cubicBezTo>
                <a:cubicBezTo>
                  <a:pt x="104" y="181"/>
                  <a:pt x="106" y="166"/>
                  <a:pt x="106" y="163"/>
                </a:cubicBezTo>
                <a:lnTo>
                  <a:pt x="69" y="190"/>
                </a:lnTo>
                <a:cubicBezTo>
                  <a:pt x="45" y="207"/>
                  <a:pt x="32" y="217"/>
                  <a:pt x="30" y="218"/>
                </a:cubicBezTo>
                <a:cubicBezTo>
                  <a:pt x="28" y="219"/>
                  <a:pt x="26" y="220"/>
                  <a:pt x="23" y="220"/>
                </a:cubicBezTo>
                <a:cubicBezTo>
                  <a:pt x="18" y="220"/>
                  <a:pt x="13" y="218"/>
                  <a:pt x="8" y="213"/>
                </a:cubicBezTo>
                <a:cubicBezTo>
                  <a:pt x="3" y="209"/>
                  <a:pt x="1" y="203"/>
                  <a:pt x="0" y="196"/>
                </a:cubicBezTo>
                <a:cubicBezTo>
                  <a:pt x="0" y="194"/>
                  <a:pt x="0" y="192"/>
                  <a:pt x="0" y="191"/>
                </a:cubicBezTo>
                <a:cubicBezTo>
                  <a:pt x="0" y="190"/>
                  <a:pt x="1" y="188"/>
                  <a:pt x="2" y="187"/>
                </a:cubicBezTo>
                <a:cubicBezTo>
                  <a:pt x="3" y="186"/>
                  <a:pt x="4" y="184"/>
                  <a:pt x="5" y="183"/>
                </a:cubicBezTo>
                <a:cubicBezTo>
                  <a:pt x="6" y="182"/>
                  <a:pt x="8" y="180"/>
                  <a:pt x="11" y="179"/>
                </a:cubicBezTo>
                <a:cubicBezTo>
                  <a:pt x="14" y="177"/>
                  <a:pt x="17" y="175"/>
                  <a:pt x="19" y="174"/>
                </a:cubicBezTo>
                <a:cubicBezTo>
                  <a:pt x="22" y="173"/>
                  <a:pt x="26" y="171"/>
                  <a:pt x="32" y="168"/>
                </a:cubicBezTo>
                <a:cubicBezTo>
                  <a:pt x="37" y="166"/>
                  <a:pt x="43" y="163"/>
                  <a:pt x="48" y="161"/>
                </a:cubicBezTo>
                <a:cubicBezTo>
                  <a:pt x="53" y="159"/>
                  <a:pt x="60" y="156"/>
                  <a:pt x="68" y="152"/>
                </a:cubicBezTo>
                <a:cubicBezTo>
                  <a:pt x="77" y="147"/>
                  <a:pt x="85" y="143"/>
                  <a:pt x="94" y="139"/>
                </a:cubicBezTo>
                <a:lnTo>
                  <a:pt x="7" y="97"/>
                </a:lnTo>
                <a:cubicBezTo>
                  <a:pt x="3" y="93"/>
                  <a:pt x="1" y="88"/>
                  <a:pt x="1" y="82"/>
                </a:cubicBezTo>
                <a:cubicBezTo>
                  <a:pt x="1" y="76"/>
                  <a:pt x="3" y="70"/>
                  <a:pt x="7" y="66"/>
                </a:cubicBezTo>
                <a:cubicBezTo>
                  <a:pt x="10" y="62"/>
                  <a:pt x="16" y="60"/>
                  <a:pt x="22" y="59"/>
                </a:cubicBezTo>
                <a:cubicBezTo>
                  <a:pt x="25" y="59"/>
                  <a:pt x="29" y="60"/>
                  <a:pt x="34" y="63"/>
                </a:cubicBezTo>
                <a:cubicBezTo>
                  <a:pt x="38" y="66"/>
                  <a:pt x="50" y="74"/>
                  <a:pt x="69" y="89"/>
                </a:cubicBezTo>
                <a:lnTo>
                  <a:pt x="106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50" name=""/>
          <p:cNvSpPr txBox="1"/>
          <p:nvPr/>
        </p:nvSpPr>
        <p:spPr>
          <a:xfrm>
            <a:off x="1200240" y="4172040"/>
            <a:ext cx="54288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同じ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nABCD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でも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partner / candidate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ごとに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51" name=""/>
          <p:cNvSpPr/>
          <p:nvPr/>
        </p:nvSpPr>
        <p:spPr>
          <a:xfrm>
            <a:off x="933120" y="47336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52" name=""/>
          <p:cNvSpPr txBox="1"/>
          <p:nvPr/>
        </p:nvSpPr>
        <p:spPr>
          <a:xfrm>
            <a:off x="6975720" y="4172040"/>
            <a:ext cx="16606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が大きく変動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53" name=""/>
          <p:cNvSpPr txBox="1"/>
          <p:nvPr/>
        </p:nvSpPr>
        <p:spPr>
          <a:xfrm>
            <a:off x="1200240" y="4619520"/>
            <a:ext cx="93207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6 partners (R1, R4, R5, R6, R14, R15)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が両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EM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eligible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、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R4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が両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modifier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54" name=""/>
          <p:cNvSpPr/>
          <p:nvPr/>
        </p:nvSpPr>
        <p:spPr>
          <a:xfrm>
            <a:off x="933120" y="55432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5"/>
                </a:cubicBezTo>
                <a:cubicBezTo>
                  <a:pt x="288" y="185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55" name=""/>
          <p:cNvSpPr txBox="1"/>
          <p:nvPr/>
        </p:nvSpPr>
        <p:spPr>
          <a:xfrm>
            <a:off x="1200240" y="4991040"/>
            <a:ext cx="46234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balanced ranking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で主候補として浮上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56" name=""/>
          <p:cNvSpPr txBox="1"/>
          <p:nvPr/>
        </p:nvSpPr>
        <p:spPr>
          <a:xfrm>
            <a:off x="1200240" y="5386680"/>
            <a:ext cx="45136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分布距離ランキング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+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臨床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calibration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57" name=""/>
          <p:cNvSpPr txBox="1"/>
          <p:nvPr/>
        </p:nvSpPr>
        <p:spPr>
          <a:xfrm>
            <a:off x="5884560" y="5429160"/>
            <a:ext cx="16606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の両方が必要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58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59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60" name=""/>
          <p:cNvSpPr txBox="1"/>
          <p:nvPr/>
        </p:nvSpPr>
        <p:spPr>
          <a:xfrm>
            <a:off x="571320" y="155520"/>
            <a:ext cx="644040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Interpretation: 2</a:t>
            </a:r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つの実務的含意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61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62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66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67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68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69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70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71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72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73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74" name=""/>
          <p:cNvSpPr/>
          <p:nvPr/>
        </p:nvSpPr>
        <p:spPr>
          <a:xfrm>
            <a:off x="933120" y="25048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7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75" name=""/>
          <p:cNvSpPr/>
          <p:nvPr/>
        </p:nvSpPr>
        <p:spPr>
          <a:xfrm>
            <a:off x="1210320" y="2438280"/>
            <a:ext cx="201960" cy="224280"/>
          </a:xfrm>
          <a:custGeom>
            <a:avLst/>
            <a:gdLst/>
            <a:ahLst/>
            <a:rect l="0" t="0" r="r" b="b"/>
            <a:pathLst>
              <a:path w="561" h="623">
                <a:moveTo>
                  <a:pt x="179" y="42"/>
                </a:moveTo>
                <a:cubicBezTo>
                  <a:pt x="158" y="42"/>
                  <a:pt x="147" y="40"/>
                  <a:pt x="146" y="38"/>
                </a:cubicBezTo>
                <a:cubicBezTo>
                  <a:pt x="145" y="37"/>
                  <a:pt x="145" y="34"/>
                  <a:pt x="145" y="31"/>
                </a:cubicBezTo>
                <a:cubicBezTo>
                  <a:pt x="145" y="16"/>
                  <a:pt x="148" y="6"/>
                  <a:pt x="155" y="1"/>
                </a:cubicBezTo>
                <a:cubicBezTo>
                  <a:pt x="156" y="0"/>
                  <a:pt x="161" y="0"/>
                  <a:pt x="169" y="0"/>
                </a:cubicBezTo>
                <a:cubicBezTo>
                  <a:pt x="201" y="2"/>
                  <a:pt x="240" y="3"/>
                  <a:pt x="285" y="3"/>
                </a:cubicBezTo>
                <a:cubicBezTo>
                  <a:pt x="371" y="3"/>
                  <a:pt x="420" y="2"/>
                  <a:pt x="433" y="0"/>
                </a:cubicBezTo>
                <a:lnTo>
                  <a:pt x="444" y="0"/>
                </a:lnTo>
                <a:cubicBezTo>
                  <a:pt x="447" y="3"/>
                  <a:pt x="449" y="6"/>
                  <a:pt x="449" y="8"/>
                </a:cubicBezTo>
                <a:cubicBezTo>
                  <a:pt x="449" y="10"/>
                  <a:pt x="448" y="15"/>
                  <a:pt x="447" y="24"/>
                </a:cubicBezTo>
                <a:cubicBezTo>
                  <a:pt x="444" y="33"/>
                  <a:pt x="441" y="39"/>
                  <a:pt x="439" y="42"/>
                </a:cubicBezTo>
                <a:lnTo>
                  <a:pt x="404" y="42"/>
                </a:lnTo>
                <a:cubicBezTo>
                  <a:pt x="363" y="42"/>
                  <a:pt x="338" y="45"/>
                  <a:pt x="331" y="50"/>
                </a:cubicBezTo>
                <a:cubicBezTo>
                  <a:pt x="327" y="52"/>
                  <a:pt x="322" y="61"/>
                  <a:pt x="318" y="75"/>
                </a:cubicBezTo>
                <a:cubicBezTo>
                  <a:pt x="314" y="90"/>
                  <a:pt x="293" y="170"/>
                  <a:pt x="256" y="316"/>
                </a:cubicBezTo>
                <a:cubicBezTo>
                  <a:pt x="246" y="355"/>
                  <a:pt x="236" y="398"/>
                  <a:pt x="225" y="442"/>
                </a:cubicBezTo>
                <a:cubicBezTo>
                  <a:pt x="214" y="486"/>
                  <a:pt x="206" y="520"/>
                  <a:pt x="201" y="542"/>
                </a:cubicBezTo>
                <a:lnTo>
                  <a:pt x="192" y="575"/>
                </a:lnTo>
                <a:cubicBezTo>
                  <a:pt x="192" y="577"/>
                  <a:pt x="195" y="579"/>
                  <a:pt x="201" y="579"/>
                </a:cubicBezTo>
                <a:cubicBezTo>
                  <a:pt x="206" y="579"/>
                  <a:pt x="224" y="579"/>
                  <a:pt x="254" y="580"/>
                </a:cubicBezTo>
                <a:lnTo>
                  <a:pt x="270" y="580"/>
                </a:lnTo>
                <a:cubicBezTo>
                  <a:pt x="290" y="580"/>
                  <a:pt x="306" y="580"/>
                  <a:pt x="317" y="579"/>
                </a:cubicBezTo>
                <a:cubicBezTo>
                  <a:pt x="329" y="579"/>
                  <a:pt x="344" y="577"/>
                  <a:pt x="362" y="573"/>
                </a:cubicBezTo>
                <a:cubicBezTo>
                  <a:pt x="380" y="569"/>
                  <a:pt x="395" y="564"/>
                  <a:pt x="407" y="557"/>
                </a:cubicBezTo>
                <a:cubicBezTo>
                  <a:pt x="419" y="549"/>
                  <a:pt x="433" y="539"/>
                  <a:pt x="447" y="526"/>
                </a:cubicBezTo>
                <a:cubicBezTo>
                  <a:pt x="462" y="512"/>
                  <a:pt x="475" y="496"/>
                  <a:pt x="485" y="476"/>
                </a:cubicBezTo>
                <a:cubicBezTo>
                  <a:pt x="495" y="458"/>
                  <a:pt x="504" y="437"/>
                  <a:pt x="513" y="415"/>
                </a:cubicBezTo>
                <a:cubicBezTo>
                  <a:pt x="521" y="392"/>
                  <a:pt x="526" y="379"/>
                  <a:pt x="528" y="376"/>
                </a:cubicBezTo>
                <a:cubicBezTo>
                  <a:pt x="531" y="374"/>
                  <a:pt x="536" y="373"/>
                  <a:pt x="544" y="373"/>
                </a:cubicBezTo>
                <a:lnTo>
                  <a:pt x="555" y="373"/>
                </a:lnTo>
                <a:cubicBezTo>
                  <a:pt x="559" y="378"/>
                  <a:pt x="561" y="383"/>
                  <a:pt x="561" y="384"/>
                </a:cubicBezTo>
                <a:cubicBezTo>
                  <a:pt x="561" y="385"/>
                  <a:pt x="555" y="403"/>
                  <a:pt x="543" y="438"/>
                </a:cubicBezTo>
                <a:cubicBezTo>
                  <a:pt x="531" y="472"/>
                  <a:pt x="517" y="508"/>
                  <a:pt x="503" y="547"/>
                </a:cubicBezTo>
                <a:cubicBezTo>
                  <a:pt x="488" y="585"/>
                  <a:pt x="480" y="607"/>
                  <a:pt x="479" y="614"/>
                </a:cubicBezTo>
                <a:cubicBezTo>
                  <a:pt x="478" y="617"/>
                  <a:pt x="477" y="619"/>
                  <a:pt x="475" y="619"/>
                </a:cubicBezTo>
                <a:cubicBezTo>
                  <a:pt x="474" y="620"/>
                  <a:pt x="469" y="621"/>
                  <a:pt x="461" y="622"/>
                </a:cubicBezTo>
                <a:cubicBezTo>
                  <a:pt x="452" y="623"/>
                  <a:pt x="439" y="624"/>
                  <a:pt x="422" y="623"/>
                </a:cubicBezTo>
                <a:cubicBezTo>
                  <a:pt x="415" y="623"/>
                  <a:pt x="392" y="623"/>
                  <a:pt x="353" y="623"/>
                </a:cubicBezTo>
                <a:cubicBezTo>
                  <a:pt x="313" y="623"/>
                  <a:pt x="276" y="623"/>
                  <a:pt x="239" y="622"/>
                </a:cubicBezTo>
                <a:lnTo>
                  <a:pt x="77" y="622"/>
                </a:lnTo>
                <a:cubicBezTo>
                  <a:pt x="26" y="622"/>
                  <a:pt x="0" y="619"/>
                  <a:pt x="0" y="613"/>
                </a:cubicBezTo>
                <a:cubicBezTo>
                  <a:pt x="0" y="609"/>
                  <a:pt x="1" y="605"/>
                  <a:pt x="2" y="600"/>
                </a:cubicBezTo>
                <a:cubicBezTo>
                  <a:pt x="5" y="589"/>
                  <a:pt x="8" y="582"/>
                  <a:pt x="11" y="581"/>
                </a:cubicBezTo>
                <a:cubicBezTo>
                  <a:pt x="14" y="581"/>
                  <a:pt x="18" y="580"/>
                  <a:pt x="25" y="580"/>
                </a:cubicBezTo>
                <a:lnTo>
                  <a:pt x="30" y="580"/>
                </a:lnTo>
                <a:cubicBezTo>
                  <a:pt x="47" y="580"/>
                  <a:pt x="65" y="579"/>
                  <a:pt x="85" y="578"/>
                </a:cubicBezTo>
                <a:cubicBezTo>
                  <a:pt x="94" y="576"/>
                  <a:pt x="99" y="572"/>
                  <a:pt x="102" y="567"/>
                </a:cubicBezTo>
                <a:cubicBezTo>
                  <a:pt x="104" y="564"/>
                  <a:pt x="126" y="480"/>
                  <a:pt x="168" y="313"/>
                </a:cubicBezTo>
                <a:cubicBezTo>
                  <a:pt x="210" y="147"/>
                  <a:pt x="231" y="59"/>
                  <a:pt x="231" y="50"/>
                </a:cubicBezTo>
                <a:cubicBezTo>
                  <a:pt x="231" y="46"/>
                  <a:pt x="213" y="43"/>
                  <a:pt x="179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76" name=""/>
          <p:cNvSpPr txBox="1"/>
          <p:nvPr/>
        </p:nvSpPr>
        <p:spPr>
          <a:xfrm>
            <a:off x="571320" y="1843200"/>
            <a:ext cx="46962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Strength 1: Adaptation to evidence state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77" name=""/>
          <p:cNvSpPr/>
          <p:nvPr/>
        </p:nvSpPr>
        <p:spPr>
          <a:xfrm>
            <a:off x="4025160" y="2428560"/>
            <a:ext cx="242640" cy="235080"/>
          </a:xfrm>
          <a:custGeom>
            <a:avLst/>
            <a:gdLst/>
            <a:ahLst/>
            <a:rect l="0" t="0" r="r" b="b"/>
            <a:pathLst>
              <a:path w="674" h="653">
                <a:moveTo>
                  <a:pt x="4" y="653"/>
                </a:moveTo>
                <a:cubicBezTo>
                  <a:pt x="1" y="650"/>
                  <a:pt x="0" y="648"/>
                  <a:pt x="0" y="646"/>
                </a:cubicBezTo>
                <a:cubicBezTo>
                  <a:pt x="0" y="645"/>
                  <a:pt x="51" y="539"/>
                  <a:pt x="153" y="328"/>
                </a:cubicBezTo>
                <a:cubicBezTo>
                  <a:pt x="256" y="117"/>
                  <a:pt x="308" y="9"/>
                  <a:pt x="311" y="7"/>
                </a:cubicBezTo>
                <a:cubicBezTo>
                  <a:pt x="313" y="2"/>
                  <a:pt x="321" y="0"/>
                  <a:pt x="336" y="0"/>
                </a:cubicBezTo>
                <a:cubicBezTo>
                  <a:pt x="350" y="0"/>
                  <a:pt x="359" y="2"/>
                  <a:pt x="362" y="7"/>
                </a:cubicBezTo>
                <a:cubicBezTo>
                  <a:pt x="363" y="9"/>
                  <a:pt x="416" y="117"/>
                  <a:pt x="518" y="328"/>
                </a:cubicBezTo>
                <a:cubicBezTo>
                  <a:pt x="622" y="539"/>
                  <a:pt x="673" y="645"/>
                  <a:pt x="674" y="646"/>
                </a:cubicBezTo>
                <a:cubicBezTo>
                  <a:pt x="674" y="648"/>
                  <a:pt x="672" y="650"/>
                  <a:pt x="669" y="653"/>
                </a:cubicBezTo>
                <a:lnTo>
                  <a:pt x="4" y="653"/>
                </a:lnTo>
                <a:moveTo>
                  <a:pt x="419" y="340"/>
                </a:moveTo>
                <a:lnTo>
                  <a:pt x="307" y="111"/>
                </a:lnTo>
                <a:lnTo>
                  <a:pt x="82" y="569"/>
                </a:lnTo>
                <a:lnTo>
                  <a:pt x="306" y="570"/>
                </a:lnTo>
                <a:lnTo>
                  <a:pt x="531" y="570"/>
                </a:lnTo>
                <a:cubicBezTo>
                  <a:pt x="531" y="569"/>
                  <a:pt x="494" y="492"/>
                  <a:pt x="419" y="34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78" name=""/>
          <p:cNvSpPr/>
          <p:nvPr/>
        </p:nvSpPr>
        <p:spPr>
          <a:xfrm>
            <a:off x="4299480" y="2610000"/>
            <a:ext cx="183960" cy="102600"/>
          </a:xfrm>
          <a:custGeom>
            <a:avLst/>
            <a:gdLst/>
            <a:ahLst/>
            <a:rect l="0" t="0" r="r" b="b"/>
            <a:pathLst>
              <a:path w="511" h="285">
                <a:moveTo>
                  <a:pt x="10" y="255"/>
                </a:moveTo>
                <a:lnTo>
                  <a:pt x="19" y="255"/>
                </a:lnTo>
                <a:cubicBezTo>
                  <a:pt x="36" y="255"/>
                  <a:pt x="47" y="252"/>
                  <a:pt x="50" y="246"/>
                </a:cubicBezTo>
                <a:lnTo>
                  <a:pt x="50" y="241"/>
                </a:lnTo>
                <a:cubicBezTo>
                  <a:pt x="50" y="237"/>
                  <a:pt x="50" y="232"/>
                  <a:pt x="50" y="226"/>
                </a:cubicBezTo>
                <a:cubicBezTo>
                  <a:pt x="50" y="220"/>
                  <a:pt x="50" y="213"/>
                  <a:pt x="50" y="206"/>
                </a:cubicBezTo>
                <a:cubicBezTo>
                  <a:pt x="50" y="199"/>
                  <a:pt x="50" y="190"/>
                  <a:pt x="51" y="181"/>
                </a:cubicBezTo>
                <a:cubicBezTo>
                  <a:pt x="51" y="171"/>
                  <a:pt x="51" y="162"/>
                  <a:pt x="51" y="154"/>
                </a:cubicBezTo>
                <a:cubicBezTo>
                  <a:pt x="51" y="140"/>
                  <a:pt x="51" y="126"/>
                  <a:pt x="51" y="111"/>
                </a:cubicBezTo>
                <a:cubicBezTo>
                  <a:pt x="51" y="96"/>
                  <a:pt x="51" y="84"/>
                  <a:pt x="50" y="73"/>
                </a:cubicBezTo>
                <a:lnTo>
                  <a:pt x="50" y="58"/>
                </a:lnTo>
                <a:cubicBezTo>
                  <a:pt x="49" y="50"/>
                  <a:pt x="46" y="45"/>
                  <a:pt x="40" y="42"/>
                </a:cubicBezTo>
                <a:cubicBezTo>
                  <a:pt x="35" y="40"/>
                  <a:pt x="26" y="38"/>
                  <a:pt x="11" y="37"/>
                </a:cubicBezTo>
                <a:lnTo>
                  <a:pt x="0" y="37"/>
                </a:lnTo>
                <a:lnTo>
                  <a:pt x="0" y="22"/>
                </a:lnTo>
                <a:cubicBezTo>
                  <a:pt x="0" y="12"/>
                  <a:pt x="0" y="7"/>
                  <a:pt x="1" y="7"/>
                </a:cubicBezTo>
                <a:lnTo>
                  <a:pt x="7" y="6"/>
                </a:lnTo>
                <a:cubicBezTo>
                  <a:pt x="12" y="6"/>
                  <a:pt x="18" y="6"/>
                  <a:pt x="25" y="5"/>
                </a:cubicBezTo>
                <a:cubicBezTo>
                  <a:pt x="33" y="5"/>
                  <a:pt x="41" y="4"/>
                  <a:pt x="50" y="4"/>
                </a:cubicBezTo>
                <a:cubicBezTo>
                  <a:pt x="57" y="3"/>
                  <a:pt x="65" y="3"/>
                  <a:pt x="73" y="3"/>
                </a:cubicBezTo>
                <a:cubicBezTo>
                  <a:pt x="82" y="2"/>
                  <a:pt x="88" y="1"/>
                  <a:pt x="92" y="1"/>
                </a:cubicBezTo>
                <a:cubicBezTo>
                  <a:pt x="96" y="0"/>
                  <a:pt x="99" y="0"/>
                  <a:pt x="99" y="0"/>
                </a:cubicBezTo>
                <a:lnTo>
                  <a:pt x="101" y="0"/>
                </a:lnTo>
                <a:lnTo>
                  <a:pt x="101" y="26"/>
                </a:lnTo>
                <a:cubicBezTo>
                  <a:pt x="101" y="42"/>
                  <a:pt x="101" y="50"/>
                  <a:pt x="102" y="50"/>
                </a:cubicBezTo>
                <a:cubicBezTo>
                  <a:pt x="102" y="50"/>
                  <a:pt x="103" y="49"/>
                  <a:pt x="105" y="47"/>
                </a:cubicBezTo>
                <a:cubicBezTo>
                  <a:pt x="107" y="45"/>
                  <a:pt x="109" y="42"/>
                  <a:pt x="113" y="37"/>
                </a:cubicBezTo>
                <a:cubicBezTo>
                  <a:pt x="116" y="33"/>
                  <a:pt x="120" y="29"/>
                  <a:pt x="125" y="26"/>
                </a:cubicBezTo>
                <a:cubicBezTo>
                  <a:pt x="130" y="22"/>
                  <a:pt x="136" y="18"/>
                  <a:pt x="143" y="13"/>
                </a:cubicBezTo>
                <a:cubicBezTo>
                  <a:pt x="151" y="9"/>
                  <a:pt x="159" y="5"/>
                  <a:pt x="168" y="3"/>
                </a:cubicBezTo>
                <a:cubicBezTo>
                  <a:pt x="176" y="1"/>
                  <a:pt x="187" y="0"/>
                  <a:pt x="201" y="0"/>
                </a:cubicBezTo>
                <a:cubicBezTo>
                  <a:pt x="207" y="0"/>
                  <a:pt x="213" y="0"/>
                  <a:pt x="219" y="1"/>
                </a:cubicBezTo>
                <a:cubicBezTo>
                  <a:pt x="224" y="2"/>
                  <a:pt x="229" y="3"/>
                  <a:pt x="234" y="5"/>
                </a:cubicBezTo>
                <a:cubicBezTo>
                  <a:pt x="238" y="7"/>
                  <a:pt x="242" y="9"/>
                  <a:pt x="246" y="10"/>
                </a:cubicBezTo>
                <a:cubicBezTo>
                  <a:pt x="250" y="12"/>
                  <a:pt x="253" y="14"/>
                  <a:pt x="255" y="16"/>
                </a:cubicBezTo>
                <a:cubicBezTo>
                  <a:pt x="258" y="18"/>
                  <a:pt x="260" y="21"/>
                  <a:pt x="262" y="23"/>
                </a:cubicBezTo>
                <a:cubicBezTo>
                  <a:pt x="265" y="26"/>
                  <a:pt x="267" y="28"/>
                  <a:pt x="268" y="30"/>
                </a:cubicBezTo>
                <a:cubicBezTo>
                  <a:pt x="270" y="32"/>
                  <a:pt x="271" y="35"/>
                  <a:pt x="273" y="37"/>
                </a:cubicBezTo>
                <a:cubicBezTo>
                  <a:pt x="274" y="40"/>
                  <a:pt x="275" y="42"/>
                  <a:pt x="275" y="44"/>
                </a:cubicBezTo>
                <a:cubicBezTo>
                  <a:pt x="276" y="45"/>
                  <a:pt x="276" y="47"/>
                  <a:pt x="277" y="49"/>
                </a:cubicBezTo>
                <a:lnTo>
                  <a:pt x="279" y="52"/>
                </a:lnTo>
                <a:lnTo>
                  <a:pt x="280" y="49"/>
                </a:lnTo>
                <a:cubicBezTo>
                  <a:pt x="282" y="48"/>
                  <a:pt x="283" y="46"/>
                  <a:pt x="284" y="44"/>
                </a:cubicBezTo>
                <a:cubicBezTo>
                  <a:pt x="286" y="43"/>
                  <a:pt x="288" y="40"/>
                  <a:pt x="290" y="37"/>
                </a:cubicBezTo>
                <a:cubicBezTo>
                  <a:pt x="293" y="34"/>
                  <a:pt x="295" y="31"/>
                  <a:pt x="298" y="29"/>
                </a:cubicBezTo>
                <a:cubicBezTo>
                  <a:pt x="301" y="26"/>
                  <a:pt x="305" y="24"/>
                  <a:pt x="308" y="21"/>
                </a:cubicBezTo>
                <a:cubicBezTo>
                  <a:pt x="312" y="18"/>
                  <a:pt x="316" y="15"/>
                  <a:pt x="321" y="13"/>
                </a:cubicBezTo>
                <a:cubicBezTo>
                  <a:pt x="326" y="11"/>
                  <a:pt x="331" y="9"/>
                  <a:pt x="336" y="6"/>
                </a:cubicBezTo>
                <a:cubicBezTo>
                  <a:pt x="341" y="4"/>
                  <a:pt x="346" y="3"/>
                  <a:pt x="353" y="2"/>
                </a:cubicBezTo>
                <a:cubicBezTo>
                  <a:pt x="359" y="1"/>
                  <a:pt x="366" y="0"/>
                  <a:pt x="372" y="0"/>
                </a:cubicBezTo>
                <a:cubicBezTo>
                  <a:pt x="426" y="0"/>
                  <a:pt x="456" y="24"/>
                  <a:pt x="461" y="73"/>
                </a:cubicBezTo>
                <a:cubicBezTo>
                  <a:pt x="461" y="76"/>
                  <a:pt x="461" y="105"/>
                  <a:pt x="461" y="162"/>
                </a:cubicBezTo>
                <a:lnTo>
                  <a:pt x="461" y="217"/>
                </a:lnTo>
                <a:cubicBezTo>
                  <a:pt x="461" y="234"/>
                  <a:pt x="462" y="243"/>
                  <a:pt x="463" y="246"/>
                </a:cubicBezTo>
                <a:cubicBezTo>
                  <a:pt x="463" y="249"/>
                  <a:pt x="466" y="251"/>
                  <a:pt x="470" y="253"/>
                </a:cubicBezTo>
                <a:cubicBezTo>
                  <a:pt x="479" y="254"/>
                  <a:pt x="489" y="255"/>
                  <a:pt x="501" y="255"/>
                </a:cubicBezTo>
                <a:lnTo>
                  <a:pt x="511" y="255"/>
                </a:lnTo>
                <a:lnTo>
                  <a:pt x="511" y="285"/>
                </a:lnTo>
                <a:lnTo>
                  <a:pt x="506" y="285"/>
                </a:lnTo>
                <a:lnTo>
                  <a:pt x="491" y="285"/>
                </a:lnTo>
                <a:cubicBezTo>
                  <a:pt x="481" y="284"/>
                  <a:pt x="470" y="284"/>
                  <a:pt x="459" y="284"/>
                </a:cubicBezTo>
                <a:cubicBezTo>
                  <a:pt x="447" y="284"/>
                  <a:pt x="439" y="284"/>
                  <a:pt x="434" y="283"/>
                </a:cubicBezTo>
                <a:cubicBezTo>
                  <a:pt x="390" y="283"/>
                  <a:pt x="366" y="284"/>
                  <a:pt x="362" y="285"/>
                </a:cubicBezTo>
                <a:lnTo>
                  <a:pt x="357" y="285"/>
                </a:lnTo>
                <a:lnTo>
                  <a:pt x="357" y="255"/>
                </a:lnTo>
                <a:lnTo>
                  <a:pt x="367" y="255"/>
                </a:lnTo>
                <a:cubicBezTo>
                  <a:pt x="393" y="255"/>
                  <a:pt x="407" y="251"/>
                  <a:pt x="407" y="244"/>
                </a:cubicBezTo>
                <a:cubicBezTo>
                  <a:pt x="407" y="244"/>
                  <a:pt x="407" y="214"/>
                  <a:pt x="407" y="156"/>
                </a:cubicBezTo>
                <a:cubicBezTo>
                  <a:pt x="407" y="98"/>
                  <a:pt x="406" y="67"/>
                  <a:pt x="406" y="64"/>
                </a:cubicBezTo>
                <a:cubicBezTo>
                  <a:pt x="403" y="52"/>
                  <a:pt x="399" y="43"/>
                  <a:pt x="393" y="37"/>
                </a:cubicBezTo>
                <a:cubicBezTo>
                  <a:pt x="387" y="31"/>
                  <a:pt x="382" y="27"/>
                  <a:pt x="378" y="26"/>
                </a:cubicBezTo>
                <a:cubicBezTo>
                  <a:pt x="373" y="24"/>
                  <a:pt x="368" y="24"/>
                  <a:pt x="361" y="24"/>
                </a:cubicBezTo>
                <a:cubicBezTo>
                  <a:pt x="342" y="24"/>
                  <a:pt x="325" y="32"/>
                  <a:pt x="310" y="46"/>
                </a:cubicBezTo>
                <a:cubicBezTo>
                  <a:pt x="298" y="58"/>
                  <a:pt x="291" y="70"/>
                  <a:pt x="288" y="82"/>
                </a:cubicBezTo>
                <a:cubicBezTo>
                  <a:pt x="285" y="94"/>
                  <a:pt x="283" y="111"/>
                  <a:pt x="283" y="135"/>
                </a:cubicBezTo>
                <a:lnTo>
                  <a:pt x="283" y="176"/>
                </a:lnTo>
                <a:lnTo>
                  <a:pt x="283" y="215"/>
                </a:lnTo>
                <a:cubicBezTo>
                  <a:pt x="283" y="228"/>
                  <a:pt x="283" y="236"/>
                  <a:pt x="284" y="241"/>
                </a:cubicBezTo>
                <a:cubicBezTo>
                  <a:pt x="284" y="245"/>
                  <a:pt x="285" y="248"/>
                  <a:pt x="286" y="249"/>
                </a:cubicBezTo>
                <a:cubicBezTo>
                  <a:pt x="286" y="250"/>
                  <a:pt x="288" y="251"/>
                  <a:pt x="291" y="253"/>
                </a:cubicBezTo>
                <a:cubicBezTo>
                  <a:pt x="300" y="254"/>
                  <a:pt x="311" y="255"/>
                  <a:pt x="323" y="255"/>
                </a:cubicBezTo>
                <a:lnTo>
                  <a:pt x="333" y="255"/>
                </a:lnTo>
                <a:lnTo>
                  <a:pt x="333" y="285"/>
                </a:lnTo>
                <a:lnTo>
                  <a:pt x="328" y="285"/>
                </a:lnTo>
                <a:lnTo>
                  <a:pt x="313" y="285"/>
                </a:lnTo>
                <a:cubicBezTo>
                  <a:pt x="303" y="284"/>
                  <a:pt x="292" y="284"/>
                  <a:pt x="280" y="284"/>
                </a:cubicBezTo>
                <a:cubicBezTo>
                  <a:pt x="269" y="284"/>
                  <a:pt x="261" y="284"/>
                  <a:pt x="256" y="283"/>
                </a:cubicBezTo>
                <a:cubicBezTo>
                  <a:pt x="212" y="283"/>
                  <a:pt x="188" y="284"/>
                  <a:pt x="184" y="285"/>
                </a:cubicBezTo>
                <a:lnTo>
                  <a:pt x="179" y="285"/>
                </a:lnTo>
                <a:lnTo>
                  <a:pt x="179" y="255"/>
                </a:lnTo>
                <a:lnTo>
                  <a:pt x="189" y="255"/>
                </a:lnTo>
                <a:cubicBezTo>
                  <a:pt x="215" y="255"/>
                  <a:pt x="228" y="251"/>
                  <a:pt x="228" y="244"/>
                </a:cubicBezTo>
                <a:cubicBezTo>
                  <a:pt x="229" y="244"/>
                  <a:pt x="229" y="214"/>
                  <a:pt x="229" y="156"/>
                </a:cubicBezTo>
                <a:cubicBezTo>
                  <a:pt x="229" y="98"/>
                  <a:pt x="228" y="67"/>
                  <a:pt x="228" y="64"/>
                </a:cubicBezTo>
                <a:cubicBezTo>
                  <a:pt x="225" y="52"/>
                  <a:pt x="221" y="43"/>
                  <a:pt x="215" y="37"/>
                </a:cubicBezTo>
                <a:cubicBezTo>
                  <a:pt x="209" y="31"/>
                  <a:pt x="204" y="27"/>
                  <a:pt x="199" y="26"/>
                </a:cubicBezTo>
                <a:cubicBezTo>
                  <a:pt x="195" y="24"/>
                  <a:pt x="190" y="24"/>
                  <a:pt x="183" y="24"/>
                </a:cubicBezTo>
                <a:cubicBezTo>
                  <a:pt x="163" y="24"/>
                  <a:pt x="146" y="32"/>
                  <a:pt x="132" y="46"/>
                </a:cubicBezTo>
                <a:cubicBezTo>
                  <a:pt x="120" y="58"/>
                  <a:pt x="113" y="70"/>
                  <a:pt x="110" y="82"/>
                </a:cubicBezTo>
                <a:cubicBezTo>
                  <a:pt x="107" y="94"/>
                  <a:pt x="105" y="111"/>
                  <a:pt x="105" y="135"/>
                </a:cubicBezTo>
                <a:lnTo>
                  <a:pt x="105" y="176"/>
                </a:lnTo>
                <a:lnTo>
                  <a:pt x="105" y="215"/>
                </a:lnTo>
                <a:cubicBezTo>
                  <a:pt x="105" y="228"/>
                  <a:pt x="105" y="236"/>
                  <a:pt x="106" y="241"/>
                </a:cubicBezTo>
                <a:cubicBezTo>
                  <a:pt x="106" y="245"/>
                  <a:pt x="107" y="248"/>
                  <a:pt x="107" y="249"/>
                </a:cubicBezTo>
                <a:cubicBezTo>
                  <a:pt x="108" y="250"/>
                  <a:pt x="110" y="251"/>
                  <a:pt x="113" y="253"/>
                </a:cubicBezTo>
                <a:cubicBezTo>
                  <a:pt x="122" y="254"/>
                  <a:pt x="133" y="255"/>
                  <a:pt x="145" y="255"/>
                </a:cubicBezTo>
                <a:lnTo>
                  <a:pt x="155" y="255"/>
                </a:lnTo>
                <a:lnTo>
                  <a:pt x="155" y="285"/>
                </a:lnTo>
                <a:lnTo>
                  <a:pt x="150" y="285"/>
                </a:lnTo>
                <a:lnTo>
                  <a:pt x="135" y="285"/>
                </a:lnTo>
                <a:cubicBezTo>
                  <a:pt x="125" y="284"/>
                  <a:pt x="114" y="284"/>
                  <a:pt x="102" y="284"/>
                </a:cubicBezTo>
                <a:cubicBezTo>
                  <a:pt x="91" y="284"/>
                  <a:pt x="83" y="284"/>
                  <a:pt x="78" y="283"/>
                </a:cubicBezTo>
                <a:cubicBezTo>
                  <a:pt x="33" y="283"/>
                  <a:pt x="9" y="284"/>
                  <a:pt x="5" y="285"/>
                </a:cubicBezTo>
                <a:lnTo>
                  <a:pt x="0" y="285"/>
                </a:lnTo>
                <a:lnTo>
                  <a:pt x="0" y="255"/>
                </a:lnTo>
                <a:lnTo>
                  <a:pt x="10" y="25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79" name=""/>
          <p:cNvSpPr/>
          <p:nvPr/>
        </p:nvSpPr>
        <p:spPr>
          <a:xfrm>
            <a:off x="4494240" y="2608560"/>
            <a:ext cx="106920" cy="106560"/>
          </a:xfrm>
          <a:custGeom>
            <a:avLst/>
            <a:gdLst/>
            <a:ahLst/>
            <a:rect l="0" t="0" r="r" b="b"/>
            <a:pathLst>
              <a:path w="297" h="296">
                <a:moveTo>
                  <a:pt x="68" y="92"/>
                </a:moveTo>
                <a:cubicBezTo>
                  <a:pt x="68" y="92"/>
                  <a:pt x="63" y="92"/>
                  <a:pt x="52" y="92"/>
                </a:cubicBezTo>
                <a:cubicBezTo>
                  <a:pt x="43" y="92"/>
                  <a:pt x="35" y="89"/>
                  <a:pt x="29" y="82"/>
                </a:cubicBezTo>
                <a:cubicBezTo>
                  <a:pt x="22" y="76"/>
                  <a:pt x="19" y="68"/>
                  <a:pt x="19" y="57"/>
                </a:cubicBezTo>
                <a:cubicBezTo>
                  <a:pt x="19" y="42"/>
                  <a:pt x="26" y="29"/>
                  <a:pt x="41" y="17"/>
                </a:cubicBezTo>
                <a:cubicBezTo>
                  <a:pt x="56" y="6"/>
                  <a:pt x="82" y="0"/>
                  <a:pt x="120" y="0"/>
                </a:cubicBezTo>
                <a:cubicBezTo>
                  <a:pt x="151" y="0"/>
                  <a:pt x="176" y="7"/>
                  <a:pt x="196" y="21"/>
                </a:cubicBezTo>
                <a:cubicBezTo>
                  <a:pt x="215" y="34"/>
                  <a:pt x="228" y="51"/>
                  <a:pt x="234" y="70"/>
                </a:cubicBezTo>
                <a:cubicBezTo>
                  <a:pt x="236" y="76"/>
                  <a:pt x="237" y="82"/>
                  <a:pt x="237" y="90"/>
                </a:cubicBezTo>
                <a:cubicBezTo>
                  <a:pt x="237" y="97"/>
                  <a:pt x="238" y="121"/>
                  <a:pt x="238" y="163"/>
                </a:cubicBezTo>
                <a:lnTo>
                  <a:pt x="238" y="209"/>
                </a:lnTo>
                <a:cubicBezTo>
                  <a:pt x="238" y="229"/>
                  <a:pt x="239" y="243"/>
                  <a:pt x="241" y="251"/>
                </a:cubicBezTo>
                <a:cubicBezTo>
                  <a:pt x="243" y="259"/>
                  <a:pt x="248" y="263"/>
                  <a:pt x="255" y="263"/>
                </a:cubicBezTo>
                <a:cubicBezTo>
                  <a:pt x="261" y="263"/>
                  <a:pt x="265" y="259"/>
                  <a:pt x="268" y="252"/>
                </a:cubicBezTo>
                <a:cubicBezTo>
                  <a:pt x="270" y="245"/>
                  <a:pt x="271" y="234"/>
                  <a:pt x="271" y="218"/>
                </a:cubicBezTo>
                <a:lnTo>
                  <a:pt x="271" y="195"/>
                </a:lnTo>
                <a:lnTo>
                  <a:pt x="297" y="195"/>
                </a:lnTo>
                <a:lnTo>
                  <a:pt x="297" y="220"/>
                </a:lnTo>
                <a:cubicBezTo>
                  <a:pt x="296" y="237"/>
                  <a:pt x="295" y="247"/>
                  <a:pt x="295" y="250"/>
                </a:cubicBezTo>
                <a:cubicBezTo>
                  <a:pt x="291" y="263"/>
                  <a:pt x="283" y="273"/>
                  <a:pt x="272" y="282"/>
                </a:cubicBezTo>
                <a:cubicBezTo>
                  <a:pt x="261" y="289"/>
                  <a:pt x="249" y="293"/>
                  <a:pt x="237" y="293"/>
                </a:cubicBezTo>
                <a:cubicBezTo>
                  <a:pt x="224" y="294"/>
                  <a:pt x="214" y="290"/>
                  <a:pt x="206" y="282"/>
                </a:cubicBezTo>
                <a:cubicBezTo>
                  <a:pt x="199" y="272"/>
                  <a:pt x="194" y="263"/>
                  <a:pt x="191" y="254"/>
                </a:cubicBezTo>
                <a:lnTo>
                  <a:pt x="191" y="251"/>
                </a:lnTo>
                <a:lnTo>
                  <a:pt x="190" y="253"/>
                </a:lnTo>
                <a:cubicBezTo>
                  <a:pt x="189" y="254"/>
                  <a:pt x="188" y="255"/>
                  <a:pt x="187" y="257"/>
                </a:cubicBezTo>
                <a:cubicBezTo>
                  <a:pt x="185" y="258"/>
                  <a:pt x="184" y="260"/>
                  <a:pt x="181" y="263"/>
                </a:cubicBezTo>
                <a:cubicBezTo>
                  <a:pt x="179" y="265"/>
                  <a:pt x="177" y="267"/>
                  <a:pt x="174" y="270"/>
                </a:cubicBezTo>
                <a:cubicBezTo>
                  <a:pt x="171" y="272"/>
                  <a:pt x="167" y="274"/>
                  <a:pt x="164" y="278"/>
                </a:cubicBezTo>
                <a:cubicBezTo>
                  <a:pt x="161" y="281"/>
                  <a:pt x="157" y="284"/>
                  <a:pt x="152" y="285"/>
                </a:cubicBezTo>
                <a:cubicBezTo>
                  <a:pt x="148" y="287"/>
                  <a:pt x="143" y="289"/>
                  <a:pt x="138" y="291"/>
                </a:cubicBezTo>
                <a:cubicBezTo>
                  <a:pt x="133" y="292"/>
                  <a:pt x="128" y="294"/>
                  <a:pt x="122" y="294"/>
                </a:cubicBezTo>
                <a:cubicBezTo>
                  <a:pt x="116" y="295"/>
                  <a:pt x="109" y="296"/>
                  <a:pt x="102" y="296"/>
                </a:cubicBezTo>
                <a:cubicBezTo>
                  <a:pt x="76" y="296"/>
                  <a:pt x="52" y="290"/>
                  <a:pt x="31" y="275"/>
                </a:cubicBezTo>
                <a:cubicBezTo>
                  <a:pt x="11" y="262"/>
                  <a:pt x="0" y="243"/>
                  <a:pt x="0" y="219"/>
                </a:cubicBezTo>
                <a:cubicBezTo>
                  <a:pt x="0" y="210"/>
                  <a:pt x="2" y="202"/>
                  <a:pt x="5" y="194"/>
                </a:cubicBezTo>
                <a:cubicBezTo>
                  <a:pt x="8" y="186"/>
                  <a:pt x="14" y="177"/>
                  <a:pt x="22" y="167"/>
                </a:cubicBezTo>
                <a:cubicBezTo>
                  <a:pt x="31" y="158"/>
                  <a:pt x="41" y="150"/>
                  <a:pt x="53" y="144"/>
                </a:cubicBezTo>
                <a:cubicBezTo>
                  <a:pt x="66" y="137"/>
                  <a:pt x="83" y="131"/>
                  <a:pt x="104" y="126"/>
                </a:cubicBezTo>
                <a:cubicBezTo>
                  <a:pt x="126" y="120"/>
                  <a:pt x="149" y="117"/>
                  <a:pt x="175" y="116"/>
                </a:cubicBezTo>
                <a:lnTo>
                  <a:pt x="184" y="116"/>
                </a:lnTo>
                <a:lnTo>
                  <a:pt x="184" y="102"/>
                </a:lnTo>
                <a:cubicBezTo>
                  <a:pt x="184" y="87"/>
                  <a:pt x="183" y="76"/>
                  <a:pt x="180" y="70"/>
                </a:cubicBezTo>
                <a:cubicBezTo>
                  <a:pt x="171" y="39"/>
                  <a:pt x="150" y="24"/>
                  <a:pt x="118" y="24"/>
                </a:cubicBezTo>
                <a:cubicBezTo>
                  <a:pt x="110" y="24"/>
                  <a:pt x="103" y="24"/>
                  <a:pt x="96" y="25"/>
                </a:cubicBezTo>
                <a:cubicBezTo>
                  <a:pt x="89" y="25"/>
                  <a:pt x="84" y="26"/>
                  <a:pt x="80" y="27"/>
                </a:cubicBezTo>
                <a:cubicBezTo>
                  <a:pt x="76" y="28"/>
                  <a:pt x="74" y="29"/>
                  <a:pt x="75" y="29"/>
                </a:cubicBezTo>
                <a:cubicBezTo>
                  <a:pt x="84" y="35"/>
                  <a:pt x="89" y="45"/>
                  <a:pt x="89" y="57"/>
                </a:cubicBezTo>
                <a:cubicBezTo>
                  <a:pt x="89" y="68"/>
                  <a:pt x="85" y="76"/>
                  <a:pt x="78" y="82"/>
                </a:cubicBezTo>
                <a:lnTo>
                  <a:pt x="68" y="92"/>
                </a:lnTo>
                <a:moveTo>
                  <a:pt x="60" y="220"/>
                </a:moveTo>
                <a:cubicBezTo>
                  <a:pt x="60" y="233"/>
                  <a:pt x="66" y="245"/>
                  <a:pt x="76" y="255"/>
                </a:cubicBezTo>
                <a:cubicBezTo>
                  <a:pt x="86" y="266"/>
                  <a:pt x="99" y="271"/>
                  <a:pt x="114" y="272"/>
                </a:cubicBezTo>
                <a:cubicBezTo>
                  <a:pt x="130" y="272"/>
                  <a:pt x="145" y="267"/>
                  <a:pt x="157" y="257"/>
                </a:cubicBezTo>
                <a:cubicBezTo>
                  <a:pt x="169" y="247"/>
                  <a:pt x="178" y="234"/>
                  <a:pt x="182" y="218"/>
                </a:cubicBezTo>
                <a:cubicBezTo>
                  <a:pt x="183" y="215"/>
                  <a:pt x="184" y="201"/>
                  <a:pt x="184" y="176"/>
                </a:cubicBezTo>
                <a:cubicBezTo>
                  <a:pt x="184" y="151"/>
                  <a:pt x="184" y="138"/>
                  <a:pt x="183" y="138"/>
                </a:cubicBezTo>
                <a:cubicBezTo>
                  <a:pt x="180" y="138"/>
                  <a:pt x="175" y="139"/>
                  <a:pt x="170" y="139"/>
                </a:cubicBezTo>
                <a:cubicBezTo>
                  <a:pt x="164" y="139"/>
                  <a:pt x="155" y="141"/>
                  <a:pt x="141" y="145"/>
                </a:cubicBezTo>
                <a:cubicBezTo>
                  <a:pt x="127" y="148"/>
                  <a:pt x="115" y="153"/>
                  <a:pt x="104" y="158"/>
                </a:cubicBezTo>
                <a:cubicBezTo>
                  <a:pt x="92" y="163"/>
                  <a:pt x="83" y="171"/>
                  <a:pt x="74" y="181"/>
                </a:cubicBezTo>
                <a:cubicBezTo>
                  <a:pt x="65" y="192"/>
                  <a:pt x="61" y="205"/>
                  <a:pt x="60" y="22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80" name=""/>
          <p:cNvSpPr/>
          <p:nvPr/>
        </p:nvSpPr>
        <p:spPr>
          <a:xfrm>
            <a:off x="4604760" y="2612520"/>
            <a:ext cx="117360" cy="100080"/>
          </a:xfrm>
          <a:custGeom>
            <a:avLst/>
            <a:gdLst/>
            <a:ahLst/>
            <a:rect l="0" t="0" r="r" b="b"/>
            <a:pathLst>
              <a:path w="326" h="278">
                <a:moveTo>
                  <a:pt x="123" y="278"/>
                </a:moveTo>
                <a:cubicBezTo>
                  <a:pt x="118" y="277"/>
                  <a:pt x="97" y="276"/>
                  <a:pt x="60" y="276"/>
                </a:cubicBezTo>
                <a:cubicBezTo>
                  <a:pt x="27" y="276"/>
                  <a:pt x="9" y="277"/>
                  <a:pt x="4" y="278"/>
                </a:cubicBezTo>
                <a:lnTo>
                  <a:pt x="0" y="278"/>
                </a:lnTo>
                <a:lnTo>
                  <a:pt x="0" y="249"/>
                </a:lnTo>
                <a:lnTo>
                  <a:pt x="10" y="249"/>
                </a:lnTo>
                <a:cubicBezTo>
                  <a:pt x="20" y="248"/>
                  <a:pt x="29" y="247"/>
                  <a:pt x="37" y="245"/>
                </a:cubicBezTo>
                <a:cubicBezTo>
                  <a:pt x="45" y="243"/>
                  <a:pt x="51" y="241"/>
                  <a:pt x="56" y="239"/>
                </a:cubicBezTo>
                <a:cubicBezTo>
                  <a:pt x="60" y="237"/>
                  <a:pt x="65" y="234"/>
                  <a:pt x="72" y="228"/>
                </a:cubicBezTo>
                <a:cubicBezTo>
                  <a:pt x="78" y="223"/>
                  <a:pt x="82" y="219"/>
                  <a:pt x="83" y="217"/>
                </a:cubicBezTo>
                <a:cubicBezTo>
                  <a:pt x="85" y="214"/>
                  <a:pt x="89" y="209"/>
                  <a:pt x="97" y="200"/>
                </a:cubicBezTo>
                <a:cubicBezTo>
                  <a:pt x="105" y="191"/>
                  <a:pt x="109" y="185"/>
                  <a:pt x="110" y="182"/>
                </a:cubicBezTo>
                <a:lnTo>
                  <a:pt x="139" y="143"/>
                </a:lnTo>
                <a:lnTo>
                  <a:pt x="102" y="93"/>
                </a:lnTo>
                <a:cubicBezTo>
                  <a:pt x="98" y="87"/>
                  <a:pt x="94" y="81"/>
                  <a:pt x="90" y="75"/>
                </a:cubicBezTo>
                <a:cubicBezTo>
                  <a:pt x="86" y="69"/>
                  <a:pt x="82" y="64"/>
                  <a:pt x="80" y="61"/>
                </a:cubicBezTo>
                <a:cubicBezTo>
                  <a:pt x="77" y="58"/>
                  <a:pt x="75" y="55"/>
                  <a:pt x="73" y="51"/>
                </a:cubicBezTo>
                <a:cubicBezTo>
                  <a:pt x="70" y="48"/>
                  <a:pt x="68" y="45"/>
                  <a:pt x="67" y="44"/>
                </a:cubicBezTo>
                <a:cubicBezTo>
                  <a:pt x="65" y="42"/>
                  <a:pt x="64" y="41"/>
                  <a:pt x="63" y="39"/>
                </a:cubicBezTo>
                <a:cubicBezTo>
                  <a:pt x="62" y="38"/>
                  <a:pt x="60" y="37"/>
                  <a:pt x="58" y="35"/>
                </a:cubicBezTo>
                <a:cubicBezTo>
                  <a:pt x="56" y="34"/>
                  <a:pt x="55" y="33"/>
                  <a:pt x="54" y="33"/>
                </a:cubicBezTo>
                <a:cubicBezTo>
                  <a:pt x="54" y="33"/>
                  <a:pt x="53" y="33"/>
                  <a:pt x="51" y="32"/>
                </a:cubicBezTo>
                <a:cubicBezTo>
                  <a:pt x="48" y="31"/>
                  <a:pt x="47" y="31"/>
                  <a:pt x="45" y="31"/>
                </a:cubicBezTo>
                <a:cubicBezTo>
                  <a:pt x="43" y="31"/>
                  <a:pt x="35" y="30"/>
                  <a:pt x="22" y="30"/>
                </a:cubicBezTo>
                <a:lnTo>
                  <a:pt x="3" y="30"/>
                </a:lnTo>
                <a:lnTo>
                  <a:pt x="3" y="0"/>
                </a:lnTo>
                <a:lnTo>
                  <a:pt x="9" y="0"/>
                </a:lnTo>
                <a:cubicBezTo>
                  <a:pt x="24" y="1"/>
                  <a:pt x="46" y="1"/>
                  <a:pt x="75" y="1"/>
                </a:cubicBezTo>
                <a:cubicBezTo>
                  <a:pt x="115" y="1"/>
                  <a:pt x="137" y="1"/>
                  <a:pt x="141" y="0"/>
                </a:cubicBezTo>
                <a:lnTo>
                  <a:pt x="146" y="0"/>
                </a:lnTo>
                <a:lnTo>
                  <a:pt x="146" y="30"/>
                </a:lnTo>
                <a:cubicBezTo>
                  <a:pt x="131" y="31"/>
                  <a:pt x="123" y="35"/>
                  <a:pt x="123" y="40"/>
                </a:cubicBezTo>
                <a:cubicBezTo>
                  <a:pt x="123" y="41"/>
                  <a:pt x="125" y="44"/>
                  <a:pt x="130" y="50"/>
                </a:cubicBezTo>
                <a:cubicBezTo>
                  <a:pt x="134" y="56"/>
                  <a:pt x="140" y="64"/>
                  <a:pt x="148" y="75"/>
                </a:cubicBezTo>
                <a:cubicBezTo>
                  <a:pt x="155" y="86"/>
                  <a:pt x="162" y="95"/>
                  <a:pt x="166" y="102"/>
                </a:cubicBezTo>
                <a:lnTo>
                  <a:pt x="169" y="105"/>
                </a:lnTo>
                <a:lnTo>
                  <a:pt x="185" y="82"/>
                </a:lnTo>
                <a:cubicBezTo>
                  <a:pt x="199" y="64"/>
                  <a:pt x="206" y="53"/>
                  <a:pt x="206" y="47"/>
                </a:cubicBezTo>
                <a:cubicBezTo>
                  <a:pt x="206" y="44"/>
                  <a:pt x="205" y="42"/>
                  <a:pt x="204" y="40"/>
                </a:cubicBezTo>
                <a:cubicBezTo>
                  <a:pt x="204" y="38"/>
                  <a:pt x="202" y="36"/>
                  <a:pt x="201" y="35"/>
                </a:cubicBezTo>
                <a:cubicBezTo>
                  <a:pt x="200" y="35"/>
                  <a:pt x="199" y="34"/>
                  <a:pt x="198" y="33"/>
                </a:cubicBezTo>
                <a:cubicBezTo>
                  <a:pt x="197" y="32"/>
                  <a:pt x="196" y="31"/>
                  <a:pt x="193" y="30"/>
                </a:cubicBezTo>
                <a:lnTo>
                  <a:pt x="192" y="30"/>
                </a:lnTo>
                <a:lnTo>
                  <a:pt x="188" y="30"/>
                </a:lnTo>
                <a:lnTo>
                  <a:pt x="188" y="0"/>
                </a:lnTo>
                <a:lnTo>
                  <a:pt x="193" y="0"/>
                </a:lnTo>
                <a:cubicBezTo>
                  <a:pt x="199" y="1"/>
                  <a:pt x="220" y="2"/>
                  <a:pt x="256" y="2"/>
                </a:cubicBezTo>
                <a:cubicBezTo>
                  <a:pt x="290" y="2"/>
                  <a:pt x="309" y="1"/>
                  <a:pt x="311" y="0"/>
                </a:cubicBezTo>
                <a:lnTo>
                  <a:pt x="315" y="0"/>
                </a:lnTo>
                <a:lnTo>
                  <a:pt x="315" y="30"/>
                </a:lnTo>
                <a:lnTo>
                  <a:pt x="310" y="30"/>
                </a:lnTo>
                <a:cubicBezTo>
                  <a:pt x="289" y="30"/>
                  <a:pt x="272" y="33"/>
                  <a:pt x="258" y="41"/>
                </a:cubicBezTo>
                <a:cubicBezTo>
                  <a:pt x="251" y="44"/>
                  <a:pt x="244" y="50"/>
                  <a:pt x="237" y="58"/>
                </a:cubicBezTo>
                <a:cubicBezTo>
                  <a:pt x="229" y="66"/>
                  <a:pt x="215" y="85"/>
                  <a:pt x="195" y="113"/>
                </a:cubicBezTo>
                <a:lnTo>
                  <a:pt x="184" y="126"/>
                </a:lnTo>
                <a:lnTo>
                  <a:pt x="224" y="181"/>
                </a:lnTo>
                <a:cubicBezTo>
                  <a:pt x="253" y="220"/>
                  <a:pt x="268" y="240"/>
                  <a:pt x="270" y="242"/>
                </a:cubicBezTo>
                <a:cubicBezTo>
                  <a:pt x="272" y="243"/>
                  <a:pt x="276" y="245"/>
                  <a:pt x="281" y="246"/>
                </a:cubicBezTo>
                <a:cubicBezTo>
                  <a:pt x="289" y="248"/>
                  <a:pt x="300" y="249"/>
                  <a:pt x="315" y="249"/>
                </a:cubicBezTo>
                <a:lnTo>
                  <a:pt x="326" y="249"/>
                </a:lnTo>
                <a:lnTo>
                  <a:pt x="326" y="278"/>
                </a:lnTo>
                <a:lnTo>
                  <a:pt x="322" y="278"/>
                </a:lnTo>
                <a:lnTo>
                  <a:pt x="317" y="278"/>
                </a:lnTo>
                <a:cubicBezTo>
                  <a:pt x="314" y="278"/>
                  <a:pt x="309" y="278"/>
                  <a:pt x="304" y="278"/>
                </a:cubicBezTo>
                <a:cubicBezTo>
                  <a:pt x="299" y="278"/>
                  <a:pt x="294" y="277"/>
                  <a:pt x="288" y="277"/>
                </a:cubicBezTo>
                <a:cubicBezTo>
                  <a:pt x="282" y="277"/>
                  <a:pt x="277" y="277"/>
                  <a:pt x="272" y="277"/>
                </a:cubicBezTo>
                <a:cubicBezTo>
                  <a:pt x="267" y="277"/>
                  <a:pt x="263" y="277"/>
                  <a:pt x="260" y="276"/>
                </a:cubicBezTo>
                <a:cubicBezTo>
                  <a:pt x="256" y="276"/>
                  <a:pt x="248" y="276"/>
                  <a:pt x="237" y="276"/>
                </a:cubicBezTo>
                <a:cubicBezTo>
                  <a:pt x="225" y="276"/>
                  <a:pt x="215" y="277"/>
                  <a:pt x="204" y="278"/>
                </a:cubicBezTo>
                <a:lnTo>
                  <a:pt x="190" y="278"/>
                </a:lnTo>
                <a:lnTo>
                  <a:pt x="184" y="278"/>
                </a:lnTo>
                <a:lnTo>
                  <a:pt x="184" y="249"/>
                </a:lnTo>
                <a:lnTo>
                  <a:pt x="186" y="249"/>
                </a:lnTo>
                <a:cubicBezTo>
                  <a:pt x="190" y="249"/>
                  <a:pt x="195" y="248"/>
                  <a:pt x="200" y="245"/>
                </a:cubicBezTo>
                <a:cubicBezTo>
                  <a:pt x="205" y="243"/>
                  <a:pt x="207" y="241"/>
                  <a:pt x="207" y="238"/>
                </a:cubicBezTo>
                <a:cubicBezTo>
                  <a:pt x="207" y="237"/>
                  <a:pt x="198" y="225"/>
                  <a:pt x="181" y="201"/>
                </a:cubicBezTo>
                <a:lnTo>
                  <a:pt x="155" y="166"/>
                </a:lnTo>
                <a:cubicBezTo>
                  <a:pt x="154" y="166"/>
                  <a:pt x="148" y="175"/>
                  <a:pt x="135" y="193"/>
                </a:cubicBezTo>
                <a:cubicBezTo>
                  <a:pt x="122" y="210"/>
                  <a:pt x="115" y="220"/>
                  <a:pt x="113" y="222"/>
                </a:cubicBezTo>
                <a:cubicBezTo>
                  <a:pt x="111" y="224"/>
                  <a:pt x="110" y="227"/>
                  <a:pt x="110" y="231"/>
                </a:cubicBezTo>
                <a:cubicBezTo>
                  <a:pt x="110" y="235"/>
                  <a:pt x="112" y="239"/>
                  <a:pt x="115" y="243"/>
                </a:cubicBezTo>
                <a:cubicBezTo>
                  <a:pt x="118" y="246"/>
                  <a:pt x="122" y="248"/>
                  <a:pt x="127" y="249"/>
                </a:cubicBezTo>
                <a:cubicBezTo>
                  <a:pt x="127" y="249"/>
                  <a:pt x="128" y="254"/>
                  <a:pt x="128" y="263"/>
                </a:cubicBezTo>
                <a:lnTo>
                  <a:pt x="128" y="278"/>
                </a:lnTo>
                <a:lnTo>
                  <a:pt x="123" y="27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81" name=""/>
          <p:cNvSpPr txBox="1"/>
          <p:nvPr/>
        </p:nvSpPr>
        <p:spPr>
          <a:xfrm>
            <a:off x="1423080" y="2390760"/>
            <a:ext cx="25934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既知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(confirmatory):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82" name=""/>
          <p:cNvSpPr/>
          <p:nvPr/>
        </p:nvSpPr>
        <p:spPr>
          <a:xfrm>
            <a:off x="933120" y="29527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2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8" y="99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2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4"/>
                  <a:pt x="220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83" name=""/>
          <p:cNvSpPr/>
          <p:nvPr/>
        </p:nvSpPr>
        <p:spPr>
          <a:xfrm>
            <a:off x="1210320" y="2876400"/>
            <a:ext cx="201960" cy="224280"/>
          </a:xfrm>
          <a:custGeom>
            <a:avLst/>
            <a:gdLst/>
            <a:ahLst/>
            <a:rect l="0" t="0" r="r" b="b"/>
            <a:pathLst>
              <a:path w="561" h="623">
                <a:moveTo>
                  <a:pt x="179" y="42"/>
                </a:moveTo>
                <a:cubicBezTo>
                  <a:pt x="158" y="42"/>
                  <a:pt x="147" y="41"/>
                  <a:pt x="146" y="38"/>
                </a:cubicBezTo>
                <a:cubicBezTo>
                  <a:pt x="145" y="37"/>
                  <a:pt x="145" y="34"/>
                  <a:pt x="145" y="31"/>
                </a:cubicBezTo>
                <a:cubicBezTo>
                  <a:pt x="145" y="16"/>
                  <a:pt x="148" y="6"/>
                  <a:pt x="155" y="1"/>
                </a:cubicBezTo>
                <a:cubicBezTo>
                  <a:pt x="156" y="0"/>
                  <a:pt x="161" y="0"/>
                  <a:pt x="169" y="0"/>
                </a:cubicBezTo>
                <a:cubicBezTo>
                  <a:pt x="201" y="2"/>
                  <a:pt x="240" y="3"/>
                  <a:pt x="285" y="3"/>
                </a:cubicBezTo>
                <a:cubicBezTo>
                  <a:pt x="371" y="3"/>
                  <a:pt x="420" y="2"/>
                  <a:pt x="433" y="0"/>
                </a:cubicBezTo>
                <a:lnTo>
                  <a:pt x="444" y="0"/>
                </a:lnTo>
                <a:cubicBezTo>
                  <a:pt x="447" y="4"/>
                  <a:pt x="449" y="6"/>
                  <a:pt x="449" y="8"/>
                </a:cubicBezTo>
                <a:cubicBezTo>
                  <a:pt x="449" y="10"/>
                  <a:pt x="448" y="15"/>
                  <a:pt x="447" y="24"/>
                </a:cubicBezTo>
                <a:cubicBezTo>
                  <a:pt x="444" y="34"/>
                  <a:pt x="441" y="39"/>
                  <a:pt x="439" y="42"/>
                </a:cubicBezTo>
                <a:lnTo>
                  <a:pt x="404" y="42"/>
                </a:lnTo>
                <a:cubicBezTo>
                  <a:pt x="363" y="42"/>
                  <a:pt x="338" y="45"/>
                  <a:pt x="331" y="50"/>
                </a:cubicBezTo>
                <a:cubicBezTo>
                  <a:pt x="327" y="52"/>
                  <a:pt x="322" y="61"/>
                  <a:pt x="318" y="75"/>
                </a:cubicBezTo>
                <a:cubicBezTo>
                  <a:pt x="314" y="90"/>
                  <a:pt x="293" y="170"/>
                  <a:pt x="256" y="316"/>
                </a:cubicBezTo>
                <a:cubicBezTo>
                  <a:pt x="246" y="355"/>
                  <a:pt x="236" y="397"/>
                  <a:pt x="225" y="442"/>
                </a:cubicBezTo>
                <a:cubicBezTo>
                  <a:pt x="214" y="486"/>
                  <a:pt x="206" y="520"/>
                  <a:pt x="201" y="542"/>
                </a:cubicBezTo>
                <a:lnTo>
                  <a:pt x="192" y="575"/>
                </a:lnTo>
                <a:cubicBezTo>
                  <a:pt x="192" y="577"/>
                  <a:pt x="195" y="579"/>
                  <a:pt x="201" y="579"/>
                </a:cubicBezTo>
                <a:cubicBezTo>
                  <a:pt x="206" y="579"/>
                  <a:pt x="224" y="579"/>
                  <a:pt x="254" y="580"/>
                </a:cubicBezTo>
                <a:lnTo>
                  <a:pt x="270" y="580"/>
                </a:lnTo>
                <a:cubicBezTo>
                  <a:pt x="290" y="580"/>
                  <a:pt x="306" y="580"/>
                  <a:pt x="317" y="580"/>
                </a:cubicBezTo>
                <a:cubicBezTo>
                  <a:pt x="329" y="579"/>
                  <a:pt x="344" y="577"/>
                  <a:pt x="362" y="573"/>
                </a:cubicBezTo>
                <a:cubicBezTo>
                  <a:pt x="380" y="570"/>
                  <a:pt x="395" y="564"/>
                  <a:pt x="407" y="557"/>
                </a:cubicBezTo>
                <a:cubicBezTo>
                  <a:pt x="419" y="549"/>
                  <a:pt x="433" y="539"/>
                  <a:pt x="447" y="526"/>
                </a:cubicBezTo>
                <a:cubicBezTo>
                  <a:pt x="462" y="512"/>
                  <a:pt x="475" y="496"/>
                  <a:pt x="485" y="476"/>
                </a:cubicBezTo>
                <a:cubicBezTo>
                  <a:pt x="495" y="458"/>
                  <a:pt x="504" y="437"/>
                  <a:pt x="513" y="415"/>
                </a:cubicBezTo>
                <a:cubicBezTo>
                  <a:pt x="521" y="391"/>
                  <a:pt x="526" y="379"/>
                  <a:pt x="528" y="376"/>
                </a:cubicBezTo>
                <a:cubicBezTo>
                  <a:pt x="531" y="374"/>
                  <a:pt x="536" y="373"/>
                  <a:pt x="544" y="373"/>
                </a:cubicBezTo>
                <a:lnTo>
                  <a:pt x="555" y="373"/>
                </a:lnTo>
                <a:cubicBezTo>
                  <a:pt x="559" y="378"/>
                  <a:pt x="561" y="382"/>
                  <a:pt x="561" y="383"/>
                </a:cubicBezTo>
                <a:cubicBezTo>
                  <a:pt x="561" y="384"/>
                  <a:pt x="555" y="402"/>
                  <a:pt x="543" y="438"/>
                </a:cubicBezTo>
                <a:cubicBezTo>
                  <a:pt x="531" y="472"/>
                  <a:pt x="517" y="509"/>
                  <a:pt x="503" y="547"/>
                </a:cubicBezTo>
                <a:cubicBezTo>
                  <a:pt x="488" y="585"/>
                  <a:pt x="480" y="607"/>
                  <a:pt x="479" y="614"/>
                </a:cubicBezTo>
                <a:cubicBezTo>
                  <a:pt x="478" y="617"/>
                  <a:pt x="477" y="619"/>
                  <a:pt x="475" y="620"/>
                </a:cubicBezTo>
                <a:cubicBezTo>
                  <a:pt x="474" y="620"/>
                  <a:pt x="469" y="621"/>
                  <a:pt x="461" y="622"/>
                </a:cubicBezTo>
                <a:cubicBezTo>
                  <a:pt x="452" y="623"/>
                  <a:pt x="439" y="624"/>
                  <a:pt x="422" y="623"/>
                </a:cubicBezTo>
                <a:cubicBezTo>
                  <a:pt x="415" y="623"/>
                  <a:pt x="392" y="623"/>
                  <a:pt x="353" y="623"/>
                </a:cubicBezTo>
                <a:cubicBezTo>
                  <a:pt x="313" y="623"/>
                  <a:pt x="276" y="623"/>
                  <a:pt x="239" y="622"/>
                </a:cubicBezTo>
                <a:lnTo>
                  <a:pt x="77" y="622"/>
                </a:lnTo>
                <a:cubicBezTo>
                  <a:pt x="26" y="622"/>
                  <a:pt x="0" y="619"/>
                  <a:pt x="0" y="613"/>
                </a:cubicBezTo>
                <a:cubicBezTo>
                  <a:pt x="0" y="609"/>
                  <a:pt x="1" y="605"/>
                  <a:pt x="2" y="600"/>
                </a:cubicBezTo>
                <a:cubicBezTo>
                  <a:pt x="5" y="589"/>
                  <a:pt x="8" y="583"/>
                  <a:pt x="11" y="581"/>
                </a:cubicBezTo>
                <a:cubicBezTo>
                  <a:pt x="14" y="581"/>
                  <a:pt x="18" y="580"/>
                  <a:pt x="25" y="580"/>
                </a:cubicBezTo>
                <a:lnTo>
                  <a:pt x="30" y="580"/>
                </a:lnTo>
                <a:cubicBezTo>
                  <a:pt x="47" y="580"/>
                  <a:pt x="65" y="580"/>
                  <a:pt x="85" y="578"/>
                </a:cubicBezTo>
                <a:cubicBezTo>
                  <a:pt x="94" y="576"/>
                  <a:pt x="99" y="572"/>
                  <a:pt x="102" y="567"/>
                </a:cubicBezTo>
                <a:cubicBezTo>
                  <a:pt x="104" y="564"/>
                  <a:pt x="126" y="480"/>
                  <a:pt x="168" y="313"/>
                </a:cubicBezTo>
                <a:cubicBezTo>
                  <a:pt x="210" y="147"/>
                  <a:pt x="231" y="59"/>
                  <a:pt x="231" y="50"/>
                </a:cubicBezTo>
                <a:cubicBezTo>
                  <a:pt x="231" y="46"/>
                  <a:pt x="213" y="43"/>
                  <a:pt x="179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84" name=""/>
          <p:cNvSpPr txBox="1"/>
          <p:nvPr/>
        </p:nvSpPr>
        <p:spPr>
          <a:xfrm>
            <a:off x="4737240" y="2390760"/>
            <a:ext cx="44694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で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worst-case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を臨床スケールで報告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85" name=""/>
          <p:cNvSpPr/>
          <p:nvPr/>
        </p:nvSpPr>
        <p:spPr>
          <a:xfrm>
            <a:off x="3506040" y="2879280"/>
            <a:ext cx="201600" cy="224280"/>
          </a:xfrm>
          <a:custGeom>
            <a:avLst/>
            <a:gdLst/>
            <a:ahLst/>
            <a:rect l="0" t="0" r="r" b="b"/>
            <a:pathLst>
              <a:path w="560" h="623">
                <a:moveTo>
                  <a:pt x="179" y="42"/>
                </a:moveTo>
                <a:cubicBezTo>
                  <a:pt x="159" y="42"/>
                  <a:pt x="148" y="41"/>
                  <a:pt x="146" y="38"/>
                </a:cubicBezTo>
                <a:cubicBezTo>
                  <a:pt x="146" y="37"/>
                  <a:pt x="145" y="34"/>
                  <a:pt x="145" y="31"/>
                </a:cubicBezTo>
                <a:cubicBezTo>
                  <a:pt x="145" y="16"/>
                  <a:pt x="149" y="6"/>
                  <a:pt x="155" y="1"/>
                </a:cubicBezTo>
                <a:cubicBezTo>
                  <a:pt x="157" y="0"/>
                  <a:pt x="161" y="0"/>
                  <a:pt x="169" y="0"/>
                </a:cubicBezTo>
                <a:cubicBezTo>
                  <a:pt x="202" y="2"/>
                  <a:pt x="240" y="3"/>
                  <a:pt x="285" y="3"/>
                </a:cubicBezTo>
                <a:cubicBezTo>
                  <a:pt x="370" y="3"/>
                  <a:pt x="419" y="2"/>
                  <a:pt x="432" y="0"/>
                </a:cubicBezTo>
                <a:lnTo>
                  <a:pt x="443" y="0"/>
                </a:lnTo>
                <a:cubicBezTo>
                  <a:pt x="447" y="4"/>
                  <a:pt x="448" y="6"/>
                  <a:pt x="448" y="8"/>
                </a:cubicBezTo>
                <a:cubicBezTo>
                  <a:pt x="448" y="10"/>
                  <a:pt x="448" y="15"/>
                  <a:pt x="447" y="24"/>
                </a:cubicBezTo>
                <a:cubicBezTo>
                  <a:pt x="443" y="34"/>
                  <a:pt x="441" y="39"/>
                  <a:pt x="438" y="42"/>
                </a:cubicBezTo>
                <a:lnTo>
                  <a:pt x="404" y="42"/>
                </a:lnTo>
                <a:cubicBezTo>
                  <a:pt x="362" y="42"/>
                  <a:pt x="337" y="45"/>
                  <a:pt x="330" y="50"/>
                </a:cubicBezTo>
                <a:cubicBezTo>
                  <a:pt x="326" y="52"/>
                  <a:pt x="322" y="61"/>
                  <a:pt x="317" y="75"/>
                </a:cubicBezTo>
                <a:cubicBezTo>
                  <a:pt x="313" y="90"/>
                  <a:pt x="293" y="170"/>
                  <a:pt x="256" y="316"/>
                </a:cubicBezTo>
                <a:cubicBezTo>
                  <a:pt x="247" y="355"/>
                  <a:pt x="236" y="397"/>
                  <a:pt x="226" y="442"/>
                </a:cubicBezTo>
                <a:cubicBezTo>
                  <a:pt x="215" y="486"/>
                  <a:pt x="206" y="520"/>
                  <a:pt x="201" y="542"/>
                </a:cubicBezTo>
                <a:lnTo>
                  <a:pt x="193" y="575"/>
                </a:lnTo>
                <a:cubicBezTo>
                  <a:pt x="193" y="577"/>
                  <a:pt x="195" y="578"/>
                  <a:pt x="201" y="578"/>
                </a:cubicBezTo>
                <a:cubicBezTo>
                  <a:pt x="206" y="578"/>
                  <a:pt x="224" y="579"/>
                  <a:pt x="255" y="580"/>
                </a:cubicBezTo>
                <a:lnTo>
                  <a:pt x="270" y="580"/>
                </a:lnTo>
                <a:cubicBezTo>
                  <a:pt x="289" y="580"/>
                  <a:pt x="305" y="580"/>
                  <a:pt x="316" y="579"/>
                </a:cubicBezTo>
                <a:cubicBezTo>
                  <a:pt x="328" y="579"/>
                  <a:pt x="343" y="577"/>
                  <a:pt x="361" y="573"/>
                </a:cubicBezTo>
                <a:cubicBezTo>
                  <a:pt x="379" y="569"/>
                  <a:pt x="394" y="564"/>
                  <a:pt x="407" y="557"/>
                </a:cubicBezTo>
                <a:cubicBezTo>
                  <a:pt x="419" y="549"/>
                  <a:pt x="432" y="539"/>
                  <a:pt x="447" y="526"/>
                </a:cubicBezTo>
                <a:cubicBezTo>
                  <a:pt x="461" y="512"/>
                  <a:pt x="474" y="496"/>
                  <a:pt x="485" y="476"/>
                </a:cubicBezTo>
                <a:cubicBezTo>
                  <a:pt x="494" y="458"/>
                  <a:pt x="504" y="437"/>
                  <a:pt x="512" y="415"/>
                </a:cubicBezTo>
                <a:cubicBezTo>
                  <a:pt x="521" y="391"/>
                  <a:pt x="526" y="379"/>
                  <a:pt x="527" y="376"/>
                </a:cubicBezTo>
                <a:cubicBezTo>
                  <a:pt x="531" y="374"/>
                  <a:pt x="536" y="373"/>
                  <a:pt x="543" y="373"/>
                </a:cubicBezTo>
                <a:lnTo>
                  <a:pt x="555" y="373"/>
                </a:lnTo>
                <a:cubicBezTo>
                  <a:pt x="558" y="378"/>
                  <a:pt x="560" y="382"/>
                  <a:pt x="560" y="383"/>
                </a:cubicBezTo>
                <a:cubicBezTo>
                  <a:pt x="560" y="384"/>
                  <a:pt x="554" y="403"/>
                  <a:pt x="542" y="437"/>
                </a:cubicBezTo>
                <a:cubicBezTo>
                  <a:pt x="530" y="472"/>
                  <a:pt x="517" y="508"/>
                  <a:pt x="502" y="547"/>
                </a:cubicBezTo>
                <a:cubicBezTo>
                  <a:pt x="487" y="585"/>
                  <a:pt x="480" y="607"/>
                  <a:pt x="478" y="614"/>
                </a:cubicBezTo>
                <a:cubicBezTo>
                  <a:pt x="477" y="617"/>
                  <a:pt x="476" y="619"/>
                  <a:pt x="475" y="619"/>
                </a:cubicBezTo>
                <a:cubicBezTo>
                  <a:pt x="474" y="620"/>
                  <a:pt x="469" y="621"/>
                  <a:pt x="460" y="622"/>
                </a:cubicBezTo>
                <a:cubicBezTo>
                  <a:pt x="452" y="623"/>
                  <a:pt x="439" y="624"/>
                  <a:pt x="421" y="623"/>
                </a:cubicBezTo>
                <a:cubicBezTo>
                  <a:pt x="414" y="623"/>
                  <a:pt x="391" y="623"/>
                  <a:pt x="352" y="623"/>
                </a:cubicBezTo>
                <a:cubicBezTo>
                  <a:pt x="313" y="623"/>
                  <a:pt x="275" y="623"/>
                  <a:pt x="239" y="622"/>
                </a:cubicBezTo>
                <a:lnTo>
                  <a:pt x="77" y="622"/>
                </a:lnTo>
                <a:cubicBezTo>
                  <a:pt x="25" y="622"/>
                  <a:pt x="0" y="619"/>
                  <a:pt x="0" y="613"/>
                </a:cubicBezTo>
                <a:cubicBezTo>
                  <a:pt x="0" y="609"/>
                  <a:pt x="0" y="605"/>
                  <a:pt x="2" y="600"/>
                </a:cubicBezTo>
                <a:cubicBezTo>
                  <a:pt x="5" y="589"/>
                  <a:pt x="8" y="582"/>
                  <a:pt x="11" y="581"/>
                </a:cubicBezTo>
                <a:cubicBezTo>
                  <a:pt x="13" y="581"/>
                  <a:pt x="18" y="580"/>
                  <a:pt x="24" y="580"/>
                </a:cubicBezTo>
                <a:lnTo>
                  <a:pt x="30" y="580"/>
                </a:lnTo>
                <a:cubicBezTo>
                  <a:pt x="47" y="580"/>
                  <a:pt x="65" y="579"/>
                  <a:pt x="85" y="578"/>
                </a:cubicBezTo>
                <a:cubicBezTo>
                  <a:pt x="94" y="576"/>
                  <a:pt x="100" y="572"/>
                  <a:pt x="103" y="567"/>
                </a:cubicBezTo>
                <a:cubicBezTo>
                  <a:pt x="105" y="564"/>
                  <a:pt x="126" y="480"/>
                  <a:pt x="168" y="313"/>
                </a:cubicBezTo>
                <a:cubicBezTo>
                  <a:pt x="210" y="147"/>
                  <a:pt x="231" y="59"/>
                  <a:pt x="231" y="50"/>
                </a:cubicBezTo>
                <a:cubicBezTo>
                  <a:pt x="231" y="46"/>
                  <a:pt x="214" y="43"/>
                  <a:pt x="179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86" name=""/>
          <p:cNvSpPr/>
          <p:nvPr/>
        </p:nvSpPr>
        <p:spPr>
          <a:xfrm>
            <a:off x="3744000" y="2876400"/>
            <a:ext cx="86400" cy="99720"/>
          </a:xfrm>
          <a:custGeom>
            <a:avLst/>
            <a:gdLst/>
            <a:ahLst/>
            <a:rect l="0" t="0" r="r" b="b"/>
            <a:pathLst>
              <a:path w="240" h="277">
                <a:moveTo>
                  <a:pt x="106" y="115"/>
                </a:moveTo>
                <a:cubicBezTo>
                  <a:pt x="101" y="58"/>
                  <a:pt x="98" y="25"/>
                  <a:pt x="98" y="19"/>
                </a:cubicBezTo>
                <a:cubicBezTo>
                  <a:pt x="98" y="11"/>
                  <a:pt x="103" y="5"/>
                  <a:pt x="113" y="1"/>
                </a:cubicBezTo>
                <a:cubicBezTo>
                  <a:pt x="114" y="1"/>
                  <a:pt x="115" y="1"/>
                  <a:pt x="117" y="1"/>
                </a:cubicBezTo>
                <a:cubicBezTo>
                  <a:pt x="118" y="1"/>
                  <a:pt x="120" y="0"/>
                  <a:pt x="121" y="0"/>
                </a:cubicBezTo>
                <a:cubicBezTo>
                  <a:pt x="126" y="0"/>
                  <a:pt x="130" y="2"/>
                  <a:pt x="135" y="6"/>
                </a:cubicBezTo>
                <a:cubicBezTo>
                  <a:pt x="139" y="9"/>
                  <a:pt x="141" y="13"/>
                  <a:pt x="141" y="19"/>
                </a:cubicBezTo>
                <a:cubicBezTo>
                  <a:pt x="141" y="26"/>
                  <a:pt x="140" y="43"/>
                  <a:pt x="137" y="70"/>
                </a:cubicBezTo>
                <a:cubicBezTo>
                  <a:pt x="135" y="97"/>
                  <a:pt x="133" y="112"/>
                  <a:pt x="133" y="115"/>
                </a:cubicBezTo>
                <a:lnTo>
                  <a:pt x="170" y="88"/>
                </a:lnTo>
                <a:cubicBezTo>
                  <a:pt x="195" y="70"/>
                  <a:pt x="208" y="61"/>
                  <a:pt x="210" y="60"/>
                </a:cubicBezTo>
                <a:cubicBezTo>
                  <a:pt x="212" y="58"/>
                  <a:pt x="215" y="58"/>
                  <a:pt x="217" y="58"/>
                </a:cubicBezTo>
                <a:cubicBezTo>
                  <a:pt x="222" y="58"/>
                  <a:pt x="227" y="60"/>
                  <a:pt x="232" y="64"/>
                </a:cubicBezTo>
                <a:cubicBezTo>
                  <a:pt x="237" y="69"/>
                  <a:pt x="239" y="74"/>
                  <a:pt x="240" y="82"/>
                </a:cubicBezTo>
                <a:cubicBezTo>
                  <a:pt x="240" y="87"/>
                  <a:pt x="238" y="92"/>
                  <a:pt x="233" y="96"/>
                </a:cubicBezTo>
                <a:cubicBezTo>
                  <a:pt x="231" y="98"/>
                  <a:pt x="217" y="105"/>
                  <a:pt x="189" y="118"/>
                </a:cubicBezTo>
                <a:cubicBezTo>
                  <a:pt x="162" y="130"/>
                  <a:pt x="147" y="137"/>
                  <a:pt x="145" y="138"/>
                </a:cubicBezTo>
                <a:lnTo>
                  <a:pt x="187" y="159"/>
                </a:lnTo>
                <a:lnTo>
                  <a:pt x="233" y="182"/>
                </a:lnTo>
                <a:cubicBezTo>
                  <a:pt x="237" y="186"/>
                  <a:pt x="239" y="190"/>
                  <a:pt x="239" y="196"/>
                </a:cubicBezTo>
                <a:cubicBezTo>
                  <a:pt x="239" y="203"/>
                  <a:pt x="237" y="208"/>
                  <a:pt x="233" y="213"/>
                </a:cubicBezTo>
                <a:cubicBezTo>
                  <a:pt x="230" y="217"/>
                  <a:pt x="224" y="219"/>
                  <a:pt x="218" y="220"/>
                </a:cubicBezTo>
                <a:cubicBezTo>
                  <a:pt x="215" y="220"/>
                  <a:pt x="211" y="218"/>
                  <a:pt x="206" y="216"/>
                </a:cubicBezTo>
                <a:cubicBezTo>
                  <a:pt x="202" y="213"/>
                  <a:pt x="189" y="205"/>
                  <a:pt x="170" y="190"/>
                </a:cubicBezTo>
                <a:lnTo>
                  <a:pt x="133" y="163"/>
                </a:lnTo>
                <a:cubicBezTo>
                  <a:pt x="138" y="220"/>
                  <a:pt x="141" y="253"/>
                  <a:pt x="141" y="259"/>
                </a:cubicBezTo>
                <a:cubicBezTo>
                  <a:pt x="141" y="264"/>
                  <a:pt x="140" y="268"/>
                  <a:pt x="137" y="272"/>
                </a:cubicBezTo>
                <a:cubicBezTo>
                  <a:pt x="134" y="276"/>
                  <a:pt x="128" y="277"/>
                  <a:pt x="120" y="277"/>
                </a:cubicBezTo>
                <a:cubicBezTo>
                  <a:pt x="112" y="277"/>
                  <a:pt x="106" y="276"/>
                  <a:pt x="103" y="272"/>
                </a:cubicBezTo>
                <a:cubicBezTo>
                  <a:pt x="100" y="268"/>
                  <a:pt x="98" y="264"/>
                  <a:pt x="98" y="259"/>
                </a:cubicBezTo>
                <a:cubicBezTo>
                  <a:pt x="98" y="252"/>
                  <a:pt x="99" y="235"/>
                  <a:pt x="102" y="208"/>
                </a:cubicBezTo>
                <a:cubicBezTo>
                  <a:pt x="104" y="181"/>
                  <a:pt x="106" y="166"/>
                  <a:pt x="106" y="163"/>
                </a:cubicBezTo>
                <a:lnTo>
                  <a:pt x="69" y="190"/>
                </a:lnTo>
                <a:cubicBezTo>
                  <a:pt x="45" y="208"/>
                  <a:pt x="32" y="217"/>
                  <a:pt x="30" y="218"/>
                </a:cubicBezTo>
                <a:cubicBezTo>
                  <a:pt x="28" y="220"/>
                  <a:pt x="26" y="220"/>
                  <a:pt x="23" y="220"/>
                </a:cubicBezTo>
                <a:cubicBezTo>
                  <a:pt x="18" y="220"/>
                  <a:pt x="13" y="218"/>
                  <a:pt x="8" y="214"/>
                </a:cubicBezTo>
                <a:cubicBezTo>
                  <a:pt x="3" y="210"/>
                  <a:pt x="1" y="204"/>
                  <a:pt x="0" y="196"/>
                </a:cubicBezTo>
                <a:cubicBezTo>
                  <a:pt x="0" y="194"/>
                  <a:pt x="0" y="193"/>
                  <a:pt x="0" y="191"/>
                </a:cubicBezTo>
                <a:cubicBezTo>
                  <a:pt x="0" y="190"/>
                  <a:pt x="1" y="189"/>
                  <a:pt x="2" y="187"/>
                </a:cubicBezTo>
                <a:cubicBezTo>
                  <a:pt x="4" y="186"/>
                  <a:pt x="5" y="185"/>
                  <a:pt x="5" y="184"/>
                </a:cubicBezTo>
                <a:cubicBezTo>
                  <a:pt x="6" y="182"/>
                  <a:pt x="8" y="181"/>
                  <a:pt x="11" y="179"/>
                </a:cubicBezTo>
                <a:cubicBezTo>
                  <a:pt x="14" y="177"/>
                  <a:pt x="17" y="176"/>
                  <a:pt x="20" y="175"/>
                </a:cubicBezTo>
                <a:cubicBezTo>
                  <a:pt x="22" y="173"/>
                  <a:pt x="26" y="171"/>
                  <a:pt x="32" y="169"/>
                </a:cubicBezTo>
                <a:cubicBezTo>
                  <a:pt x="37" y="166"/>
                  <a:pt x="43" y="164"/>
                  <a:pt x="48" y="162"/>
                </a:cubicBezTo>
                <a:cubicBezTo>
                  <a:pt x="53" y="160"/>
                  <a:pt x="60" y="156"/>
                  <a:pt x="68" y="151"/>
                </a:cubicBezTo>
                <a:cubicBezTo>
                  <a:pt x="77" y="147"/>
                  <a:pt x="86" y="142"/>
                  <a:pt x="94" y="138"/>
                </a:cubicBezTo>
                <a:lnTo>
                  <a:pt x="7" y="96"/>
                </a:lnTo>
                <a:cubicBezTo>
                  <a:pt x="3" y="93"/>
                  <a:pt x="1" y="88"/>
                  <a:pt x="1" y="82"/>
                </a:cubicBezTo>
                <a:cubicBezTo>
                  <a:pt x="1" y="75"/>
                  <a:pt x="3" y="70"/>
                  <a:pt x="7" y="66"/>
                </a:cubicBezTo>
                <a:cubicBezTo>
                  <a:pt x="11" y="61"/>
                  <a:pt x="16" y="59"/>
                  <a:pt x="22" y="58"/>
                </a:cubicBezTo>
                <a:cubicBezTo>
                  <a:pt x="26" y="58"/>
                  <a:pt x="29" y="60"/>
                  <a:pt x="34" y="62"/>
                </a:cubicBezTo>
                <a:cubicBezTo>
                  <a:pt x="38" y="65"/>
                  <a:pt x="50" y="73"/>
                  <a:pt x="69" y="88"/>
                </a:cubicBezTo>
                <a:lnTo>
                  <a:pt x="106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87" name=""/>
          <p:cNvSpPr txBox="1"/>
          <p:nvPr/>
        </p:nvSpPr>
        <p:spPr>
          <a:xfrm>
            <a:off x="1423080" y="2838600"/>
            <a:ext cx="20710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未知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(planning):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88" name=""/>
          <p:cNvSpPr/>
          <p:nvPr/>
        </p:nvSpPr>
        <p:spPr>
          <a:xfrm>
            <a:off x="933120" y="3390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2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2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2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4"/>
                  <a:pt x="220" y="19"/>
                  <a:pt x="228" y="24"/>
                </a:cubicBezTo>
                <a:cubicBezTo>
                  <a:pt x="236" y="29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2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89" name=""/>
          <p:cNvSpPr txBox="1"/>
          <p:nvPr/>
        </p:nvSpPr>
        <p:spPr>
          <a:xfrm>
            <a:off x="3859560" y="2838600"/>
            <a:ext cx="48610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逆算で必要感度を算出し分野知識と対照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90" name=""/>
          <p:cNvSpPr txBox="1"/>
          <p:nvPr/>
        </p:nvSpPr>
        <p:spPr>
          <a:xfrm>
            <a:off x="1200240" y="3233880"/>
            <a:ext cx="38696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固定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nABCD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カットオフを課さず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91" name=""/>
          <p:cNvSpPr txBox="1"/>
          <p:nvPr/>
        </p:nvSpPr>
        <p:spPr>
          <a:xfrm>
            <a:off x="5144040" y="3276720"/>
            <a:ext cx="45345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、エビデンス状況に応じて経路を選択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92" name=""/>
          <p:cNvSpPr/>
          <p:nvPr/>
        </p:nvSpPr>
        <p:spPr>
          <a:xfrm>
            <a:off x="933120" y="44766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7"/>
                  <a:pt x="203" y="11"/>
                </a:cubicBezTo>
                <a:cubicBezTo>
                  <a:pt x="211" y="15"/>
                  <a:pt x="220" y="19"/>
                  <a:pt x="228" y="24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93" name=""/>
          <p:cNvSpPr txBox="1"/>
          <p:nvPr/>
        </p:nvSpPr>
        <p:spPr>
          <a:xfrm>
            <a:off x="571320" y="3814920"/>
            <a:ext cx="49392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Strength 2: Distributional value is invariant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94" name=""/>
          <p:cNvSpPr txBox="1"/>
          <p:nvPr/>
        </p:nvSpPr>
        <p:spPr>
          <a:xfrm>
            <a:off x="1200240" y="4362480"/>
            <a:ext cx="17737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nABCD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自体は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95" name=""/>
          <p:cNvSpPr txBox="1"/>
          <p:nvPr/>
        </p:nvSpPr>
        <p:spPr>
          <a:xfrm>
            <a:off x="2973600" y="4319640"/>
            <a:ext cx="25689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scale + skewness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の差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96" name=""/>
          <p:cNvSpPr/>
          <p:nvPr/>
        </p:nvSpPr>
        <p:spPr>
          <a:xfrm>
            <a:off x="933120" y="49147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7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97" name=""/>
          <p:cNvSpPr/>
          <p:nvPr/>
        </p:nvSpPr>
        <p:spPr>
          <a:xfrm>
            <a:off x="1210320" y="4848120"/>
            <a:ext cx="201960" cy="224280"/>
          </a:xfrm>
          <a:custGeom>
            <a:avLst/>
            <a:gdLst/>
            <a:ahLst/>
            <a:rect l="0" t="0" r="r" b="b"/>
            <a:pathLst>
              <a:path w="561" h="623">
                <a:moveTo>
                  <a:pt x="179" y="42"/>
                </a:moveTo>
                <a:cubicBezTo>
                  <a:pt x="158" y="42"/>
                  <a:pt x="147" y="40"/>
                  <a:pt x="146" y="38"/>
                </a:cubicBezTo>
                <a:cubicBezTo>
                  <a:pt x="145" y="37"/>
                  <a:pt x="145" y="34"/>
                  <a:pt x="145" y="31"/>
                </a:cubicBezTo>
                <a:cubicBezTo>
                  <a:pt x="145" y="16"/>
                  <a:pt x="148" y="6"/>
                  <a:pt x="155" y="1"/>
                </a:cubicBezTo>
                <a:cubicBezTo>
                  <a:pt x="156" y="0"/>
                  <a:pt x="161" y="0"/>
                  <a:pt x="169" y="0"/>
                </a:cubicBezTo>
                <a:cubicBezTo>
                  <a:pt x="201" y="2"/>
                  <a:pt x="240" y="3"/>
                  <a:pt x="285" y="3"/>
                </a:cubicBezTo>
                <a:cubicBezTo>
                  <a:pt x="371" y="3"/>
                  <a:pt x="420" y="2"/>
                  <a:pt x="433" y="0"/>
                </a:cubicBezTo>
                <a:lnTo>
                  <a:pt x="444" y="0"/>
                </a:lnTo>
                <a:cubicBezTo>
                  <a:pt x="447" y="3"/>
                  <a:pt x="449" y="6"/>
                  <a:pt x="449" y="8"/>
                </a:cubicBezTo>
                <a:cubicBezTo>
                  <a:pt x="449" y="10"/>
                  <a:pt x="448" y="15"/>
                  <a:pt x="447" y="24"/>
                </a:cubicBezTo>
                <a:cubicBezTo>
                  <a:pt x="444" y="33"/>
                  <a:pt x="441" y="39"/>
                  <a:pt x="439" y="42"/>
                </a:cubicBezTo>
                <a:lnTo>
                  <a:pt x="404" y="42"/>
                </a:lnTo>
                <a:cubicBezTo>
                  <a:pt x="363" y="42"/>
                  <a:pt x="338" y="45"/>
                  <a:pt x="331" y="50"/>
                </a:cubicBezTo>
                <a:cubicBezTo>
                  <a:pt x="327" y="52"/>
                  <a:pt x="322" y="61"/>
                  <a:pt x="318" y="75"/>
                </a:cubicBezTo>
                <a:cubicBezTo>
                  <a:pt x="314" y="90"/>
                  <a:pt x="293" y="170"/>
                  <a:pt x="256" y="315"/>
                </a:cubicBezTo>
                <a:cubicBezTo>
                  <a:pt x="246" y="355"/>
                  <a:pt x="236" y="397"/>
                  <a:pt x="225" y="441"/>
                </a:cubicBezTo>
                <a:cubicBezTo>
                  <a:pt x="214" y="485"/>
                  <a:pt x="206" y="519"/>
                  <a:pt x="201" y="542"/>
                </a:cubicBezTo>
                <a:lnTo>
                  <a:pt x="192" y="575"/>
                </a:lnTo>
                <a:cubicBezTo>
                  <a:pt x="192" y="577"/>
                  <a:pt x="195" y="578"/>
                  <a:pt x="201" y="578"/>
                </a:cubicBezTo>
                <a:cubicBezTo>
                  <a:pt x="206" y="578"/>
                  <a:pt x="224" y="579"/>
                  <a:pt x="254" y="580"/>
                </a:cubicBezTo>
                <a:lnTo>
                  <a:pt x="270" y="580"/>
                </a:lnTo>
                <a:cubicBezTo>
                  <a:pt x="290" y="580"/>
                  <a:pt x="306" y="580"/>
                  <a:pt x="317" y="579"/>
                </a:cubicBezTo>
                <a:cubicBezTo>
                  <a:pt x="329" y="579"/>
                  <a:pt x="344" y="577"/>
                  <a:pt x="362" y="573"/>
                </a:cubicBezTo>
                <a:cubicBezTo>
                  <a:pt x="380" y="569"/>
                  <a:pt x="395" y="564"/>
                  <a:pt x="407" y="557"/>
                </a:cubicBezTo>
                <a:cubicBezTo>
                  <a:pt x="419" y="549"/>
                  <a:pt x="433" y="539"/>
                  <a:pt x="447" y="525"/>
                </a:cubicBezTo>
                <a:cubicBezTo>
                  <a:pt x="462" y="511"/>
                  <a:pt x="475" y="495"/>
                  <a:pt x="485" y="475"/>
                </a:cubicBezTo>
                <a:cubicBezTo>
                  <a:pt x="495" y="456"/>
                  <a:pt x="504" y="436"/>
                  <a:pt x="513" y="414"/>
                </a:cubicBezTo>
                <a:cubicBezTo>
                  <a:pt x="521" y="391"/>
                  <a:pt x="526" y="379"/>
                  <a:pt x="528" y="376"/>
                </a:cubicBezTo>
                <a:cubicBezTo>
                  <a:pt x="531" y="374"/>
                  <a:pt x="536" y="373"/>
                  <a:pt x="544" y="373"/>
                </a:cubicBezTo>
                <a:lnTo>
                  <a:pt x="555" y="373"/>
                </a:lnTo>
                <a:cubicBezTo>
                  <a:pt x="559" y="378"/>
                  <a:pt x="561" y="382"/>
                  <a:pt x="561" y="383"/>
                </a:cubicBezTo>
                <a:cubicBezTo>
                  <a:pt x="561" y="384"/>
                  <a:pt x="555" y="402"/>
                  <a:pt x="543" y="436"/>
                </a:cubicBezTo>
                <a:cubicBezTo>
                  <a:pt x="531" y="471"/>
                  <a:pt x="517" y="507"/>
                  <a:pt x="503" y="547"/>
                </a:cubicBezTo>
                <a:cubicBezTo>
                  <a:pt x="488" y="585"/>
                  <a:pt x="480" y="607"/>
                  <a:pt x="479" y="614"/>
                </a:cubicBezTo>
                <a:cubicBezTo>
                  <a:pt x="478" y="617"/>
                  <a:pt x="477" y="619"/>
                  <a:pt x="475" y="619"/>
                </a:cubicBezTo>
                <a:cubicBezTo>
                  <a:pt x="474" y="620"/>
                  <a:pt x="469" y="621"/>
                  <a:pt x="461" y="622"/>
                </a:cubicBezTo>
                <a:cubicBezTo>
                  <a:pt x="452" y="623"/>
                  <a:pt x="439" y="624"/>
                  <a:pt x="422" y="623"/>
                </a:cubicBezTo>
                <a:cubicBezTo>
                  <a:pt x="415" y="623"/>
                  <a:pt x="392" y="623"/>
                  <a:pt x="353" y="623"/>
                </a:cubicBezTo>
                <a:cubicBezTo>
                  <a:pt x="313" y="623"/>
                  <a:pt x="276" y="623"/>
                  <a:pt x="239" y="622"/>
                </a:cubicBezTo>
                <a:lnTo>
                  <a:pt x="77" y="622"/>
                </a:lnTo>
                <a:cubicBezTo>
                  <a:pt x="26" y="622"/>
                  <a:pt x="0" y="619"/>
                  <a:pt x="0" y="613"/>
                </a:cubicBezTo>
                <a:cubicBezTo>
                  <a:pt x="0" y="609"/>
                  <a:pt x="1" y="605"/>
                  <a:pt x="2" y="600"/>
                </a:cubicBezTo>
                <a:cubicBezTo>
                  <a:pt x="5" y="589"/>
                  <a:pt x="8" y="582"/>
                  <a:pt x="11" y="581"/>
                </a:cubicBezTo>
                <a:cubicBezTo>
                  <a:pt x="14" y="581"/>
                  <a:pt x="18" y="580"/>
                  <a:pt x="25" y="580"/>
                </a:cubicBezTo>
                <a:lnTo>
                  <a:pt x="30" y="580"/>
                </a:lnTo>
                <a:cubicBezTo>
                  <a:pt x="47" y="580"/>
                  <a:pt x="65" y="579"/>
                  <a:pt x="85" y="578"/>
                </a:cubicBezTo>
                <a:cubicBezTo>
                  <a:pt x="94" y="576"/>
                  <a:pt x="99" y="572"/>
                  <a:pt x="102" y="567"/>
                </a:cubicBezTo>
                <a:cubicBezTo>
                  <a:pt x="104" y="564"/>
                  <a:pt x="126" y="479"/>
                  <a:pt x="168" y="313"/>
                </a:cubicBezTo>
                <a:cubicBezTo>
                  <a:pt x="210" y="147"/>
                  <a:pt x="231" y="59"/>
                  <a:pt x="231" y="50"/>
                </a:cubicBezTo>
                <a:cubicBezTo>
                  <a:pt x="231" y="46"/>
                  <a:pt x="213" y="43"/>
                  <a:pt x="179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098" name=""/>
          <p:cNvSpPr txBox="1"/>
          <p:nvPr/>
        </p:nvSpPr>
        <p:spPr>
          <a:xfrm>
            <a:off x="5767200" y="4362480"/>
            <a:ext cx="26060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を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SMD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と独立に捕捉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99" name=""/>
          <p:cNvSpPr/>
          <p:nvPr/>
        </p:nvSpPr>
        <p:spPr>
          <a:xfrm>
            <a:off x="933120" y="5352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20"/>
                  <a:pt x="268" y="227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00" name=""/>
          <p:cNvSpPr txBox="1"/>
          <p:nvPr/>
        </p:nvSpPr>
        <p:spPr>
          <a:xfrm>
            <a:off x="1423080" y="4800600"/>
            <a:ext cx="75484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の有無に依存せず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distributional measure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としての価値を保つ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01" name=""/>
          <p:cNvSpPr txBox="1"/>
          <p:nvPr/>
        </p:nvSpPr>
        <p:spPr>
          <a:xfrm>
            <a:off x="1200240" y="5238720"/>
            <a:ext cx="40492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Clinical calibration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は分布評価を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02" name=""/>
          <p:cNvSpPr txBox="1"/>
          <p:nvPr/>
        </p:nvSpPr>
        <p:spPr>
          <a:xfrm>
            <a:off x="5228640" y="5196240"/>
            <a:ext cx="5342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強化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03" name=""/>
          <p:cNvSpPr txBox="1"/>
          <p:nvPr/>
        </p:nvSpPr>
        <p:spPr>
          <a:xfrm>
            <a:off x="5762160" y="5238720"/>
            <a:ext cx="42678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するもので、置換するものではない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04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05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06" name=""/>
          <p:cNvSpPr txBox="1"/>
          <p:nvPr/>
        </p:nvSpPr>
        <p:spPr>
          <a:xfrm>
            <a:off x="571320" y="155520"/>
            <a:ext cx="727380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Strengths: Dual-Pathway Calibration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07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08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12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13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14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15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16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17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18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19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20" name=""/>
          <p:cNvSpPr/>
          <p:nvPr/>
        </p:nvSpPr>
        <p:spPr>
          <a:xfrm>
            <a:off x="571320" y="5047920"/>
            <a:ext cx="11049480" cy="572040"/>
          </a:xfrm>
          <a:custGeom>
            <a:avLst/>
            <a:gdLst/>
            <a:ahLst/>
            <a:rect l="0" t="0" r="r" b="b"/>
            <a:pathLst>
              <a:path w="30693" h="1589">
                <a:moveTo>
                  <a:pt x="0" y="0"/>
                </a:moveTo>
                <a:lnTo>
                  <a:pt x="30693" y="0"/>
                </a:lnTo>
                <a:lnTo>
                  <a:pt x="3069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21" name=""/>
          <p:cNvSpPr/>
          <p:nvPr/>
        </p:nvSpPr>
        <p:spPr>
          <a:xfrm>
            <a:off x="571320" y="5047920"/>
            <a:ext cx="38520" cy="572040"/>
          </a:xfrm>
          <a:custGeom>
            <a:avLst/>
            <a:gdLst/>
            <a:ahLst/>
            <a:rect l="0" t="0" r="r" b="b"/>
            <a:pathLst>
              <a:path w="107" h="1589">
                <a:moveTo>
                  <a:pt x="0" y="0"/>
                </a:moveTo>
                <a:lnTo>
                  <a:pt x="107" y="0"/>
                </a:lnTo>
                <a:lnTo>
                  <a:pt x="107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22" name=""/>
          <p:cNvSpPr txBox="1"/>
          <p:nvPr/>
        </p:nvSpPr>
        <p:spPr>
          <a:xfrm>
            <a:off x="918000" y="1838160"/>
            <a:ext cx="36172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1E3A5F"/>
                </a:solidFill>
                <a:effectLst/>
                <a:uFillTx/>
                <a:latin typeface="NotoSansJP"/>
                <a:ea typeface="NotoSansJP"/>
              </a:rPr>
              <a:t>1.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候補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effect modifier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ごとに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23" name=""/>
          <p:cNvSpPr txBox="1"/>
          <p:nvPr/>
        </p:nvSpPr>
        <p:spPr>
          <a:xfrm>
            <a:off x="4525920" y="1795680"/>
            <a:ext cx="25254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nABCD + bootstrap CI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24" name=""/>
          <p:cNvSpPr/>
          <p:nvPr/>
        </p:nvSpPr>
        <p:spPr>
          <a:xfrm>
            <a:off x="8312760" y="1959120"/>
            <a:ext cx="183240" cy="148680"/>
          </a:xfrm>
          <a:custGeom>
            <a:avLst/>
            <a:gdLst/>
            <a:ahLst/>
            <a:rect l="0" t="0" r="r" b="b"/>
            <a:pathLst>
              <a:path w="509" h="413">
                <a:moveTo>
                  <a:pt x="0" y="142"/>
                </a:moveTo>
                <a:cubicBezTo>
                  <a:pt x="1" y="138"/>
                  <a:pt x="1" y="134"/>
                  <a:pt x="3" y="127"/>
                </a:cubicBezTo>
                <a:cubicBezTo>
                  <a:pt x="4" y="121"/>
                  <a:pt x="8" y="109"/>
                  <a:pt x="14" y="92"/>
                </a:cubicBezTo>
                <a:cubicBezTo>
                  <a:pt x="20" y="75"/>
                  <a:pt x="27" y="61"/>
                  <a:pt x="33" y="49"/>
                </a:cubicBezTo>
                <a:cubicBezTo>
                  <a:pt x="39" y="38"/>
                  <a:pt x="49" y="26"/>
                  <a:pt x="63" y="15"/>
                </a:cubicBezTo>
                <a:cubicBezTo>
                  <a:pt x="77" y="5"/>
                  <a:pt x="91" y="-1"/>
                  <a:pt x="105" y="0"/>
                </a:cubicBezTo>
                <a:cubicBezTo>
                  <a:pt x="126" y="0"/>
                  <a:pt x="145" y="5"/>
                  <a:pt x="159" y="16"/>
                </a:cubicBezTo>
                <a:cubicBezTo>
                  <a:pt x="174" y="27"/>
                  <a:pt x="183" y="38"/>
                  <a:pt x="186" y="47"/>
                </a:cubicBezTo>
                <a:cubicBezTo>
                  <a:pt x="190" y="57"/>
                  <a:pt x="192" y="63"/>
                  <a:pt x="192" y="66"/>
                </a:cubicBezTo>
                <a:cubicBezTo>
                  <a:pt x="192" y="68"/>
                  <a:pt x="192" y="68"/>
                  <a:pt x="193" y="68"/>
                </a:cubicBezTo>
                <a:lnTo>
                  <a:pt x="203" y="58"/>
                </a:lnTo>
                <a:cubicBezTo>
                  <a:pt x="240" y="19"/>
                  <a:pt x="282" y="0"/>
                  <a:pt x="329" y="0"/>
                </a:cubicBezTo>
                <a:cubicBezTo>
                  <a:pt x="362" y="0"/>
                  <a:pt x="388" y="8"/>
                  <a:pt x="408" y="25"/>
                </a:cubicBezTo>
                <a:cubicBezTo>
                  <a:pt x="428" y="41"/>
                  <a:pt x="439" y="65"/>
                  <a:pt x="439" y="96"/>
                </a:cubicBezTo>
                <a:cubicBezTo>
                  <a:pt x="440" y="129"/>
                  <a:pt x="428" y="177"/>
                  <a:pt x="405" y="240"/>
                </a:cubicBezTo>
                <a:cubicBezTo>
                  <a:pt x="381" y="304"/>
                  <a:pt x="370" y="342"/>
                  <a:pt x="370" y="356"/>
                </a:cubicBezTo>
                <a:cubicBezTo>
                  <a:pt x="370" y="372"/>
                  <a:pt x="375" y="379"/>
                  <a:pt x="386" y="379"/>
                </a:cubicBezTo>
                <a:cubicBezTo>
                  <a:pt x="389" y="379"/>
                  <a:pt x="392" y="379"/>
                  <a:pt x="394" y="378"/>
                </a:cubicBezTo>
                <a:cubicBezTo>
                  <a:pt x="411" y="375"/>
                  <a:pt x="427" y="364"/>
                  <a:pt x="441" y="344"/>
                </a:cubicBezTo>
                <a:cubicBezTo>
                  <a:pt x="455" y="324"/>
                  <a:pt x="466" y="300"/>
                  <a:pt x="473" y="271"/>
                </a:cubicBezTo>
                <a:cubicBezTo>
                  <a:pt x="474" y="266"/>
                  <a:pt x="480" y="264"/>
                  <a:pt x="491" y="264"/>
                </a:cubicBezTo>
                <a:cubicBezTo>
                  <a:pt x="503" y="264"/>
                  <a:pt x="509" y="266"/>
                  <a:pt x="509" y="271"/>
                </a:cubicBezTo>
                <a:cubicBezTo>
                  <a:pt x="509" y="272"/>
                  <a:pt x="508" y="276"/>
                  <a:pt x="506" y="285"/>
                </a:cubicBezTo>
                <a:cubicBezTo>
                  <a:pt x="501" y="302"/>
                  <a:pt x="494" y="320"/>
                  <a:pt x="486" y="337"/>
                </a:cubicBezTo>
                <a:cubicBezTo>
                  <a:pt x="477" y="354"/>
                  <a:pt x="463" y="371"/>
                  <a:pt x="444" y="388"/>
                </a:cubicBezTo>
                <a:cubicBezTo>
                  <a:pt x="425" y="405"/>
                  <a:pt x="404" y="413"/>
                  <a:pt x="381" y="412"/>
                </a:cubicBezTo>
                <a:cubicBezTo>
                  <a:pt x="353" y="412"/>
                  <a:pt x="332" y="404"/>
                  <a:pt x="319" y="388"/>
                </a:cubicBezTo>
                <a:cubicBezTo>
                  <a:pt x="307" y="371"/>
                  <a:pt x="300" y="354"/>
                  <a:pt x="300" y="337"/>
                </a:cubicBezTo>
                <a:cubicBezTo>
                  <a:pt x="300" y="325"/>
                  <a:pt x="311" y="289"/>
                  <a:pt x="333" y="227"/>
                </a:cubicBezTo>
                <a:cubicBezTo>
                  <a:pt x="355" y="166"/>
                  <a:pt x="366" y="119"/>
                  <a:pt x="367" y="88"/>
                </a:cubicBezTo>
                <a:cubicBezTo>
                  <a:pt x="367" y="52"/>
                  <a:pt x="353" y="35"/>
                  <a:pt x="327" y="35"/>
                </a:cubicBezTo>
                <a:lnTo>
                  <a:pt x="322" y="35"/>
                </a:lnTo>
                <a:cubicBezTo>
                  <a:pt x="270" y="35"/>
                  <a:pt x="226" y="65"/>
                  <a:pt x="190" y="127"/>
                </a:cubicBezTo>
                <a:lnTo>
                  <a:pt x="184" y="138"/>
                </a:lnTo>
                <a:lnTo>
                  <a:pt x="154" y="260"/>
                </a:lnTo>
                <a:cubicBezTo>
                  <a:pt x="134" y="340"/>
                  <a:pt x="122" y="382"/>
                  <a:pt x="119" y="388"/>
                </a:cubicBezTo>
                <a:cubicBezTo>
                  <a:pt x="111" y="405"/>
                  <a:pt x="98" y="413"/>
                  <a:pt x="80" y="413"/>
                </a:cubicBezTo>
                <a:cubicBezTo>
                  <a:pt x="72" y="413"/>
                  <a:pt x="66" y="411"/>
                  <a:pt x="61" y="408"/>
                </a:cubicBezTo>
                <a:cubicBezTo>
                  <a:pt x="56" y="404"/>
                  <a:pt x="53" y="400"/>
                  <a:pt x="51" y="397"/>
                </a:cubicBezTo>
                <a:cubicBezTo>
                  <a:pt x="49" y="393"/>
                  <a:pt x="49" y="390"/>
                  <a:pt x="49" y="388"/>
                </a:cubicBezTo>
                <a:cubicBezTo>
                  <a:pt x="49" y="380"/>
                  <a:pt x="61" y="330"/>
                  <a:pt x="84" y="239"/>
                </a:cubicBezTo>
                <a:cubicBezTo>
                  <a:pt x="107" y="148"/>
                  <a:pt x="119" y="98"/>
                  <a:pt x="120" y="90"/>
                </a:cubicBezTo>
                <a:cubicBezTo>
                  <a:pt x="121" y="87"/>
                  <a:pt x="121" y="80"/>
                  <a:pt x="121" y="69"/>
                </a:cubicBezTo>
                <a:cubicBezTo>
                  <a:pt x="121" y="45"/>
                  <a:pt x="114" y="34"/>
                  <a:pt x="99" y="34"/>
                </a:cubicBezTo>
                <a:cubicBezTo>
                  <a:pt x="76" y="34"/>
                  <a:pt x="57" y="64"/>
                  <a:pt x="42" y="126"/>
                </a:cubicBezTo>
                <a:cubicBezTo>
                  <a:pt x="38" y="138"/>
                  <a:pt x="36" y="144"/>
                  <a:pt x="36" y="145"/>
                </a:cubicBezTo>
                <a:cubicBezTo>
                  <a:pt x="35" y="148"/>
                  <a:pt x="29" y="150"/>
                  <a:pt x="18" y="150"/>
                </a:cubicBezTo>
                <a:lnTo>
                  <a:pt x="5" y="150"/>
                </a:lnTo>
                <a:cubicBezTo>
                  <a:pt x="2" y="147"/>
                  <a:pt x="0" y="144"/>
                  <a:pt x="0" y="1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25" name=""/>
          <p:cNvSpPr/>
          <p:nvPr/>
        </p:nvSpPr>
        <p:spPr>
          <a:xfrm>
            <a:off x="8620560" y="1895760"/>
            <a:ext cx="200520" cy="253800"/>
          </a:xfrm>
          <a:custGeom>
            <a:avLst/>
            <a:gdLst/>
            <a:ahLst/>
            <a:rect l="0" t="0" r="r" b="b"/>
            <a:pathLst>
              <a:path w="557" h="705">
                <a:moveTo>
                  <a:pt x="0" y="19"/>
                </a:moveTo>
                <a:cubicBezTo>
                  <a:pt x="0" y="13"/>
                  <a:pt x="2" y="9"/>
                  <a:pt x="5" y="5"/>
                </a:cubicBezTo>
                <a:cubicBezTo>
                  <a:pt x="9" y="1"/>
                  <a:pt x="12" y="0"/>
                  <a:pt x="14" y="0"/>
                </a:cubicBezTo>
                <a:cubicBezTo>
                  <a:pt x="19" y="0"/>
                  <a:pt x="66" y="21"/>
                  <a:pt x="154" y="62"/>
                </a:cubicBezTo>
                <a:cubicBezTo>
                  <a:pt x="244" y="104"/>
                  <a:pt x="332" y="145"/>
                  <a:pt x="419" y="187"/>
                </a:cubicBezTo>
                <a:cubicBezTo>
                  <a:pt x="507" y="229"/>
                  <a:pt x="550" y="250"/>
                  <a:pt x="550" y="251"/>
                </a:cubicBezTo>
                <a:cubicBezTo>
                  <a:pt x="554" y="254"/>
                  <a:pt x="557" y="258"/>
                  <a:pt x="557" y="264"/>
                </a:cubicBezTo>
                <a:cubicBezTo>
                  <a:pt x="557" y="270"/>
                  <a:pt x="554" y="275"/>
                  <a:pt x="550" y="278"/>
                </a:cubicBezTo>
                <a:cubicBezTo>
                  <a:pt x="549" y="279"/>
                  <a:pt x="460" y="321"/>
                  <a:pt x="285" y="404"/>
                </a:cubicBezTo>
                <a:lnTo>
                  <a:pt x="22" y="528"/>
                </a:lnTo>
                <a:lnTo>
                  <a:pt x="16" y="528"/>
                </a:lnTo>
                <a:cubicBezTo>
                  <a:pt x="5" y="527"/>
                  <a:pt x="0" y="521"/>
                  <a:pt x="0" y="510"/>
                </a:cubicBezTo>
                <a:cubicBezTo>
                  <a:pt x="0" y="509"/>
                  <a:pt x="0" y="508"/>
                  <a:pt x="0" y="507"/>
                </a:cubicBezTo>
                <a:cubicBezTo>
                  <a:pt x="-1" y="503"/>
                  <a:pt x="4" y="498"/>
                  <a:pt x="13" y="493"/>
                </a:cubicBezTo>
                <a:cubicBezTo>
                  <a:pt x="25" y="487"/>
                  <a:pt x="70" y="465"/>
                  <a:pt x="150" y="427"/>
                </a:cubicBezTo>
                <a:cubicBezTo>
                  <a:pt x="198" y="405"/>
                  <a:pt x="238" y="386"/>
                  <a:pt x="269" y="372"/>
                </a:cubicBezTo>
                <a:lnTo>
                  <a:pt x="495" y="264"/>
                </a:lnTo>
                <a:lnTo>
                  <a:pt x="253" y="150"/>
                </a:lnTo>
                <a:cubicBezTo>
                  <a:pt x="211" y="130"/>
                  <a:pt x="161" y="107"/>
                  <a:pt x="106" y="81"/>
                </a:cubicBezTo>
                <a:cubicBezTo>
                  <a:pt x="53" y="56"/>
                  <a:pt x="22" y="41"/>
                  <a:pt x="13" y="36"/>
                </a:cubicBezTo>
                <a:cubicBezTo>
                  <a:pt x="5" y="31"/>
                  <a:pt x="0" y="25"/>
                  <a:pt x="0" y="19"/>
                </a:cubicBezTo>
                <a:moveTo>
                  <a:pt x="1" y="686"/>
                </a:moveTo>
                <a:cubicBezTo>
                  <a:pt x="1" y="680"/>
                  <a:pt x="5" y="674"/>
                  <a:pt x="14" y="668"/>
                </a:cubicBezTo>
                <a:lnTo>
                  <a:pt x="542" y="668"/>
                </a:lnTo>
                <a:cubicBezTo>
                  <a:pt x="552" y="672"/>
                  <a:pt x="557" y="678"/>
                  <a:pt x="557" y="686"/>
                </a:cubicBezTo>
                <a:cubicBezTo>
                  <a:pt x="557" y="694"/>
                  <a:pt x="552" y="700"/>
                  <a:pt x="543" y="705"/>
                </a:cubicBezTo>
                <a:lnTo>
                  <a:pt x="13" y="705"/>
                </a:lnTo>
                <a:cubicBezTo>
                  <a:pt x="5" y="700"/>
                  <a:pt x="1" y="694"/>
                  <a:pt x="1" y="68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26" name=""/>
          <p:cNvSpPr/>
          <p:nvPr/>
        </p:nvSpPr>
        <p:spPr>
          <a:xfrm>
            <a:off x="8966160" y="1885680"/>
            <a:ext cx="113040" cy="218520"/>
          </a:xfrm>
          <a:custGeom>
            <a:avLst/>
            <a:gdLst/>
            <a:ahLst/>
            <a:rect l="0" t="0" r="r" b="b"/>
            <a:pathLst>
              <a:path w="314" h="607">
                <a:moveTo>
                  <a:pt x="118" y="80"/>
                </a:moveTo>
                <a:lnTo>
                  <a:pt x="107" y="85"/>
                </a:lnTo>
                <a:cubicBezTo>
                  <a:pt x="98" y="88"/>
                  <a:pt x="86" y="91"/>
                  <a:pt x="70" y="94"/>
                </a:cubicBezTo>
                <a:cubicBezTo>
                  <a:pt x="54" y="97"/>
                  <a:pt x="37" y="99"/>
                  <a:pt x="17" y="100"/>
                </a:cubicBezTo>
                <a:lnTo>
                  <a:pt x="0" y="100"/>
                </a:lnTo>
                <a:lnTo>
                  <a:pt x="0" y="58"/>
                </a:lnTo>
                <a:lnTo>
                  <a:pt x="17" y="58"/>
                </a:lnTo>
                <a:cubicBezTo>
                  <a:pt x="46" y="57"/>
                  <a:pt x="72" y="53"/>
                  <a:pt x="97" y="45"/>
                </a:cubicBezTo>
                <a:cubicBezTo>
                  <a:pt x="121" y="37"/>
                  <a:pt x="138" y="30"/>
                  <a:pt x="148" y="23"/>
                </a:cubicBezTo>
                <a:cubicBezTo>
                  <a:pt x="157" y="16"/>
                  <a:pt x="166" y="10"/>
                  <a:pt x="173" y="3"/>
                </a:cubicBezTo>
                <a:cubicBezTo>
                  <a:pt x="174" y="1"/>
                  <a:pt x="178" y="0"/>
                  <a:pt x="184" y="0"/>
                </a:cubicBezTo>
                <a:cubicBezTo>
                  <a:pt x="189" y="0"/>
                  <a:pt x="195" y="2"/>
                  <a:pt x="199" y="6"/>
                </a:cubicBezTo>
                <a:lnTo>
                  <a:pt x="199" y="278"/>
                </a:lnTo>
                <a:lnTo>
                  <a:pt x="200" y="552"/>
                </a:lnTo>
                <a:cubicBezTo>
                  <a:pt x="205" y="556"/>
                  <a:pt x="208" y="559"/>
                  <a:pt x="212" y="560"/>
                </a:cubicBezTo>
                <a:cubicBezTo>
                  <a:pt x="215" y="561"/>
                  <a:pt x="222" y="562"/>
                  <a:pt x="234" y="563"/>
                </a:cubicBezTo>
                <a:cubicBezTo>
                  <a:pt x="246" y="565"/>
                  <a:pt x="264" y="565"/>
                  <a:pt x="290" y="565"/>
                </a:cubicBezTo>
                <a:lnTo>
                  <a:pt x="314" y="565"/>
                </a:lnTo>
                <a:lnTo>
                  <a:pt x="314" y="607"/>
                </a:lnTo>
                <a:lnTo>
                  <a:pt x="304" y="607"/>
                </a:lnTo>
                <a:cubicBezTo>
                  <a:pt x="291" y="605"/>
                  <a:pt x="243" y="604"/>
                  <a:pt x="158" y="604"/>
                </a:cubicBezTo>
                <a:cubicBezTo>
                  <a:pt x="76" y="604"/>
                  <a:pt x="28" y="605"/>
                  <a:pt x="16" y="607"/>
                </a:cubicBezTo>
                <a:lnTo>
                  <a:pt x="5" y="607"/>
                </a:lnTo>
                <a:lnTo>
                  <a:pt x="5" y="565"/>
                </a:lnTo>
                <a:lnTo>
                  <a:pt x="28" y="565"/>
                </a:lnTo>
                <a:cubicBezTo>
                  <a:pt x="42" y="565"/>
                  <a:pt x="53" y="565"/>
                  <a:pt x="63" y="565"/>
                </a:cubicBezTo>
                <a:cubicBezTo>
                  <a:pt x="73" y="565"/>
                  <a:pt x="80" y="565"/>
                  <a:pt x="86" y="564"/>
                </a:cubicBezTo>
                <a:cubicBezTo>
                  <a:pt x="91" y="564"/>
                  <a:pt x="96" y="563"/>
                  <a:pt x="100" y="562"/>
                </a:cubicBezTo>
                <a:cubicBezTo>
                  <a:pt x="104" y="560"/>
                  <a:pt x="107" y="560"/>
                  <a:pt x="107" y="560"/>
                </a:cubicBezTo>
                <a:cubicBezTo>
                  <a:pt x="108" y="560"/>
                  <a:pt x="110" y="558"/>
                  <a:pt x="113" y="555"/>
                </a:cubicBezTo>
                <a:cubicBezTo>
                  <a:pt x="116" y="552"/>
                  <a:pt x="118" y="551"/>
                  <a:pt x="118" y="552"/>
                </a:cubicBezTo>
                <a:lnTo>
                  <a:pt x="118" y="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27" name=""/>
          <p:cNvSpPr/>
          <p:nvPr/>
        </p:nvSpPr>
        <p:spPr>
          <a:xfrm>
            <a:off x="9115560" y="188568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2" y="74"/>
                </a:moveTo>
                <a:cubicBezTo>
                  <a:pt x="87" y="25"/>
                  <a:pt x="133" y="0"/>
                  <a:pt x="192" y="0"/>
                </a:cubicBezTo>
                <a:cubicBezTo>
                  <a:pt x="221" y="0"/>
                  <a:pt x="250" y="8"/>
                  <a:pt x="279" y="24"/>
                </a:cubicBezTo>
                <a:cubicBezTo>
                  <a:pt x="308" y="40"/>
                  <a:pt x="332" y="68"/>
                  <a:pt x="350" y="109"/>
                </a:cubicBezTo>
                <a:cubicBezTo>
                  <a:pt x="373" y="159"/>
                  <a:pt x="384" y="228"/>
                  <a:pt x="384" y="316"/>
                </a:cubicBezTo>
                <a:cubicBezTo>
                  <a:pt x="384" y="410"/>
                  <a:pt x="371" y="482"/>
                  <a:pt x="345" y="532"/>
                </a:cubicBezTo>
                <a:cubicBezTo>
                  <a:pt x="333" y="557"/>
                  <a:pt x="316" y="577"/>
                  <a:pt x="295" y="592"/>
                </a:cubicBezTo>
                <a:cubicBezTo>
                  <a:pt x="274" y="608"/>
                  <a:pt x="255" y="617"/>
                  <a:pt x="239" y="621"/>
                </a:cubicBezTo>
                <a:cubicBezTo>
                  <a:pt x="223" y="624"/>
                  <a:pt x="208" y="626"/>
                  <a:pt x="193" y="627"/>
                </a:cubicBezTo>
                <a:cubicBezTo>
                  <a:pt x="177" y="627"/>
                  <a:pt x="161" y="625"/>
                  <a:pt x="146" y="622"/>
                </a:cubicBezTo>
                <a:cubicBezTo>
                  <a:pt x="130" y="618"/>
                  <a:pt x="111" y="608"/>
                  <a:pt x="90" y="592"/>
                </a:cubicBezTo>
                <a:cubicBezTo>
                  <a:pt x="68" y="577"/>
                  <a:pt x="51" y="556"/>
                  <a:pt x="39" y="532"/>
                </a:cubicBezTo>
                <a:cubicBezTo>
                  <a:pt x="13" y="482"/>
                  <a:pt x="0" y="410"/>
                  <a:pt x="0" y="316"/>
                </a:cubicBezTo>
                <a:cubicBezTo>
                  <a:pt x="0" y="210"/>
                  <a:pt x="17" y="130"/>
                  <a:pt x="52" y="74"/>
                </a:cubicBezTo>
                <a:moveTo>
                  <a:pt x="257" y="63"/>
                </a:moveTo>
                <a:cubicBezTo>
                  <a:pt x="239" y="44"/>
                  <a:pt x="218" y="34"/>
                  <a:pt x="193" y="34"/>
                </a:cubicBezTo>
                <a:cubicBezTo>
                  <a:pt x="167" y="34"/>
                  <a:pt x="146" y="44"/>
                  <a:pt x="127" y="63"/>
                </a:cubicBezTo>
                <a:cubicBezTo>
                  <a:pt x="112" y="80"/>
                  <a:pt x="102" y="102"/>
                  <a:pt x="97" y="130"/>
                </a:cubicBezTo>
                <a:cubicBezTo>
                  <a:pt x="92" y="157"/>
                  <a:pt x="90" y="216"/>
                  <a:pt x="90" y="304"/>
                </a:cubicBezTo>
                <a:cubicBezTo>
                  <a:pt x="90" y="400"/>
                  <a:pt x="92" y="463"/>
                  <a:pt x="97" y="493"/>
                </a:cubicBezTo>
                <a:cubicBezTo>
                  <a:pt x="102" y="524"/>
                  <a:pt x="113" y="548"/>
                  <a:pt x="130" y="565"/>
                </a:cubicBezTo>
                <a:cubicBezTo>
                  <a:pt x="147" y="583"/>
                  <a:pt x="168" y="592"/>
                  <a:pt x="193" y="592"/>
                </a:cubicBezTo>
                <a:cubicBezTo>
                  <a:pt x="217" y="592"/>
                  <a:pt x="238" y="583"/>
                  <a:pt x="255" y="565"/>
                </a:cubicBezTo>
                <a:cubicBezTo>
                  <a:pt x="272" y="547"/>
                  <a:pt x="283" y="522"/>
                  <a:pt x="287" y="489"/>
                </a:cubicBezTo>
                <a:cubicBezTo>
                  <a:pt x="292" y="456"/>
                  <a:pt x="294" y="395"/>
                  <a:pt x="295" y="304"/>
                </a:cubicBezTo>
                <a:cubicBezTo>
                  <a:pt x="295" y="216"/>
                  <a:pt x="292" y="158"/>
                  <a:pt x="287" y="130"/>
                </a:cubicBezTo>
                <a:cubicBezTo>
                  <a:pt x="283" y="103"/>
                  <a:pt x="273" y="80"/>
                  <a:pt x="257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28" name=""/>
          <p:cNvSpPr/>
          <p:nvPr/>
        </p:nvSpPr>
        <p:spPr>
          <a:xfrm>
            <a:off x="9279360" y="1885680"/>
            <a:ext cx="138240" cy="225720"/>
          </a:xfrm>
          <a:custGeom>
            <a:avLst/>
            <a:gdLst/>
            <a:ahLst/>
            <a:rect l="0" t="0" r="r" b="b"/>
            <a:pathLst>
              <a:path w="384" h="627">
                <a:moveTo>
                  <a:pt x="53" y="74"/>
                </a:moveTo>
                <a:cubicBezTo>
                  <a:pt x="87" y="25"/>
                  <a:pt x="133" y="0"/>
                  <a:pt x="192" y="0"/>
                </a:cubicBezTo>
                <a:cubicBezTo>
                  <a:pt x="221" y="0"/>
                  <a:pt x="250" y="8"/>
                  <a:pt x="279" y="24"/>
                </a:cubicBezTo>
                <a:cubicBezTo>
                  <a:pt x="308" y="40"/>
                  <a:pt x="332" y="68"/>
                  <a:pt x="350" y="109"/>
                </a:cubicBezTo>
                <a:cubicBezTo>
                  <a:pt x="372" y="159"/>
                  <a:pt x="384" y="228"/>
                  <a:pt x="384" y="316"/>
                </a:cubicBezTo>
                <a:cubicBezTo>
                  <a:pt x="384" y="410"/>
                  <a:pt x="371" y="482"/>
                  <a:pt x="345" y="532"/>
                </a:cubicBezTo>
                <a:cubicBezTo>
                  <a:pt x="332" y="557"/>
                  <a:pt x="316" y="577"/>
                  <a:pt x="295" y="592"/>
                </a:cubicBezTo>
                <a:cubicBezTo>
                  <a:pt x="273" y="608"/>
                  <a:pt x="255" y="617"/>
                  <a:pt x="239" y="621"/>
                </a:cubicBezTo>
                <a:cubicBezTo>
                  <a:pt x="223" y="624"/>
                  <a:pt x="208" y="626"/>
                  <a:pt x="193" y="627"/>
                </a:cubicBezTo>
                <a:cubicBezTo>
                  <a:pt x="177" y="627"/>
                  <a:pt x="161" y="625"/>
                  <a:pt x="145" y="622"/>
                </a:cubicBezTo>
                <a:cubicBezTo>
                  <a:pt x="130" y="618"/>
                  <a:pt x="111" y="608"/>
                  <a:pt x="90" y="592"/>
                </a:cubicBezTo>
                <a:cubicBezTo>
                  <a:pt x="69" y="577"/>
                  <a:pt x="52" y="556"/>
                  <a:pt x="40" y="532"/>
                </a:cubicBezTo>
                <a:cubicBezTo>
                  <a:pt x="14" y="482"/>
                  <a:pt x="0" y="410"/>
                  <a:pt x="0" y="316"/>
                </a:cubicBezTo>
                <a:cubicBezTo>
                  <a:pt x="0" y="210"/>
                  <a:pt x="18" y="130"/>
                  <a:pt x="53" y="74"/>
                </a:cubicBezTo>
                <a:moveTo>
                  <a:pt x="257" y="63"/>
                </a:moveTo>
                <a:cubicBezTo>
                  <a:pt x="239" y="44"/>
                  <a:pt x="218" y="34"/>
                  <a:pt x="193" y="34"/>
                </a:cubicBezTo>
                <a:cubicBezTo>
                  <a:pt x="167" y="34"/>
                  <a:pt x="145" y="44"/>
                  <a:pt x="127" y="63"/>
                </a:cubicBezTo>
                <a:cubicBezTo>
                  <a:pt x="112" y="80"/>
                  <a:pt x="102" y="102"/>
                  <a:pt x="97" y="130"/>
                </a:cubicBezTo>
                <a:cubicBezTo>
                  <a:pt x="92" y="157"/>
                  <a:pt x="90" y="216"/>
                  <a:pt x="90" y="304"/>
                </a:cubicBezTo>
                <a:cubicBezTo>
                  <a:pt x="90" y="400"/>
                  <a:pt x="92" y="463"/>
                  <a:pt x="97" y="493"/>
                </a:cubicBezTo>
                <a:cubicBezTo>
                  <a:pt x="102" y="524"/>
                  <a:pt x="113" y="548"/>
                  <a:pt x="130" y="565"/>
                </a:cubicBezTo>
                <a:cubicBezTo>
                  <a:pt x="147" y="583"/>
                  <a:pt x="168" y="592"/>
                  <a:pt x="193" y="592"/>
                </a:cubicBezTo>
                <a:cubicBezTo>
                  <a:pt x="217" y="592"/>
                  <a:pt x="238" y="583"/>
                  <a:pt x="255" y="565"/>
                </a:cubicBezTo>
                <a:cubicBezTo>
                  <a:pt x="272" y="547"/>
                  <a:pt x="283" y="522"/>
                  <a:pt x="287" y="489"/>
                </a:cubicBezTo>
                <a:cubicBezTo>
                  <a:pt x="292" y="456"/>
                  <a:pt x="294" y="395"/>
                  <a:pt x="295" y="304"/>
                </a:cubicBezTo>
                <a:cubicBezTo>
                  <a:pt x="295" y="216"/>
                  <a:pt x="292" y="158"/>
                  <a:pt x="287" y="130"/>
                </a:cubicBezTo>
                <a:cubicBezTo>
                  <a:pt x="282" y="103"/>
                  <a:pt x="272" y="80"/>
                  <a:pt x="257" y="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29" name=""/>
          <p:cNvSpPr txBox="1"/>
          <p:nvPr/>
        </p:nvSpPr>
        <p:spPr>
          <a:xfrm>
            <a:off x="7294680" y="1838160"/>
            <a:ext cx="10101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を算出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30" name=""/>
          <p:cNvSpPr txBox="1"/>
          <p:nvPr/>
        </p:nvSpPr>
        <p:spPr>
          <a:xfrm>
            <a:off x="9429120" y="1838160"/>
            <a:ext cx="7286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/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地域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31" name=""/>
          <p:cNvSpPr/>
          <p:nvPr/>
        </p:nvSpPr>
        <p:spPr>
          <a:xfrm>
            <a:off x="1210320" y="2390760"/>
            <a:ext cx="201960" cy="224280"/>
          </a:xfrm>
          <a:custGeom>
            <a:avLst/>
            <a:gdLst/>
            <a:ahLst/>
            <a:rect l="0" t="0" r="r" b="b"/>
            <a:pathLst>
              <a:path w="561" h="623">
                <a:moveTo>
                  <a:pt x="179" y="41"/>
                </a:moveTo>
                <a:cubicBezTo>
                  <a:pt x="158" y="41"/>
                  <a:pt x="147" y="40"/>
                  <a:pt x="146" y="38"/>
                </a:cubicBezTo>
                <a:cubicBezTo>
                  <a:pt x="145" y="37"/>
                  <a:pt x="145" y="34"/>
                  <a:pt x="145" y="30"/>
                </a:cubicBezTo>
                <a:cubicBezTo>
                  <a:pt x="145" y="16"/>
                  <a:pt x="148" y="6"/>
                  <a:pt x="155" y="0"/>
                </a:cubicBezTo>
                <a:cubicBezTo>
                  <a:pt x="156" y="0"/>
                  <a:pt x="161" y="0"/>
                  <a:pt x="169" y="0"/>
                </a:cubicBezTo>
                <a:cubicBezTo>
                  <a:pt x="201" y="1"/>
                  <a:pt x="240" y="2"/>
                  <a:pt x="285" y="2"/>
                </a:cubicBezTo>
                <a:cubicBezTo>
                  <a:pt x="371" y="2"/>
                  <a:pt x="420" y="1"/>
                  <a:pt x="433" y="0"/>
                </a:cubicBezTo>
                <a:lnTo>
                  <a:pt x="444" y="0"/>
                </a:lnTo>
                <a:cubicBezTo>
                  <a:pt x="447" y="3"/>
                  <a:pt x="449" y="6"/>
                  <a:pt x="449" y="8"/>
                </a:cubicBezTo>
                <a:cubicBezTo>
                  <a:pt x="449" y="10"/>
                  <a:pt x="448" y="15"/>
                  <a:pt x="447" y="24"/>
                </a:cubicBezTo>
                <a:cubicBezTo>
                  <a:pt x="444" y="33"/>
                  <a:pt x="441" y="39"/>
                  <a:pt x="439" y="41"/>
                </a:cubicBezTo>
                <a:lnTo>
                  <a:pt x="404" y="41"/>
                </a:lnTo>
                <a:cubicBezTo>
                  <a:pt x="363" y="42"/>
                  <a:pt x="338" y="45"/>
                  <a:pt x="331" y="50"/>
                </a:cubicBezTo>
                <a:cubicBezTo>
                  <a:pt x="327" y="52"/>
                  <a:pt x="322" y="60"/>
                  <a:pt x="318" y="75"/>
                </a:cubicBezTo>
                <a:cubicBezTo>
                  <a:pt x="314" y="90"/>
                  <a:pt x="293" y="170"/>
                  <a:pt x="256" y="315"/>
                </a:cubicBezTo>
                <a:cubicBezTo>
                  <a:pt x="246" y="355"/>
                  <a:pt x="236" y="396"/>
                  <a:pt x="225" y="441"/>
                </a:cubicBezTo>
                <a:cubicBezTo>
                  <a:pt x="214" y="485"/>
                  <a:pt x="206" y="519"/>
                  <a:pt x="201" y="542"/>
                </a:cubicBezTo>
                <a:lnTo>
                  <a:pt x="192" y="575"/>
                </a:lnTo>
                <a:cubicBezTo>
                  <a:pt x="192" y="577"/>
                  <a:pt x="195" y="578"/>
                  <a:pt x="201" y="578"/>
                </a:cubicBezTo>
                <a:cubicBezTo>
                  <a:pt x="206" y="578"/>
                  <a:pt x="224" y="579"/>
                  <a:pt x="254" y="580"/>
                </a:cubicBezTo>
                <a:lnTo>
                  <a:pt x="270" y="580"/>
                </a:lnTo>
                <a:cubicBezTo>
                  <a:pt x="290" y="580"/>
                  <a:pt x="306" y="580"/>
                  <a:pt x="317" y="579"/>
                </a:cubicBezTo>
                <a:cubicBezTo>
                  <a:pt x="329" y="579"/>
                  <a:pt x="344" y="576"/>
                  <a:pt x="362" y="573"/>
                </a:cubicBezTo>
                <a:cubicBezTo>
                  <a:pt x="380" y="569"/>
                  <a:pt x="395" y="564"/>
                  <a:pt x="407" y="556"/>
                </a:cubicBezTo>
                <a:cubicBezTo>
                  <a:pt x="419" y="549"/>
                  <a:pt x="433" y="539"/>
                  <a:pt x="447" y="525"/>
                </a:cubicBezTo>
                <a:cubicBezTo>
                  <a:pt x="462" y="511"/>
                  <a:pt x="475" y="494"/>
                  <a:pt x="485" y="474"/>
                </a:cubicBezTo>
                <a:cubicBezTo>
                  <a:pt x="495" y="456"/>
                  <a:pt x="504" y="436"/>
                  <a:pt x="513" y="413"/>
                </a:cubicBezTo>
                <a:cubicBezTo>
                  <a:pt x="521" y="391"/>
                  <a:pt x="526" y="378"/>
                  <a:pt x="528" y="375"/>
                </a:cubicBezTo>
                <a:cubicBezTo>
                  <a:pt x="531" y="373"/>
                  <a:pt x="536" y="373"/>
                  <a:pt x="544" y="373"/>
                </a:cubicBezTo>
                <a:lnTo>
                  <a:pt x="555" y="373"/>
                </a:lnTo>
                <a:cubicBezTo>
                  <a:pt x="559" y="378"/>
                  <a:pt x="561" y="381"/>
                  <a:pt x="561" y="383"/>
                </a:cubicBezTo>
                <a:cubicBezTo>
                  <a:pt x="561" y="384"/>
                  <a:pt x="555" y="402"/>
                  <a:pt x="543" y="436"/>
                </a:cubicBezTo>
                <a:cubicBezTo>
                  <a:pt x="531" y="471"/>
                  <a:pt x="517" y="507"/>
                  <a:pt x="503" y="546"/>
                </a:cubicBezTo>
                <a:cubicBezTo>
                  <a:pt x="488" y="585"/>
                  <a:pt x="480" y="607"/>
                  <a:pt x="479" y="614"/>
                </a:cubicBezTo>
                <a:cubicBezTo>
                  <a:pt x="478" y="617"/>
                  <a:pt x="477" y="619"/>
                  <a:pt x="475" y="619"/>
                </a:cubicBezTo>
                <a:cubicBezTo>
                  <a:pt x="474" y="620"/>
                  <a:pt x="469" y="621"/>
                  <a:pt x="461" y="622"/>
                </a:cubicBezTo>
                <a:cubicBezTo>
                  <a:pt x="452" y="623"/>
                  <a:pt x="439" y="623"/>
                  <a:pt x="422" y="623"/>
                </a:cubicBezTo>
                <a:cubicBezTo>
                  <a:pt x="415" y="623"/>
                  <a:pt x="392" y="623"/>
                  <a:pt x="353" y="623"/>
                </a:cubicBezTo>
                <a:cubicBezTo>
                  <a:pt x="313" y="623"/>
                  <a:pt x="276" y="623"/>
                  <a:pt x="239" y="622"/>
                </a:cubicBezTo>
                <a:lnTo>
                  <a:pt x="77" y="622"/>
                </a:lnTo>
                <a:cubicBezTo>
                  <a:pt x="26" y="622"/>
                  <a:pt x="0" y="619"/>
                  <a:pt x="0" y="613"/>
                </a:cubicBezTo>
                <a:cubicBezTo>
                  <a:pt x="0" y="609"/>
                  <a:pt x="1" y="604"/>
                  <a:pt x="2" y="600"/>
                </a:cubicBezTo>
                <a:cubicBezTo>
                  <a:pt x="5" y="589"/>
                  <a:pt x="8" y="582"/>
                  <a:pt x="11" y="581"/>
                </a:cubicBezTo>
                <a:cubicBezTo>
                  <a:pt x="14" y="580"/>
                  <a:pt x="18" y="580"/>
                  <a:pt x="25" y="580"/>
                </a:cubicBezTo>
                <a:lnTo>
                  <a:pt x="30" y="580"/>
                </a:lnTo>
                <a:cubicBezTo>
                  <a:pt x="47" y="580"/>
                  <a:pt x="65" y="579"/>
                  <a:pt x="85" y="577"/>
                </a:cubicBezTo>
                <a:cubicBezTo>
                  <a:pt x="94" y="576"/>
                  <a:pt x="99" y="572"/>
                  <a:pt x="102" y="566"/>
                </a:cubicBezTo>
                <a:cubicBezTo>
                  <a:pt x="104" y="564"/>
                  <a:pt x="126" y="479"/>
                  <a:pt x="168" y="312"/>
                </a:cubicBezTo>
                <a:cubicBezTo>
                  <a:pt x="210" y="146"/>
                  <a:pt x="231" y="59"/>
                  <a:pt x="231" y="50"/>
                </a:cubicBezTo>
                <a:cubicBezTo>
                  <a:pt x="231" y="45"/>
                  <a:pt x="213" y="43"/>
                  <a:pt x="179" y="4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32" name=""/>
          <p:cNvSpPr txBox="1"/>
          <p:nvPr/>
        </p:nvSpPr>
        <p:spPr>
          <a:xfrm>
            <a:off x="918000" y="2343240"/>
            <a:ext cx="2826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1E3A5F"/>
                </a:solidFill>
                <a:effectLst/>
                <a:uFillTx/>
                <a:latin typeface="NotoSansJP"/>
                <a:ea typeface="NotoSansJP"/>
              </a:rPr>
              <a:t>2.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33" name=""/>
          <p:cNvSpPr/>
          <p:nvPr/>
        </p:nvSpPr>
        <p:spPr>
          <a:xfrm>
            <a:off x="3767760" y="2381040"/>
            <a:ext cx="242640" cy="235080"/>
          </a:xfrm>
          <a:custGeom>
            <a:avLst/>
            <a:gdLst/>
            <a:ahLst/>
            <a:rect l="0" t="0" r="r" b="b"/>
            <a:pathLst>
              <a:path w="674" h="653">
                <a:moveTo>
                  <a:pt x="5" y="653"/>
                </a:moveTo>
                <a:cubicBezTo>
                  <a:pt x="2" y="650"/>
                  <a:pt x="0" y="648"/>
                  <a:pt x="0" y="646"/>
                </a:cubicBezTo>
                <a:cubicBezTo>
                  <a:pt x="0" y="645"/>
                  <a:pt x="51" y="539"/>
                  <a:pt x="154" y="328"/>
                </a:cubicBezTo>
                <a:cubicBezTo>
                  <a:pt x="256" y="116"/>
                  <a:pt x="309" y="9"/>
                  <a:pt x="311" y="6"/>
                </a:cubicBezTo>
                <a:cubicBezTo>
                  <a:pt x="313" y="2"/>
                  <a:pt x="322" y="0"/>
                  <a:pt x="337" y="0"/>
                </a:cubicBezTo>
                <a:cubicBezTo>
                  <a:pt x="351" y="0"/>
                  <a:pt x="359" y="2"/>
                  <a:pt x="362" y="6"/>
                </a:cubicBezTo>
                <a:cubicBezTo>
                  <a:pt x="364" y="9"/>
                  <a:pt x="416" y="116"/>
                  <a:pt x="519" y="328"/>
                </a:cubicBezTo>
                <a:cubicBezTo>
                  <a:pt x="621" y="539"/>
                  <a:pt x="674" y="645"/>
                  <a:pt x="674" y="646"/>
                </a:cubicBezTo>
                <a:cubicBezTo>
                  <a:pt x="674" y="648"/>
                  <a:pt x="673" y="650"/>
                  <a:pt x="670" y="653"/>
                </a:cubicBezTo>
                <a:lnTo>
                  <a:pt x="5" y="653"/>
                </a:lnTo>
                <a:moveTo>
                  <a:pt x="420" y="340"/>
                </a:moveTo>
                <a:lnTo>
                  <a:pt x="308" y="109"/>
                </a:lnTo>
                <a:lnTo>
                  <a:pt x="83" y="569"/>
                </a:lnTo>
                <a:lnTo>
                  <a:pt x="307" y="570"/>
                </a:lnTo>
                <a:lnTo>
                  <a:pt x="532" y="570"/>
                </a:lnTo>
                <a:cubicBezTo>
                  <a:pt x="532" y="569"/>
                  <a:pt x="494" y="492"/>
                  <a:pt x="420" y="340"/>
                </a:cubicBez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34" name=""/>
          <p:cNvSpPr/>
          <p:nvPr/>
        </p:nvSpPr>
        <p:spPr>
          <a:xfrm>
            <a:off x="4042080" y="2562120"/>
            <a:ext cx="184320" cy="102960"/>
          </a:xfrm>
          <a:custGeom>
            <a:avLst/>
            <a:gdLst/>
            <a:ahLst/>
            <a:rect l="0" t="0" r="r" b="b"/>
            <a:pathLst>
              <a:path w="512" h="286">
                <a:moveTo>
                  <a:pt x="11" y="256"/>
                </a:moveTo>
                <a:lnTo>
                  <a:pt x="20" y="256"/>
                </a:lnTo>
                <a:cubicBezTo>
                  <a:pt x="36" y="256"/>
                  <a:pt x="46" y="253"/>
                  <a:pt x="50" y="247"/>
                </a:cubicBezTo>
                <a:lnTo>
                  <a:pt x="50" y="242"/>
                </a:lnTo>
                <a:cubicBezTo>
                  <a:pt x="50" y="238"/>
                  <a:pt x="50" y="233"/>
                  <a:pt x="50" y="227"/>
                </a:cubicBezTo>
                <a:cubicBezTo>
                  <a:pt x="50" y="221"/>
                  <a:pt x="50" y="215"/>
                  <a:pt x="50" y="208"/>
                </a:cubicBezTo>
                <a:cubicBezTo>
                  <a:pt x="50" y="200"/>
                  <a:pt x="50" y="192"/>
                  <a:pt x="50" y="182"/>
                </a:cubicBezTo>
                <a:cubicBezTo>
                  <a:pt x="51" y="173"/>
                  <a:pt x="51" y="164"/>
                  <a:pt x="50" y="155"/>
                </a:cubicBezTo>
                <a:cubicBezTo>
                  <a:pt x="50" y="142"/>
                  <a:pt x="50" y="128"/>
                  <a:pt x="50" y="112"/>
                </a:cubicBezTo>
                <a:cubicBezTo>
                  <a:pt x="50" y="97"/>
                  <a:pt x="50" y="84"/>
                  <a:pt x="50" y="74"/>
                </a:cubicBezTo>
                <a:lnTo>
                  <a:pt x="50" y="59"/>
                </a:lnTo>
                <a:cubicBezTo>
                  <a:pt x="49" y="51"/>
                  <a:pt x="46" y="46"/>
                  <a:pt x="41" y="43"/>
                </a:cubicBezTo>
                <a:cubicBezTo>
                  <a:pt x="36" y="41"/>
                  <a:pt x="26" y="39"/>
                  <a:pt x="12" y="37"/>
                </a:cubicBezTo>
                <a:lnTo>
                  <a:pt x="0" y="37"/>
                </a:lnTo>
                <a:lnTo>
                  <a:pt x="0" y="23"/>
                </a:lnTo>
                <a:cubicBezTo>
                  <a:pt x="0" y="13"/>
                  <a:pt x="1" y="8"/>
                  <a:pt x="2" y="8"/>
                </a:cubicBezTo>
                <a:lnTo>
                  <a:pt x="8" y="7"/>
                </a:lnTo>
                <a:cubicBezTo>
                  <a:pt x="12" y="7"/>
                  <a:pt x="18" y="6"/>
                  <a:pt x="26" y="6"/>
                </a:cubicBezTo>
                <a:cubicBezTo>
                  <a:pt x="34" y="5"/>
                  <a:pt x="42" y="5"/>
                  <a:pt x="50" y="5"/>
                </a:cubicBezTo>
                <a:cubicBezTo>
                  <a:pt x="57" y="4"/>
                  <a:pt x="65" y="4"/>
                  <a:pt x="73" y="3"/>
                </a:cubicBezTo>
                <a:cubicBezTo>
                  <a:pt x="81" y="3"/>
                  <a:pt x="87" y="2"/>
                  <a:pt x="92" y="1"/>
                </a:cubicBezTo>
                <a:cubicBezTo>
                  <a:pt x="96" y="0"/>
                  <a:pt x="98" y="0"/>
                  <a:pt x="99" y="1"/>
                </a:cubicBezTo>
                <a:lnTo>
                  <a:pt x="101" y="1"/>
                </a:lnTo>
                <a:lnTo>
                  <a:pt x="101" y="26"/>
                </a:lnTo>
                <a:cubicBezTo>
                  <a:pt x="101" y="43"/>
                  <a:pt x="101" y="51"/>
                  <a:pt x="101" y="51"/>
                </a:cubicBezTo>
                <a:cubicBezTo>
                  <a:pt x="102" y="51"/>
                  <a:pt x="103" y="50"/>
                  <a:pt x="105" y="48"/>
                </a:cubicBezTo>
                <a:cubicBezTo>
                  <a:pt x="106" y="45"/>
                  <a:pt x="109" y="42"/>
                  <a:pt x="112" y="38"/>
                </a:cubicBezTo>
                <a:cubicBezTo>
                  <a:pt x="116" y="34"/>
                  <a:pt x="120" y="30"/>
                  <a:pt x="124" y="26"/>
                </a:cubicBezTo>
                <a:cubicBezTo>
                  <a:pt x="129" y="23"/>
                  <a:pt x="135" y="19"/>
                  <a:pt x="143" y="14"/>
                </a:cubicBezTo>
                <a:cubicBezTo>
                  <a:pt x="151" y="9"/>
                  <a:pt x="159" y="6"/>
                  <a:pt x="168" y="4"/>
                </a:cubicBezTo>
                <a:cubicBezTo>
                  <a:pt x="176" y="2"/>
                  <a:pt x="187" y="1"/>
                  <a:pt x="200" y="1"/>
                </a:cubicBezTo>
                <a:cubicBezTo>
                  <a:pt x="207" y="1"/>
                  <a:pt x="213" y="1"/>
                  <a:pt x="218" y="2"/>
                </a:cubicBezTo>
                <a:cubicBezTo>
                  <a:pt x="224" y="3"/>
                  <a:pt x="229" y="4"/>
                  <a:pt x="233" y="6"/>
                </a:cubicBezTo>
                <a:cubicBezTo>
                  <a:pt x="237" y="8"/>
                  <a:pt x="242" y="9"/>
                  <a:pt x="245" y="11"/>
                </a:cubicBezTo>
                <a:cubicBezTo>
                  <a:pt x="250" y="13"/>
                  <a:pt x="253" y="15"/>
                  <a:pt x="256" y="17"/>
                </a:cubicBezTo>
                <a:cubicBezTo>
                  <a:pt x="259" y="19"/>
                  <a:pt x="261" y="21"/>
                  <a:pt x="263" y="24"/>
                </a:cubicBezTo>
                <a:cubicBezTo>
                  <a:pt x="265" y="26"/>
                  <a:pt x="267" y="29"/>
                  <a:pt x="269" y="31"/>
                </a:cubicBezTo>
                <a:cubicBezTo>
                  <a:pt x="271" y="33"/>
                  <a:pt x="272" y="35"/>
                  <a:pt x="273" y="38"/>
                </a:cubicBezTo>
                <a:cubicBezTo>
                  <a:pt x="275" y="41"/>
                  <a:pt x="276" y="43"/>
                  <a:pt x="276" y="44"/>
                </a:cubicBezTo>
                <a:cubicBezTo>
                  <a:pt x="276" y="46"/>
                  <a:pt x="277" y="48"/>
                  <a:pt x="278" y="50"/>
                </a:cubicBezTo>
                <a:lnTo>
                  <a:pt x="279" y="53"/>
                </a:lnTo>
                <a:lnTo>
                  <a:pt x="281" y="50"/>
                </a:lnTo>
                <a:cubicBezTo>
                  <a:pt x="282" y="48"/>
                  <a:pt x="284" y="47"/>
                  <a:pt x="285" y="45"/>
                </a:cubicBezTo>
                <a:cubicBezTo>
                  <a:pt x="286" y="43"/>
                  <a:pt x="288" y="41"/>
                  <a:pt x="291" y="38"/>
                </a:cubicBezTo>
                <a:cubicBezTo>
                  <a:pt x="293" y="35"/>
                  <a:pt x="296" y="32"/>
                  <a:pt x="299" y="30"/>
                </a:cubicBezTo>
                <a:cubicBezTo>
                  <a:pt x="302" y="27"/>
                  <a:pt x="305" y="24"/>
                  <a:pt x="309" y="21"/>
                </a:cubicBezTo>
                <a:cubicBezTo>
                  <a:pt x="312" y="18"/>
                  <a:pt x="316" y="16"/>
                  <a:pt x="322" y="14"/>
                </a:cubicBezTo>
                <a:cubicBezTo>
                  <a:pt x="327" y="11"/>
                  <a:pt x="332" y="9"/>
                  <a:pt x="336" y="7"/>
                </a:cubicBezTo>
                <a:cubicBezTo>
                  <a:pt x="341" y="5"/>
                  <a:pt x="347" y="3"/>
                  <a:pt x="353" y="3"/>
                </a:cubicBezTo>
                <a:cubicBezTo>
                  <a:pt x="360" y="2"/>
                  <a:pt x="366" y="1"/>
                  <a:pt x="373" y="1"/>
                </a:cubicBezTo>
                <a:cubicBezTo>
                  <a:pt x="427" y="1"/>
                  <a:pt x="456" y="25"/>
                  <a:pt x="461" y="73"/>
                </a:cubicBezTo>
                <a:cubicBezTo>
                  <a:pt x="462" y="76"/>
                  <a:pt x="462" y="106"/>
                  <a:pt x="462" y="164"/>
                </a:cubicBezTo>
                <a:lnTo>
                  <a:pt x="462" y="219"/>
                </a:lnTo>
                <a:cubicBezTo>
                  <a:pt x="462" y="235"/>
                  <a:pt x="462" y="245"/>
                  <a:pt x="463" y="248"/>
                </a:cubicBezTo>
                <a:cubicBezTo>
                  <a:pt x="464" y="251"/>
                  <a:pt x="466" y="253"/>
                  <a:pt x="470" y="254"/>
                </a:cubicBezTo>
                <a:cubicBezTo>
                  <a:pt x="479" y="256"/>
                  <a:pt x="490" y="256"/>
                  <a:pt x="502" y="256"/>
                </a:cubicBezTo>
                <a:lnTo>
                  <a:pt x="512" y="256"/>
                </a:lnTo>
                <a:lnTo>
                  <a:pt x="512" y="286"/>
                </a:lnTo>
                <a:lnTo>
                  <a:pt x="507" y="286"/>
                </a:lnTo>
                <a:lnTo>
                  <a:pt x="492" y="285"/>
                </a:lnTo>
                <a:cubicBezTo>
                  <a:pt x="482" y="285"/>
                  <a:pt x="471" y="285"/>
                  <a:pt x="459" y="285"/>
                </a:cubicBezTo>
                <a:cubicBezTo>
                  <a:pt x="448" y="285"/>
                  <a:pt x="440" y="284"/>
                  <a:pt x="435" y="284"/>
                </a:cubicBezTo>
                <a:cubicBezTo>
                  <a:pt x="391" y="284"/>
                  <a:pt x="367" y="285"/>
                  <a:pt x="363" y="286"/>
                </a:cubicBezTo>
                <a:lnTo>
                  <a:pt x="358" y="286"/>
                </a:lnTo>
                <a:lnTo>
                  <a:pt x="358" y="256"/>
                </a:lnTo>
                <a:lnTo>
                  <a:pt x="368" y="256"/>
                </a:lnTo>
                <a:cubicBezTo>
                  <a:pt x="394" y="256"/>
                  <a:pt x="407" y="253"/>
                  <a:pt x="407" y="246"/>
                </a:cubicBezTo>
                <a:cubicBezTo>
                  <a:pt x="408" y="245"/>
                  <a:pt x="408" y="216"/>
                  <a:pt x="408" y="157"/>
                </a:cubicBezTo>
                <a:cubicBezTo>
                  <a:pt x="407" y="98"/>
                  <a:pt x="407" y="68"/>
                  <a:pt x="407" y="64"/>
                </a:cubicBezTo>
                <a:cubicBezTo>
                  <a:pt x="404" y="52"/>
                  <a:pt x="400" y="43"/>
                  <a:pt x="394" y="37"/>
                </a:cubicBezTo>
                <a:cubicBezTo>
                  <a:pt x="388" y="31"/>
                  <a:pt x="383" y="28"/>
                  <a:pt x="378" y="26"/>
                </a:cubicBezTo>
                <a:cubicBezTo>
                  <a:pt x="374" y="25"/>
                  <a:pt x="368" y="25"/>
                  <a:pt x="362" y="25"/>
                </a:cubicBezTo>
                <a:cubicBezTo>
                  <a:pt x="342" y="25"/>
                  <a:pt x="325" y="32"/>
                  <a:pt x="311" y="47"/>
                </a:cubicBezTo>
                <a:cubicBezTo>
                  <a:pt x="299" y="59"/>
                  <a:pt x="292" y="70"/>
                  <a:pt x="289" y="82"/>
                </a:cubicBezTo>
                <a:cubicBezTo>
                  <a:pt x="286" y="94"/>
                  <a:pt x="284" y="112"/>
                  <a:pt x="284" y="137"/>
                </a:cubicBezTo>
                <a:lnTo>
                  <a:pt x="284" y="178"/>
                </a:lnTo>
                <a:lnTo>
                  <a:pt x="284" y="217"/>
                </a:lnTo>
                <a:cubicBezTo>
                  <a:pt x="284" y="229"/>
                  <a:pt x="284" y="238"/>
                  <a:pt x="284" y="242"/>
                </a:cubicBezTo>
                <a:cubicBezTo>
                  <a:pt x="285" y="247"/>
                  <a:pt x="285" y="249"/>
                  <a:pt x="286" y="251"/>
                </a:cubicBezTo>
                <a:cubicBezTo>
                  <a:pt x="287" y="252"/>
                  <a:pt x="289" y="253"/>
                  <a:pt x="292" y="254"/>
                </a:cubicBezTo>
                <a:cubicBezTo>
                  <a:pt x="301" y="256"/>
                  <a:pt x="312" y="256"/>
                  <a:pt x="324" y="256"/>
                </a:cubicBezTo>
                <a:lnTo>
                  <a:pt x="334" y="256"/>
                </a:lnTo>
                <a:lnTo>
                  <a:pt x="334" y="286"/>
                </a:lnTo>
                <a:lnTo>
                  <a:pt x="329" y="286"/>
                </a:lnTo>
                <a:lnTo>
                  <a:pt x="313" y="285"/>
                </a:lnTo>
                <a:cubicBezTo>
                  <a:pt x="303" y="285"/>
                  <a:pt x="293" y="285"/>
                  <a:pt x="281" y="285"/>
                </a:cubicBezTo>
                <a:cubicBezTo>
                  <a:pt x="270" y="285"/>
                  <a:pt x="261" y="284"/>
                  <a:pt x="257" y="284"/>
                </a:cubicBezTo>
                <a:cubicBezTo>
                  <a:pt x="211" y="284"/>
                  <a:pt x="187" y="285"/>
                  <a:pt x="184" y="286"/>
                </a:cubicBezTo>
                <a:lnTo>
                  <a:pt x="178" y="286"/>
                </a:lnTo>
                <a:lnTo>
                  <a:pt x="178" y="256"/>
                </a:lnTo>
                <a:lnTo>
                  <a:pt x="189" y="256"/>
                </a:lnTo>
                <a:cubicBezTo>
                  <a:pt x="215" y="256"/>
                  <a:pt x="228" y="253"/>
                  <a:pt x="228" y="246"/>
                </a:cubicBezTo>
                <a:cubicBezTo>
                  <a:pt x="228" y="245"/>
                  <a:pt x="229" y="216"/>
                  <a:pt x="229" y="157"/>
                </a:cubicBezTo>
                <a:cubicBezTo>
                  <a:pt x="228" y="98"/>
                  <a:pt x="228" y="68"/>
                  <a:pt x="227" y="64"/>
                </a:cubicBezTo>
                <a:cubicBezTo>
                  <a:pt x="225" y="52"/>
                  <a:pt x="221" y="43"/>
                  <a:pt x="214" y="37"/>
                </a:cubicBezTo>
                <a:cubicBezTo>
                  <a:pt x="208" y="31"/>
                  <a:pt x="203" y="28"/>
                  <a:pt x="199" y="26"/>
                </a:cubicBezTo>
                <a:cubicBezTo>
                  <a:pt x="195" y="25"/>
                  <a:pt x="189" y="25"/>
                  <a:pt x="182" y="25"/>
                </a:cubicBezTo>
                <a:cubicBezTo>
                  <a:pt x="163" y="25"/>
                  <a:pt x="146" y="32"/>
                  <a:pt x="132" y="47"/>
                </a:cubicBezTo>
                <a:cubicBezTo>
                  <a:pt x="120" y="59"/>
                  <a:pt x="113" y="70"/>
                  <a:pt x="110" y="82"/>
                </a:cubicBezTo>
                <a:cubicBezTo>
                  <a:pt x="107" y="94"/>
                  <a:pt x="105" y="112"/>
                  <a:pt x="105" y="137"/>
                </a:cubicBezTo>
                <a:lnTo>
                  <a:pt x="105" y="178"/>
                </a:lnTo>
                <a:lnTo>
                  <a:pt x="105" y="217"/>
                </a:lnTo>
                <a:cubicBezTo>
                  <a:pt x="105" y="229"/>
                  <a:pt x="105" y="238"/>
                  <a:pt x="105" y="242"/>
                </a:cubicBezTo>
                <a:cubicBezTo>
                  <a:pt x="106" y="247"/>
                  <a:pt x="106" y="249"/>
                  <a:pt x="107" y="251"/>
                </a:cubicBezTo>
                <a:cubicBezTo>
                  <a:pt x="108" y="252"/>
                  <a:pt x="110" y="253"/>
                  <a:pt x="113" y="254"/>
                </a:cubicBezTo>
                <a:cubicBezTo>
                  <a:pt x="122" y="256"/>
                  <a:pt x="132" y="256"/>
                  <a:pt x="144" y="256"/>
                </a:cubicBezTo>
                <a:lnTo>
                  <a:pt x="155" y="256"/>
                </a:lnTo>
                <a:lnTo>
                  <a:pt x="155" y="286"/>
                </a:lnTo>
                <a:lnTo>
                  <a:pt x="150" y="286"/>
                </a:lnTo>
                <a:lnTo>
                  <a:pt x="135" y="285"/>
                </a:lnTo>
                <a:cubicBezTo>
                  <a:pt x="124" y="285"/>
                  <a:pt x="114" y="285"/>
                  <a:pt x="102" y="285"/>
                </a:cubicBezTo>
                <a:cubicBezTo>
                  <a:pt x="90" y="285"/>
                  <a:pt x="82" y="284"/>
                  <a:pt x="77" y="284"/>
                </a:cubicBezTo>
                <a:cubicBezTo>
                  <a:pt x="33" y="284"/>
                  <a:pt x="9" y="285"/>
                  <a:pt x="5" y="286"/>
                </a:cubicBezTo>
                <a:lnTo>
                  <a:pt x="0" y="286"/>
                </a:lnTo>
                <a:lnTo>
                  <a:pt x="0" y="256"/>
                </a:lnTo>
                <a:lnTo>
                  <a:pt x="11" y="256"/>
                </a:ln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35" name=""/>
          <p:cNvSpPr/>
          <p:nvPr/>
        </p:nvSpPr>
        <p:spPr>
          <a:xfrm>
            <a:off x="4237200" y="2561040"/>
            <a:ext cx="106560" cy="106560"/>
          </a:xfrm>
          <a:custGeom>
            <a:avLst/>
            <a:gdLst/>
            <a:ahLst/>
            <a:rect l="0" t="0" r="r" b="b"/>
            <a:pathLst>
              <a:path w="296" h="296">
                <a:moveTo>
                  <a:pt x="66" y="92"/>
                </a:moveTo>
                <a:cubicBezTo>
                  <a:pt x="66" y="92"/>
                  <a:pt x="61" y="92"/>
                  <a:pt x="52" y="92"/>
                </a:cubicBezTo>
                <a:cubicBezTo>
                  <a:pt x="43" y="92"/>
                  <a:pt x="35" y="89"/>
                  <a:pt x="28" y="82"/>
                </a:cubicBezTo>
                <a:cubicBezTo>
                  <a:pt x="22" y="76"/>
                  <a:pt x="19" y="67"/>
                  <a:pt x="19" y="57"/>
                </a:cubicBezTo>
                <a:cubicBezTo>
                  <a:pt x="19" y="42"/>
                  <a:pt x="26" y="29"/>
                  <a:pt x="40" y="17"/>
                </a:cubicBezTo>
                <a:cubicBezTo>
                  <a:pt x="55" y="6"/>
                  <a:pt x="81" y="0"/>
                  <a:pt x="118" y="0"/>
                </a:cubicBezTo>
                <a:cubicBezTo>
                  <a:pt x="150" y="0"/>
                  <a:pt x="175" y="7"/>
                  <a:pt x="195" y="20"/>
                </a:cubicBezTo>
                <a:cubicBezTo>
                  <a:pt x="214" y="34"/>
                  <a:pt x="227" y="50"/>
                  <a:pt x="234" y="69"/>
                </a:cubicBezTo>
                <a:cubicBezTo>
                  <a:pt x="236" y="75"/>
                  <a:pt x="237" y="82"/>
                  <a:pt x="237" y="89"/>
                </a:cubicBezTo>
                <a:cubicBezTo>
                  <a:pt x="237" y="97"/>
                  <a:pt x="237" y="122"/>
                  <a:pt x="238" y="164"/>
                </a:cubicBezTo>
                <a:lnTo>
                  <a:pt x="238" y="209"/>
                </a:lnTo>
                <a:cubicBezTo>
                  <a:pt x="238" y="230"/>
                  <a:pt x="239" y="244"/>
                  <a:pt x="241" y="252"/>
                </a:cubicBezTo>
                <a:cubicBezTo>
                  <a:pt x="243" y="259"/>
                  <a:pt x="247" y="263"/>
                  <a:pt x="254" y="263"/>
                </a:cubicBezTo>
                <a:cubicBezTo>
                  <a:pt x="261" y="263"/>
                  <a:pt x="265" y="260"/>
                  <a:pt x="267" y="253"/>
                </a:cubicBezTo>
                <a:cubicBezTo>
                  <a:pt x="269" y="246"/>
                  <a:pt x="270" y="235"/>
                  <a:pt x="270" y="219"/>
                </a:cubicBezTo>
                <a:lnTo>
                  <a:pt x="270" y="196"/>
                </a:lnTo>
                <a:lnTo>
                  <a:pt x="296" y="196"/>
                </a:lnTo>
                <a:lnTo>
                  <a:pt x="296" y="221"/>
                </a:lnTo>
                <a:cubicBezTo>
                  <a:pt x="296" y="238"/>
                  <a:pt x="295" y="248"/>
                  <a:pt x="294" y="251"/>
                </a:cubicBezTo>
                <a:cubicBezTo>
                  <a:pt x="290" y="264"/>
                  <a:pt x="283" y="274"/>
                  <a:pt x="272" y="281"/>
                </a:cubicBezTo>
                <a:cubicBezTo>
                  <a:pt x="261" y="289"/>
                  <a:pt x="249" y="292"/>
                  <a:pt x="236" y="293"/>
                </a:cubicBezTo>
                <a:cubicBezTo>
                  <a:pt x="224" y="293"/>
                  <a:pt x="214" y="289"/>
                  <a:pt x="206" y="281"/>
                </a:cubicBezTo>
                <a:cubicBezTo>
                  <a:pt x="198" y="273"/>
                  <a:pt x="193" y="264"/>
                  <a:pt x="191" y="254"/>
                </a:cubicBezTo>
                <a:lnTo>
                  <a:pt x="191" y="252"/>
                </a:lnTo>
                <a:lnTo>
                  <a:pt x="189" y="254"/>
                </a:lnTo>
                <a:cubicBezTo>
                  <a:pt x="189" y="255"/>
                  <a:pt x="187" y="256"/>
                  <a:pt x="186" y="257"/>
                </a:cubicBezTo>
                <a:cubicBezTo>
                  <a:pt x="185" y="259"/>
                  <a:pt x="183" y="261"/>
                  <a:pt x="181" y="263"/>
                </a:cubicBezTo>
                <a:cubicBezTo>
                  <a:pt x="179" y="266"/>
                  <a:pt x="175" y="268"/>
                  <a:pt x="172" y="270"/>
                </a:cubicBezTo>
                <a:cubicBezTo>
                  <a:pt x="169" y="272"/>
                  <a:pt x="166" y="275"/>
                  <a:pt x="163" y="278"/>
                </a:cubicBezTo>
                <a:cubicBezTo>
                  <a:pt x="159" y="281"/>
                  <a:pt x="155" y="283"/>
                  <a:pt x="151" y="285"/>
                </a:cubicBezTo>
                <a:cubicBezTo>
                  <a:pt x="147" y="287"/>
                  <a:pt x="142" y="289"/>
                  <a:pt x="137" y="290"/>
                </a:cubicBezTo>
                <a:cubicBezTo>
                  <a:pt x="132" y="292"/>
                  <a:pt x="126" y="293"/>
                  <a:pt x="120" y="294"/>
                </a:cubicBezTo>
                <a:cubicBezTo>
                  <a:pt x="114" y="295"/>
                  <a:pt x="108" y="296"/>
                  <a:pt x="100" y="296"/>
                </a:cubicBezTo>
                <a:cubicBezTo>
                  <a:pt x="75" y="296"/>
                  <a:pt x="51" y="289"/>
                  <a:pt x="31" y="276"/>
                </a:cubicBezTo>
                <a:cubicBezTo>
                  <a:pt x="10" y="263"/>
                  <a:pt x="0" y="244"/>
                  <a:pt x="0" y="220"/>
                </a:cubicBezTo>
                <a:cubicBezTo>
                  <a:pt x="0" y="211"/>
                  <a:pt x="1" y="203"/>
                  <a:pt x="4" y="194"/>
                </a:cubicBezTo>
                <a:cubicBezTo>
                  <a:pt x="7" y="186"/>
                  <a:pt x="13" y="177"/>
                  <a:pt x="22" y="168"/>
                </a:cubicBezTo>
                <a:cubicBezTo>
                  <a:pt x="30" y="159"/>
                  <a:pt x="41" y="151"/>
                  <a:pt x="53" y="144"/>
                </a:cubicBezTo>
                <a:cubicBezTo>
                  <a:pt x="65" y="138"/>
                  <a:pt x="81" y="132"/>
                  <a:pt x="103" y="126"/>
                </a:cubicBezTo>
                <a:cubicBezTo>
                  <a:pt x="124" y="121"/>
                  <a:pt x="148" y="117"/>
                  <a:pt x="174" y="117"/>
                </a:cubicBezTo>
                <a:lnTo>
                  <a:pt x="184" y="117"/>
                </a:lnTo>
                <a:lnTo>
                  <a:pt x="184" y="101"/>
                </a:lnTo>
                <a:cubicBezTo>
                  <a:pt x="184" y="87"/>
                  <a:pt x="182" y="76"/>
                  <a:pt x="180" y="69"/>
                </a:cubicBezTo>
                <a:cubicBezTo>
                  <a:pt x="169" y="39"/>
                  <a:pt x="148" y="24"/>
                  <a:pt x="116" y="24"/>
                </a:cubicBezTo>
                <a:cubicBezTo>
                  <a:pt x="109" y="24"/>
                  <a:pt x="101" y="24"/>
                  <a:pt x="94" y="24"/>
                </a:cubicBezTo>
                <a:cubicBezTo>
                  <a:pt x="88" y="25"/>
                  <a:pt x="82" y="26"/>
                  <a:pt x="78" y="27"/>
                </a:cubicBezTo>
                <a:cubicBezTo>
                  <a:pt x="75" y="28"/>
                  <a:pt x="73" y="29"/>
                  <a:pt x="73" y="29"/>
                </a:cubicBezTo>
                <a:cubicBezTo>
                  <a:pt x="83" y="35"/>
                  <a:pt x="87" y="45"/>
                  <a:pt x="87" y="57"/>
                </a:cubicBezTo>
                <a:cubicBezTo>
                  <a:pt x="87" y="68"/>
                  <a:pt x="84" y="76"/>
                  <a:pt x="77" y="82"/>
                </a:cubicBezTo>
                <a:lnTo>
                  <a:pt x="66" y="92"/>
                </a:lnTo>
                <a:moveTo>
                  <a:pt x="59" y="221"/>
                </a:moveTo>
                <a:cubicBezTo>
                  <a:pt x="59" y="234"/>
                  <a:pt x="64" y="246"/>
                  <a:pt x="75" y="256"/>
                </a:cubicBezTo>
                <a:cubicBezTo>
                  <a:pt x="85" y="266"/>
                  <a:pt x="97" y="272"/>
                  <a:pt x="112" y="272"/>
                </a:cubicBezTo>
                <a:cubicBezTo>
                  <a:pt x="129" y="272"/>
                  <a:pt x="143" y="267"/>
                  <a:pt x="156" y="257"/>
                </a:cubicBezTo>
                <a:cubicBezTo>
                  <a:pt x="168" y="248"/>
                  <a:pt x="176" y="235"/>
                  <a:pt x="182" y="219"/>
                </a:cubicBezTo>
                <a:cubicBezTo>
                  <a:pt x="183" y="216"/>
                  <a:pt x="183" y="202"/>
                  <a:pt x="184" y="176"/>
                </a:cubicBezTo>
                <a:cubicBezTo>
                  <a:pt x="184" y="152"/>
                  <a:pt x="183" y="139"/>
                  <a:pt x="183" y="139"/>
                </a:cubicBezTo>
                <a:cubicBezTo>
                  <a:pt x="180" y="139"/>
                  <a:pt x="174" y="139"/>
                  <a:pt x="168" y="140"/>
                </a:cubicBezTo>
                <a:cubicBezTo>
                  <a:pt x="163" y="140"/>
                  <a:pt x="153" y="142"/>
                  <a:pt x="139" y="146"/>
                </a:cubicBezTo>
                <a:cubicBezTo>
                  <a:pt x="126" y="149"/>
                  <a:pt x="113" y="153"/>
                  <a:pt x="102" y="158"/>
                </a:cubicBezTo>
                <a:cubicBezTo>
                  <a:pt x="91" y="164"/>
                  <a:pt x="81" y="171"/>
                  <a:pt x="73" y="182"/>
                </a:cubicBezTo>
                <a:cubicBezTo>
                  <a:pt x="64" y="193"/>
                  <a:pt x="60" y="206"/>
                  <a:pt x="59" y="221"/>
                </a:cubicBez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36" name=""/>
          <p:cNvSpPr/>
          <p:nvPr/>
        </p:nvSpPr>
        <p:spPr>
          <a:xfrm>
            <a:off x="4347720" y="2565000"/>
            <a:ext cx="117360" cy="100080"/>
          </a:xfrm>
          <a:custGeom>
            <a:avLst/>
            <a:gdLst/>
            <a:ahLst/>
            <a:rect l="0" t="0" r="r" b="b"/>
            <a:pathLst>
              <a:path w="326" h="278">
                <a:moveTo>
                  <a:pt x="123" y="278"/>
                </a:moveTo>
                <a:cubicBezTo>
                  <a:pt x="118" y="277"/>
                  <a:pt x="97" y="276"/>
                  <a:pt x="58" y="276"/>
                </a:cubicBezTo>
                <a:cubicBezTo>
                  <a:pt x="26" y="276"/>
                  <a:pt x="7" y="277"/>
                  <a:pt x="4" y="278"/>
                </a:cubicBezTo>
                <a:lnTo>
                  <a:pt x="0" y="278"/>
                </a:lnTo>
                <a:lnTo>
                  <a:pt x="0" y="248"/>
                </a:lnTo>
                <a:lnTo>
                  <a:pt x="9" y="248"/>
                </a:lnTo>
                <a:cubicBezTo>
                  <a:pt x="19" y="248"/>
                  <a:pt x="28" y="247"/>
                  <a:pt x="36" y="245"/>
                </a:cubicBezTo>
                <a:cubicBezTo>
                  <a:pt x="44" y="242"/>
                  <a:pt x="50" y="240"/>
                  <a:pt x="54" y="239"/>
                </a:cubicBezTo>
                <a:cubicBezTo>
                  <a:pt x="59" y="237"/>
                  <a:pt x="64" y="233"/>
                  <a:pt x="70" y="228"/>
                </a:cubicBezTo>
                <a:cubicBezTo>
                  <a:pt x="78" y="222"/>
                  <a:pt x="82" y="218"/>
                  <a:pt x="83" y="215"/>
                </a:cubicBezTo>
                <a:cubicBezTo>
                  <a:pt x="84" y="213"/>
                  <a:pt x="89" y="208"/>
                  <a:pt x="97" y="199"/>
                </a:cubicBezTo>
                <a:cubicBezTo>
                  <a:pt x="104" y="189"/>
                  <a:pt x="109" y="183"/>
                  <a:pt x="109" y="180"/>
                </a:cubicBezTo>
                <a:lnTo>
                  <a:pt x="139" y="142"/>
                </a:lnTo>
                <a:lnTo>
                  <a:pt x="102" y="92"/>
                </a:lnTo>
                <a:cubicBezTo>
                  <a:pt x="98" y="86"/>
                  <a:pt x="94" y="80"/>
                  <a:pt x="89" y="74"/>
                </a:cubicBezTo>
                <a:cubicBezTo>
                  <a:pt x="85" y="68"/>
                  <a:pt x="82" y="64"/>
                  <a:pt x="79" y="61"/>
                </a:cubicBezTo>
                <a:cubicBezTo>
                  <a:pt x="77" y="58"/>
                  <a:pt x="74" y="55"/>
                  <a:pt x="71" y="51"/>
                </a:cubicBezTo>
                <a:cubicBezTo>
                  <a:pt x="69" y="48"/>
                  <a:pt x="67" y="45"/>
                  <a:pt x="65" y="43"/>
                </a:cubicBezTo>
                <a:cubicBezTo>
                  <a:pt x="64" y="42"/>
                  <a:pt x="62" y="40"/>
                  <a:pt x="61" y="39"/>
                </a:cubicBezTo>
                <a:cubicBezTo>
                  <a:pt x="61" y="38"/>
                  <a:pt x="59" y="36"/>
                  <a:pt x="57" y="35"/>
                </a:cubicBezTo>
                <a:cubicBezTo>
                  <a:pt x="55" y="34"/>
                  <a:pt x="54" y="33"/>
                  <a:pt x="53" y="33"/>
                </a:cubicBezTo>
                <a:cubicBezTo>
                  <a:pt x="53" y="33"/>
                  <a:pt x="51" y="33"/>
                  <a:pt x="49" y="32"/>
                </a:cubicBezTo>
                <a:cubicBezTo>
                  <a:pt x="47" y="31"/>
                  <a:pt x="45" y="31"/>
                  <a:pt x="44" y="31"/>
                </a:cubicBezTo>
                <a:cubicBezTo>
                  <a:pt x="42" y="31"/>
                  <a:pt x="34" y="30"/>
                  <a:pt x="21" y="29"/>
                </a:cubicBezTo>
                <a:lnTo>
                  <a:pt x="3" y="29"/>
                </a:lnTo>
                <a:lnTo>
                  <a:pt x="3" y="0"/>
                </a:lnTo>
                <a:lnTo>
                  <a:pt x="7" y="0"/>
                </a:lnTo>
                <a:cubicBezTo>
                  <a:pt x="23" y="1"/>
                  <a:pt x="45" y="1"/>
                  <a:pt x="75" y="1"/>
                </a:cubicBezTo>
                <a:cubicBezTo>
                  <a:pt x="115" y="1"/>
                  <a:pt x="137" y="1"/>
                  <a:pt x="141" y="0"/>
                </a:cubicBezTo>
                <a:lnTo>
                  <a:pt x="146" y="0"/>
                </a:lnTo>
                <a:lnTo>
                  <a:pt x="146" y="29"/>
                </a:lnTo>
                <a:cubicBezTo>
                  <a:pt x="131" y="31"/>
                  <a:pt x="123" y="34"/>
                  <a:pt x="123" y="40"/>
                </a:cubicBezTo>
                <a:cubicBezTo>
                  <a:pt x="123" y="40"/>
                  <a:pt x="125" y="44"/>
                  <a:pt x="129" y="50"/>
                </a:cubicBezTo>
                <a:cubicBezTo>
                  <a:pt x="134" y="56"/>
                  <a:pt x="140" y="64"/>
                  <a:pt x="147" y="74"/>
                </a:cubicBezTo>
                <a:cubicBezTo>
                  <a:pt x="155" y="85"/>
                  <a:pt x="161" y="93"/>
                  <a:pt x="166" y="101"/>
                </a:cubicBezTo>
                <a:lnTo>
                  <a:pt x="169" y="103"/>
                </a:lnTo>
                <a:lnTo>
                  <a:pt x="185" y="81"/>
                </a:lnTo>
                <a:cubicBezTo>
                  <a:pt x="198" y="64"/>
                  <a:pt x="205" y="52"/>
                  <a:pt x="205" y="47"/>
                </a:cubicBezTo>
                <a:cubicBezTo>
                  <a:pt x="205" y="44"/>
                  <a:pt x="205" y="42"/>
                  <a:pt x="204" y="40"/>
                </a:cubicBezTo>
                <a:cubicBezTo>
                  <a:pt x="203" y="37"/>
                  <a:pt x="202" y="36"/>
                  <a:pt x="201" y="35"/>
                </a:cubicBezTo>
                <a:cubicBezTo>
                  <a:pt x="199" y="34"/>
                  <a:pt x="198" y="33"/>
                  <a:pt x="198" y="33"/>
                </a:cubicBezTo>
                <a:cubicBezTo>
                  <a:pt x="197" y="32"/>
                  <a:pt x="195" y="31"/>
                  <a:pt x="193" y="30"/>
                </a:cubicBezTo>
                <a:lnTo>
                  <a:pt x="191" y="29"/>
                </a:lnTo>
                <a:lnTo>
                  <a:pt x="188" y="29"/>
                </a:lnTo>
                <a:lnTo>
                  <a:pt x="188" y="0"/>
                </a:lnTo>
                <a:lnTo>
                  <a:pt x="192" y="0"/>
                </a:lnTo>
                <a:cubicBezTo>
                  <a:pt x="199" y="1"/>
                  <a:pt x="220" y="2"/>
                  <a:pt x="256" y="2"/>
                </a:cubicBezTo>
                <a:cubicBezTo>
                  <a:pt x="290" y="2"/>
                  <a:pt x="308" y="1"/>
                  <a:pt x="311" y="0"/>
                </a:cubicBezTo>
                <a:lnTo>
                  <a:pt x="315" y="0"/>
                </a:lnTo>
                <a:lnTo>
                  <a:pt x="315" y="29"/>
                </a:lnTo>
                <a:lnTo>
                  <a:pt x="310" y="29"/>
                </a:lnTo>
                <a:cubicBezTo>
                  <a:pt x="289" y="29"/>
                  <a:pt x="272" y="33"/>
                  <a:pt x="258" y="40"/>
                </a:cubicBezTo>
                <a:cubicBezTo>
                  <a:pt x="251" y="44"/>
                  <a:pt x="243" y="49"/>
                  <a:pt x="236" y="58"/>
                </a:cubicBezTo>
                <a:cubicBezTo>
                  <a:pt x="229" y="66"/>
                  <a:pt x="215" y="84"/>
                  <a:pt x="194" y="112"/>
                </a:cubicBezTo>
                <a:lnTo>
                  <a:pt x="184" y="125"/>
                </a:lnTo>
                <a:lnTo>
                  <a:pt x="224" y="180"/>
                </a:lnTo>
                <a:cubicBezTo>
                  <a:pt x="252" y="219"/>
                  <a:pt x="267" y="240"/>
                  <a:pt x="270" y="241"/>
                </a:cubicBezTo>
                <a:cubicBezTo>
                  <a:pt x="272" y="243"/>
                  <a:pt x="275" y="245"/>
                  <a:pt x="281" y="246"/>
                </a:cubicBezTo>
                <a:cubicBezTo>
                  <a:pt x="288" y="248"/>
                  <a:pt x="300" y="248"/>
                  <a:pt x="315" y="248"/>
                </a:cubicBezTo>
                <a:lnTo>
                  <a:pt x="326" y="248"/>
                </a:lnTo>
                <a:lnTo>
                  <a:pt x="326" y="278"/>
                </a:lnTo>
                <a:lnTo>
                  <a:pt x="322" y="278"/>
                </a:lnTo>
                <a:lnTo>
                  <a:pt x="317" y="278"/>
                </a:lnTo>
                <a:cubicBezTo>
                  <a:pt x="313" y="278"/>
                  <a:pt x="309" y="277"/>
                  <a:pt x="304" y="277"/>
                </a:cubicBezTo>
                <a:cubicBezTo>
                  <a:pt x="299" y="277"/>
                  <a:pt x="293" y="277"/>
                  <a:pt x="288" y="277"/>
                </a:cubicBezTo>
                <a:cubicBezTo>
                  <a:pt x="282" y="276"/>
                  <a:pt x="277" y="276"/>
                  <a:pt x="272" y="277"/>
                </a:cubicBezTo>
                <a:cubicBezTo>
                  <a:pt x="266" y="277"/>
                  <a:pt x="263" y="277"/>
                  <a:pt x="260" y="276"/>
                </a:cubicBezTo>
                <a:cubicBezTo>
                  <a:pt x="255" y="276"/>
                  <a:pt x="247" y="276"/>
                  <a:pt x="236" y="276"/>
                </a:cubicBezTo>
                <a:cubicBezTo>
                  <a:pt x="225" y="276"/>
                  <a:pt x="214" y="276"/>
                  <a:pt x="204" y="277"/>
                </a:cubicBezTo>
                <a:lnTo>
                  <a:pt x="189" y="278"/>
                </a:lnTo>
                <a:lnTo>
                  <a:pt x="183" y="278"/>
                </a:lnTo>
                <a:lnTo>
                  <a:pt x="183" y="248"/>
                </a:lnTo>
                <a:lnTo>
                  <a:pt x="185" y="248"/>
                </a:lnTo>
                <a:cubicBezTo>
                  <a:pt x="190" y="248"/>
                  <a:pt x="195" y="247"/>
                  <a:pt x="199" y="245"/>
                </a:cubicBezTo>
                <a:cubicBezTo>
                  <a:pt x="204" y="243"/>
                  <a:pt x="207" y="240"/>
                  <a:pt x="207" y="237"/>
                </a:cubicBezTo>
                <a:cubicBezTo>
                  <a:pt x="207" y="237"/>
                  <a:pt x="198" y="224"/>
                  <a:pt x="181" y="200"/>
                </a:cubicBezTo>
                <a:lnTo>
                  <a:pt x="154" y="164"/>
                </a:lnTo>
                <a:cubicBezTo>
                  <a:pt x="154" y="165"/>
                  <a:pt x="147" y="174"/>
                  <a:pt x="135" y="191"/>
                </a:cubicBezTo>
                <a:cubicBezTo>
                  <a:pt x="122" y="209"/>
                  <a:pt x="114" y="220"/>
                  <a:pt x="113" y="221"/>
                </a:cubicBezTo>
                <a:cubicBezTo>
                  <a:pt x="111" y="224"/>
                  <a:pt x="110" y="227"/>
                  <a:pt x="110" y="230"/>
                </a:cubicBezTo>
                <a:cubicBezTo>
                  <a:pt x="110" y="235"/>
                  <a:pt x="112" y="239"/>
                  <a:pt x="115" y="243"/>
                </a:cubicBezTo>
                <a:cubicBezTo>
                  <a:pt x="118" y="246"/>
                  <a:pt x="121" y="248"/>
                  <a:pt x="126" y="248"/>
                </a:cubicBezTo>
                <a:cubicBezTo>
                  <a:pt x="127" y="248"/>
                  <a:pt x="127" y="253"/>
                  <a:pt x="127" y="263"/>
                </a:cubicBezTo>
                <a:lnTo>
                  <a:pt x="127" y="278"/>
                </a:lnTo>
                <a:lnTo>
                  <a:pt x="123" y="278"/>
                </a:ln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37" name=""/>
          <p:cNvSpPr txBox="1"/>
          <p:nvPr/>
        </p:nvSpPr>
        <p:spPr>
          <a:xfrm>
            <a:off x="1423080" y="2343240"/>
            <a:ext cx="23281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が推定可能な場合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38" name=""/>
          <p:cNvSpPr txBox="1"/>
          <p:nvPr/>
        </p:nvSpPr>
        <p:spPr>
          <a:xfrm>
            <a:off x="4481640" y="2343240"/>
            <a:ext cx="38952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とその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CI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を臨床スケールで報告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39" name=""/>
          <p:cNvSpPr/>
          <p:nvPr/>
        </p:nvSpPr>
        <p:spPr>
          <a:xfrm>
            <a:off x="1210320" y="2895480"/>
            <a:ext cx="201960" cy="224280"/>
          </a:xfrm>
          <a:custGeom>
            <a:avLst/>
            <a:gdLst/>
            <a:ahLst/>
            <a:rect l="0" t="0" r="r" b="b"/>
            <a:pathLst>
              <a:path w="561" h="623">
                <a:moveTo>
                  <a:pt x="179" y="42"/>
                </a:moveTo>
                <a:cubicBezTo>
                  <a:pt x="158" y="42"/>
                  <a:pt x="147" y="40"/>
                  <a:pt x="146" y="38"/>
                </a:cubicBezTo>
                <a:cubicBezTo>
                  <a:pt x="145" y="37"/>
                  <a:pt x="145" y="34"/>
                  <a:pt x="145" y="31"/>
                </a:cubicBezTo>
                <a:cubicBezTo>
                  <a:pt x="145" y="16"/>
                  <a:pt x="148" y="6"/>
                  <a:pt x="155" y="1"/>
                </a:cubicBezTo>
                <a:cubicBezTo>
                  <a:pt x="156" y="0"/>
                  <a:pt x="161" y="0"/>
                  <a:pt x="169" y="0"/>
                </a:cubicBezTo>
                <a:cubicBezTo>
                  <a:pt x="201" y="2"/>
                  <a:pt x="240" y="3"/>
                  <a:pt x="285" y="3"/>
                </a:cubicBezTo>
                <a:cubicBezTo>
                  <a:pt x="371" y="3"/>
                  <a:pt x="420" y="2"/>
                  <a:pt x="433" y="0"/>
                </a:cubicBezTo>
                <a:lnTo>
                  <a:pt x="444" y="0"/>
                </a:lnTo>
                <a:cubicBezTo>
                  <a:pt x="447" y="3"/>
                  <a:pt x="449" y="6"/>
                  <a:pt x="449" y="8"/>
                </a:cubicBezTo>
                <a:cubicBezTo>
                  <a:pt x="449" y="10"/>
                  <a:pt x="448" y="15"/>
                  <a:pt x="447" y="24"/>
                </a:cubicBezTo>
                <a:cubicBezTo>
                  <a:pt x="444" y="33"/>
                  <a:pt x="441" y="39"/>
                  <a:pt x="439" y="42"/>
                </a:cubicBezTo>
                <a:lnTo>
                  <a:pt x="404" y="42"/>
                </a:lnTo>
                <a:cubicBezTo>
                  <a:pt x="363" y="42"/>
                  <a:pt x="338" y="45"/>
                  <a:pt x="331" y="50"/>
                </a:cubicBezTo>
                <a:cubicBezTo>
                  <a:pt x="327" y="52"/>
                  <a:pt x="322" y="61"/>
                  <a:pt x="318" y="75"/>
                </a:cubicBezTo>
                <a:cubicBezTo>
                  <a:pt x="314" y="90"/>
                  <a:pt x="293" y="170"/>
                  <a:pt x="256" y="316"/>
                </a:cubicBezTo>
                <a:cubicBezTo>
                  <a:pt x="246" y="356"/>
                  <a:pt x="236" y="398"/>
                  <a:pt x="225" y="442"/>
                </a:cubicBezTo>
                <a:cubicBezTo>
                  <a:pt x="214" y="486"/>
                  <a:pt x="206" y="520"/>
                  <a:pt x="201" y="542"/>
                </a:cubicBezTo>
                <a:lnTo>
                  <a:pt x="192" y="575"/>
                </a:lnTo>
                <a:cubicBezTo>
                  <a:pt x="192" y="577"/>
                  <a:pt x="195" y="579"/>
                  <a:pt x="201" y="579"/>
                </a:cubicBezTo>
                <a:cubicBezTo>
                  <a:pt x="206" y="579"/>
                  <a:pt x="224" y="579"/>
                  <a:pt x="254" y="580"/>
                </a:cubicBezTo>
                <a:lnTo>
                  <a:pt x="270" y="580"/>
                </a:lnTo>
                <a:cubicBezTo>
                  <a:pt x="290" y="580"/>
                  <a:pt x="306" y="580"/>
                  <a:pt x="317" y="579"/>
                </a:cubicBezTo>
                <a:cubicBezTo>
                  <a:pt x="329" y="579"/>
                  <a:pt x="344" y="577"/>
                  <a:pt x="362" y="573"/>
                </a:cubicBezTo>
                <a:cubicBezTo>
                  <a:pt x="380" y="569"/>
                  <a:pt x="395" y="564"/>
                  <a:pt x="407" y="557"/>
                </a:cubicBezTo>
                <a:cubicBezTo>
                  <a:pt x="419" y="549"/>
                  <a:pt x="433" y="539"/>
                  <a:pt x="447" y="526"/>
                </a:cubicBezTo>
                <a:cubicBezTo>
                  <a:pt x="462" y="512"/>
                  <a:pt x="475" y="496"/>
                  <a:pt x="485" y="476"/>
                </a:cubicBezTo>
                <a:cubicBezTo>
                  <a:pt x="495" y="458"/>
                  <a:pt x="504" y="437"/>
                  <a:pt x="513" y="415"/>
                </a:cubicBezTo>
                <a:cubicBezTo>
                  <a:pt x="521" y="392"/>
                  <a:pt x="526" y="380"/>
                  <a:pt x="528" y="377"/>
                </a:cubicBezTo>
                <a:cubicBezTo>
                  <a:pt x="531" y="375"/>
                  <a:pt x="536" y="374"/>
                  <a:pt x="544" y="374"/>
                </a:cubicBezTo>
                <a:lnTo>
                  <a:pt x="555" y="374"/>
                </a:lnTo>
                <a:cubicBezTo>
                  <a:pt x="559" y="379"/>
                  <a:pt x="561" y="383"/>
                  <a:pt x="561" y="384"/>
                </a:cubicBezTo>
                <a:cubicBezTo>
                  <a:pt x="561" y="385"/>
                  <a:pt x="555" y="403"/>
                  <a:pt x="543" y="438"/>
                </a:cubicBezTo>
                <a:cubicBezTo>
                  <a:pt x="531" y="472"/>
                  <a:pt x="517" y="508"/>
                  <a:pt x="503" y="547"/>
                </a:cubicBezTo>
                <a:cubicBezTo>
                  <a:pt x="488" y="585"/>
                  <a:pt x="480" y="607"/>
                  <a:pt x="479" y="614"/>
                </a:cubicBezTo>
                <a:cubicBezTo>
                  <a:pt x="478" y="617"/>
                  <a:pt x="477" y="619"/>
                  <a:pt x="475" y="619"/>
                </a:cubicBezTo>
                <a:cubicBezTo>
                  <a:pt x="474" y="620"/>
                  <a:pt x="469" y="621"/>
                  <a:pt x="461" y="622"/>
                </a:cubicBezTo>
                <a:cubicBezTo>
                  <a:pt x="452" y="623"/>
                  <a:pt x="439" y="624"/>
                  <a:pt x="422" y="623"/>
                </a:cubicBezTo>
                <a:cubicBezTo>
                  <a:pt x="415" y="623"/>
                  <a:pt x="392" y="623"/>
                  <a:pt x="353" y="623"/>
                </a:cubicBezTo>
                <a:cubicBezTo>
                  <a:pt x="313" y="623"/>
                  <a:pt x="276" y="623"/>
                  <a:pt x="239" y="622"/>
                </a:cubicBezTo>
                <a:lnTo>
                  <a:pt x="77" y="622"/>
                </a:lnTo>
                <a:cubicBezTo>
                  <a:pt x="26" y="622"/>
                  <a:pt x="0" y="619"/>
                  <a:pt x="0" y="613"/>
                </a:cubicBezTo>
                <a:cubicBezTo>
                  <a:pt x="0" y="609"/>
                  <a:pt x="1" y="605"/>
                  <a:pt x="2" y="600"/>
                </a:cubicBezTo>
                <a:cubicBezTo>
                  <a:pt x="5" y="589"/>
                  <a:pt x="8" y="582"/>
                  <a:pt x="11" y="581"/>
                </a:cubicBezTo>
                <a:cubicBezTo>
                  <a:pt x="14" y="581"/>
                  <a:pt x="18" y="580"/>
                  <a:pt x="25" y="580"/>
                </a:cubicBezTo>
                <a:lnTo>
                  <a:pt x="30" y="580"/>
                </a:lnTo>
                <a:cubicBezTo>
                  <a:pt x="47" y="580"/>
                  <a:pt x="65" y="579"/>
                  <a:pt x="85" y="578"/>
                </a:cubicBezTo>
                <a:cubicBezTo>
                  <a:pt x="94" y="576"/>
                  <a:pt x="99" y="572"/>
                  <a:pt x="102" y="567"/>
                </a:cubicBezTo>
                <a:cubicBezTo>
                  <a:pt x="104" y="564"/>
                  <a:pt x="126" y="480"/>
                  <a:pt x="168" y="313"/>
                </a:cubicBezTo>
                <a:cubicBezTo>
                  <a:pt x="210" y="147"/>
                  <a:pt x="231" y="59"/>
                  <a:pt x="231" y="50"/>
                </a:cubicBezTo>
                <a:cubicBezTo>
                  <a:pt x="231" y="46"/>
                  <a:pt x="213" y="43"/>
                  <a:pt x="179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40" name=""/>
          <p:cNvSpPr txBox="1"/>
          <p:nvPr/>
        </p:nvSpPr>
        <p:spPr>
          <a:xfrm>
            <a:off x="918000" y="2857320"/>
            <a:ext cx="2826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1E3A5F"/>
                </a:solidFill>
                <a:effectLst/>
                <a:uFillTx/>
                <a:latin typeface="NotoSansJP"/>
                <a:ea typeface="NotoSansJP"/>
              </a:rPr>
              <a:t>3.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41" name=""/>
          <p:cNvSpPr/>
          <p:nvPr/>
        </p:nvSpPr>
        <p:spPr>
          <a:xfrm>
            <a:off x="5334840" y="2898360"/>
            <a:ext cx="201600" cy="224280"/>
          </a:xfrm>
          <a:custGeom>
            <a:avLst/>
            <a:gdLst/>
            <a:ahLst/>
            <a:rect l="0" t="0" r="r" b="b"/>
            <a:pathLst>
              <a:path w="560" h="623">
                <a:moveTo>
                  <a:pt x="178" y="42"/>
                </a:moveTo>
                <a:cubicBezTo>
                  <a:pt x="158" y="42"/>
                  <a:pt x="147" y="40"/>
                  <a:pt x="145" y="38"/>
                </a:cubicBezTo>
                <a:cubicBezTo>
                  <a:pt x="145" y="37"/>
                  <a:pt x="144" y="34"/>
                  <a:pt x="144" y="31"/>
                </a:cubicBezTo>
                <a:cubicBezTo>
                  <a:pt x="144" y="16"/>
                  <a:pt x="148" y="6"/>
                  <a:pt x="154" y="1"/>
                </a:cubicBezTo>
                <a:cubicBezTo>
                  <a:pt x="156" y="0"/>
                  <a:pt x="160" y="0"/>
                  <a:pt x="168" y="0"/>
                </a:cubicBezTo>
                <a:cubicBezTo>
                  <a:pt x="201" y="2"/>
                  <a:pt x="239" y="3"/>
                  <a:pt x="284" y="3"/>
                </a:cubicBezTo>
                <a:cubicBezTo>
                  <a:pt x="369" y="3"/>
                  <a:pt x="418" y="2"/>
                  <a:pt x="431" y="0"/>
                </a:cubicBezTo>
                <a:lnTo>
                  <a:pt x="442" y="0"/>
                </a:lnTo>
                <a:cubicBezTo>
                  <a:pt x="446" y="3"/>
                  <a:pt x="447" y="6"/>
                  <a:pt x="447" y="8"/>
                </a:cubicBezTo>
                <a:cubicBezTo>
                  <a:pt x="447" y="10"/>
                  <a:pt x="447" y="15"/>
                  <a:pt x="446" y="24"/>
                </a:cubicBezTo>
                <a:cubicBezTo>
                  <a:pt x="442" y="33"/>
                  <a:pt x="440" y="39"/>
                  <a:pt x="437" y="42"/>
                </a:cubicBezTo>
                <a:lnTo>
                  <a:pt x="403" y="42"/>
                </a:lnTo>
                <a:cubicBezTo>
                  <a:pt x="361" y="42"/>
                  <a:pt x="336" y="45"/>
                  <a:pt x="329" y="50"/>
                </a:cubicBezTo>
                <a:cubicBezTo>
                  <a:pt x="325" y="52"/>
                  <a:pt x="321" y="61"/>
                  <a:pt x="316" y="75"/>
                </a:cubicBezTo>
                <a:cubicBezTo>
                  <a:pt x="312" y="90"/>
                  <a:pt x="292" y="170"/>
                  <a:pt x="255" y="315"/>
                </a:cubicBezTo>
                <a:cubicBezTo>
                  <a:pt x="246" y="356"/>
                  <a:pt x="235" y="398"/>
                  <a:pt x="225" y="442"/>
                </a:cubicBezTo>
                <a:cubicBezTo>
                  <a:pt x="214" y="486"/>
                  <a:pt x="205" y="520"/>
                  <a:pt x="200" y="542"/>
                </a:cubicBezTo>
                <a:lnTo>
                  <a:pt x="192" y="575"/>
                </a:lnTo>
                <a:cubicBezTo>
                  <a:pt x="192" y="577"/>
                  <a:pt x="194" y="578"/>
                  <a:pt x="200" y="578"/>
                </a:cubicBezTo>
                <a:cubicBezTo>
                  <a:pt x="205" y="578"/>
                  <a:pt x="223" y="579"/>
                  <a:pt x="254" y="580"/>
                </a:cubicBezTo>
                <a:lnTo>
                  <a:pt x="269" y="580"/>
                </a:lnTo>
                <a:cubicBezTo>
                  <a:pt x="288" y="580"/>
                  <a:pt x="304" y="580"/>
                  <a:pt x="315" y="579"/>
                </a:cubicBezTo>
                <a:cubicBezTo>
                  <a:pt x="327" y="579"/>
                  <a:pt x="342" y="577"/>
                  <a:pt x="360" y="573"/>
                </a:cubicBezTo>
                <a:cubicBezTo>
                  <a:pt x="378" y="569"/>
                  <a:pt x="393" y="564"/>
                  <a:pt x="406" y="557"/>
                </a:cubicBezTo>
                <a:cubicBezTo>
                  <a:pt x="418" y="549"/>
                  <a:pt x="431" y="539"/>
                  <a:pt x="446" y="526"/>
                </a:cubicBezTo>
                <a:cubicBezTo>
                  <a:pt x="460" y="512"/>
                  <a:pt x="473" y="496"/>
                  <a:pt x="484" y="476"/>
                </a:cubicBezTo>
                <a:cubicBezTo>
                  <a:pt x="493" y="457"/>
                  <a:pt x="503" y="437"/>
                  <a:pt x="511" y="415"/>
                </a:cubicBezTo>
                <a:cubicBezTo>
                  <a:pt x="520" y="392"/>
                  <a:pt x="525" y="380"/>
                  <a:pt x="526" y="376"/>
                </a:cubicBezTo>
                <a:cubicBezTo>
                  <a:pt x="530" y="375"/>
                  <a:pt x="535" y="374"/>
                  <a:pt x="542" y="374"/>
                </a:cubicBezTo>
                <a:lnTo>
                  <a:pt x="555" y="374"/>
                </a:lnTo>
                <a:cubicBezTo>
                  <a:pt x="558" y="379"/>
                  <a:pt x="560" y="383"/>
                  <a:pt x="560" y="384"/>
                </a:cubicBezTo>
                <a:cubicBezTo>
                  <a:pt x="560" y="385"/>
                  <a:pt x="553" y="403"/>
                  <a:pt x="541" y="437"/>
                </a:cubicBezTo>
                <a:cubicBezTo>
                  <a:pt x="529" y="472"/>
                  <a:pt x="516" y="508"/>
                  <a:pt x="501" y="547"/>
                </a:cubicBezTo>
                <a:cubicBezTo>
                  <a:pt x="486" y="585"/>
                  <a:pt x="479" y="607"/>
                  <a:pt x="477" y="614"/>
                </a:cubicBezTo>
                <a:cubicBezTo>
                  <a:pt x="476" y="617"/>
                  <a:pt x="475" y="619"/>
                  <a:pt x="474" y="619"/>
                </a:cubicBezTo>
                <a:cubicBezTo>
                  <a:pt x="473" y="620"/>
                  <a:pt x="468" y="621"/>
                  <a:pt x="459" y="622"/>
                </a:cubicBezTo>
                <a:cubicBezTo>
                  <a:pt x="451" y="623"/>
                  <a:pt x="438" y="624"/>
                  <a:pt x="420" y="623"/>
                </a:cubicBezTo>
                <a:cubicBezTo>
                  <a:pt x="413" y="623"/>
                  <a:pt x="390" y="623"/>
                  <a:pt x="351" y="623"/>
                </a:cubicBezTo>
                <a:cubicBezTo>
                  <a:pt x="312" y="623"/>
                  <a:pt x="274" y="623"/>
                  <a:pt x="238" y="622"/>
                </a:cubicBezTo>
                <a:lnTo>
                  <a:pt x="76" y="622"/>
                </a:lnTo>
                <a:cubicBezTo>
                  <a:pt x="25" y="622"/>
                  <a:pt x="0" y="619"/>
                  <a:pt x="0" y="613"/>
                </a:cubicBezTo>
                <a:cubicBezTo>
                  <a:pt x="0" y="609"/>
                  <a:pt x="0" y="604"/>
                  <a:pt x="2" y="600"/>
                </a:cubicBezTo>
                <a:cubicBezTo>
                  <a:pt x="5" y="589"/>
                  <a:pt x="8" y="582"/>
                  <a:pt x="11" y="581"/>
                </a:cubicBezTo>
                <a:cubicBezTo>
                  <a:pt x="13" y="581"/>
                  <a:pt x="18" y="580"/>
                  <a:pt x="24" y="580"/>
                </a:cubicBezTo>
                <a:lnTo>
                  <a:pt x="30" y="580"/>
                </a:lnTo>
                <a:cubicBezTo>
                  <a:pt x="46" y="580"/>
                  <a:pt x="64" y="579"/>
                  <a:pt x="84" y="577"/>
                </a:cubicBezTo>
                <a:cubicBezTo>
                  <a:pt x="93" y="576"/>
                  <a:pt x="99" y="572"/>
                  <a:pt x="102" y="567"/>
                </a:cubicBezTo>
                <a:cubicBezTo>
                  <a:pt x="104" y="564"/>
                  <a:pt x="125" y="480"/>
                  <a:pt x="167" y="313"/>
                </a:cubicBezTo>
                <a:cubicBezTo>
                  <a:pt x="209" y="147"/>
                  <a:pt x="230" y="59"/>
                  <a:pt x="230" y="50"/>
                </a:cubicBezTo>
                <a:cubicBezTo>
                  <a:pt x="230" y="46"/>
                  <a:pt x="213" y="43"/>
                  <a:pt x="178" y="42"/>
                </a:cubicBez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42" name=""/>
          <p:cNvSpPr/>
          <p:nvPr/>
        </p:nvSpPr>
        <p:spPr>
          <a:xfrm>
            <a:off x="5572800" y="2895480"/>
            <a:ext cx="86400" cy="99720"/>
          </a:xfrm>
          <a:custGeom>
            <a:avLst/>
            <a:gdLst/>
            <a:ahLst/>
            <a:rect l="0" t="0" r="r" b="b"/>
            <a:pathLst>
              <a:path w="240" h="277">
                <a:moveTo>
                  <a:pt x="106" y="116"/>
                </a:moveTo>
                <a:cubicBezTo>
                  <a:pt x="101" y="58"/>
                  <a:pt x="98" y="25"/>
                  <a:pt x="98" y="19"/>
                </a:cubicBezTo>
                <a:cubicBezTo>
                  <a:pt x="98" y="11"/>
                  <a:pt x="103" y="5"/>
                  <a:pt x="114" y="1"/>
                </a:cubicBezTo>
                <a:cubicBezTo>
                  <a:pt x="115" y="1"/>
                  <a:pt x="116" y="1"/>
                  <a:pt x="118" y="1"/>
                </a:cubicBezTo>
                <a:cubicBezTo>
                  <a:pt x="119" y="1"/>
                  <a:pt x="121" y="0"/>
                  <a:pt x="122" y="0"/>
                </a:cubicBezTo>
                <a:cubicBezTo>
                  <a:pt x="127" y="0"/>
                  <a:pt x="131" y="2"/>
                  <a:pt x="136" y="6"/>
                </a:cubicBezTo>
                <a:cubicBezTo>
                  <a:pt x="140" y="9"/>
                  <a:pt x="142" y="13"/>
                  <a:pt x="142" y="19"/>
                </a:cubicBezTo>
                <a:cubicBezTo>
                  <a:pt x="142" y="26"/>
                  <a:pt x="141" y="43"/>
                  <a:pt x="138" y="70"/>
                </a:cubicBezTo>
                <a:cubicBezTo>
                  <a:pt x="136" y="97"/>
                  <a:pt x="134" y="113"/>
                  <a:pt x="134" y="116"/>
                </a:cubicBezTo>
                <a:lnTo>
                  <a:pt x="171" y="88"/>
                </a:lnTo>
                <a:cubicBezTo>
                  <a:pt x="195" y="70"/>
                  <a:pt x="208" y="61"/>
                  <a:pt x="210" y="60"/>
                </a:cubicBezTo>
                <a:cubicBezTo>
                  <a:pt x="212" y="58"/>
                  <a:pt x="215" y="58"/>
                  <a:pt x="217" y="58"/>
                </a:cubicBezTo>
                <a:cubicBezTo>
                  <a:pt x="222" y="58"/>
                  <a:pt x="227" y="60"/>
                  <a:pt x="232" y="64"/>
                </a:cubicBezTo>
                <a:cubicBezTo>
                  <a:pt x="237" y="68"/>
                  <a:pt x="239" y="74"/>
                  <a:pt x="240" y="82"/>
                </a:cubicBezTo>
                <a:cubicBezTo>
                  <a:pt x="240" y="87"/>
                  <a:pt x="238" y="92"/>
                  <a:pt x="233" y="96"/>
                </a:cubicBezTo>
                <a:cubicBezTo>
                  <a:pt x="231" y="98"/>
                  <a:pt x="217" y="106"/>
                  <a:pt x="190" y="119"/>
                </a:cubicBezTo>
                <a:cubicBezTo>
                  <a:pt x="163" y="131"/>
                  <a:pt x="148" y="138"/>
                  <a:pt x="146" y="139"/>
                </a:cubicBezTo>
                <a:lnTo>
                  <a:pt x="188" y="159"/>
                </a:lnTo>
                <a:lnTo>
                  <a:pt x="233" y="182"/>
                </a:lnTo>
                <a:cubicBezTo>
                  <a:pt x="237" y="185"/>
                  <a:pt x="239" y="190"/>
                  <a:pt x="239" y="196"/>
                </a:cubicBezTo>
                <a:cubicBezTo>
                  <a:pt x="239" y="203"/>
                  <a:pt x="237" y="208"/>
                  <a:pt x="233" y="212"/>
                </a:cubicBezTo>
                <a:cubicBezTo>
                  <a:pt x="230" y="217"/>
                  <a:pt x="224" y="219"/>
                  <a:pt x="218" y="220"/>
                </a:cubicBezTo>
                <a:cubicBezTo>
                  <a:pt x="215" y="220"/>
                  <a:pt x="211" y="218"/>
                  <a:pt x="206" y="216"/>
                </a:cubicBezTo>
                <a:cubicBezTo>
                  <a:pt x="202" y="213"/>
                  <a:pt x="190" y="205"/>
                  <a:pt x="171" y="190"/>
                </a:cubicBezTo>
                <a:lnTo>
                  <a:pt x="134" y="163"/>
                </a:lnTo>
                <a:cubicBezTo>
                  <a:pt x="139" y="220"/>
                  <a:pt x="142" y="253"/>
                  <a:pt x="142" y="259"/>
                </a:cubicBezTo>
                <a:cubicBezTo>
                  <a:pt x="142" y="264"/>
                  <a:pt x="141" y="268"/>
                  <a:pt x="138" y="272"/>
                </a:cubicBezTo>
                <a:cubicBezTo>
                  <a:pt x="135" y="275"/>
                  <a:pt x="129" y="277"/>
                  <a:pt x="121" y="277"/>
                </a:cubicBezTo>
                <a:cubicBezTo>
                  <a:pt x="113" y="277"/>
                  <a:pt x="106" y="275"/>
                  <a:pt x="103" y="272"/>
                </a:cubicBezTo>
                <a:cubicBezTo>
                  <a:pt x="100" y="268"/>
                  <a:pt x="98" y="264"/>
                  <a:pt x="98" y="259"/>
                </a:cubicBezTo>
                <a:cubicBezTo>
                  <a:pt x="98" y="252"/>
                  <a:pt x="99" y="235"/>
                  <a:pt x="102" y="208"/>
                </a:cubicBezTo>
                <a:cubicBezTo>
                  <a:pt x="104" y="181"/>
                  <a:pt x="106" y="166"/>
                  <a:pt x="106" y="163"/>
                </a:cubicBezTo>
                <a:lnTo>
                  <a:pt x="69" y="190"/>
                </a:lnTo>
                <a:cubicBezTo>
                  <a:pt x="45" y="208"/>
                  <a:pt x="32" y="217"/>
                  <a:pt x="30" y="218"/>
                </a:cubicBezTo>
                <a:cubicBezTo>
                  <a:pt x="28" y="220"/>
                  <a:pt x="26" y="220"/>
                  <a:pt x="23" y="220"/>
                </a:cubicBezTo>
                <a:cubicBezTo>
                  <a:pt x="18" y="220"/>
                  <a:pt x="13" y="218"/>
                  <a:pt x="8" y="214"/>
                </a:cubicBezTo>
                <a:cubicBezTo>
                  <a:pt x="3" y="209"/>
                  <a:pt x="1" y="204"/>
                  <a:pt x="0" y="196"/>
                </a:cubicBezTo>
                <a:cubicBezTo>
                  <a:pt x="0" y="194"/>
                  <a:pt x="0" y="192"/>
                  <a:pt x="0" y="191"/>
                </a:cubicBezTo>
                <a:cubicBezTo>
                  <a:pt x="0" y="190"/>
                  <a:pt x="1" y="189"/>
                  <a:pt x="2" y="187"/>
                </a:cubicBezTo>
                <a:cubicBezTo>
                  <a:pt x="4" y="186"/>
                  <a:pt x="5" y="185"/>
                  <a:pt x="5" y="183"/>
                </a:cubicBezTo>
                <a:cubicBezTo>
                  <a:pt x="6" y="182"/>
                  <a:pt x="8" y="181"/>
                  <a:pt x="11" y="179"/>
                </a:cubicBezTo>
                <a:cubicBezTo>
                  <a:pt x="14" y="177"/>
                  <a:pt x="17" y="176"/>
                  <a:pt x="20" y="174"/>
                </a:cubicBezTo>
                <a:cubicBezTo>
                  <a:pt x="22" y="173"/>
                  <a:pt x="26" y="171"/>
                  <a:pt x="32" y="169"/>
                </a:cubicBezTo>
                <a:cubicBezTo>
                  <a:pt x="37" y="166"/>
                  <a:pt x="43" y="164"/>
                  <a:pt x="48" y="162"/>
                </a:cubicBezTo>
                <a:cubicBezTo>
                  <a:pt x="53" y="159"/>
                  <a:pt x="60" y="156"/>
                  <a:pt x="68" y="152"/>
                </a:cubicBezTo>
                <a:cubicBezTo>
                  <a:pt x="77" y="148"/>
                  <a:pt x="86" y="143"/>
                  <a:pt x="94" y="139"/>
                </a:cubicBezTo>
                <a:lnTo>
                  <a:pt x="7" y="96"/>
                </a:lnTo>
                <a:cubicBezTo>
                  <a:pt x="3" y="92"/>
                  <a:pt x="1" y="88"/>
                  <a:pt x="1" y="82"/>
                </a:cubicBezTo>
                <a:cubicBezTo>
                  <a:pt x="1" y="75"/>
                  <a:pt x="3" y="70"/>
                  <a:pt x="7" y="65"/>
                </a:cubicBezTo>
                <a:cubicBezTo>
                  <a:pt x="11" y="61"/>
                  <a:pt x="16" y="59"/>
                  <a:pt x="22" y="58"/>
                </a:cubicBezTo>
                <a:cubicBezTo>
                  <a:pt x="26" y="58"/>
                  <a:pt x="29" y="60"/>
                  <a:pt x="34" y="62"/>
                </a:cubicBezTo>
                <a:cubicBezTo>
                  <a:pt x="38" y="65"/>
                  <a:pt x="50" y="73"/>
                  <a:pt x="69" y="88"/>
                </a:cubicBezTo>
                <a:lnTo>
                  <a:pt x="106" y="116"/>
                </a:ln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43" name=""/>
          <p:cNvSpPr txBox="1"/>
          <p:nvPr/>
        </p:nvSpPr>
        <p:spPr>
          <a:xfrm>
            <a:off x="1423080" y="2857320"/>
            <a:ext cx="39013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が未知の場合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計画段階の典型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):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44" name=""/>
          <p:cNvSpPr/>
          <p:nvPr/>
        </p:nvSpPr>
        <p:spPr>
          <a:xfrm>
            <a:off x="7882560" y="2885760"/>
            <a:ext cx="243000" cy="235080"/>
          </a:xfrm>
          <a:custGeom>
            <a:avLst/>
            <a:gdLst/>
            <a:ahLst/>
            <a:rect l="0" t="0" r="r" b="b"/>
            <a:pathLst>
              <a:path w="675" h="653">
                <a:moveTo>
                  <a:pt x="5" y="653"/>
                </a:moveTo>
                <a:cubicBezTo>
                  <a:pt x="2" y="650"/>
                  <a:pt x="0" y="648"/>
                  <a:pt x="0" y="646"/>
                </a:cubicBezTo>
                <a:cubicBezTo>
                  <a:pt x="0" y="645"/>
                  <a:pt x="52" y="539"/>
                  <a:pt x="154" y="328"/>
                </a:cubicBezTo>
                <a:cubicBezTo>
                  <a:pt x="257" y="116"/>
                  <a:pt x="309" y="9"/>
                  <a:pt x="311" y="7"/>
                </a:cubicBezTo>
                <a:cubicBezTo>
                  <a:pt x="313" y="2"/>
                  <a:pt x="322" y="0"/>
                  <a:pt x="337" y="0"/>
                </a:cubicBezTo>
                <a:cubicBezTo>
                  <a:pt x="351" y="0"/>
                  <a:pt x="359" y="2"/>
                  <a:pt x="362" y="7"/>
                </a:cubicBezTo>
                <a:cubicBezTo>
                  <a:pt x="364" y="9"/>
                  <a:pt x="416" y="116"/>
                  <a:pt x="519" y="328"/>
                </a:cubicBezTo>
                <a:cubicBezTo>
                  <a:pt x="621" y="539"/>
                  <a:pt x="674" y="645"/>
                  <a:pt x="675" y="646"/>
                </a:cubicBezTo>
                <a:cubicBezTo>
                  <a:pt x="675" y="648"/>
                  <a:pt x="673" y="650"/>
                  <a:pt x="670" y="653"/>
                </a:cubicBezTo>
                <a:lnTo>
                  <a:pt x="5" y="653"/>
                </a:lnTo>
                <a:moveTo>
                  <a:pt x="420" y="340"/>
                </a:moveTo>
                <a:lnTo>
                  <a:pt x="308" y="110"/>
                </a:lnTo>
                <a:lnTo>
                  <a:pt x="83" y="569"/>
                </a:lnTo>
                <a:lnTo>
                  <a:pt x="307" y="570"/>
                </a:lnTo>
                <a:lnTo>
                  <a:pt x="532" y="570"/>
                </a:lnTo>
                <a:cubicBezTo>
                  <a:pt x="532" y="569"/>
                  <a:pt x="494" y="492"/>
                  <a:pt x="420" y="340"/>
                </a:cubicBez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45" name=""/>
          <p:cNvSpPr/>
          <p:nvPr/>
        </p:nvSpPr>
        <p:spPr>
          <a:xfrm>
            <a:off x="8159040" y="3065760"/>
            <a:ext cx="88560" cy="106560"/>
          </a:xfrm>
          <a:custGeom>
            <a:avLst/>
            <a:gdLst/>
            <a:ahLst/>
            <a:rect l="0" t="0" r="r" b="b"/>
            <a:pathLst>
              <a:path w="246" h="296">
                <a:moveTo>
                  <a:pt x="216" y="92"/>
                </a:moveTo>
                <a:cubicBezTo>
                  <a:pt x="216" y="92"/>
                  <a:pt x="212" y="92"/>
                  <a:pt x="203" y="92"/>
                </a:cubicBezTo>
                <a:cubicBezTo>
                  <a:pt x="194" y="92"/>
                  <a:pt x="186" y="89"/>
                  <a:pt x="180" y="82"/>
                </a:cubicBezTo>
                <a:cubicBezTo>
                  <a:pt x="173" y="76"/>
                  <a:pt x="170" y="68"/>
                  <a:pt x="169" y="58"/>
                </a:cubicBezTo>
                <a:cubicBezTo>
                  <a:pt x="169" y="48"/>
                  <a:pt x="173" y="40"/>
                  <a:pt x="179" y="34"/>
                </a:cubicBezTo>
                <a:cubicBezTo>
                  <a:pt x="181" y="31"/>
                  <a:pt x="182" y="30"/>
                  <a:pt x="182" y="30"/>
                </a:cubicBezTo>
                <a:cubicBezTo>
                  <a:pt x="182" y="29"/>
                  <a:pt x="180" y="29"/>
                  <a:pt x="176" y="28"/>
                </a:cubicBezTo>
                <a:cubicBezTo>
                  <a:pt x="165" y="27"/>
                  <a:pt x="154" y="26"/>
                  <a:pt x="144" y="26"/>
                </a:cubicBezTo>
                <a:cubicBezTo>
                  <a:pt x="123" y="26"/>
                  <a:pt x="106" y="33"/>
                  <a:pt x="93" y="46"/>
                </a:cubicBezTo>
                <a:cubicBezTo>
                  <a:pt x="73" y="67"/>
                  <a:pt x="63" y="100"/>
                  <a:pt x="63" y="147"/>
                </a:cubicBezTo>
                <a:cubicBezTo>
                  <a:pt x="63" y="183"/>
                  <a:pt x="69" y="211"/>
                  <a:pt x="83" y="231"/>
                </a:cubicBezTo>
                <a:cubicBezTo>
                  <a:pt x="100" y="258"/>
                  <a:pt x="124" y="271"/>
                  <a:pt x="153" y="271"/>
                </a:cubicBezTo>
                <a:cubicBezTo>
                  <a:pt x="171" y="271"/>
                  <a:pt x="185" y="265"/>
                  <a:pt x="196" y="254"/>
                </a:cubicBezTo>
                <a:cubicBezTo>
                  <a:pt x="206" y="243"/>
                  <a:pt x="214" y="229"/>
                  <a:pt x="219" y="214"/>
                </a:cubicBezTo>
                <a:cubicBezTo>
                  <a:pt x="220" y="211"/>
                  <a:pt x="221" y="208"/>
                  <a:pt x="222" y="208"/>
                </a:cubicBezTo>
                <a:cubicBezTo>
                  <a:pt x="223" y="207"/>
                  <a:pt x="227" y="206"/>
                  <a:pt x="232" y="206"/>
                </a:cubicBezTo>
                <a:lnTo>
                  <a:pt x="241" y="206"/>
                </a:lnTo>
                <a:cubicBezTo>
                  <a:pt x="245" y="209"/>
                  <a:pt x="246" y="211"/>
                  <a:pt x="246" y="212"/>
                </a:cubicBezTo>
                <a:cubicBezTo>
                  <a:pt x="246" y="214"/>
                  <a:pt x="245" y="217"/>
                  <a:pt x="243" y="222"/>
                </a:cubicBezTo>
                <a:cubicBezTo>
                  <a:pt x="241" y="228"/>
                  <a:pt x="238" y="235"/>
                  <a:pt x="232" y="244"/>
                </a:cubicBezTo>
                <a:cubicBezTo>
                  <a:pt x="227" y="253"/>
                  <a:pt x="221" y="261"/>
                  <a:pt x="214" y="268"/>
                </a:cubicBezTo>
                <a:cubicBezTo>
                  <a:pt x="206" y="275"/>
                  <a:pt x="196" y="282"/>
                  <a:pt x="183" y="288"/>
                </a:cubicBezTo>
                <a:cubicBezTo>
                  <a:pt x="170" y="294"/>
                  <a:pt x="155" y="297"/>
                  <a:pt x="138" y="296"/>
                </a:cubicBezTo>
                <a:cubicBezTo>
                  <a:pt x="102" y="296"/>
                  <a:pt x="69" y="283"/>
                  <a:pt x="42" y="255"/>
                </a:cubicBezTo>
                <a:cubicBezTo>
                  <a:pt x="15" y="228"/>
                  <a:pt x="1" y="193"/>
                  <a:pt x="0" y="151"/>
                </a:cubicBezTo>
                <a:cubicBezTo>
                  <a:pt x="0" y="106"/>
                  <a:pt x="14" y="70"/>
                  <a:pt x="42" y="42"/>
                </a:cubicBezTo>
                <a:cubicBezTo>
                  <a:pt x="70" y="14"/>
                  <a:pt x="102" y="0"/>
                  <a:pt x="139" y="0"/>
                </a:cubicBezTo>
                <a:cubicBezTo>
                  <a:pt x="176" y="0"/>
                  <a:pt x="202" y="6"/>
                  <a:pt x="216" y="17"/>
                </a:cubicBezTo>
                <a:cubicBezTo>
                  <a:pt x="231" y="29"/>
                  <a:pt x="238" y="43"/>
                  <a:pt x="238" y="59"/>
                </a:cubicBezTo>
                <a:cubicBezTo>
                  <a:pt x="238" y="68"/>
                  <a:pt x="235" y="76"/>
                  <a:pt x="227" y="82"/>
                </a:cubicBezTo>
                <a:lnTo>
                  <a:pt x="216" y="92"/>
                </a:ln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46" name=""/>
          <p:cNvSpPr/>
          <p:nvPr/>
        </p:nvSpPr>
        <p:spPr>
          <a:xfrm>
            <a:off x="8260200" y="3008880"/>
            <a:ext cx="55080" cy="160920"/>
          </a:xfrm>
          <a:custGeom>
            <a:avLst/>
            <a:gdLst/>
            <a:ahLst/>
            <a:rect l="0" t="0" r="r" b="b"/>
            <a:pathLst>
              <a:path w="153" h="447">
                <a:moveTo>
                  <a:pt x="10" y="418"/>
                </a:moveTo>
                <a:lnTo>
                  <a:pt x="19" y="418"/>
                </a:lnTo>
                <a:cubicBezTo>
                  <a:pt x="36" y="418"/>
                  <a:pt x="46" y="415"/>
                  <a:pt x="49" y="409"/>
                </a:cubicBezTo>
                <a:lnTo>
                  <a:pt x="49" y="404"/>
                </a:lnTo>
                <a:cubicBezTo>
                  <a:pt x="49" y="400"/>
                  <a:pt x="49" y="395"/>
                  <a:pt x="49" y="389"/>
                </a:cubicBezTo>
                <a:cubicBezTo>
                  <a:pt x="49" y="383"/>
                  <a:pt x="49" y="376"/>
                  <a:pt x="49" y="368"/>
                </a:cubicBezTo>
                <a:cubicBezTo>
                  <a:pt x="49" y="359"/>
                  <a:pt x="49" y="350"/>
                  <a:pt x="50" y="340"/>
                </a:cubicBezTo>
                <a:cubicBezTo>
                  <a:pt x="50" y="329"/>
                  <a:pt x="50" y="318"/>
                  <a:pt x="50" y="307"/>
                </a:cubicBezTo>
                <a:cubicBezTo>
                  <a:pt x="49" y="296"/>
                  <a:pt x="49" y="284"/>
                  <a:pt x="50" y="271"/>
                </a:cubicBezTo>
                <a:cubicBezTo>
                  <a:pt x="50" y="259"/>
                  <a:pt x="50" y="247"/>
                  <a:pt x="50" y="235"/>
                </a:cubicBezTo>
                <a:cubicBezTo>
                  <a:pt x="50" y="219"/>
                  <a:pt x="50" y="202"/>
                  <a:pt x="50" y="184"/>
                </a:cubicBezTo>
                <a:cubicBezTo>
                  <a:pt x="50" y="167"/>
                  <a:pt x="50" y="151"/>
                  <a:pt x="50" y="136"/>
                </a:cubicBezTo>
                <a:cubicBezTo>
                  <a:pt x="50" y="122"/>
                  <a:pt x="50" y="109"/>
                  <a:pt x="50" y="98"/>
                </a:cubicBezTo>
                <a:cubicBezTo>
                  <a:pt x="50" y="86"/>
                  <a:pt x="50" y="77"/>
                  <a:pt x="49" y="69"/>
                </a:cubicBezTo>
                <a:cubicBezTo>
                  <a:pt x="49" y="62"/>
                  <a:pt x="49" y="58"/>
                  <a:pt x="49" y="58"/>
                </a:cubicBezTo>
                <a:cubicBezTo>
                  <a:pt x="48" y="50"/>
                  <a:pt x="45" y="45"/>
                  <a:pt x="40" y="42"/>
                </a:cubicBezTo>
                <a:cubicBezTo>
                  <a:pt x="35" y="40"/>
                  <a:pt x="26" y="38"/>
                  <a:pt x="11" y="37"/>
                </a:cubicBezTo>
                <a:lnTo>
                  <a:pt x="0" y="37"/>
                </a:lnTo>
                <a:lnTo>
                  <a:pt x="0" y="22"/>
                </a:lnTo>
                <a:cubicBezTo>
                  <a:pt x="0" y="12"/>
                  <a:pt x="0" y="7"/>
                  <a:pt x="1" y="7"/>
                </a:cubicBezTo>
                <a:lnTo>
                  <a:pt x="7" y="6"/>
                </a:lnTo>
                <a:cubicBezTo>
                  <a:pt x="12" y="6"/>
                  <a:pt x="18" y="5"/>
                  <a:pt x="26" y="5"/>
                </a:cubicBezTo>
                <a:cubicBezTo>
                  <a:pt x="34" y="5"/>
                  <a:pt x="42" y="4"/>
                  <a:pt x="50" y="4"/>
                </a:cubicBezTo>
                <a:cubicBezTo>
                  <a:pt x="57" y="3"/>
                  <a:pt x="65" y="3"/>
                  <a:pt x="74" y="2"/>
                </a:cubicBezTo>
                <a:cubicBezTo>
                  <a:pt x="82" y="2"/>
                  <a:pt x="90" y="1"/>
                  <a:pt x="94" y="1"/>
                </a:cubicBezTo>
                <a:cubicBezTo>
                  <a:pt x="98" y="0"/>
                  <a:pt x="101" y="-1"/>
                  <a:pt x="101" y="0"/>
                </a:cubicBezTo>
                <a:lnTo>
                  <a:pt x="103" y="0"/>
                </a:lnTo>
                <a:lnTo>
                  <a:pt x="103" y="202"/>
                </a:lnTo>
                <a:cubicBezTo>
                  <a:pt x="103" y="338"/>
                  <a:pt x="103" y="408"/>
                  <a:pt x="104" y="409"/>
                </a:cubicBezTo>
                <a:cubicBezTo>
                  <a:pt x="105" y="412"/>
                  <a:pt x="108" y="414"/>
                  <a:pt x="111" y="416"/>
                </a:cubicBezTo>
                <a:cubicBezTo>
                  <a:pt x="120" y="417"/>
                  <a:pt x="131" y="418"/>
                  <a:pt x="143" y="418"/>
                </a:cubicBezTo>
                <a:lnTo>
                  <a:pt x="153" y="418"/>
                </a:lnTo>
                <a:lnTo>
                  <a:pt x="153" y="447"/>
                </a:lnTo>
                <a:lnTo>
                  <a:pt x="148" y="447"/>
                </a:lnTo>
                <a:lnTo>
                  <a:pt x="133" y="447"/>
                </a:lnTo>
                <a:cubicBezTo>
                  <a:pt x="123" y="446"/>
                  <a:pt x="113" y="446"/>
                  <a:pt x="102" y="446"/>
                </a:cubicBezTo>
                <a:cubicBezTo>
                  <a:pt x="90" y="446"/>
                  <a:pt x="81" y="446"/>
                  <a:pt x="76" y="445"/>
                </a:cubicBezTo>
                <a:cubicBezTo>
                  <a:pt x="71" y="445"/>
                  <a:pt x="63" y="445"/>
                  <a:pt x="52" y="445"/>
                </a:cubicBezTo>
                <a:cubicBezTo>
                  <a:pt x="41" y="446"/>
                  <a:pt x="30" y="446"/>
                  <a:pt x="20" y="447"/>
                </a:cubicBezTo>
                <a:lnTo>
                  <a:pt x="5" y="447"/>
                </a:lnTo>
                <a:lnTo>
                  <a:pt x="0" y="447"/>
                </a:lnTo>
                <a:lnTo>
                  <a:pt x="0" y="418"/>
                </a:lnTo>
                <a:lnTo>
                  <a:pt x="10" y="418"/>
                </a:ln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47" name=""/>
          <p:cNvSpPr/>
          <p:nvPr/>
        </p:nvSpPr>
        <p:spPr>
          <a:xfrm>
            <a:off x="8324280" y="3014640"/>
            <a:ext cx="53640" cy="155160"/>
          </a:xfrm>
          <a:custGeom>
            <a:avLst/>
            <a:gdLst/>
            <a:ahLst/>
            <a:rect l="0" t="0" r="r" b="b"/>
            <a:pathLst>
              <a:path w="149" h="431">
                <a:moveTo>
                  <a:pt x="28" y="40"/>
                </a:moveTo>
                <a:cubicBezTo>
                  <a:pt x="28" y="28"/>
                  <a:pt x="33" y="18"/>
                  <a:pt x="41" y="10"/>
                </a:cubicBezTo>
                <a:cubicBezTo>
                  <a:pt x="48" y="3"/>
                  <a:pt x="58" y="0"/>
                  <a:pt x="69" y="0"/>
                </a:cubicBezTo>
                <a:cubicBezTo>
                  <a:pt x="79" y="1"/>
                  <a:pt x="87" y="4"/>
                  <a:pt x="95" y="12"/>
                </a:cubicBezTo>
                <a:cubicBezTo>
                  <a:pt x="102" y="18"/>
                  <a:pt x="106" y="28"/>
                  <a:pt x="106" y="40"/>
                </a:cubicBezTo>
                <a:cubicBezTo>
                  <a:pt x="106" y="52"/>
                  <a:pt x="102" y="62"/>
                  <a:pt x="95" y="68"/>
                </a:cubicBezTo>
                <a:cubicBezTo>
                  <a:pt x="87" y="75"/>
                  <a:pt x="78" y="78"/>
                  <a:pt x="68" y="78"/>
                </a:cubicBezTo>
                <a:cubicBezTo>
                  <a:pt x="57" y="78"/>
                  <a:pt x="48" y="75"/>
                  <a:pt x="41" y="68"/>
                </a:cubicBezTo>
                <a:cubicBezTo>
                  <a:pt x="33" y="62"/>
                  <a:pt x="29" y="52"/>
                  <a:pt x="28" y="40"/>
                </a:cubicBezTo>
                <a:moveTo>
                  <a:pt x="144" y="431"/>
                </a:moveTo>
                <a:cubicBezTo>
                  <a:pt x="137" y="430"/>
                  <a:pt x="115" y="429"/>
                  <a:pt x="77" y="429"/>
                </a:cubicBezTo>
                <a:cubicBezTo>
                  <a:pt x="72" y="429"/>
                  <a:pt x="64" y="429"/>
                  <a:pt x="53" y="429"/>
                </a:cubicBezTo>
                <a:cubicBezTo>
                  <a:pt x="42" y="429"/>
                  <a:pt x="31" y="430"/>
                  <a:pt x="20" y="431"/>
                </a:cubicBezTo>
                <a:lnTo>
                  <a:pt x="6" y="431"/>
                </a:lnTo>
                <a:lnTo>
                  <a:pt x="0" y="431"/>
                </a:lnTo>
                <a:lnTo>
                  <a:pt x="0" y="402"/>
                </a:lnTo>
                <a:lnTo>
                  <a:pt x="11" y="402"/>
                </a:lnTo>
                <a:cubicBezTo>
                  <a:pt x="23" y="402"/>
                  <a:pt x="34" y="401"/>
                  <a:pt x="43" y="400"/>
                </a:cubicBezTo>
                <a:cubicBezTo>
                  <a:pt x="47" y="398"/>
                  <a:pt x="49" y="396"/>
                  <a:pt x="50" y="393"/>
                </a:cubicBezTo>
                <a:cubicBezTo>
                  <a:pt x="51" y="390"/>
                  <a:pt x="52" y="381"/>
                  <a:pt x="52" y="366"/>
                </a:cubicBezTo>
                <a:lnTo>
                  <a:pt x="52" y="299"/>
                </a:lnTo>
                <a:lnTo>
                  <a:pt x="52" y="243"/>
                </a:lnTo>
                <a:cubicBezTo>
                  <a:pt x="52" y="221"/>
                  <a:pt x="51" y="206"/>
                  <a:pt x="50" y="200"/>
                </a:cubicBezTo>
                <a:cubicBezTo>
                  <a:pt x="49" y="194"/>
                  <a:pt x="46" y="190"/>
                  <a:pt x="41" y="188"/>
                </a:cubicBezTo>
                <a:cubicBezTo>
                  <a:pt x="35" y="185"/>
                  <a:pt x="24" y="184"/>
                  <a:pt x="10" y="184"/>
                </a:cubicBezTo>
                <a:lnTo>
                  <a:pt x="3" y="184"/>
                </a:lnTo>
                <a:lnTo>
                  <a:pt x="3" y="169"/>
                </a:lnTo>
                <a:cubicBezTo>
                  <a:pt x="3" y="159"/>
                  <a:pt x="3" y="154"/>
                  <a:pt x="4" y="154"/>
                </a:cubicBezTo>
                <a:lnTo>
                  <a:pt x="11" y="153"/>
                </a:lnTo>
                <a:cubicBezTo>
                  <a:pt x="15" y="153"/>
                  <a:pt x="21" y="153"/>
                  <a:pt x="29" y="152"/>
                </a:cubicBezTo>
                <a:cubicBezTo>
                  <a:pt x="37" y="152"/>
                  <a:pt x="45" y="151"/>
                  <a:pt x="53" y="151"/>
                </a:cubicBezTo>
                <a:cubicBezTo>
                  <a:pt x="60" y="150"/>
                  <a:pt x="68" y="150"/>
                  <a:pt x="76" y="150"/>
                </a:cubicBezTo>
                <a:cubicBezTo>
                  <a:pt x="84" y="149"/>
                  <a:pt x="90" y="148"/>
                  <a:pt x="95" y="148"/>
                </a:cubicBezTo>
                <a:cubicBezTo>
                  <a:pt x="99" y="147"/>
                  <a:pt x="101" y="147"/>
                  <a:pt x="102" y="147"/>
                </a:cubicBezTo>
                <a:lnTo>
                  <a:pt x="104" y="147"/>
                </a:lnTo>
                <a:lnTo>
                  <a:pt x="104" y="391"/>
                </a:lnTo>
                <a:cubicBezTo>
                  <a:pt x="106" y="396"/>
                  <a:pt x="108" y="398"/>
                  <a:pt x="111" y="399"/>
                </a:cubicBezTo>
                <a:cubicBezTo>
                  <a:pt x="114" y="400"/>
                  <a:pt x="122" y="401"/>
                  <a:pt x="134" y="402"/>
                </a:cubicBezTo>
                <a:lnTo>
                  <a:pt x="149" y="402"/>
                </a:lnTo>
                <a:lnTo>
                  <a:pt x="149" y="431"/>
                </a:lnTo>
                <a:lnTo>
                  <a:pt x="144" y="431"/>
                </a:ln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48" name=""/>
          <p:cNvSpPr/>
          <p:nvPr/>
        </p:nvSpPr>
        <p:spPr>
          <a:xfrm>
            <a:off x="8388720" y="3067200"/>
            <a:ext cx="119880" cy="102600"/>
          </a:xfrm>
          <a:custGeom>
            <a:avLst/>
            <a:gdLst/>
            <a:ahLst/>
            <a:rect l="0" t="0" r="r" b="b"/>
            <a:pathLst>
              <a:path w="333" h="285">
                <a:moveTo>
                  <a:pt x="10" y="256"/>
                </a:moveTo>
                <a:lnTo>
                  <a:pt x="19" y="256"/>
                </a:lnTo>
                <a:cubicBezTo>
                  <a:pt x="36" y="256"/>
                  <a:pt x="46" y="253"/>
                  <a:pt x="49" y="247"/>
                </a:cubicBezTo>
                <a:lnTo>
                  <a:pt x="49" y="242"/>
                </a:lnTo>
                <a:cubicBezTo>
                  <a:pt x="49" y="238"/>
                  <a:pt x="49" y="233"/>
                  <a:pt x="49" y="227"/>
                </a:cubicBezTo>
                <a:cubicBezTo>
                  <a:pt x="49" y="221"/>
                  <a:pt x="49" y="214"/>
                  <a:pt x="49" y="207"/>
                </a:cubicBezTo>
                <a:cubicBezTo>
                  <a:pt x="49" y="200"/>
                  <a:pt x="49" y="191"/>
                  <a:pt x="50" y="182"/>
                </a:cubicBezTo>
                <a:cubicBezTo>
                  <a:pt x="50" y="172"/>
                  <a:pt x="50" y="163"/>
                  <a:pt x="50" y="155"/>
                </a:cubicBezTo>
                <a:cubicBezTo>
                  <a:pt x="50" y="140"/>
                  <a:pt x="50" y="126"/>
                  <a:pt x="50" y="111"/>
                </a:cubicBezTo>
                <a:cubicBezTo>
                  <a:pt x="50" y="96"/>
                  <a:pt x="50" y="84"/>
                  <a:pt x="49" y="73"/>
                </a:cubicBezTo>
                <a:lnTo>
                  <a:pt x="49" y="58"/>
                </a:lnTo>
                <a:cubicBezTo>
                  <a:pt x="48" y="50"/>
                  <a:pt x="45" y="45"/>
                  <a:pt x="40" y="42"/>
                </a:cubicBezTo>
                <a:cubicBezTo>
                  <a:pt x="35" y="40"/>
                  <a:pt x="26" y="38"/>
                  <a:pt x="11" y="37"/>
                </a:cubicBezTo>
                <a:lnTo>
                  <a:pt x="0" y="37"/>
                </a:lnTo>
                <a:lnTo>
                  <a:pt x="0" y="22"/>
                </a:lnTo>
                <a:cubicBezTo>
                  <a:pt x="0" y="12"/>
                  <a:pt x="0" y="7"/>
                  <a:pt x="1" y="7"/>
                </a:cubicBezTo>
                <a:lnTo>
                  <a:pt x="7" y="6"/>
                </a:lnTo>
                <a:cubicBezTo>
                  <a:pt x="12" y="6"/>
                  <a:pt x="18" y="6"/>
                  <a:pt x="25" y="5"/>
                </a:cubicBezTo>
                <a:cubicBezTo>
                  <a:pt x="33" y="5"/>
                  <a:pt x="41" y="4"/>
                  <a:pt x="49" y="4"/>
                </a:cubicBezTo>
                <a:cubicBezTo>
                  <a:pt x="56" y="3"/>
                  <a:pt x="64" y="3"/>
                  <a:pt x="72" y="3"/>
                </a:cubicBezTo>
                <a:cubicBezTo>
                  <a:pt x="80" y="2"/>
                  <a:pt x="87" y="1"/>
                  <a:pt x="91" y="1"/>
                </a:cubicBezTo>
                <a:cubicBezTo>
                  <a:pt x="95" y="0"/>
                  <a:pt x="98" y="0"/>
                  <a:pt x="98" y="0"/>
                </a:cubicBezTo>
                <a:lnTo>
                  <a:pt x="100" y="0"/>
                </a:lnTo>
                <a:lnTo>
                  <a:pt x="100" y="26"/>
                </a:lnTo>
                <a:cubicBezTo>
                  <a:pt x="100" y="42"/>
                  <a:pt x="100" y="50"/>
                  <a:pt x="101" y="50"/>
                </a:cubicBezTo>
                <a:cubicBezTo>
                  <a:pt x="101" y="50"/>
                  <a:pt x="102" y="49"/>
                  <a:pt x="105" y="47"/>
                </a:cubicBezTo>
                <a:cubicBezTo>
                  <a:pt x="107" y="45"/>
                  <a:pt x="109" y="42"/>
                  <a:pt x="113" y="37"/>
                </a:cubicBezTo>
                <a:cubicBezTo>
                  <a:pt x="116" y="33"/>
                  <a:pt x="120" y="29"/>
                  <a:pt x="125" y="26"/>
                </a:cubicBezTo>
                <a:cubicBezTo>
                  <a:pt x="129" y="22"/>
                  <a:pt x="136" y="18"/>
                  <a:pt x="143" y="13"/>
                </a:cubicBezTo>
                <a:cubicBezTo>
                  <a:pt x="151" y="9"/>
                  <a:pt x="159" y="5"/>
                  <a:pt x="168" y="3"/>
                </a:cubicBezTo>
                <a:cubicBezTo>
                  <a:pt x="176" y="1"/>
                  <a:pt x="187" y="0"/>
                  <a:pt x="201" y="0"/>
                </a:cubicBezTo>
                <a:cubicBezTo>
                  <a:pt x="250" y="2"/>
                  <a:pt x="277" y="26"/>
                  <a:pt x="282" y="73"/>
                </a:cubicBezTo>
                <a:cubicBezTo>
                  <a:pt x="283" y="76"/>
                  <a:pt x="283" y="105"/>
                  <a:pt x="283" y="163"/>
                </a:cubicBezTo>
                <a:lnTo>
                  <a:pt x="283" y="218"/>
                </a:lnTo>
                <a:cubicBezTo>
                  <a:pt x="283" y="235"/>
                  <a:pt x="283" y="244"/>
                  <a:pt x="284" y="247"/>
                </a:cubicBezTo>
                <a:cubicBezTo>
                  <a:pt x="285" y="250"/>
                  <a:pt x="288" y="252"/>
                  <a:pt x="291" y="254"/>
                </a:cubicBezTo>
                <a:cubicBezTo>
                  <a:pt x="300" y="255"/>
                  <a:pt x="311" y="256"/>
                  <a:pt x="323" y="256"/>
                </a:cubicBezTo>
                <a:lnTo>
                  <a:pt x="333" y="256"/>
                </a:lnTo>
                <a:lnTo>
                  <a:pt x="333" y="285"/>
                </a:lnTo>
                <a:lnTo>
                  <a:pt x="328" y="285"/>
                </a:lnTo>
                <a:lnTo>
                  <a:pt x="313" y="285"/>
                </a:lnTo>
                <a:cubicBezTo>
                  <a:pt x="303" y="284"/>
                  <a:pt x="292" y="284"/>
                  <a:pt x="280" y="284"/>
                </a:cubicBezTo>
                <a:cubicBezTo>
                  <a:pt x="269" y="284"/>
                  <a:pt x="261" y="284"/>
                  <a:pt x="256" y="283"/>
                </a:cubicBezTo>
                <a:cubicBezTo>
                  <a:pt x="212" y="283"/>
                  <a:pt x="188" y="284"/>
                  <a:pt x="184" y="285"/>
                </a:cubicBezTo>
                <a:lnTo>
                  <a:pt x="179" y="285"/>
                </a:lnTo>
                <a:lnTo>
                  <a:pt x="179" y="256"/>
                </a:lnTo>
                <a:lnTo>
                  <a:pt x="189" y="256"/>
                </a:lnTo>
                <a:cubicBezTo>
                  <a:pt x="215" y="256"/>
                  <a:pt x="228" y="252"/>
                  <a:pt x="228" y="245"/>
                </a:cubicBezTo>
                <a:cubicBezTo>
                  <a:pt x="229" y="245"/>
                  <a:pt x="229" y="215"/>
                  <a:pt x="229" y="157"/>
                </a:cubicBezTo>
                <a:cubicBezTo>
                  <a:pt x="229" y="98"/>
                  <a:pt x="228" y="67"/>
                  <a:pt x="228" y="64"/>
                </a:cubicBezTo>
                <a:cubicBezTo>
                  <a:pt x="225" y="52"/>
                  <a:pt x="221" y="43"/>
                  <a:pt x="215" y="37"/>
                </a:cubicBezTo>
                <a:cubicBezTo>
                  <a:pt x="209" y="31"/>
                  <a:pt x="204" y="27"/>
                  <a:pt x="199" y="26"/>
                </a:cubicBezTo>
                <a:cubicBezTo>
                  <a:pt x="195" y="24"/>
                  <a:pt x="190" y="24"/>
                  <a:pt x="183" y="24"/>
                </a:cubicBezTo>
                <a:cubicBezTo>
                  <a:pt x="163" y="24"/>
                  <a:pt x="146" y="32"/>
                  <a:pt x="132" y="46"/>
                </a:cubicBezTo>
                <a:cubicBezTo>
                  <a:pt x="120" y="58"/>
                  <a:pt x="113" y="70"/>
                  <a:pt x="110" y="82"/>
                </a:cubicBezTo>
                <a:cubicBezTo>
                  <a:pt x="107" y="94"/>
                  <a:pt x="105" y="111"/>
                  <a:pt x="105" y="135"/>
                </a:cubicBezTo>
                <a:lnTo>
                  <a:pt x="105" y="177"/>
                </a:lnTo>
                <a:lnTo>
                  <a:pt x="105" y="216"/>
                </a:lnTo>
                <a:cubicBezTo>
                  <a:pt x="105" y="229"/>
                  <a:pt x="105" y="237"/>
                  <a:pt x="105" y="242"/>
                </a:cubicBezTo>
                <a:cubicBezTo>
                  <a:pt x="106" y="246"/>
                  <a:pt x="107" y="249"/>
                  <a:pt x="107" y="250"/>
                </a:cubicBezTo>
                <a:cubicBezTo>
                  <a:pt x="108" y="251"/>
                  <a:pt x="110" y="252"/>
                  <a:pt x="113" y="254"/>
                </a:cubicBezTo>
                <a:cubicBezTo>
                  <a:pt x="122" y="255"/>
                  <a:pt x="133" y="256"/>
                  <a:pt x="145" y="256"/>
                </a:cubicBezTo>
                <a:lnTo>
                  <a:pt x="155" y="256"/>
                </a:lnTo>
                <a:lnTo>
                  <a:pt x="155" y="285"/>
                </a:lnTo>
                <a:lnTo>
                  <a:pt x="150" y="285"/>
                </a:lnTo>
                <a:lnTo>
                  <a:pt x="135" y="285"/>
                </a:lnTo>
                <a:cubicBezTo>
                  <a:pt x="125" y="284"/>
                  <a:pt x="114" y="284"/>
                  <a:pt x="101" y="284"/>
                </a:cubicBezTo>
                <a:cubicBezTo>
                  <a:pt x="90" y="284"/>
                  <a:pt x="82" y="284"/>
                  <a:pt x="77" y="283"/>
                </a:cubicBezTo>
                <a:cubicBezTo>
                  <a:pt x="33" y="283"/>
                  <a:pt x="9" y="284"/>
                  <a:pt x="5" y="285"/>
                </a:cubicBezTo>
                <a:lnTo>
                  <a:pt x="0" y="285"/>
                </a:lnTo>
                <a:lnTo>
                  <a:pt x="0" y="256"/>
                </a:lnTo>
                <a:lnTo>
                  <a:pt x="10" y="256"/>
                </a:lnTo>
                <a:close/>
              </a:path>
            </a:pathLst>
          </a:custGeom>
          <a:solidFill>
            <a:srgbClr val="199B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49" name=""/>
          <p:cNvSpPr txBox="1"/>
          <p:nvPr/>
        </p:nvSpPr>
        <p:spPr>
          <a:xfrm>
            <a:off x="5690160" y="2814840"/>
            <a:ext cx="19774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 を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pre-specified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50" name=""/>
          <p:cNvSpPr txBox="1"/>
          <p:nvPr/>
        </p:nvSpPr>
        <p:spPr>
          <a:xfrm>
            <a:off x="8524800" y="2814840"/>
            <a:ext cx="85932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 で算出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51" name=""/>
          <p:cNvSpPr txBox="1"/>
          <p:nvPr/>
        </p:nvSpPr>
        <p:spPr>
          <a:xfrm>
            <a:off x="9385560" y="2857320"/>
            <a:ext cx="19872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→ 分野知識と対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52" name=""/>
          <p:cNvSpPr txBox="1"/>
          <p:nvPr/>
        </p:nvSpPr>
        <p:spPr>
          <a:xfrm>
            <a:off x="1200240" y="3200400"/>
            <a:ext cx="2674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53" name=""/>
          <p:cNvSpPr/>
          <p:nvPr/>
        </p:nvSpPr>
        <p:spPr>
          <a:xfrm>
            <a:off x="1215000" y="3743280"/>
            <a:ext cx="243000" cy="234720"/>
          </a:xfrm>
          <a:custGeom>
            <a:avLst/>
            <a:gdLst/>
            <a:ahLst/>
            <a:rect l="0" t="0" r="r" b="b"/>
            <a:pathLst>
              <a:path w="675" h="652">
                <a:moveTo>
                  <a:pt x="5" y="652"/>
                </a:moveTo>
                <a:cubicBezTo>
                  <a:pt x="2" y="650"/>
                  <a:pt x="0" y="647"/>
                  <a:pt x="0" y="646"/>
                </a:cubicBezTo>
                <a:cubicBezTo>
                  <a:pt x="0" y="644"/>
                  <a:pt x="52" y="538"/>
                  <a:pt x="154" y="326"/>
                </a:cubicBezTo>
                <a:cubicBezTo>
                  <a:pt x="257" y="115"/>
                  <a:pt x="309" y="8"/>
                  <a:pt x="312" y="6"/>
                </a:cubicBezTo>
                <a:cubicBezTo>
                  <a:pt x="313" y="2"/>
                  <a:pt x="322" y="0"/>
                  <a:pt x="338" y="0"/>
                </a:cubicBezTo>
                <a:cubicBezTo>
                  <a:pt x="352" y="0"/>
                  <a:pt x="360" y="2"/>
                  <a:pt x="363" y="6"/>
                </a:cubicBezTo>
                <a:cubicBezTo>
                  <a:pt x="365" y="8"/>
                  <a:pt x="417" y="115"/>
                  <a:pt x="520" y="326"/>
                </a:cubicBezTo>
                <a:cubicBezTo>
                  <a:pt x="622" y="538"/>
                  <a:pt x="674" y="644"/>
                  <a:pt x="675" y="646"/>
                </a:cubicBezTo>
                <a:cubicBezTo>
                  <a:pt x="675" y="647"/>
                  <a:pt x="673" y="650"/>
                  <a:pt x="670" y="652"/>
                </a:cubicBezTo>
                <a:lnTo>
                  <a:pt x="5" y="652"/>
                </a:lnTo>
                <a:moveTo>
                  <a:pt x="421" y="338"/>
                </a:moveTo>
                <a:lnTo>
                  <a:pt x="308" y="109"/>
                </a:lnTo>
                <a:lnTo>
                  <a:pt x="83" y="568"/>
                </a:lnTo>
                <a:lnTo>
                  <a:pt x="307" y="569"/>
                </a:lnTo>
                <a:lnTo>
                  <a:pt x="533" y="569"/>
                </a:lnTo>
                <a:cubicBezTo>
                  <a:pt x="533" y="568"/>
                  <a:pt x="495" y="491"/>
                  <a:pt x="421" y="33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54" name=""/>
          <p:cNvSpPr/>
          <p:nvPr/>
        </p:nvSpPr>
        <p:spPr>
          <a:xfrm>
            <a:off x="1489320" y="3924360"/>
            <a:ext cx="184320" cy="102960"/>
          </a:xfrm>
          <a:custGeom>
            <a:avLst/>
            <a:gdLst/>
            <a:ahLst/>
            <a:rect l="0" t="0" r="r" b="b"/>
            <a:pathLst>
              <a:path w="512" h="286">
                <a:moveTo>
                  <a:pt x="11" y="256"/>
                </a:moveTo>
                <a:lnTo>
                  <a:pt x="20" y="256"/>
                </a:lnTo>
                <a:cubicBezTo>
                  <a:pt x="36" y="256"/>
                  <a:pt x="47" y="253"/>
                  <a:pt x="50" y="247"/>
                </a:cubicBezTo>
                <a:lnTo>
                  <a:pt x="50" y="242"/>
                </a:lnTo>
                <a:cubicBezTo>
                  <a:pt x="50" y="238"/>
                  <a:pt x="50" y="233"/>
                  <a:pt x="50" y="227"/>
                </a:cubicBezTo>
                <a:cubicBezTo>
                  <a:pt x="50" y="221"/>
                  <a:pt x="50" y="214"/>
                  <a:pt x="50" y="207"/>
                </a:cubicBezTo>
                <a:cubicBezTo>
                  <a:pt x="50" y="200"/>
                  <a:pt x="50" y="191"/>
                  <a:pt x="51" y="182"/>
                </a:cubicBezTo>
                <a:cubicBezTo>
                  <a:pt x="51" y="173"/>
                  <a:pt x="51" y="164"/>
                  <a:pt x="51" y="155"/>
                </a:cubicBezTo>
                <a:cubicBezTo>
                  <a:pt x="51" y="142"/>
                  <a:pt x="51" y="127"/>
                  <a:pt x="51" y="112"/>
                </a:cubicBezTo>
                <a:cubicBezTo>
                  <a:pt x="51" y="97"/>
                  <a:pt x="50" y="85"/>
                  <a:pt x="50" y="75"/>
                </a:cubicBezTo>
                <a:lnTo>
                  <a:pt x="50" y="60"/>
                </a:lnTo>
                <a:cubicBezTo>
                  <a:pt x="49" y="52"/>
                  <a:pt x="46" y="46"/>
                  <a:pt x="41" y="44"/>
                </a:cubicBezTo>
                <a:cubicBezTo>
                  <a:pt x="36" y="41"/>
                  <a:pt x="27" y="39"/>
                  <a:pt x="12" y="38"/>
                </a:cubicBezTo>
                <a:lnTo>
                  <a:pt x="0" y="38"/>
                </a:lnTo>
                <a:lnTo>
                  <a:pt x="0" y="22"/>
                </a:lnTo>
                <a:cubicBezTo>
                  <a:pt x="0" y="12"/>
                  <a:pt x="1" y="7"/>
                  <a:pt x="2" y="7"/>
                </a:cubicBezTo>
                <a:lnTo>
                  <a:pt x="8" y="7"/>
                </a:lnTo>
                <a:cubicBezTo>
                  <a:pt x="12" y="6"/>
                  <a:pt x="18" y="6"/>
                  <a:pt x="26" y="5"/>
                </a:cubicBezTo>
                <a:cubicBezTo>
                  <a:pt x="34" y="5"/>
                  <a:pt x="42" y="4"/>
                  <a:pt x="50" y="4"/>
                </a:cubicBezTo>
                <a:cubicBezTo>
                  <a:pt x="57" y="4"/>
                  <a:pt x="65" y="3"/>
                  <a:pt x="73" y="3"/>
                </a:cubicBezTo>
                <a:cubicBezTo>
                  <a:pt x="81" y="2"/>
                  <a:pt x="88" y="2"/>
                  <a:pt x="92" y="1"/>
                </a:cubicBezTo>
                <a:cubicBezTo>
                  <a:pt x="96" y="0"/>
                  <a:pt x="98" y="0"/>
                  <a:pt x="99" y="0"/>
                </a:cubicBezTo>
                <a:lnTo>
                  <a:pt x="101" y="0"/>
                </a:lnTo>
                <a:lnTo>
                  <a:pt x="101" y="26"/>
                </a:lnTo>
                <a:cubicBezTo>
                  <a:pt x="101" y="43"/>
                  <a:pt x="101" y="51"/>
                  <a:pt x="101" y="51"/>
                </a:cubicBezTo>
                <a:cubicBezTo>
                  <a:pt x="102" y="51"/>
                  <a:pt x="103" y="50"/>
                  <a:pt x="105" y="48"/>
                </a:cubicBezTo>
                <a:cubicBezTo>
                  <a:pt x="106" y="46"/>
                  <a:pt x="109" y="43"/>
                  <a:pt x="112" y="39"/>
                </a:cubicBezTo>
                <a:cubicBezTo>
                  <a:pt x="116" y="34"/>
                  <a:pt x="120" y="29"/>
                  <a:pt x="125" y="26"/>
                </a:cubicBezTo>
                <a:cubicBezTo>
                  <a:pt x="129" y="23"/>
                  <a:pt x="136" y="18"/>
                  <a:pt x="143" y="14"/>
                </a:cubicBezTo>
                <a:cubicBezTo>
                  <a:pt x="151" y="9"/>
                  <a:pt x="159" y="6"/>
                  <a:pt x="168" y="3"/>
                </a:cubicBezTo>
                <a:cubicBezTo>
                  <a:pt x="176" y="1"/>
                  <a:pt x="187" y="0"/>
                  <a:pt x="202" y="0"/>
                </a:cubicBezTo>
                <a:cubicBezTo>
                  <a:pt x="208" y="0"/>
                  <a:pt x="214" y="1"/>
                  <a:pt x="220" y="1"/>
                </a:cubicBezTo>
                <a:cubicBezTo>
                  <a:pt x="225" y="2"/>
                  <a:pt x="230" y="4"/>
                  <a:pt x="234" y="5"/>
                </a:cubicBezTo>
                <a:cubicBezTo>
                  <a:pt x="239" y="7"/>
                  <a:pt x="243" y="9"/>
                  <a:pt x="247" y="11"/>
                </a:cubicBezTo>
                <a:cubicBezTo>
                  <a:pt x="250" y="12"/>
                  <a:pt x="254" y="14"/>
                  <a:pt x="256" y="16"/>
                </a:cubicBezTo>
                <a:cubicBezTo>
                  <a:pt x="259" y="18"/>
                  <a:pt x="261" y="21"/>
                  <a:pt x="263" y="23"/>
                </a:cubicBezTo>
                <a:cubicBezTo>
                  <a:pt x="265" y="26"/>
                  <a:pt x="267" y="28"/>
                  <a:pt x="269" y="30"/>
                </a:cubicBezTo>
                <a:cubicBezTo>
                  <a:pt x="271" y="34"/>
                  <a:pt x="272" y="36"/>
                  <a:pt x="274" y="39"/>
                </a:cubicBezTo>
                <a:cubicBezTo>
                  <a:pt x="275" y="41"/>
                  <a:pt x="276" y="43"/>
                  <a:pt x="276" y="45"/>
                </a:cubicBezTo>
                <a:cubicBezTo>
                  <a:pt x="277" y="47"/>
                  <a:pt x="277" y="48"/>
                  <a:pt x="278" y="50"/>
                </a:cubicBezTo>
                <a:lnTo>
                  <a:pt x="279" y="53"/>
                </a:lnTo>
                <a:lnTo>
                  <a:pt x="281" y="51"/>
                </a:lnTo>
                <a:cubicBezTo>
                  <a:pt x="283" y="49"/>
                  <a:pt x="284" y="47"/>
                  <a:pt x="285" y="46"/>
                </a:cubicBezTo>
                <a:cubicBezTo>
                  <a:pt x="286" y="44"/>
                  <a:pt x="288" y="42"/>
                  <a:pt x="291" y="39"/>
                </a:cubicBezTo>
                <a:cubicBezTo>
                  <a:pt x="293" y="36"/>
                  <a:pt x="296" y="32"/>
                  <a:pt x="299" y="29"/>
                </a:cubicBezTo>
                <a:cubicBezTo>
                  <a:pt x="302" y="27"/>
                  <a:pt x="306" y="24"/>
                  <a:pt x="309" y="21"/>
                </a:cubicBezTo>
                <a:cubicBezTo>
                  <a:pt x="312" y="18"/>
                  <a:pt x="317" y="15"/>
                  <a:pt x="322" y="13"/>
                </a:cubicBezTo>
                <a:cubicBezTo>
                  <a:pt x="327" y="11"/>
                  <a:pt x="332" y="9"/>
                  <a:pt x="337" y="7"/>
                </a:cubicBezTo>
                <a:cubicBezTo>
                  <a:pt x="341" y="4"/>
                  <a:pt x="347" y="3"/>
                  <a:pt x="353" y="2"/>
                </a:cubicBezTo>
                <a:cubicBezTo>
                  <a:pt x="360" y="1"/>
                  <a:pt x="366" y="1"/>
                  <a:pt x="373" y="0"/>
                </a:cubicBezTo>
                <a:cubicBezTo>
                  <a:pt x="427" y="0"/>
                  <a:pt x="457" y="24"/>
                  <a:pt x="461" y="74"/>
                </a:cubicBezTo>
                <a:cubicBezTo>
                  <a:pt x="462" y="77"/>
                  <a:pt x="462" y="107"/>
                  <a:pt x="462" y="163"/>
                </a:cubicBezTo>
                <a:lnTo>
                  <a:pt x="462" y="219"/>
                </a:lnTo>
                <a:cubicBezTo>
                  <a:pt x="462" y="235"/>
                  <a:pt x="462" y="245"/>
                  <a:pt x="463" y="248"/>
                </a:cubicBezTo>
                <a:cubicBezTo>
                  <a:pt x="464" y="251"/>
                  <a:pt x="467" y="253"/>
                  <a:pt x="470" y="254"/>
                </a:cubicBezTo>
                <a:cubicBezTo>
                  <a:pt x="479" y="255"/>
                  <a:pt x="490" y="256"/>
                  <a:pt x="502" y="256"/>
                </a:cubicBezTo>
                <a:lnTo>
                  <a:pt x="512" y="256"/>
                </a:lnTo>
                <a:lnTo>
                  <a:pt x="512" y="286"/>
                </a:lnTo>
                <a:lnTo>
                  <a:pt x="507" y="286"/>
                </a:lnTo>
                <a:lnTo>
                  <a:pt x="492" y="285"/>
                </a:lnTo>
                <a:cubicBezTo>
                  <a:pt x="482" y="284"/>
                  <a:pt x="471" y="284"/>
                  <a:pt x="459" y="284"/>
                </a:cubicBezTo>
                <a:cubicBezTo>
                  <a:pt x="448" y="284"/>
                  <a:pt x="440" y="284"/>
                  <a:pt x="435" y="284"/>
                </a:cubicBezTo>
                <a:cubicBezTo>
                  <a:pt x="391" y="284"/>
                  <a:pt x="367" y="284"/>
                  <a:pt x="363" y="286"/>
                </a:cubicBezTo>
                <a:lnTo>
                  <a:pt x="358" y="286"/>
                </a:lnTo>
                <a:lnTo>
                  <a:pt x="358" y="256"/>
                </a:lnTo>
                <a:lnTo>
                  <a:pt x="368" y="256"/>
                </a:lnTo>
                <a:cubicBezTo>
                  <a:pt x="394" y="256"/>
                  <a:pt x="407" y="252"/>
                  <a:pt x="407" y="246"/>
                </a:cubicBezTo>
                <a:cubicBezTo>
                  <a:pt x="408" y="245"/>
                  <a:pt x="408" y="215"/>
                  <a:pt x="408" y="157"/>
                </a:cubicBezTo>
                <a:cubicBezTo>
                  <a:pt x="408" y="99"/>
                  <a:pt x="407" y="68"/>
                  <a:pt x="407" y="65"/>
                </a:cubicBezTo>
                <a:cubicBezTo>
                  <a:pt x="404" y="53"/>
                  <a:pt x="400" y="44"/>
                  <a:pt x="394" y="38"/>
                </a:cubicBezTo>
                <a:cubicBezTo>
                  <a:pt x="388" y="31"/>
                  <a:pt x="383" y="27"/>
                  <a:pt x="378" y="26"/>
                </a:cubicBezTo>
                <a:cubicBezTo>
                  <a:pt x="374" y="25"/>
                  <a:pt x="369" y="24"/>
                  <a:pt x="362" y="25"/>
                </a:cubicBezTo>
                <a:cubicBezTo>
                  <a:pt x="342" y="25"/>
                  <a:pt x="325" y="32"/>
                  <a:pt x="311" y="48"/>
                </a:cubicBezTo>
                <a:cubicBezTo>
                  <a:pt x="299" y="59"/>
                  <a:pt x="292" y="71"/>
                  <a:pt x="289" y="83"/>
                </a:cubicBezTo>
                <a:cubicBezTo>
                  <a:pt x="286" y="95"/>
                  <a:pt x="284" y="113"/>
                  <a:pt x="284" y="136"/>
                </a:cubicBezTo>
                <a:lnTo>
                  <a:pt x="284" y="177"/>
                </a:lnTo>
                <a:lnTo>
                  <a:pt x="284" y="216"/>
                </a:lnTo>
                <a:cubicBezTo>
                  <a:pt x="284" y="229"/>
                  <a:pt x="284" y="237"/>
                  <a:pt x="284" y="242"/>
                </a:cubicBezTo>
                <a:cubicBezTo>
                  <a:pt x="285" y="246"/>
                  <a:pt x="286" y="249"/>
                  <a:pt x="286" y="250"/>
                </a:cubicBezTo>
                <a:cubicBezTo>
                  <a:pt x="287" y="251"/>
                  <a:pt x="289" y="253"/>
                  <a:pt x="292" y="254"/>
                </a:cubicBezTo>
                <a:cubicBezTo>
                  <a:pt x="301" y="255"/>
                  <a:pt x="312" y="256"/>
                  <a:pt x="324" y="256"/>
                </a:cubicBezTo>
                <a:lnTo>
                  <a:pt x="334" y="256"/>
                </a:lnTo>
                <a:lnTo>
                  <a:pt x="334" y="286"/>
                </a:lnTo>
                <a:lnTo>
                  <a:pt x="329" y="286"/>
                </a:lnTo>
                <a:lnTo>
                  <a:pt x="313" y="285"/>
                </a:lnTo>
                <a:cubicBezTo>
                  <a:pt x="304" y="284"/>
                  <a:pt x="293" y="284"/>
                  <a:pt x="281" y="284"/>
                </a:cubicBezTo>
                <a:cubicBezTo>
                  <a:pt x="270" y="284"/>
                  <a:pt x="262" y="284"/>
                  <a:pt x="257" y="284"/>
                </a:cubicBezTo>
                <a:cubicBezTo>
                  <a:pt x="213" y="284"/>
                  <a:pt x="188" y="284"/>
                  <a:pt x="184" y="286"/>
                </a:cubicBezTo>
                <a:lnTo>
                  <a:pt x="179" y="286"/>
                </a:lnTo>
                <a:lnTo>
                  <a:pt x="179" y="256"/>
                </a:lnTo>
                <a:lnTo>
                  <a:pt x="189" y="256"/>
                </a:lnTo>
                <a:cubicBezTo>
                  <a:pt x="216" y="256"/>
                  <a:pt x="229" y="252"/>
                  <a:pt x="229" y="246"/>
                </a:cubicBezTo>
                <a:cubicBezTo>
                  <a:pt x="230" y="245"/>
                  <a:pt x="230" y="215"/>
                  <a:pt x="230" y="157"/>
                </a:cubicBezTo>
                <a:cubicBezTo>
                  <a:pt x="229" y="99"/>
                  <a:pt x="229" y="68"/>
                  <a:pt x="229" y="65"/>
                </a:cubicBezTo>
                <a:cubicBezTo>
                  <a:pt x="226" y="53"/>
                  <a:pt x="222" y="44"/>
                  <a:pt x="216" y="38"/>
                </a:cubicBezTo>
                <a:cubicBezTo>
                  <a:pt x="210" y="31"/>
                  <a:pt x="205" y="27"/>
                  <a:pt x="200" y="26"/>
                </a:cubicBezTo>
                <a:cubicBezTo>
                  <a:pt x="195" y="25"/>
                  <a:pt x="189" y="24"/>
                  <a:pt x="183" y="25"/>
                </a:cubicBezTo>
                <a:cubicBezTo>
                  <a:pt x="163" y="25"/>
                  <a:pt x="146" y="32"/>
                  <a:pt x="132" y="48"/>
                </a:cubicBezTo>
                <a:cubicBezTo>
                  <a:pt x="120" y="59"/>
                  <a:pt x="113" y="71"/>
                  <a:pt x="110" y="83"/>
                </a:cubicBezTo>
                <a:cubicBezTo>
                  <a:pt x="107" y="95"/>
                  <a:pt x="105" y="113"/>
                  <a:pt x="105" y="136"/>
                </a:cubicBezTo>
                <a:lnTo>
                  <a:pt x="105" y="177"/>
                </a:lnTo>
                <a:lnTo>
                  <a:pt x="105" y="216"/>
                </a:lnTo>
                <a:cubicBezTo>
                  <a:pt x="105" y="229"/>
                  <a:pt x="105" y="237"/>
                  <a:pt x="105" y="242"/>
                </a:cubicBezTo>
                <a:cubicBezTo>
                  <a:pt x="106" y="246"/>
                  <a:pt x="106" y="249"/>
                  <a:pt x="107" y="250"/>
                </a:cubicBezTo>
                <a:cubicBezTo>
                  <a:pt x="108" y="251"/>
                  <a:pt x="110" y="253"/>
                  <a:pt x="113" y="254"/>
                </a:cubicBezTo>
                <a:cubicBezTo>
                  <a:pt x="122" y="255"/>
                  <a:pt x="133" y="256"/>
                  <a:pt x="145" y="256"/>
                </a:cubicBezTo>
                <a:lnTo>
                  <a:pt x="155" y="256"/>
                </a:lnTo>
                <a:lnTo>
                  <a:pt x="155" y="286"/>
                </a:lnTo>
                <a:lnTo>
                  <a:pt x="150" y="286"/>
                </a:lnTo>
                <a:lnTo>
                  <a:pt x="135" y="285"/>
                </a:lnTo>
                <a:cubicBezTo>
                  <a:pt x="125" y="284"/>
                  <a:pt x="114" y="284"/>
                  <a:pt x="102" y="284"/>
                </a:cubicBezTo>
                <a:cubicBezTo>
                  <a:pt x="91" y="284"/>
                  <a:pt x="82" y="284"/>
                  <a:pt x="78" y="284"/>
                </a:cubicBezTo>
                <a:cubicBezTo>
                  <a:pt x="33" y="284"/>
                  <a:pt x="9" y="284"/>
                  <a:pt x="6" y="286"/>
                </a:cubicBezTo>
                <a:lnTo>
                  <a:pt x="0" y="286"/>
                </a:lnTo>
                <a:lnTo>
                  <a:pt x="0" y="256"/>
                </a:lnTo>
                <a:lnTo>
                  <a:pt x="11" y="2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55" name=""/>
          <p:cNvSpPr/>
          <p:nvPr/>
        </p:nvSpPr>
        <p:spPr>
          <a:xfrm>
            <a:off x="1684440" y="3922920"/>
            <a:ext cx="106560" cy="106920"/>
          </a:xfrm>
          <a:custGeom>
            <a:avLst/>
            <a:gdLst/>
            <a:ahLst/>
            <a:rect l="0" t="0" r="r" b="b"/>
            <a:pathLst>
              <a:path w="296" h="297">
                <a:moveTo>
                  <a:pt x="66" y="92"/>
                </a:moveTo>
                <a:cubicBezTo>
                  <a:pt x="66" y="92"/>
                  <a:pt x="62" y="92"/>
                  <a:pt x="52" y="92"/>
                </a:cubicBezTo>
                <a:cubicBezTo>
                  <a:pt x="43" y="92"/>
                  <a:pt x="35" y="89"/>
                  <a:pt x="28" y="83"/>
                </a:cubicBezTo>
                <a:cubicBezTo>
                  <a:pt x="22" y="76"/>
                  <a:pt x="19" y="68"/>
                  <a:pt x="19" y="58"/>
                </a:cubicBezTo>
                <a:cubicBezTo>
                  <a:pt x="19" y="43"/>
                  <a:pt x="26" y="29"/>
                  <a:pt x="41" y="18"/>
                </a:cubicBezTo>
                <a:cubicBezTo>
                  <a:pt x="55" y="6"/>
                  <a:pt x="81" y="0"/>
                  <a:pt x="118" y="0"/>
                </a:cubicBezTo>
                <a:cubicBezTo>
                  <a:pt x="150" y="0"/>
                  <a:pt x="175" y="7"/>
                  <a:pt x="195" y="21"/>
                </a:cubicBezTo>
                <a:cubicBezTo>
                  <a:pt x="215" y="35"/>
                  <a:pt x="227" y="51"/>
                  <a:pt x="234" y="70"/>
                </a:cubicBezTo>
                <a:cubicBezTo>
                  <a:pt x="236" y="76"/>
                  <a:pt x="237" y="82"/>
                  <a:pt x="237" y="90"/>
                </a:cubicBezTo>
                <a:cubicBezTo>
                  <a:pt x="237" y="97"/>
                  <a:pt x="237" y="122"/>
                  <a:pt x="238" y="164"/>
                </a:cubicBezTo>
                <a:lnTo>
                  <a:pt x="238" y="210"/>
                </a:lnTo>
                <a:cubicBezTo>
                  <a:pt x="238" y="230"/>
                  <a:pt x="239" y="244"/>
                  <a:pt x="241" y="252"/>
                </a:cubicBezTo>
                <a:cubicBezTo>
                  <a:pt x="243" y="260"/>
                  <a:pt x="248" y="264"/>
                  <a:pt x="255" y="264"/>
                </a:cubicBezTo>
                <a:cubicBezTo>
                  <a:pt x="261" y="264"/>
                  <a:pt x="265" y="260"/>
                  <a:pt x="267" y="253"/>
                </a:cubicBezTo>
                <a:cubicBezTo>
                  <a:pt x="270" y="247"/>
                  <a:pt x="271" y="235"/>
                  <a:pt x="271" y="219"/>
                </a:cubicBezTo>
                <a:lnTo>
                  <a:pt x="271" y="196"/>
                </a:lnTo>
                <a:lnTo>
                  <a:pt x="296" y="196"/>
                </a:lnTo>
                <a:lnTo>
                  <a:pt x="296" y="221"/>
                </a:lnTo>
                <a:cubicBezTo>
                  <a:pt x="296" y="238"/>
                  <a:pt x="295" y="249"/>
                  <a:pt x="294" y="252"/>
                </a:cubicBezTo>
                <a:cubicBezTo>
                  <a:pt x="291" y="264"/>
                  <a:pt x="283" y="275"/>
                  <a:pt x="272" y="282"/>
                </a:cubicBezTo>
                <a:cubicBezTo>
                  <a:pt x="261" y="289"/>
                  <a:pt x="249" y="293"/>
                  <a:pt x="236" y="293"/>
                </a:cubicBezTo>
                <a:cubicBezTo>
                  <a:pt x="224" y="294"/>
                  <a:pt x="214" y="290"/>
                  <a:pt x="206" y="282"/>
                </a:cubicBezTo>
                <a:cubicBezTo>
                  <a:pt x="199" y="274"/>
                  <a:pt x="193" y="265"/>
                  <a:pt x="191" y="255"/>
                </a:cubicBezTo>
                <a:lnTo>
                  <a:pt x="191" y="252"/>
                </a:lnTo>
                <a:lnTo>
                  <a:pt x="190" y="254"/>
                </a:lnTo>
                <a:cubicBezTo>
                  <a:pt x="188" y="255"/>
                  <a:pt x="187" y="257"/>
                  <a:pt x="185" y="258"/>
                </a:cubicBezTo>
                <a:cubicBezTo>
                  <a:pt x="184" y="259"/>
                  <a:pt x="182" y="261"/>
                  <a:pt x="180" y="264"/>
                </a:cubicBezTo>
                <a:cubicBezTo>
                  <a:pt x="178" y="266"/>
                  <a:pt x="175" y="269"/>
                  <a:pt x="172" y="271"/>
                </a:cubicBezTo>
                <a:cubicBezTo>
                  <a:pt x="169" y="273"/>
                  <a:pt x="166" y="276"/>
                  <a:pt x="163" y="279"/>
                </a:cubicBezTo>
                <a:cubicBezTo>
                  <a:pt x="159" y="282"/>
                  <a:pt x="156" y="284"/>
                  <a:pt x="151" y="286"/>
                </a:cubicBezTo>
                <a:cubicBezTo>
                  <a:pt x="147" y="287"/>
                  <a:pt x="142" y="289"/>
                  <a:pt x="137" y="291"/>
                </a:cubicBezTo>
                <a:cubicBezTo>
                  <a:pt x="132" y="293"/>
                  <a:pt x="126" y="294"/>
                  <a:pt x="120" y="295"/>
                </a:cubicBezTo>
                <a:cubicBezTo>
                  <a:pt x="114" y="296"/>
                  <a:pt x="108" y="296"/>
                  <a:pt x="100" y="297"/>
                </a:cubicBezTo>
                <a:cubicBezTo>
                  <a:pt x="75" y="297"/>
                  <a:pt x="52" y="290"/>
                  <a:pt x="31" y="277"/>
                </a:cubicBezTo>
                <a:cubicBezTo>
                  <a:pt x="10" y="263"/>
                  <a:pt x="0" y="245"/>
                  <a:pt x="0" y="221"/>
                </a:cubicBezTo>
                <a:cubicBezTo>
                  <a:pt x="0" y="212"/>
                  <a:pt x="2" y="203"/>
                  <a:pt x="5" y="195"/>
                </a:cubicBezTo>
                <a:cubicBezTo>
                  <a:pt x="8" y="187"/>
                  <a:pt x="13" y="178"/>
                  <a:pt x="22" y="169"/>
                </a:cubicBezTo>
                <a:cubicBezTo>
                  <a:pt x="31" y="158"/>
                  <a:pt x="41" y="150"/>
                  <a:pt x="53" y="144"/>
                </a:cubicBezTo>
                <a:cubicBezTo>
                  <a:pt x="65" y="137"/>
                  <a:pt x="82" y="131"/>
                  <a:pt x="103" y="126"/>
                </a:cubicBezTo>
                <a:cubicBezTo>
                  <a:pt x="124" y="120"/>
                  <a:pt x="148" y="117"/>
                  <a:pt x="174" y="116"/>
                </a:cubicBezTo>
                <a:lnTo>
                  <a:pt x="183" y="116"/>
                </a:lnTo>
                <a:lnTo>
                  <a:pt x="183" y="102"/>
                </a:lnTo>
                <a:cubicBezTo>
                  <a:pt x="183" y="87"/>
                  <a:pt x="181" y="77"/>
                  <a:pt x="179" y="70"/>
                </a:cubicBezTo>
                <a:cubicBezTo>
                  <a:pt x="169" y="39"/>
                  <a:pt x="149" y="24"/>
                  <a:pt x="116" y="24"/>
                </a:cubicBezTo>
                <a:cubicBezTo>
                  <a:pt x="109" y="24"/>
                  <a:pt x="101" y="24"/>
                  <a:pt x="95" y="25"/>
                </a:cubicBezTo>
                <a:cubicBezTo>
                  <a:pt x="88" y="25"/>
                  <a:pt x="82" y="26"/>
                  <a:pt x="79" y="27"/>
                </a:cubicBezTo>
                <a:cubicBezTo>
                  <a:pt x="75" y="29"/>
                  <a:pt x="73" y="29"/>
                  <a:pt x="73" y="29"/>
                </a:cubicBezTo>
                <a:cubicBezTo>
                  <a:pt x="83" y="36"/>
                  <a:pt x="88" y="45"/>
                  <a:pt x="88" y="58"/>
                </a:cubicBezTo>
                <a:cubicBezTo>
                  <a:pt x="88" y="68"/>
                  <a:pt x="84" y="77"/>
                  <a:pt x="77" y="83"/>
                </a:cubicBezTo>
                <a:lnTo>
                  <a:pt x="66" y="92"/>
                </a:lnTo>
                <a:moveTo>
                  <a:pt x="59" y="221"/>
                </a:moveTo>
                <a:cubicBezTo>
                  <a:pt x="59" y="235"/>
                  <a:pt x="64" y="246"/>
                  <a:pt x="75" y="257"/>
                </a:cubicBezTo>
                <a:cubicBezTo>
                  <a:pt x="85" y="267"/>
                  <a:pt x="98" y="272"/>
                  <a:pt x="113" y="273"/>
                </a:cubicBezTo>
                <a:cubicBezTo>
                  <a:pt x="129" y="273"/>
                  <a:pt x="143" y="268"/>
                  <a:pt x="156" y="258"/>
                </a:cubicBezTo>
                <a:cubicBezTo>
                  <a:pt x="168" y="248"/>
                  <a:pt x="177" y="235"/>
                  <a:pt x="181" y="219"/>
                </a:cubicBezTo>
                <a:cubicBezTo>
                  <a:pt x="182" y="216"/>
                  <a:pt x="182" y="202"/>
                  <a:pt x="183" y="177"/>
                </a:cubicBezTo>
                <a:cubicBezTo>
                  <a:pt x="183" y="151"/>
                  <a:pt x="183" y="139"/>
                  <a:pt x="182" y="139"/>
                </a:cubicBezTo>
                <a:cubicBezTo>
                  <a:pt x="179" y="139"/>
                  <a:pt x="174" y="139"/>
                  <a:pt x="169" y="139"/>
                </a:cubicBezTo>
                <a:cubicBezTo>
                  <a:pt x="163" y="140"/>
                  <a:pt x="153" y="142"/>
                  <a:pt x="140" y="145"/>
                </a:cubicBezTo>
                <a:cubicBezTo>
                  <a:pt x="126" y="149"/>
                  <a:pt x="113" y="153"/>
                  <a:pt x="102" y="158"/>
                </a:cubicBezTo>
                <a:cubicBezTo>
                  <a:pt x="91" y="163"/>
                  <a:pt x="81" y="172"/>
                  <a:pt x="73" y="183"/>
                </a:cubicBezTo>
                <a:cubicBezTo>
                  <a:pt x="64" y="193"/>
                  <a:pt x="60" y="206"/>
                  <a:pt x="59" y="22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56" name=""/>
          <p:cNvSpPr/>
          <p:nvPr/>
        </p:nvSpPr>
        <p:spPr>
          <a:xfrm>
            <a:off x="1794960" y="3926880"/>
            <a:ext cx="117360" cy="100440"/>
          </a:xfrm>
          <a:custGeom>
            <a:avLst/>
            <a:gdLst/>
            <a:ahLst/>
            <a:rect l="0" t="0" r="r" b="b"/>
            <a:pathLst>
              <a:path w="326" h="279">
                <a:moveTo>
                  <a:pt x="123" y="279"/>
                </a:moveTo>
                <a:cubicBezTo>
                  <a:pt x="118" y="277"/>
                  <a:pt x="97" y="277"/>
                  <a:pt x="59" y="277"/>
                </a:cubicBezTo>
                <a:cubicBezTo>
                  <a:pt x="26" y="277"/>
                  <a:pt x="8" y="277"/>
                  <a:pt x="4" y="279"/>
                </a:cubicBezTo>
                <a:lnTo>
                  <a:pt x="0" y="279"/>
                </a:lnTo>
                <a:lnTo>
                  <a:pt x="0" y="249"/>
                </a:lnTo>
                <a:lnTo>
                  <a:pt x="9" y="249"/>
                </a:lnTo>
                <a:cubicBezTo>
                  <a:pt x="19" y="249"/>
                  <a:pt x="28" y="247"/>
                  <a:pt x="37" y="245"/>
                </a:cubicBezTo>
                <a:cubicBezTo>
                  <a:pt x="45" y="243"/>
                  <a:pt x="51" y="241"/>
                  <a:pt x="56" y="239"/>
                </a:cubicBezTo>
                <a:cubicBezTo>
                  <a:pt x="60" y="238"/>
                  <a:pt x="65" y="234"/>
                  <a:pt x="72" y="228"/>
                </a:cubicBezTo>
                <a:cubicBezTo>
                  <a:pt x="78" y="223"/>
                  <a:pt x="82" y="219"/>
                  <a:pt x="83" y="217"/>
                </a:cubicBezTo>
                <a:cubicBezTo>
                  <a:pt x="85" y="215"/>
                  <a:pt x="89" y="209"/>
                  <a:pt x="97" y="200"/>
                </a:cubicBezTo>
                <a:cubicBezTo>
                  <a:pt x="104" y="191"/>
                  <a:pt x="109" y="185"/>
                  <a:pt x="110" y="182"/>
                </a:cubicBezTo>
                <a:lnTo>
                  <a:pt x="139" y="143"/>
                </a:lnTo>
                <a:lnTo>
                  <a:pt x="102" y="93"/>
                </a:lnTo>
                <a:cubicBezTo>
                  <a:pt x="98" y="88"/>
                  <a:pt x="94" y="82"/>
                  <a:pt x="90" y="76"/>
                </a:cubicBezTo>
                <a:cubicBezTo>
                  <a:pt x="85" y="70"/>
                  <a:pt x="82" y="65"/>
                  <a:pt x="79" y="62"/>
                </a:cubicBezTo>
                <a:cubicBezTo>
                  <a:pt x="77" y="59"/>
                  <a:pt x="74" y="56"/>
                  <a:pt x="72" y="53"/>
                </a:cubicBezTo>
                <a:cubicBezTo>
                  <a:pt x="70" y="49"/>
                  <a:pt x="68" y="47"/>
                  <a:pt x="67" y="45"/>
                </a:cubicBezTo>
                <a:cubicBezTo>
                  <a:pt x="65" y="43"/>
                  <a:pt x="64" y="42"/>
                  <a:pt x="63" y="41"/>
                </a:cubicBezTo>
                <a:cubicBezTo>
                  <a:pt x="62" y="39"/>
                  <a:pt x="60" y="38"/>
                  <a:pt x="58" y="37"/>
                </a:cubicBezTo>
                <a:cubicBezTo>
                  <a:pt x="56" y="35"/>
                  <a:pt x="55" y="35"/>
                  <a:pt x="54" y="35"/>
                </a:cubicBezTo>
                <a:cubicBezTo>
                  <a:pt x="54" y="35"/>
                  <a:pt x="53" y="33"/>
                  <a:pt x="50" y="32"/>
                </a:cubicBezTo>
                <a:cubicBezTo>
                  <a:pt x="48" y="32"/>
                  <a:pt x="47" y="31"/>
                  <a:pt x="45" y="31"/>
                </a:cubicBezTo>
                <a:cubicBezTo>
                  <a:pt x="43" y="31"/>
                  <a:pt x="34" y="31"/>
                  <a:pt x="21" y="30"/>
                </a:cubicBezTo>
                <a:lnTo>
                  <a:pt x="3" y="30"/>
                </a:lnTo>
                <a:lnTo>
                  <a:pt x="3" y="0"/>
                </a:lnTo>
                <a:lnTo>
                  <a:pt x="8" y="0"/>
                </a:lnTo>
                <a:cubicBezTo>
                  <a:pt x="23" y="1"/>
                  <a:pt x="46" y="2"/>
                  <a:pt x="75" y="2"/>
                </a:cubicBezTo>
                <a:cubicBezTo>
                  <a:pt x="115" y="2"/>
                  <a:pt x="137" y="1"/>
                  <a:pt x="141" y="0"/>
                </a:cubicBezTo>
                <a:lnTo>
                  <a:pt x="146" y="0"/>
                </a:lnTo>
                <a:lnTo>
                  <a:pt x="146" y="30"/>
                </a:lnTo>
                <a:cubicBezTo>
                  <a:pt x="131" y="32"/>
                  <a:pt x="123" y="36"/>
                  <a:pt x="123" y="41"/>
                </a:cubicBezTo>
                <a:cubicBezTo>
                  <a:pt x="123" y="42"/>
                  <a:pt x="125" y="45"/>
                  <a:pt x="130" y="51"/>
                </a:cubicBezTo>
                <a:cubicBezTo>
                  <a:pt x="134" y="57"/>
                  <a:pt x="140" y="66"/>
                  <a:pt x="148" y="76"/>
                </a:cubicBezTo>
                <a:cubicBezTo>
                  <a:pt x="155" y="86"/>
                  <a:pt x="161" y="95"/>
                  <a:pt x="166" y="102"/>
                </a:cubicBezTo>
                <a:lnTo>
                  <a:pt x="169" y="105"/>
                </a:lnTo>
                <a:lnTo>
                  <a:pt x="185" y="83"/>
                </a:lnTo>
                <a:cubicBezTo>
                  <a:pt x="199" y="65"/>
                  <a:pt x="205" y="54"/>
                  <a:pt x="205" y="48"/>
                </a:cubicBezTo>
                <a:cubicBezTo>
                  <a:pt x="205" y="46"/>
                  <a:pt x="205" y="43"/>
                  <a:pt x="204" y="41"/>
                </a:cubicBezTo>
                <a:cubicBezTo>
                  <a:pt x="203" y="39"/>
                  <a:pt x="202" y="38"/>
                  <a:pt x="201" y="37"/>
                </a:cubicBezTo>
                <a:cubicBezTo>
                  <a:pt x="200" y="36"/>
                  <a:pt x="199" y="35"/>
                  <a:pt x="198" y="33"/>
                </a:cubicBezTo>
                <a:cubicBezTo>
                  <a:pt x="197" y="32"/>
                  <a:pt x="195" y="31"/>
                  <a:pt x="193" y="31"/>
                </a:cubicBezTo>
                <a:lnTo>
                  <a:pt x="191" y="30"/>
                </a:lnTo>
                <a:lnTo>
                  <a:pt x="188" y="30"/>
                </a:lnTo>
                <a:lnTo>
                  <a:pt x="188" y="0"/>
                </a:lnTo>
                <a:lnTo>
                  <a:pt x="193" y="0"/>
                </a:lnTo>
                <a:cubicBezTo>
                  <a:pt x="199" y="2"/>
                  <a:pt x="220" y="2"/>
                  <a:pt x="256" y="2"/>
                </a:cubicBezTo>
                <a:cubicBezTo>
                  <a:pt x="290" y="2"/>
                  <a:pt x="308" y="2"/>
                  <a:pt x="311" y="0"/>
                </a:cubicBezTo>
                <a:lnTo>
                  <a:pt x="315" y="0"/>
                </a:lnTo>
                <a:lnTo>
                  <a:pt x="315" y="30"/>
                </a:lnTo>
                <a:lnTo>
                  <a:pt x="310" y="30"/>
                </a:lnTo>
                <a:cubicBezTo>
                  <a:pt x="289" y="30"/>
                  <a:pt x="272" y="35"/>
                  <a:pt x="258" y="42"/>
                </a:cubicBezTo>
                <a:cubicBezTo>
                  <a:pt x="251" y="45"/>
                  <a:pt x="244" y="51"/>
                  <a:pt x="236" y="59"/>
                </a:cubicBezTo>
                <a:cubicBezTo>
                  <a:pt x="229" y="67"/>
                  <a:pt x="215" y="85"/>
                  <a:pt x="195" y="113"/>
                </a:cubicBezTo>
                <a:lnTo>
                  <a:pt x="184" y="127"/>
                </a:lnTo>
                <a:lnTo>
                  <a:pt x="224" y="181"/>
                </a:lnTo>
                <a:cubicBezTo>
                  <a:pt x="252" y="220"/>
                  <a:pt x="268" y="240"/>
                  <a:pt x="270" y="242"/>
                </a:cubicBezTo>
                <a:cubicBezTo>
                  <a:pt x="272" y="244"/>
                  <a:pt x="276" y="245"/>
                  <a:pt x="281" y="246"/>
                </a:cubicBezTo>
                <a:cubicBezTo>
                  <a:pt x="288" y="248"/>
                  <a:pt x="300" y="249"/>
                  <a:pt x="315" y="249"/>
                </a:cubicBezTo>
                <a:lnTo>
                  <a:pt x="326" y="249"/>
                </a:lnTo>
                <a:lnTo>
                  <a:pt x="326" y="279"/>
                </a:lnTo>
                <a:lnTo>
                  <a:pt x="322" y="279"/>
                </a:lnTo>
                <a:lnTo>
                  <a:pt x="317" y="279"/>
                </a:lnTo>
                <a:cubicBezTo>
                  <a:pt x="313" y="278"/>
                  <a:pt x="309" y="278"/>
                  <a:pt x="304" y="278"/>
                </a:cubicBezTo>
                <a:cubicBezTo>
                  <a:pt x="299" y="278"/>
                  <a:pt x="293" y="278"/>
                  <a:pt x="288" y="277"/>
                </a:cubicBezTo>
                <a:cubicBezTo>
                  <a:pt x="282" y="277"/>
                  <a:pt x="277" y="277"/>
                  <a:pt x="272" y="277"/>
                </a:cubicBezTo>
                <a:cubicBezTo>
                  <a:pt x="267" y="278"/>
                  <a:pt x="263" y="277"/>
                  <a:pt x="260" y="277"/>
                </a:cubicBezTo>
                <a:cubicBezTo>
                  <a:pt x="255" y="277"/>
                  <a:pt x="247" y="277"/>
                  <a:pt x="236" y="277"/>
                </a:cubicBezTo>
                <a:cubicBezTo>
                  <a:pt x="225" y="277"/>
                  <a:pt x="214" y="277"/>
                  <a:pt x="204" y="278"/>
                </a:cubicBezTo>
                <a:lnTo>
                  <a:pt x="189" y="279"/>
                </a:lnTo>
                <a:lnTo>
                  <a:pt x="184" y="279"/>
                </a:lnTo>
                <a:lnTo>
                  <a:pt x="184" y="249"/>
                </a:lnTo>
                <a:lnTo>
                  <a:pt x="186" y="249"/>
                </a:lnTo>
                <a:cubicBezTo>
                  <a:pt x="190" y="249"/>
                  <a:pt x="195" y="248"/>
                  <a:pt x="200" y="246"/>
                </a:cubicBezTo>
                <a:cubicBezTo>
                  <a:pt x="204" y="244"/>
                  <a:pt x="207" y="241"/>
                  <a:pt x="207" y="238"/>
                </a:cubicBezTo>
                <a:cubicBezTo>
                  <a:pt x="207" y="237"/>
                  <a:pt x="198" y="225"/>
                  <a:pt x="181" y="201"/>
                </a:cubicBezTo>
                <a:lnTo>
                  <a:pt x="155" y="166"/>
                </a:lnTo>
                <a:cubicBezTo>
                  <a:pt x="154" y="166"/>
                  <a:pt x="148" y="175"/>
                  <a:pt x="135" y="193"/>
                </a:cubicBezTo>
                <a:cubicBezTo>
                  <a:pt x="122" y="211"/>
                  <a:pt x="115" y="220"/>
                  <a:pt x="113" y="222"/>
                </a:cubicBezTo>
                <a:cubicBezTo>
                  <a:pt x="111" y="224"/>
                  <a:pt x="110" y="227"/>
                  <a:pt x="110" y="231"/>
                </a:cubicBezTo>
                <a:cubicBezTo>
                  <a:pt x="110" y="236"/>
                  <a:pt x="112" y="240"/>
                  <a:pt x="115" y="243"/>
                </a:cubicBezTo>
                <a:cubicBezTo>
                  <a:pt x="118" y="247"/>
                  <a:pt x="122" y="249"/>
                  <a:pt x="126" y="249"/>
                </a:cubicBezTo>
                <a:cubicBezTo>
                  <a:pt x="127" y="249"/>
                  <a:pt x="128" y="254"/>
                  <a:pt x="128" y="264"/>
                </a:cubicBezTo>
                <a:lnTo>
                  <a:pt x="128" y="279"/>
                </a:lnTo>
                <a:lnTo>
                  <a:pt x="123" y="2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57" name=""/>
          <p:cNvSpPr txBox="1"/>
          <p:nvPr/>
        </p:nvSpPr>
        <p:spPr>
          <a:xfrm>
            <a:off x="918000" y="3714840"/>
            <a:ext cx="2826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1E3A5F"/>
                </a:solidFill>
                <a:effectLst/>
                <a:uFillTx/>
                <a:latin typeface="NotoSansJP"/>
                <a:ea typeface="NotoSansJP"/>
              </a:rPr>
              <a:t>4.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58" name=""/>
          <p:cNvSpPr/>
          <p:nvPr/>
        </p:nvSpPr>
        <p:spPr>
          <a:xfrm>
            <a:off x="2858400" y="3755520"/>
            <a:ext cx="201600" cy="224640"/>
          </a:xfrm>
          <a:custGeom>
            <a:avLst/>
            <a:gdLst/>
            <a:ahLst/>
            <a:rect l="0" t="0" r="r" b="b"/>
            <a:pathLst>
              <a:path w="560" h="624">
                <a:moveTo>
                  <a:pt x="179" y="42"/>
                </a:moveTo>
                <a:cubicBezTo>
                  <a:pt x="157" y="42"/>
                  <a:pt x="146" y="41"/>
                  <a:pt x="145" y="38"/>
                </a:cubicBezTo>
                <a:cubicBezTo>
                  <a:pt x="145" y="37"/>
                  <a:pt x="144" y="35"/>
                  <a:pt x="144" y="31"/>
                </a:cubicBezTo>
                <a:cubicBezTo>
                  <a:pt x="144" y="16"/>
                  <a:pt x="148" y="6"/>
                  <a:pt x="154" y="1"/>
                </a:cubicBezTo>
                <a:cubicBezTo>
                  <a:pt x="156" y="0"/>
                  <a:pt x="160" y="0"/>
                  <a:pt x="169" y="0"/>
                </a:cubicBezTo>
                <a:cubicBezTo>
                  <a:pt x="202" y="2"/>
                  <a:pt x="240" y="3"/>
                  <a:pt x="284" y="3"/>
                </a:cubicBezTo>
                <a:cubicBezTo>
                  <a:pt x="370" y="3"/>
                  <a:pt x="419" y="2"/>
                  <a:pt x="432" y="0"/>
                </a:cubicBezTo>
                <a:lnTo>
                  <a:pt x="443" y="0"/>
                </a:lnTo>
                <a:cubicBezTo>
                  <a:pt x="446" y="4"/>
                  <a:pt x="448" y="6"/>
                  <a:pt x="448" y="8"/>
                </a:cubicBezTo>
                <a:cubicBezTo>
                  <a:pt x="448" y="10"/>
                  <a:pt x="448" y="16"/>
                  <a:pt x="446" y="25"/>
                </a:cubicBezTo>
                <a:cubicBezTo>
                  <a:pt x="443" y="34"/>
                  <a:pt x="441" y="39"/>
                  <a:pt x="438" y="42"/>
                </a:cubicBezTo>
                <a:lnTo>
                  <a:pt x="404" y="42"/>
                </a:lnTo>
                <a:cubicBezTo>
                  <a:pt x="362" y="43"/>
                  <a:pt x="337" y="45"/>
                  <a:pt x="330" y="50"/>
                </a:cubicBezTo>
                <a:cubicBezTo>
                  <a:pt x="326" y="53"/>
                  <a:pt x="321" y="61"/>
                  <a:pt x="317" y="76"/>
                </a:cubicBezTo>
                <a:cubicBezTo>
                  <a:pt x="313" y="90"/>
                  <a:pt x="293" y="170"/>
                  <a:pt x="256" y="316"/>
                </a:cubicBezTo>
                <a:cubicBezTo>
                  <a:pt x="247" y="355"/>
                  <a:pt x="236" y="397"/>
                  <a:pt x="225" y="441"/>
                </a:cubicBezTo>
                <a:cubicBezTo>
                  <a:pt x="214" y="486"/>
                  <a:pt x="206" y="520"/>
                  <a:pt x="201" y="542"/>
                </a:cubicBezTo>
                <a:lnTo>
                  <a:pt x="193" y="575"/>
                </a:lnTo>
                <a:cubicBezTo>
                  <a:pt x="193" y="577"/>
                  <a:pt x="195" y="579"/>
                  <a:pt x="201" y="579"/>
                </a:cubicBezTo>
                <a:cubicBezTo>
                  <a:pt x="206" y="579"/>
                  <a:pt x="224" y="579"/>
                  <a:pt x="254" y="580"/>
                </a:cubicBezTo>
                <a:lnTo>
                  <a:pt x="270" y="580"/>
                </a:lnTo>
                <a:cubicBezTo>
                  <a:pt x="289" y="580"/>
                  <a:pt x="305" y="580"/>
                  <a:pt x="316" y="580"/>
                </a:cubicBezTo>
                <a:cubicBezTo>
                  <a:pt x="328" y="579"/>
                  <a:pt x="343" y="577"/>
                  <a:pt x="361" y="573"/>
                </a:cubicBezTo>
                <a:cubicBezTo>
                  <a:pt x="379" y="570"/>
                  <a:pt x="394" y="564"/>
                  <a:pt x="406" y="557"/>
                </a:cubicBezTo>
                <a:cubicBezTo>
                  <a:pt x="418" y="550"/>
                  <a:pt x="432" y="539"/>
                  <a:pt x="446" y="526"/>
                </a:cubicBezTo>
                <a:cubicBezTo>
                  <a:pt x="461" y="513"/>
                  <a:pt x="474" y="496"/>
                  <a:pt x="485" y="476"/>
                </a:cubicBezTo>
                <a:cubicBezTo>
                  <a:pt x="494" y="458"/>
                  <a:pt x="503" y="436"/>
                  <a:pt x="512" y="414"/>
                </a:cubicBezTo>
                <a:cubicBezTo>
                  <a:pt x="520" y="391"/>
                  <a:pt x="525" y="379"/>
                  <a:pt x="527" y="376"/>
                </a:cubicBezTo>
                <a:cubicBezTo>
                  <a:pt x="530" y="374"/>
                  <a:pt x="535" y="373"/>
                  <a:pt x="543" y="373"/>
                </a:cubicBezTo>
                <a:lnTo>
                  <a:pt x="555" y="373"/>
                </a:lnTo>
                <a:cubicBezTo>
                  <a:pt x="558" y="378"/>
                  <a:pt x="560" y="382"/>
                  <a:pt x="560" y="383"/>
                </a:cubicBezTo>
                <a:cubicBezTo>
                  <a:pt x="560" y="384"/>
                  <a:pt x="554" y="402"/>
                  <a:pt x="542" y="437"/>
                </a:cubicBezTo>
                <a:cubicBezTo>
                  <a:pt x="530" y="472"/>
                  <a:pt x="516" y="509"/>
                  <a:pt x="502" y="547"/>
                </a:cubicBezTo>
                <a:cubicBezTo>
                  <a:pt x="487" y="585"/>
                  <a:pt x="479" y="607"/>
                  <a:pt x="478" y="614"/>
                </a:cubicBezTo>
                <a:cubicBezTo>
                  <a:pt x="477" y="617"/>
                  <a:pt x="476" y="619"/>
                  <a:pt x="475" y="620"/>
                </a:cubicBezTo>
                <a:cubicBezTo>
                  <a:pt x="473" y="620"/>
                  <a:pt x="468" y="621"/>
                  <a:pt x="460" y="622"/>
                </a:cubicBezTo>
                <a:cubicBezTo>
                  <a:pt x="452" y="624"/>
                  <a:pt x="438" y="624"/>
                  <a:pt x="421" y="623"/>
                </a:cubicBezTo>
                <a:cubicBezTo>
                  <a:pt x="414" y="623"/>
                  <a:pt x="391" y="623"/>
                  <a:pt x="352" y="623"/>
                </a:cubicBezTo>
                <a:cubicBezTo>
                  <a:pt x="312" y="623"/>
                  <a:pt x="275" y="623"/>
                  <a:pt x="239" y="622"/>
                </a:cubicBezTo>
                <a:lnTo>
                  <a:pt x="76" y="622"/>
                </a:lnTo>
                <a:cubicBezTo>
                  <a:pt x="25" y="622"/>
                  <a:pt x="0" y="619"/>
                  <a:pt x="0" y="613"/>
                </a:cubicBezTo>
                <a:cubicBezTo>
                  <a:pt x="0" y="609"/>
                  <a:pt x="0" y="605"/>
                  <a:pt x="2" y="600"/>
                </a:cubicBezTo>
                <a:cubicBezTo>
                  <a:pt x="5" y="589"/>
                  <a:pt x="8" y="583"/>
                  <a:pt x="11" y="581"/>
                </a:cubicBezTo>
                <a:cubicBezTo>
                  <a:pt x="13" y="581"/>
                  <a:pt x="18" y="580"/>
                  <a:pt x="24" y="580"/>
                </a:cubicBezTo>
                <a:lnTo>
                  <a:pt x="30" y="580"/>
                </a:lnTo>
                <a:cubicBezTo>
                  <a:pt x="46" y="580"/>
                  <a:pt x="64" y="580"/>
                  <a:pt x="84" y="578"/>
                </a:cubicBezTo>
                <a:cubicBezTo>
                  <a:pt x="93" y="576"/>
                  <a:pt x="99" y="572"/>
                  <a:pt x="102" y="567"/>
                </a:cubicBezTo>
                <a:cubicBezTo>
                  <a:pt x="103" y="564"/>
                  <a:pt x="125" y="480"/>
                  <a:pt x="168" y="313"/>
                </a:cubicBezTo>
                <a:cubicBezTo>
                  <a:pt x="210" y="147"/>
                  <a:pt x="231" y="59"/>
                  <a:pt x="231" y="50"/>
                </a:cubicBezTo>
                <a:cubicBezTo>
                  <a:pt x="231" y="46"/>
                  <a:pt x="214" y="43"/>
                  <a:pt x="179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59" name=""/>
          <p:cNvSpPr/>
          <p:nvPr/>
        </p:nvSpPr>
        <p:spPr>
          <a:xfrm>
            <a:off x="3096360" y="3752640"/>
            <a:ext cx="86400" cy="100080"/>
          </a:xfrm>
          <a:custGeom>
            <a:avLst/>
            <a:gdLst/>
            <a:ahLst/>
            <a:rect l="0" t="0" r="r" b="b"/>
            <a:pathLst>
              <a:path w="240" h="278">
                <a:moveTo>
                  <a:pt x="107" y="115"/>
                </a:moveTo>
                <a:cubicBezTo>
                  <a:pt x="102" y="58"/>
                  <a:pt x="99" y="26"/>
                  <a:pt x="99" y="19"/>
                </a:cubicBezTo>
                <a:cubicBezTo>
                  <a:pt x="99" y="11"/>
                  <a:pt x="104" y="5"/>
                  <a:pt x="114" y="1"/>
                </a:cubicBezTo>
                <a:cubicBezTo>
                  <a:pt x="115" y="1"/>
                  <a:pt x="116" y="1"/>
                  <a:pt x="118" y="1"/>
                </a:cubicBezTo>
                <a:cubicBezTo>
                  <a:pt x="119" y="1"/>
                  <a:pt x="121" y="1"/>
                  <a:pt x="121" y="0"/>
                </a:cubicBezTo>
                <a:cubicBezTo>
                  <a:pt x="127" y="1"/>
                  <a:pt x="131" y="2"/>
                  <a:pt x="136" y="6"/>
                </a:cubicBezTo>
                <a:cubicBezTo>
                  <a:pt x="140" y="9"/>
                  <a:pt x="142" y="14"/>
                  <a:pt x="142" y="19"/>
                </a:cubicBezTo>
                <a:cubicBezTo>
                  <a:pt x="142" y="26"/>
                  <a:pt x="141" y="43"/>
                  <a:pt x="138" y="70"/>
                </a:cubicBezTo>
                <a:cubicBezTo>
                  <a:pt x="136" y="97"/>
                  <a:pt x="134" y="112"/>
                  <a:pt x="134" y="115"/>
                </a:cubicBezTo>
                <a:lnTo>
                  <a:pt x="171" y="88"/>
                </a:lnTo>
                <a:cubicBezTo>
                  <a:pt x="195" y="71"/>
                  <a:pt x="208" y="61"/>
                  <a:pt x="210" y="60"/>
                </a:cubicBezTo>
                <a:cubicBezTo>
                  <a:pt x="212" y="59"/>
                  <a:pt x="214" y="58"/>
                  <a:pt x="217" y="58"/>
                </a:cubicBezTo>
                <a:cubicBezTo>
                  <a:pt x="222" y="58"/>
                  <a:pt x="227" y="60"/>
                  <a:pt x="232" y="64"/>
                </a:cubicBezTo>
                <a:cubicBezTo>
                  <a:pt x="237" y="69"/>
                  <a:pt x="239" y="75"/>
                  <a:pt x="240" y="82"/>
                </a:cubicBezTo>
                <a:cubicBezTo>
                  <a:pt x="240" y="87"/>
                  <a:pt x="238" y="92"/>
                  <a:pt x="233" y="97"/>
                </a:cubicBezTo>
                <a:cubicBezTo>
                  <a:pt x="231" y="98"/>
                  <a:pt x="217" y="105"/>
                  <a:pt x="190" y="118"/>
                </a:cubicBezTo>
                <a:cubicBezTo>
                  <a:pt x="163" y="131"/>
                  <a:pt x="148" y="138"/>
                  <a:pt x="146" y="138"/>
                </a:cubicBezTo>
                <a:lnTo>
                  <a:pt x="188" y="158"/>
                </a:lnTo>
                <a:lnTo>
                  <a:pt x="233" y="181"/>
                </a:lnTo>
                <a:cubicBezTo>
                  <a:pt x="237" y="185"/>
                  <a:pt x="239" y="190"/>
                  <a:pt x="239" y="196"/>
                </a:cubicBezTo>
                <a:cubicBezTo>
                  <a:pt x="239" y="203"/>
                  <a:pt x="237" y="208"/>
                  <a:pt x="233" y="213"/>
                </a:cubicBezTo>
                <a:cubicBezTo>
                  <a:pt x="229" y="217"/>
                  <a:pt x="224" y="219"/>
                  <a:pt x="218" y="220"/>
                </a:cubicBezTo>
                <a:cubicBezTo>
                  <a:pt x="214" y="220"/>
                  <a:pt x="211" y="218"/>
                  <a:pt x="206" y="216"/>
                </a:cubicBezTo>
                <a:cubicBezTo>
                  <a:pt x="202" y="213"/>
                  <a:pt x="190" y="205"/>
                  <a:pt x="171" y="189"/>
                </a:cubicBezTo>
                <a:lnTo>
                  <a:pt x="134" y="162"/>
                </a:lnTo>
                <a:cubicBezTo>
                  <a:pt x="139" y="221"/>
                  <a:pt x="142" y="253"/>
                  <a:pt x="142" y="260"/>
                </a:cubicBezTo>
                <a:cubicBezTo>
                  <a:pt x="142" y="264"/>
                  <a:pt x="140" y="268"/>
                  <a:pt x="137" y="272"/>
                </a:cubicBezTo>
                <a:cubicBezTo>
                  <a:pt x="134" y="276"/>
                  <a:pt x="129" y="278"/>
                  <a:pt x="121" y="278"/>
                </a:cubicBezTo>
                <a:cubicBezTo>
                  <a:pt x="113" y="278"/>
                  <a:pt x="107" y="276"/>
                  <a:pt x="104" y="272"/>
                </a:cubicBezTo>
                <a:cubicBezTo>
                  <a:pt x="101" y="268"/>
                  <a:pt x="99" y="264"/>
                  <a:pt x="99" y="260"/>
                </a:cubicBezTo>
                <a:cubicBezTo>
                  <a:pt x="99" y="252"/>
                  <a:pt x="100" y="235"/>
                  <a:pt x="103" y="208"/>
                </a:cubicBezTo>
                <a:cubicBezTo>
                  <a:pt x="105" y="180"/>
                  <a:pt x="107" y="165"/>
                  <a:pt x="107" y="162"/>
                </a:cubicBezTo>
                <a:lnTo>
                  <a:pt x="69" y="189"/>
                </a:lnTo>
                <a:cubicBezTo>
                  <a:pt x="45" y="208"/>
                  <a:pt x="32" y="217"/>
                  <a:pt x="30" y="218"/>
                </a:cubicBezTo>
                <a:cubicBezTo>
                  <a:pt x="28" y="220"/>
                  <a:pt x="26" y="220"/>
                  <a:pt x="23" y="220"/>
                </a:cubicBezTo>
                <a:cubicBezTo>
                  <a:pt x="18" y="220"/>
                  <a:pt x="13" y="218"/>
                  <a:pt x="8" y="214"/>
                </a:cubicBezTo>
                <a:cubicBezTo>
                  <a:pt x="3" y="210"/>
                  <a:pt x="1" y="204"/>
                  <a:pt x="0" y="196"/>
                </a:cubicBezTo>
                <a:cubicBezTo>
                  <a:pt x="0" y="193"/>
                  <a:pt x="0" y="192"/>
                  <a:pt x="0" y="190"/>
                </a:cubicBezTo>
                <a:cubicBezTo>
                  <a:pt x="0" y="189"/>
                  <a:pt x="1" y="188"/>
                  <a:pt x="2" y="187"/>
                </a:cubicBezTo>
                <a:cubicBezTo>
                  <a:pt x="3" y="185"/>
                  <a:pt x="4" y="184"/>
                  <a:pt x="5" y="183"/>
                </a:cubicBezTo>
                <a:cubicBezTo>
                  <a:pt x="6" y="181"/>
                  <a:pt x="8" y="180"/>
                  <a:pt x="11" y="178"/>
                </a:cubicBezTo>
                <a:cubicBezTo>
                  <a:pt x="14" y="177"/>
                  <a:pt x="17" y="175"/>
                  <a:pt x="19" y="174"/>
                </a:cubicBezTo>
                <a:cubicBezTo>
                  <a:pt x="22" y="172"/>
                  <a:pt x="26" y="171"/>
                  <a:pt x="32" y="168"/>
                </a:cubicBezTo>
                <a:cubicBezTo>
                  <a:pt x="37" y="165"/>
                  <a:pt x="43" y="163"/>
                  <a:pt x="48" y="161"/>
                </a:cubicBezTo>
                <a:cubicBezTo>
                  <a:pt x="53" y="159"/>
                  <a:pt x="60" y="156"/>
                  <a:pt x="68" y="151"/>
                </a:cubicBezTo>
                <a:cubicBezTo>
                  <a:pt x="77" y="147"/>
                  <a:pt x="85" y="143"/>
                  <a:pt x="95" y="138"/>
                </a:cubicBezTo>
                <a:lnTo>
                  <a:pt x="7" y="97"/>
                </a:lnTo>
                <a:cubicBezTo>
                  <a:pt x="3" y="93"/>
                  <a:pt x="1" y="88"/>
                  <a:pt x="1" y="82"/>
                </a:cubicBezTo>
                <a:cubicBezTo>
                  <a:pt x="1" y="75"/>
                  <a:pt x="3" y="70"/>
                  <a:pt x="7" y="66"/>
                </a:cubicBezTo>
                <a:cubicBezTo>
                  <a:pt x="10" y="61"/>
                  <a:pt x="16" y="59"/>
                  <a:pt x="22" y="59"/>
                </a:cubicBezTo>
                <a:cubicBezTo>
                  <a:pt x="25" y="59"/>
                  <a:pt x="29" y="60"/>
                  <a:pt x="34" y="62"/>
                </a:cubicBezTo>
                <a:cubicBezTo>
                  <a:pt x="38" y="65"/>
                  <a:pt x="50" y="74"/>
                  <a:pt x="69" y="88"/>
                </a:cubicBezTo>
                <a:lnTo>
                  <a:pt x="107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60" name=""/>
          <p:cNvSpPr txBox="1"/>
          <p:nvPr/>
        </p:nvSpPr>
        <p:spPr>
          <a:xfrm>
            <a:off x="1931400" y="3714840"/>
            <a:ext cx="9201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または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61" name=""/>
          <p:cNvSpPr txBox="1"/>
          <p:nvPr/>
        </p:nvSpPr>
        <p:spPr>
          <a:xfrm>
            <a:off x="3216960" y="3714840"/>
            <a:ext cx="43873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を全体治療効果‧非劣性マージンと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62" name=""/>
          <p:cNvSpPr txBox="1"/>
          <p:nvPr/>
        </p:nvSpPr>
        <p:spPr>
          <a:xfrm>
            <a:off x="7598160" y="3672000"/>
            <a:ext cx="10674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並置して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63" name=""/>
          <p:cNvSpPr txBox="1"/>
          <p:nvPr/>
        </p:nvSpPr>
        <p:spPr>
          <a:xfrm>
            <a:off x="8657280" y="3714840"/>
            <a:ext cx="5940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報告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64" name=""/>
          <p:cNvSpPr/>
          <p:nvPr/>
        </p:nvSpPr>
        <p:spPr>
          <a:xfrm>
            <a:off x="4339440" y="4248000"/>
            <a:ext cx="242640" cy="234720"/>
          </a:xfrm>
          <a:custGeom>
            <a:avLst/>
            <a:gdLst/>
            <a:ahLst/>
            <a:rect l="0" t="0" r="r" b="b"/>
            <a:pathLst>
              <a:path w="674" h="652">
                <a:moveTo>
                  <a:pt x="4" y="652"/>
                </a:moveTo>
                <a:cubicBezTo>
                  <a:pt x="1" y="650"/>
                  <a:pt x="0" y="648"/>
                  <a:pt x="0" y="646"/>
                </a:cubicBezTo>
                <a:cubicBezTo>
                  <a:pt x="0" y="645"/>
                  <a:pt x="51" y="539"/>
                  <a:pt x="153" y="328"/>
                </a:cubicBezTo>
                <a:cubicBezTo>
                  <a:pt x="256" y="115"/>
                  <a:pt x="308" y="9"/>
                  <a:pt x="311" y="6"/>
                </a:cubicBezTo>
                <a:cubicBezTo>
                  <a:pt x="313" y="2"/>
                  <a:pt x="321" y="0"/>
                  <a:pt x="336" y="0"/>
                </a:cubicBezTo>
                <a:cubicBezTo>
                  <a:pt x="350" y="0"/>
                  <a:pt x="359" y="2"/>
                  <a:pt x="362" y="6"/>
                </a:cubicBezTo>
                <a:cubicBezTo>
                  <a:pt x="364" y="9"/>
                  <a:pt x="417" y="115"/>
                  <a:pt x="519" y="328"/>
                </a:cubicBezTo>
                <a:cubicBezTo>
                  <a:pt x="622" y="539"/>
                  <a:pt x="673" y="645"/>
                  <a:pt x="674" y="646"/>
                </a:cubicBezTo>
                <a:cubicBezTo>
                  <a:pt x="674" y="648"/>
                  <a:pt x="672" y="650"/>
                  <a:pt x="669" y="652"/>
                </a:cubicBezTo>
                <a:lnTo>
                  <a:pt x="4" y="652"/>
                </a:lnTo>
                <a:moveTo>
                  <a:pt x="420" y="339"/>
                </a:moveTo>
                <a:lnTo>
                  <a:pt x="307" y="109"/>
                </a:lnTo>
                <a:lnTo>
                  <a:pt x="82" y="569"/>
                </a:lnTo>
                <a:lnTo>
                  <a:pt x="306" y="570"/>
                </a:lnTo>
                <a:lnTo>
                  <a:pt x="532" y="570"/>
                </a:lnTo>
                <a:cubicBezTo>
                  <a:pt x="532" y="568"/>
                  <a:pt x="495" y="492"/>
                  <a:pt x="420" y="33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65" name=""/>
          <p:cNvSpPr/>
          <p:nvPr/>
        </p:nvSpPr>
        <p:spPr>
          <a:xfrm>
            <a:off x="4613760" y="4429080"/>
            <a:ext cx="184320" cy="102960"/>
          </a:xfrm>
          <a:custGeom>
            <a:avLst/>
            <a:gdLst/>
            <a:ahLst/>
            <a:rect l="0" t="0" r="r" b="b"/>
            <a:pathLst>
              <a:path w="512" h="286">
                <a:moveTo>
                  <a:pt x="10" y="256"/>
                </a:moveTo>
                <a:lnTo>
                  <a:pt x="19" y="256"/>
                </a:lnTo>
                <a:cubicBezTo>
                  <a:pt x="36" y="256"/>
                  <a:pt x="46" y="253"/>
                  <a:pt x="49" y="247"/>
                </a:cubicBezTo>
                <a:lnTo>
                  <a:pt x="49" y="242"/>
                </a:lnTo>
                <a:cubicBezTo>
                  <a:pt x="49" y="238"/>
                  <a:pt x="49" y="233"/>
                  <a:pt x="49" y="227"/>
                </a:cubicBezTo>
                <a:cubicBezTo>
                  <a:pt x="49" y="221"/>
                  <a:pt x="49" y="215"/>
                  <a:pt x="49" y="207"/>
                </a:cubicBezTo>
                <a:cubicBezTo>
                  <a:pt x="49" y="200"/>
                  <a:pt x="50" y="192"/>
                  <a:pt x="50" y="182"/>
                </a:cubicBezTo>
                <a:cubicBezTo>
                  <a:pt x="50" y="173"/>
                  <a:pt x="50" y="164"/>
                  <a:pt x="50" y="155"/>
                </a:cubicBezTo>
                <a:cubicBezTo>
                  <a:pt x="50" y="142"/>
                  <a:pt x="50" y="128"/>
                  <a:pt x="50" y="113"/>
                </a:cubicBezTo>
                <a:cubicBezTo>
                  <a:pt x="50" y="98"/>
                  <a:pt x="50" y="85"/>
                  <a:pt x="49" y="75"/>
                </a:cubicBezTo>
                <a:lnTo>
                  <a:pt x="49" y="60"/>
                </a:lnTo>
                <a:cubicBezTo>
                  <a:pt x="48" y="52"/>
                  <a:pt x="45" y="46"/>
                  <a:pt x="40" y="43"/>
                </a:cubicBezTo>
                <a:cubicBezTo>
                  <a:pt x="36" y="40"/>
                  <a:pt x="26" y="38"/>
                  <a:pt x="11" y="37"/>
                </a:cubicBezTo>
                <a:lnTo>
                  <a:pt x="0" y="37"/>
                </a:lnTo>
                <a:lnTo>
                  <a:pt x="0" y="22"/>
                </a:lnTo>
                <a:cubicBezTo>
                  <a:pt x="0" y="13"/>
                  <a:pt x="0" y="8"/>
                  <a:pt x="1" y="8"/>
                </a:cubicBezTo>
                <a:lnTo>
                  <a:pt x="8" y="7"/>
                </a:lnTo>
                <a:cubicBezTo>
                  <a:pt x="12" y="7"/>
                  <a:pt x="18" y="6"/>
                  <a:pt x="26" y="6"/>
                </a:cubicBezTo>
                <a:cubicBezTo>
                  <a:pt x="33" y="5"/>
                  <a:pt x="41" y="5"/>
                  <a:pt x="49" y="4"/>
                </a:cubicBezTo>
                <a:cubicBezTo>
                  <a:pt x="57" y="4"/>
                  <a:pt x="64" y="4"/>
                  <a:pt x="72" y="3"/>
                </a:cubicBezTo>
                <a:cubicBezTo>
                  <a:pt x="81" y="3"/>
                  <a:pt x="87" y="2"/>
                  <a:pt x="91" y="1"/>
                </a:cubicBezTo>
                <a:cubicBezTo>
                  <a:pt x="95" y="0"/>
                  <a:pt x="98" y="0"/>
                  <a:pt x="98" y="1"/>
                </a:cubicBezTo>
                <a:lnTo>
                  <a:pt x="100" y="1"/>
                </a:lnTo>
                <a:lnTo>
                  <a:pt x="100" y="26"/>
                </a:lnTo>
                <a:cubicBezTo>
                  <a:pt x="100" y="43"/>
                  <a:pt x="100" y="52"/>
                  <a:pt x="101" y="52"/>
                </a:cubicBezTo>
                <a:cubicBezTo>
                  <a:pt x="101" y="52"/>
                  <a:pt x="102" y="50"/>
                  <a:pt x="104" y="47"/>
                </a:cubicBezTo>
                <a:cubicBezTo>
                  <a:pt x="106" y="45"/>
                  <a:pt x="108" y="42"/>
                  <a:pt x="112" y="38"/>
                </a:cubicBezTo>
                <a:cubicBezTo>
                  <a:pt x="115" y="34"/>
                  <a:pt x="119" y="30"/>
                  <a:pt x="124" y="26"/>
                </a:cubicBezTo>
                <a:cubicBezTo>
                  <a:pt x="129" y="23"/>
                  <a:pt x="135" y="19"/>
                  <a:pt x="143" y="14"/>
                </a:cubicBezTo>
                <a:cubicBezTo>
                  <a:pt x="150" y="9"/>
                  <a:pt x="158" y="6"/>
                  <a:pt x="167" y="4"/>
                </a:cubicBezTo>
                <a:cubicBezTo>
                  <a:pt x="176" y="2"/>
                  <a:pt x="187" y="1"/>
                  <a:pt x="201" y="1"/>
                </a:cubicBezTo>
                <a:cubicBezTo>
                  <a:pt x="207" y="1"/>
                  <a:pt x="213" y="1"/>
                  <a:pt x="219" y="2"/>
                </a:cubicBezTo>
                <a:cubicBezTo>
                  <a:pt x="224" y="3"/>
                  <a:pt x="229" y="4"/>
                  <a:pt x="234" y="6"/>
                </a:cubicBezTo>
                <a:cubicBezTo>
                  <a:pt x="238" y="7"/>
                  <a:pt x="242" y="9"/>
                  <a:pt x="246" y="11"/>
                </a:cubicBezTo>
                <a:cubicBezTo>
                  <a:pt x="250" y="13"/>
                  <a:pt x="253" y="14"/>
                  <a:pt x="256" y="17"/>
                </a:cubicBezTo>
                <a:cubicBezTo>
                  <a:pt x="258" y="19"/>
                  <a:pt x="260" y="21"/>
                  <a:pt x="263" y="24"/>
                </a:cubicBezTo>
                <a:cubicBezTo>
                  <a:pt x="265" y="26"/>
                  <a:pt x="267" y="29"/>
                  <a:pt x="268" y="31"/>
                </a:cubicBezTo>
                <a:cubicBezTo>
                  <a:pt x="270" y="33"/>
                  <a:pt x="272" y="35"/>
                  <a:pt x="273" y="38"/>
                </a:cubicBezTo>
                <a:cubicBezTo>
                  <a:pt x="274" y="40"/>
                  <a:pt x="275" y="43"/>
                  <a:pt x="275" y="44"/>
                </a:cubicBezTo>
                <a:cubicBezTo>
                  <a:pt x="276" y="46"/>
                  <a:pt x="277" y="48"/>
                  <a:pt x="277" y="49"/>
                </a:cubicBezTo>
                <a:lnTo>
                  <a:pt x="279" y="54"/>
                </a:lnTo>
                <a:lnTo>
                  <a:pt x="281" y="50"/>
                </a:lnTo>
                <a:cubicBezTo>
                  <a:pt x="282" y="48"/>
                  <a:pt x="283" y="47"/>
                  <a:pt x="284" y="45"/>
                </a:cubicBezTo>
                <a:cubicBezTo>
                  <a:pt x="286" y="43"/>
                  <a:pt x="288" y="41"/>
                  <a:pt x="290" y="38"/>
                </a:cubicBezTo>
                <a:cubicBezTo>
                  <a:pt x="293" y="35"/>
                  <a:pt x="296" y="32"/>
                  <a:pt x="299" y="29"/>
                </a:cubicBezTo>
                <a:cubicBezTo>
                  <a:pt x="302" y="27"/>
                  <a:pt x="305" y="24"/>
                  <a:pt x="308" y="21"/>
                </a:cubicBezTo>
                <a:cubicBezTo>
                  <a:pt x="312" y="18"/>
                  <a:pt x="316" y="16"/>
                  <a:pt x="321" y="13"/>
                </a:cubicBezTo>
                <a:cubicBezTo>
                  <a:pt x="326" y="11"/>
                  <a:pt x="331" y="9"/>
                  <a:pt x="336" y="7"/>
                </a:cubicBezTo>
                <a:cubicBezTo>
                  <a:pt x="341" y="5"/>
                  <a:pt x="346" y="3"/>
                  <a:pt x="353" y="2"/>
                </a:cubicBezTo>
                <a:cubicBezTo>
                  <a:pt x="359" y="2"/>
                  <a:pt x="366" y="1"/>
                  <a:pt x="373" y="1"/>
                </a:cubicBezTo>
                <a:cubicBezTo>
                  <a:pt x="427" y="1"/>
                  <a:pt x="456" y="25"/>
                  <a:pt x="461" y="74"/>
                </a:cubicBezTo>
                <a:cubicBezTo>
                  <a:pt x="461" y="77"/>
                  <a:pt x="461" y="107"/>
                  <a:pt x="461" y="164"/>
                </a:cubicBezTo>
                <a:lnTo>
                  <a:pt x="461" y="219"/>
                </a:lnTo>
                <a:cubicBezTo>
                  <a:pt x="461" y="235"/>
                  <a:pt x="462" y="245"/>
                  <a:pt x="463" y="248"/>
                </a:cubicBezTo>
                <a:cubicBezTo>
                  <a:pt x="464" y="251"/>
                  <a:pt x="466" y="253"/>
                  <a:pt x="470" y="254"/>
                </a:cubicBezTo>
                <a:cubicBezTo>
                  <a:pt x="479" y="256"/>
                  <a:pt x="489" y="256"/>
                  <a:pt x="501" y="256"/>
                </a:cubicBezTo>
                <a:lnTo>
                  <a:pt x="512" y="256"/>
                </a:lnTo>
                <a:lnTo>
                  <a:pt x="512" y="286"/>
                </a:lnTo>
                <a:lnTo>
                  <a:pt x="506" y="286"/>
                </a:lnTo>
                <a:lnTo>
                  <a:pt x="492" y="285"/>
                </a:lnTo>
                <a:cubicBezTo>
                  <a:pt x="481" y="285"/>
                  <a:pt x="470" y="285"/>
                  <a:pt x="459" y="285"/>
                </a:cubicBezTo>
                <a:cubicBezTo>
                  <a:pt x="447" y="285"/>
                  <a:pt x="439" y="284"/>
                  <a:pt x="434" y="284"/>
                </a:cubicBezTo>
                <a:cubicBezTo>
                  <a:pt x="390" y="284"/>
                  <a:pt x="366" y="285"/>
                  <a:pt x="362" y="286"/>
                </a:cubicBezTo>
                <a:lnTo>
                  <a:pt x="357" y="286"/>
                </a:lnTo>
                <a:lnTo>
                  <a:pt x="357" y="256"/>
                </a:lnTo>
                <a:lnTo>
                  <a:pt x="367" y="256"/>
                </a:lnTo>
                <a:cubicBezTo>
                  <a:pt x="394" y="256"/>
                  <a:pt x="407" y="253"/>
                  <a:pt x="407" y="246"/>
                </a:cubicBezTo>
                <a:cubicBezTo>
                  <a:pt x="407" y="245"/>
                  <a:pt x="407" y="215"/>
                  <a:pt x="407" y="157"/>
                </a:cubicBezTo>
                <a:cubicBezTo>
                  <a:pt x="407" y="99"/>
                  <a:pt x="406" y="69"/>
                  <a:pt x="406" y="65"/>
                </a:cubicBezTo>
                <a:cubicBezTo>
                  <a:pt x="403" y="53"/>
                  <a:pt x="399" y="43"/>
                  <a:pt x="393" y="37"/>
                </a:cubicBezTo>
                <a:cubicBezTo>
                  <a:pt x="387" y="31"/>
                  <a:pt x="382" y="28"/>
                  <a:pt x="378" y="26"/>
                </a:cubicBezTo>
                <a:cubicBezTo>
                  <a:pt x="373" y="25"/>
                  <a:pt x="368" y="25"/>
                  <a:pt x="361" y="25"/>
                </a:cubicBezTo>
                <a:cubicBezTo>
                  <a:pt x="342" y="25"/>
                  <a:pt x="325" y="32"/>
                  <a:pt x="310" y="47"/>
                </a:cubicBezTo>
                <a:cubicBezTo>
                  <a:pt x="299" y="59"/>
                  <a:pt x="291" y="71"/>
                  <a:pt x="288" y="83"/>
                </a:cubicBezTo>
                <a:cubicBezTo>
                  <a:pt x="285" y="95"/>
                  <a:pt x="284" y="113"/>
                  <a:pt x="283" y="137"/>
                </a:cubicBezTo>
                <a:lnTo>
                  <a:pt x="283" y="178"/>
                </a:lnTo>
                <a:lnTo>
                  <a:pt x="283" y="216"/>
                </a:lnTo>
                <a:cubicBezTo>
                  <a:pt x="283" y="229"/>
                  <a:pt x="283" y="238"/>
                  <a:pt x="284" y="242"/>
                </a:cubicBezTo>
                <a:cubicBezTo>
                  <a:pt x="284" y="246"/>
                  <a:pt x="285" y="249"/>
                  <a:pt x="286" y="250"/>
                </a:cubicBezTo>
                <a:cubicBezTo>
                  <a:pt x="287" y="252"/>
                  <a:pt x="289" y="253"/>
                  <a:pt x="292" y="254"/>
                </a:cubicBezTo>
                <a:cubicBezTo>
                  <a:pt x="301" y="256"/>
                  <a:pt x="311" y="256"/>
                  <a:pt x="323" y="256"/>
                </a:cubicBezTo>
                <a:lnTo>
                  <a:pt x="333" y="256"/>
                </a:lnTo>
                <a:lnTo>
                  <a:pt x="333" y="286"/>
                </a:lnTo>
                <a:lnTo>
                  <a:pt x="328" y="286"/>
                </a:lnTo>
                <a:lnTo>
                  <a:pt x="313" y="285"/>
                </a:lnTo>
                <a:cubicBezTo>
                  <a:pt x="303" y="285"/>
                  <a:pt x="292" y="285"/>
                  <a:pt x="281" y="285"/>
                </a:cubicBezTo>
                <a:cubicBezTo>
                  <a:pt x="269" y="285"/>
                  <a:pt x="261" y="284"/>
                  <a:pt x="256" y="284"/>
                </a:cubicBezTo>
                <a:cubicBezTo>
                  <a:pt x="212" y="284"/>
                  <a:pt x="187" y="285"/>
                  <a:pt x="183" y="286"/>
                </a:cubicBezTo>
                <a:lnTo>
                  <a:pt x="178" y="286"/>
                </a:lnTo>
                <a:lnTo>
                  <a:pt x="178" y="256"/>
                </a:lnTo>
                <a:lnTo>
                  <a:pt x="188" y="256"/>
                </a:lnTo>
                <a:cubicBezTo>
                  <a:pt x="215" y="256"/>
                  <a:pt x="229" y="253"/>
                  <a:pt x="229" y="246"/>
                </a:cubicBezTo>
                <a:cubicBezTo>
                  <a:pt x="229" y="245"/>
                  <a:pt x="229" y="215"/>
                  <a:pt x="229" y="157"/>
                </a:cubicBezTo>
                <a:cubicBezTo>
                  <a:pt x="229" y="99"/>
                  <a:pt x="228" y="69"/>
                  <a:pt x="228" y="65"/>
                </a:cubicBezTo>
                <a:cubicBezTo>
                  <a:pt x="225" y="53"/>
                  <a:pt x="221" y="43"/>
                  <a:pt x="215" y="37"/>
                </a:cubicBezTo>
                <a:cubicBezTo>
                  <a:pt x="209" y="31"/>
                  <a:pt x="204" y="28"/>
                  <a:pt x="200" y="26"/>
                </a:cubicBezTo>
                <a:cubicBezTo>
                  <a:pt x="195" y="25"/>
                  <a:pt x="190" y="25"/>
                  <a:pt x="182" y="25"/>
                </a:cubicBezTo>
                <a:cubicBezTo>
                  <a:pt x="163" y="25"/>
                  <a:pt x="146" y="32"/>
                  <a:pt x="131" y="47"/>
                </a:cubicBezTo>
                <a:cubicBezTo>
                  <a:pt x="119" y="59"/>
                  <a:pt x="112" y="71"/>
                  <a:pt x="109" y="83"/>
                </a:cubicBezTo>
                <a:cubicBezTo>
                  <a:pt x="106" y="95"/>
                  <a:pt x="104" y="113"/>
                  <a:pt x="104" y="137"/>
                </a:cubicBezTo>
                <a:lnTo>
                  <a:pt x="104" y="178"/>
                </a:lnTo>
                <a:lnTo>
                  <a:pt x="104" y="216"/>
                </a:lnTo>
                <a:cubicBezTo>
                  <a:pt x="104" y="229"/>
                  <a:pt x="104" y="238"/>
                  <a:pt x="105" y="242"/>
                </a:cubicBezTo>
                <a:cubicBezTo>
                  <a:pt x="105" y="246"/>
                  <a:pt x="106" y="249"/>
                  <a:pt x="107" y="250"/>
                </a:cubicBezTo>
                <a:cubicBezTo>
                  <a:pt x="107" y="252"/>
                  <a:pt x="109" y="253"/>
                  <a:pt x="112" y="254"/>
                </a:cubicBezTo>
                <a:cubicBezTo>
                  <a:pt x="121" y="256"/>
                  <a:pt x="132" y="256"/>
                  <a:pt x="144" y="256"/>
                </a:cubicBezTo>
                <a:lnTo>
                  <a:pt x="154" y="256"/>
                </a:lnTo>
                <a:lnTo>
                  <a:pt x="154" y="286"/>
                </a:lnTo>
                <a:lnTo>
                  <a:pt x="149" y="286"/>
                </a:lnTo>
                <a:lnTo>
                  <a:pt x="134" y="285"/>
                </a:lnTo>
                <a:cubicBezTo>
                  <a:pt x="124" y="285"/>
                  <a:pt x="113" y="285"/>
                  <a:pt x="101" y="285"/>
                </a:cubicBezTo>
                <a:cubicBezTo>
                  <a:pt x="90" y="285"/>
                  <a:pt x="82" y="284"/>
                  <a:pt x="77" y="284"/>
                </a:cubicBezTo>
                <a:cubicBezTo>
                  <a:pt x="33" y="284"/>
                  <a:pt x="9" y="285"/>
                  <a:pt x="5" y="286"/>
                </a:cubicBezTo>
                <a:lnTo>
                  <a:pt x="0" y="286"/>
                </a:lnTo>
                <a:lnTo>
                  <a:pt x="0" y="256"/>
                </a:lnTo>
                <a:lnTo>
                  <a:pt x="10" y="2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66" name=""/>
          <p:cNvSpPr/>
          <p:nvPr/>
        </p:nvSpPr>
        <p:spPr>
          <a:xfrm>
            <a:off x="4808520" y="4428000"/>
            <a:ext cx="106920" cy="106560"/>
          </a:xfrm>
          <a:custGeom>
            <a:avLst/>
            <a:gdLst/>
            <a:ahLst/>
            <a:rect l="0" t="0" r="r" b="b"/>
            <a:pathLst>
              <a:path w="297" h="296">
                <a:moveTo>
                  <a:pt x="68" y="92"/>
                </a:moveTo>
                <a:cubicBezTo>
                  <a:pt x="68" y="92"/>
                  <a:pt x="62" y="92"/>
                  <a:pt x="53" y="92"/>
                </a:cubicBezTo>
                <a:cubicBezTo>
                  <a:pt x="43" y="92"/>
                  <a:pt x="35" y="88"/>
                  <a:pt x="29" y="82"/>
                </a:cubicBezTo>
                <a:cubicBezTo>
                  <a:pt x="22" y="76"/>
                  <a:pt x="19" y="67"/>
                  <a:pt x="19" y="57"/>
                </a:cubicBezTo>
                <a:cubicBezTo>
                  <a:pt x="19" y="42"/>
                  <a:pt x="26" y="29"/>
                  <a:pt x="41" y="17"/>
                </a:cubicBezTo>
                <a:cubicBezTo>
                  <a:pt x="56" y="5"/>
                  <a:pt x="82" y="0"/>
                  <a:pt x="120" y="0"/>
                </a:cubicBezTo>
                <a:cubicBezTo>
                  <a:pt x="151" y="0"/>
                  <a:pt x="176" y="7"/>
                  <a:pt x="196" y="20"/>
                </a:cubicBezTo>
                <a:cubicBezTo>
                  <a:pt x="215" y="34"/>
                  <a:pt x="228" y="50"/>
                  <a:pt x="234" y="69"/>
                </a:cubicBezTo>
                <a:cubicBezTo>
                  <a:pt x="236" y="75"/>
                  <a:pt x="237" y="82"/>
                  <a:pt x="237" y="89"/>
                </a:cubicBezTo>
                <a:cubicBezTo>
                  <a:pt x="237" y="96"/>
                  <a:pt x="238" y="121"/>
                  <a:pt x="238" y="163"/>
                </a:cubicBezTo>
                <a:lnTo>
                  <a:pt x="238" y="208"/>
                </a:lnTo>
                <a:cubicBezTo>
                  <a:pt x="238" y="229"/>
                  <a:pt x="239" y="244"/>
                  <a:pt x="241" y="252"/>
                </a:cubicBezTo>
                <a:cubicBezTo>
                  <a:pt x="243" y="259"/>
                  <a:pt x="248" y="263"/>
                  <a:pt x="255" y="263"/>
                </a:cubicBezTo>
                <a:cubicBezTo>
                  <a:pt x="261" y="263"/>
                  <a:pt x="266" y="260"/>
                  <a:pt x="268" y="253"/>
                </a:cubicBezTo>
                <a:cubicBezTo>
                  <a:pt x="270" y="246"/>
                  <a:pt x="271" y="234"/>
                  <a:pt x="271" y="218"/>
                </a:cubicBezTo>
                <a:lnTo>
                  <a:pt x="271" y="195"/>
                </a:lnTo>
                <a:lnTo>
                  <a:pt x="297" y="195"/>
                </a:lnTo>
                <a:lnTo>
                  <a:pt x="297" y="220"/>
                </a:lnTo>
                <a:cubicBezTo>
                  <a:pt x="296" y="237"/>
                  <a:pt x="296" y="248"/>
                  <a:pt x="295" y="251"/>
                </a:cubicBezTo>
                <a:cubicBezTo>
                  <a:pt x="291" y="264"/>
                  <a:pt x="283" y="274"/>
                  <a:pt x="272" y="281"/>
                </a:cubicBezTo>
                <a:cubicBezTo>
                  <a:pt x="261" y="288"/>
                  <a:pt x="249" y="292"/>
                  <a:pt x="237" y="293"/>
                </a:cubicBezTo>
                <a:cubicBezTo>
                  <a:pt x="224" y="293"/>
                  <a:pt x="214" y="289"/>
                  <a:pt x="207" y="281"/>
                </a:cubicBezTo>
                <a:cubicBezTo>
                  <a:pt x="199" y="273"/>
                  <a:pt x="194" y="264"/>
                  <a:pt x="191" y="254"/>
                </a:cubicBezTo>
                <a:lnTo>
                  <a:pt x="191" y="252"/>
                </a:lnTo>
                <a:lnTo>
                  <a:pt x="190" y="253"/>
                </a:lnTo>
                <a:cubicBezTo>
                  <a:pt x="189" y="255"/>
                  <a:pt x="188" y="256"/>
                  <a:pt x="187" y="257"/>
                </a:cubicBezTo>
                <a:cubicBezTo>
                  <a:pt x="185" y="259"/>
                  <a:pt x="184" y="261"/>
                  <a:pt x="182" y="263"/>
                </a:cubicBezTo>
                <a:cubicBezTo>
                  <a:pt x="179" y="266"/>
                  <a:pt x="177" y="268"/>
                  <a:pt x="174" y="270"/>
                </a:cubicBezTo>
                <a:cubicBezTo>
                  <a:pt x="171" y="272"/>
                  <a:pt x="168" y="275"/>
                  <a:pt x="164" y="278"/>
                </a:cubicBezTo>
                <a:cubicBezTo>
                  <a:pt x="161" y="281"/>
                  <a:pt x="157" y="283"/>
                  <a:pt x="153" y="285"/>
                </a:cubicBezTo>
                <a:cubicBezTo>
                  <a:pt x="148" y="287"/>
                  <a:pt x="144" y="288"/>
                  <a:pt x="138" y="290"/>
                </a:cubicBezTo>
                <a:cubicBezTo>
                  <a:pt x="133" y="292"/>
                  <a:pt x="128" y="293"/>
                  <a:pt x="122" y="294"/>
                </a:cubicBezTo>
                <a:cubicBezTo>
                  <a:pt x="116" y="295"/>
                  <a:pt x="109" y="295"/>
                  <a:pt x="102" y="296"/>
                </a:cubicBezTo>
                <a:cubicBezTo>
                  <a:pt x="76" y="296"/>
                  <a:pt x="52" y="289"/>
                  <a:pt x="31" y="276"/>
                </a:cubicBezTo>
                <a:cubicBezTo>
                  <a:pt x="11" y="263"/>
                  <a:pt x="0" y="244"/>
                  <a:pt x="0" y="219"/>
                </a:cubicBezTo>
                <a:cubicBezTo>
                  <a:pt x="0" y="210"/>
                  <a:pt x="2" y="201"/>
                  <a:pt x="5" y="193"/>
                </a:cubicBezTo>
                <a:cubicBezTo>
                  <a:pt x="8" y="185"/>
                  <a:pt x="14" y="176"/>
                  <a:pt x="22" y="167"/>
                </a:cubicBezTo>
                <a:cubicBezTo>
                  <a:pt x="31" y="157"/>
                  <a:pt x="41" y="150"/>
                  <a:pt x="53" y="143"/>
                </a:cubicBezTo>
                <a:cubicBezTo>
                  <a:pt x="65" y="137"/>
                  <a:pt x="83" y="131"/>
                  <a:pt x="104" y="125"/>
                </a:cubicBezTo>
                <a:cubicBezTo>
                  <a:pt x="126" y="119"/>
                  <a:pt x="149" y="116"/>
                  <a:pt x="175" y="115"/>
                </a:cubicBezTo>
                <a:lnTo>
                  <a:pt x="184" y="115"/>
                </a:lnTo>
                <a:lnTo>
                  <a:pt x="184" y="101"/>
                </a:lnTo>
                <a:cubicBezTo>
                  <a:pt x="184" y="87"/>
                  <a:pt x="183" y="76"/>
                  <a:pt x="180" y="69"/>
                </a:cubicBezTo>
                <a:cubicBezTo>
                  <a:pt x="171" y="39"/>
                  <a:pt x="150" y="23"/>
                  <a:pt x="118" y="23"/>
                </a:cubicBezTo>
                <a:cubicBezTo>
                  <a:pt x="110" y="23"/>
                  <a:pt x="103" y="24"/>
                  <a:pt x="96" y="24"/>
                </a:cubicBezTo>
                <a:cubicBezTo>
                  <a:pt x="89" y="25"/>
                  <a:pt x="84" y="25"/>
                  <a:pt x="80" y="27"/>
                </a:cubicBezTo>
                <a:cubicBezTo>
                  <a:pt x="76" y="28"/>
                  <a:pt x="74" y="29"/>
                  <a:pt x="75" y="29"/>
                </a:cubicBezTo>
                <a:cubicBezTo>
                  <a:pt x="84" y="35"/>
                  <a:pt x="89" y="44"/>
                  <a:pt x="89" y="57"/>
                </a:cubicBezTo>
                <a:cubicBezTo>
                  <a:pt x="89" y="68"/>
                  <a:pt x="85" y="76"/>
                  <a:pt x="79" y="82"/>
                </a:cubicBezTo>
                <a:lnTo>
                  <a:pt x="68" y="92"/>
                </a:lnTo>
                <a:moveTo>
                  <a:pt x="60" y="220"/>
                </a:moveTo>
                <a:cubicBezTo>
                  <a:pt x="60" y="233"/>
                  <a:pt x="65" y="246"/>
                  <a:pt x="76" y="256"/>
                </a:cubicBezTo>
                <a:cubicBezTo>
                  <a:pt x="86" y="266"/>
                  <a:pt x="99" y="272"/>
                  <a:pt x="114" y="272"/>
                </a:cubicBezTo>
                <a:cubicBezTo>
                  <a:pt x="130" y="272"/>
                  <a:pt x="145" y="267"/>
                  <a:pt x="157" y="257"/>
                </a:cubicBezTo>
                <a:cubicBezTo>
                  <a:pt x="170" y="247"/>
                  <a:pt x="178" y="234"/>
                  <a:pt x="182" y="218"/>
                </a:cubicBezTo>
                <a:cubicBezTo>
                  <a:pt x="183" y="215"/>
                  <a:pt x="184" y="201"/>
                  <a:pt x="184" y="175"/>
                </a:cubicBezTo>
                <a:cubicBezTo>
                  <a:pt x="184" y="150"/>
                  <a:pt x="184" y="138"/>
                  <a:pt x="183" y="138"/>
                </a:cubicBezTo>
                <a:cubicBezTo>
                  <a:pt x="180" y="138"/>
                  <a:pt x="176" y="138"/>
                  <a:pt x="170" y="139"/>
                </a:cubicBezTo>
                <a:cubicBezTo>
                  <a:pt x="164" y="139"/>
                  <a:pt x="155" y="141"/>
                  <a:pt x="141" y="144"/>
                </a:cubicBezTo>
                <a:cubicBezTo>
                  <a:pt x="127" y="148"/>
                  <a:pt x="115" y="152"/>
                  <a:pt x="104" y="157"/>
                </a:cubicBezTo>
                <a:cubicBezTo>
                  <a:pt x="93" y="162"/>
                  <a:pt x="83" y="170"/>
                  <a:pt x="74" y="181"/>
                </a:cubicBezTo>
                <a:cubicBezTo>
                  <a:pt x="65" y="192"/>
                  <a:pt x="60" y="205"/>
                  <a:pt x="60" y="22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67" name=""/>
          <p:cNvSpPr/>
          <p:nvPr/>
        </p:nvSpPr>
        <p:spPr>
          <a:xfrm>
            <a:off x="4919040" y="4431960"/>
            <a:ext cx="117360" cy="100080"/>
          </a:xfrm>
          <a:custGeom>
            <a:avLst/>
            <a:gdLst/>
            <a:ahLst/>
            <a:rect l="0" t="0" r="r" b="b"/>
            <a:pathLst>
              <a:path w="326" h="278">
                <a:moveTo>
                  <a:pt x="123" y="278"/>
                </a:moveTo>
                <a:cubicBezTo>
                  <a:pt x="118" y="277"/>
                  <a:pt x="96" y="276"/>
                  <a:pt x="59" y="276"/>
                </a:cubicBezTo>
                <a:cubicBezTo>
                  <a:pt x="26" y="276"/>
                  <a:pt x="8" y="277"/>
                  <a:pt x="4" y="278"/>
                </a:cubicBezTo>
                <a:lnTo>
                  <a:pt x="0" y="278"/>
                </a:lnTo>
                <a:lnTo>
                  <a:pt x="0" y="248"/>
                </a:lnTo>
                <a:lnTo>
                  <a:pt x="9" y="248"/>
                </a:lnTo>
                <a:cubicBezTo>
                  <a:pt x="19" y="248"/>
                  <a:pt x="28" y="247"/>
                  <a:pt x="36" y="244"/>
                </a:cubicBezTo>
                <a:cubicBezTo>
                  <a:pt x="44" y="242"/>
                  <a:pt x="51" y="240"/>
                  <a:pt x="55" y="239"/>
                </a:cubicBezTo>
                <a:cubicBezTo>
                  <a:pt x="59" y="237"/>
                  <a:pt x="65" y="233"/>
                  <a:pt x="71" y="228"/>
                </a:cubicBezTo>
                <a:cubicBezTo>
                  <a:pt x="77" y="222"/>
                  <a:pt x="81" y="218"/>
                  <a:pt x="83" y="216"/>
                </a:cubicBezTo>
                <a:cubicBezTo>
                  <a:pt x="84" y="214"/>
                  <a:pt x="88" y="208"/>
                  <a:pt x="96" y="199"/>
                </a:cubicBezTo>
                <a:cubicBezTo>
                  <a:pt x="104" y="190"/>
                  <a:pt x="109" y="184"/>
                  <a:pt x="110" y="181"/>
                </a:cubicBezTo>
                <a:lnTo>
                  <a:pt x="140" y="143"/>
                </a:lnTo>
                <a:lnTo>
                  <a:pt x="101" y="93"/>
                </a:lnTo>
                <a:cubicBezTo>
                  <a:pt x="97" y="87"/>
                  <a:pt x="93" y="81"/>
                  <a:pt x="89" y="75"/>
                </a:cubicBezTo>
                <a:cubicBezTo>
                  <a:pt x="85" y="69"/>
                  <a:pt x="81" y="65"/>
                  <a:pt x="79" y="62"/>
                </a:cubicBezTo>
                <a:cubicBezTo>
                  <a:pt x="76" y="59"/>
                  <a:pt x="74" y="55"/>
                  <a:pt x="72" y="52"/>
                </a:cubicBezTo>
                <a:cubicBezTo>
                  <a:pt x="69" y="49"/>
                  <a:pt x="68" y="46"/>
                  <a:pt x="66" y="44"/>
                </a:cubicBezTo>
                <a:cubicBezTo>
                  <a:pt x="64" y="43"/>
                  <a:pt x="63" y="41"/>
                  <a:pt x="62" y="40"/>
                </a:cubicBezTo>
                <a:cubicBezTo>
                  <a:pt x="61" y="39"/>
                  <a:pt x="60" y="37"/>
                  <a:pt x="57" y="36"/>
                </a:cubicBezTo>
                <a:cubicBezTo>
                  <a:pt x="55" y="35"/>
                  <a:pt x="54" y="34"/>
                  <a:pt x="54" y="34"/>
                </a:cubicBezTo>
                <a:cubicBezTo>
                  <a:pt x="53" y="34"/>
                  <a:pt x="52" y="34"/>
                  <a:pt x="50" y="33"/>
                </a:cubicBezTo>
                <a:cubicBezTo>
                  <a:pt x="48" y="32"/>
                  <a:pt x="46" y="31"/>
                  <a:pt x="45" y="31"/>
                </a:cubicBezTo>
                <a:cubicBezTo>
                  <a:pt x="42" y="31"/>
                  <a:pt x="34" y="31"/>
                  <a:pt x="21" y="30"/>
                </a:cubicBezTo>
                <a:lnTo>
                  <a:pt x="3" y="30"/>
                </a:lnTo>
                <a:lnTo>
                  <a:pt x="3" y="0"/>
                </a:lnTo>
                <a:lnTo>
                  <a:pt x="8" y="0"/>
                </a:lnTo>
                <a:cubicBezTo>
                  <a:pt x="23" y="0"/>
                  <a:pt x="45" y="1"/>
                  <a:pt x="74" y="1"/>
                </a:cubicBezTo>
                <a:cubicBezTo>
                  <a:pt x="115" y="1"/>
                  <a:pt x="137" y="0"/>
                  <a:pt x="141" y="0"/>
                </a:cubicBezTo>
                <a:lnTo>
                  <a:pt x="147" y="0"/>
                </a:lnTo>
                <a:lnTo>
                  <a:pt x="147" y="30"/>
                </a:lnTo>
                <a:cubicBezTo>
                  <a:pt x="131" y="32"/>
                  <a:pt x="123" y="35"/>
                  <a:pt x="123" y="40"/>
                </a:cubicBezTo>
                <a:cubicBezTo>
                  <a:pt x="123" y="41"/>
                  <a:pt x="126" y="45"/>
                  <a:pt x="130" y="51"/>
                </a:cubicBezTo>
                <a:cubicBezTo>
                  <a:pt x="134" y="57"/>
                  <a:pt x="140" y="65"/>
                  <a:pt x="148" y="75"/>
                </a:cubicBezTo>
                <a:cubicBezTo>
                  <a:pt x="156" y="85"/>
                  <a:pt x="162" y="94"/>
                  <a:pt x="167" y="102"/>
                </a:cubicBezTo>
                <a:lnTo>
                  <a:pt x="169" y="104"/>
                </a:lnTo>
                <a:lnTo>
                  <a:pt x="185" y="82"/>
                </a:lnTo>
                <a:cubicBezTo>
                  <a:pt x="199" y="65"/>
                  <a:pt x="206" y="53"/>
                  <a:pt x="206" y="48"/>
                </a:cubicBezTo>
                <a:cubicBezTo>
                  <a:pt x="206" y="45"/>
                  <a:pt x="205" y="43"/>
                  <a:pt x="204" y="40"/>
                </a:cubicBezTo>
                <a:cubicBezTo>
                  <a:pt x="204" y="38"/>
                  <a:pt x="203" y="37"/>
                  <a:pt x="201" y="36"/>
                </a:cubicBezTo>
                <a:cubicBezTo>
                  <a:pt x="200" y="35"/>
                  <a:pt x="199" y="34"/>
                  <a:pt x="198" y="33"/>
                </a:cubicBezTo>
                <a:cubicBezTo>
                  <a:pt x="197" y="33"/>
                  <a:pt x="196" y="32"/>
                  <a:pt x="194" y="31"/>
                </a:cubicBezTo>
                <a:lnTo>
                  <a:pt x="192" y="30"/>
                </a:lnTo>
                <a:lnTo>
                  <a:pt x="188" y="30"/>
                </a:lnTo>
                <a:lnTo>
                  <a:pt x="188" y="0"/>
                </a:lnTo>
                <a:lnTo>
                  <a:pt x="193" y="0"/>
                </a:lnTo>
                <a:cubicBezTo>
                  <a:pt x="199" y="1"/>
                  <a:pt x="221" y="2"/>
                  <a:pt x="257" y="2"/>
                </a:cubicBezTo>
                <a:cubicBezTo>
                  <a:pt x="290" y="2"/>
                  <a:pt x="309" y="1"/>
                  <a:pt x="311" y="0"/>
                </a:cubicBezTo>
                <a:lnTo>
                  <a:pt x="315" y="0"/>
                </a:lnTo>
                <a:lnTo>
                  <a:pt x="315" y="30"/>
                </a:lnTo>
                <a:lnTo>
                  <a:pt x="311" y="30"/>
                </a:lnTo>
                <a:cubicBezTo>
                  <a:pt x="290" y="30"/>
                  <a:pt x="272" y="34"/>
                  <a:pt x="259" y="41"/>
                </a:cubicBezTo>
                <a:cubicBezTo>
                  <a:pt x="251" y="45"/>
                  <a:pt x="244" y="50"/>
                  <a:pt x="237" y="58"/>
                </a:cubicBezTo>
                <a:cubicBezTo>
                  <a:pt x="229" y="67"/>
                  <a:pt x="215" y="85"/>
                  <a:pt x="195" y="112"/>
                </a:cubicBezTo>
                <a:lnTo>
                  <a:pt x="185" y="126"/>
                </a:lnTo>
                <a:lnTo>
                  <a:pt x="224" y="181"/>
                </a:lnTo>
                <a:cubicBezTo>
                  <a:pt x="253" y="219"/>
                  <a:pt x="268" y="239"/>
                  <a:pt x="270" y="241"/>
                </a:cubicBezTo>
                <a:cubicBezTo>
                  <a:pt x="272" y="243"/>
                  <a:pt x="276" y="244"/>
                  <a:pt x="281" y="246"/>
                </a:cubicBezTo>
                <a:cubicBezTo>
                  <a:pt x="289" y="247"/>
                  <a:pt x="300" y="248"/>
                  <a:pt x="315" y="248"/>
                </a:cubicBezTo>
                <a:lnTo>
                  <a:pt x="326" y="248"/>
                </a:lnTo>
                <a:lnTo>
                  <a:pt x="326" y="278"/>
                </a:lnTo>
                <a:lnTo>
                  <a:pt x="322" y="278"/>
                </a:lnTo>
                <a:lnTo>
                  <a:pt x="317" y="278"/>
                </a:lnTo>
                <a:cubicBezTo>
                  <a:pt x="314" y="277"/>
                  <a:pt x="309" y="277"/>
                  <a:pt x="304" y="277"/>
                </a:cubicBezTo>
                <a:cubicBezTo>
                  <a:pt x="299" y="277"/>
                  <a:pt x="294" y="277"/>
                  <a:pt x="288" y="277"/>
                </a:cubicBezTo>
                <a:cubicBezTo>
                  <a:pt x="283" y="276"/>
                  <a:pt x="277" y="276"/>
                  <a:pt x="272" y="277"/>
                </a:cubicBezTo>
                <a:cubicBezTo>
                  <a:pt x="267" y="277"/>
                  <a:pt x="263" y="277"/>
                  <a:pt x="260" y="276"/>
                </a:cubicBezTo>
                <a:cubicBezTo>
                  <a:pt x="256" y="276"/>
                  <a:pt x="248" y="276"/>
                  <a:pt x="237" y="276"/>
                </a:cubicBezTo>
                <a:cubicBezTo>
                  <a:pt x="226" y="276"/>
                  <a:pt x="215" y="276"/>
                  <a:pt x="204" y="277"/>
                </a:cubicBezTo>
                <a:lnTo>
                  <a:pt x="190" y="278"/>
                </a:lnTo>
                <a:lnTo>
                  <a:pt x="184" y="278"/>
                </a:lnTo>
                <a:lnTo>
                  <a:pt x="184" y="248"/>
                </a:lnTo>
                <a:lnTo>
                  <a:pt x="186" y="248"/>
                </a:lnTo>
                <a:cubicBezTo>
                  <a:pt x="191" y="248"/>
                  <a:pt x="195" y="247"/>
                  <a:pt x="200" y="245"/>
                </a:cubicBezTo>
                <a:cubicBezTo>
                  <a:pt x="205" y="243"/>
                  <a:pt x="207" y="240"/>
                  <a:pt x="207" y="237"/>
                </a:cubicBezTo>
                <a:cubicBezTo>
                  <a:pt x="207" y="236"/>
                  <a:pt x="198" y="224"/>
                  <a:pt x="181" y="201"/>
                </a:cubicBezTo>
                <a:lnTo>
                  <a:pt x="155" y="165"/>
                </a:lnTo>
                <a:cubicBezTo>
                  <a:pt x="155" y="166"/>
                  <a:pt x="148" y="175"/>
                  <a:pt x="135" y="192"/>
                </a:cubicBezTo>
                <a:cubicBezTo>
                  <a:pt x="122" y="210"/>
                  <a:pt x="115" y="219"/>
                  <a:pt x="113" y="221"/>
                </a:cubicBezTo>
                <a:cubicBezTo>
                  <a:pt x="111" y="223"/>
                  <a:pt x="111" y="226"/>
                  <a:pt x="111" y="230"/>
                </a:cubicBezTo>
                <a:cubicBezTo>
                  <a:pt x="111" y="235"/>
                  <a:pt x="112" y="239"/>
                  <a:pt x="115" y="242"/>
                </a:cubicBezTo>
                <a:cubicBezTo>
                  <a:pt x="118" y="246"/>
                  <a:pt x="122" y="248"/>
                  <a:pt x="127" y="248"/>
                </a:cubicBezTo>
                <a:cubicBezTo>
                  <a:pt x="128" y="248"/>
                  <a:pt x="128" y="253"/>
                  <a:pt x="128" y="263"/>
                </a:cubicBezTo>
                <a:lnTo>
                  <a:pt x="128" y="278"/>
                </a:lnTo>
                <a:lnTo>
                  <a:pt x="123" y="27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68" name=""/>
          <p:cNvSpPr txBox="1"/>
          <p:nvPr/>
        </p:nvSpPr>
        <p:spPr>
          <a:xfrm>
            <a:off x="918000" y="4219560"/>
            <a:ext cx="34102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1E3A5F"/>
                </a:solidFill>
                <a:effectLst/>
                <a:uFillTx/>
                <a:latin typeface="NotoSansJP"/>
                <a:ea typeface="NotoSansJP"/>
              </a:rPr>
              <a:t>5.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複数候補がある場合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最大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69" name=""/>
          <p:cNvSpPr/>
          <p:nvPr/>
        </p:nvSpPr>
        <p:spPr>
          <a:xfrm>
            <a:off x="5811120" y="4260240"/>
            <a:ext cx="201600" cy="224640"/>
          </a:xfrm>
          <a:custGeom>
            <a:avLst/>
            <a:gdLst/>
            <a:ahLst/>
            <a:rect l="0" t="0" r="r" b="b"/>
            <a:pathLst>
              <a:path w="560" h="624">
                <a:moveTo>
                  <a:pt x="178" y="42"/>
                </a:moveTo>
                <a:cubicBezTo>
                  <a:pt x="157" y="42"/>
                  <a:pt x="147" y="41"/>
                  <a:pt x="145" y="39"/>
                </a:cubicBezTo>
                <a:cubicBezTo>
                  <a:pt x="145" y="37"/>
                  <a:pt x="144" y="35"/>
                  <a:pt x="144" y="31"/>
                </a:cubicBezTo>
                <a:cubicBezTo>
                  <a:pt x="144" y="17"/>
                  <a:pt x="148" y="7"/>
                  <a:pt x="154" y="1"/>
                </a:cubicBezTo>
                <a:cubicBezTo>
                  <a:pt x="156" y="1"/>
                  <a:pt x="160" y="0"/>
                  <a:pt x="168" y="0"/>
                </a:cubicBezTo>
                <a:cubicBezTo>
                  <a:pt x="201" y="2"/>
                  <a:pt x="239" y="3"/>
                  <a:pt x="284" y="3"/>
                </a:cubicBezTo>
                <a:cubicBezTo>
                  <a:pt x="370" y="3"/>
                  <a:pt x="419" y="2"/>
                  <a:pt x="432" y="0"/>
                </a:cubicBezTo>
                <a:lnTo>
                  <a:pt x="443" y="0"/>
                </a:lnTo>
                <a:cubicBezTo>
                  <a:pt x="446" y="4"/>
                  <a:pt x="448" y="7"/>
                  <a:pt x="448" y="9"/>
                </a:cubicBezTo>
                <a:cubicBezTo>
                  <a:pt x="448" y="10"/>
                  <a:pt x="448" y="16"/>
                  <a:pt x="446" y="25"/>
                </a:cubicBezTo>
                <a:cubicBezTo>
                  <a:pt x="443" y="34"/>
                  <a:pt x="441" y="40"/>
                  <a:pt x="438" y="42"/>
                </a:cubicBezTo>
                <a:lnTo>
                  <a:pt x="404" y="42"/>
                </a:lnTo>
                <a:cubicBezTo>
                  <a:pt x="362" y="43"/>
                  <a:pt x="336" y="46"/>
                  <a:pt x="329" y="50"/>
                </a:cubicBezTo>
                <a:cubicBezTo>
                  <a:pt x="325" y="53"/>
                  <a:pt x="321" y="61"/>
                  <a:pt x="316" y="76"/>
                </a:cubicBezTo>
                <a:cubicBezTo>
                  <a:pt x="312" y="90"/>
                  <a:pt x="292" y="170"/>
                  <a:pt x="255" y="317"/>
                </a:cubicBezTo>
                <a:cubicBezTo>
                  <a:pt x="246" y="356"/>
                  <a:pt x="235" y="398"/>
                  <a:pt x="224" y="443"/>
                </a:cubicBezTo>
                <a:cubicBezTo>
                  <a:pt x="214" y="487"/>
                  <a:pt x="205" y="520"/>
                  <a:pt x="200" y="543"/>
                </a:cubicBezTo>
                <a:lnTo>
                  <a:pt x="192" y="575"/>
                </a:lnTo>
                <a:cubicBezTo>
                  <a:pt x="192" y="578"/>
                  <a:pt x="194" y="579"/>
                  <a:pt x="200" y="579"/>
                </a:cubicBezTo>
                <a:cubicBezTo>
                  <a:pt x="205" y="579"/>
                  <a:pt x="223" y="580"/>
                  <a:pt x="254" y="581"/>
                </a:cubicBezTo>
                <a:lnTo>
                  <a:pt x="269" y="581"/>
                </a:lnTo>
                <a:cubicBezTo>
                  <a:pt x="288" y="581"/>
                  <a:pt x="304" y="580"/>
                  <a:pt x="315" y="580"/>
                </a:cubicBezTo>
                <a:cubicBezTo>
                  <a:pt x="327" y="579"/>
                  <a:pt x="342" y="577"/>
                  <a:pt x="361" y="573"/>
                </a:cubicBezTo>
                <a:cubicBezTo>
                  <a:pt x="379" y="570"/>
                  <a:pt x="394" y="564"/>
                  <a:pt x="406" y="557"/>
                </a:cubicBezTo>
                <a:cubicBezTo>
                  <a:pt x="419" y="550"/>
                  <a:pt x="432" y="540"/>
                  <a:pt x="446" y="526"/>
                </a:cubicBezTo>
                <a:cubicBezTo>
                  <a:pt x="461" y="513"/>
                  <a:pt x="474" y="496"/>
                  <a:pt x="485" y="476"/>
                </a:cubicBezTo>
                <a:cubicBezTo>
                  <a:pt x="494" y="458"/>
                  <a:pt x="503" y="438"/>
                  <a:pt x="512" y="415"/>
                </a:cubicBezTo>
                <a:cubicBezTo>
                  <a:pt x="520" y="393"/>
                  <a:pt x="526" y="380"/>
                  <a:pt x="527" y="377"/>
                </a:cubicBezTo>
                <a:cubicBezTo>
                  <a:pt x="530" y="375"/>
                  <a:pt x="536" y="374"/>
                  <a:pt x="543" y="374"/>
                </a:cubicBezTo>
                <a:lnTo>
                  <a:pt x="555" y="374"/>
                </a:lnTo>
                <a:cubicBezTo>
                  <a:pt x="558" y="380"/>
                  <a:pt x="560" y="383"/>
                  <a:pt x="560" y="384"/>
                </a:cubicBezTo>
                <a:cubicBezTo>
                  <a:pt x="560" y="386"/>
                  <a:pt x="554" y="403"/>
                  <a:pt x="542" y="438"/>
                </a:cubicBezTo>
                <a:cubicBezTo>
                  <a:pt x="530" y="473"/>
                  <a:pt x="516" y="509"/>
                  <a:pt x="502" y="547"/>
                </a:cubicBezTo>
                <a:cubicBezTo>
                  <a:pt x="487" y="585"/>
                  <a:pt x="479" y="608"/>
                  <a:pt x="478" y="614"/>
                </a:cubicBezTo>
                <a:cubicBezTo>
                  <a:pt x="477" y="617"/>
                  <a:pt x="476" y="619"/>
                  <a:pt x="475" y="620"/>
                </a:cubicBezTo>
                <a:cubicBezTo>
                  <a:pt x="473" y="620"/>
                  <a:pt x="469" y="621"/>
                  <a:pt x="460" y="623"/>
                </a:cubicBezTo>
                <a:cubicBezTo>
                  <a:pt x="452" y="624"/>
                  <a:pt x="439" y="624"/>
                  <a:pt x="421" y="623"/>
                </a:cubicBezTo>
                <a:cubicBezTo>
                  <a:pt x="414" y="623"/>
                  <a:pt x="391" y="623"/>
                  <a:pt x="352" y="623"/>
                </a:cubicBezTo>
                <a:cubicBezTo>
                  <a:pt x="311" y="623"/>
                  <a:pt x="274" y="623"/>
                  <a:pt x="238" y="623"/>
                </a:cubicBezTo>
                <a:lnTo>
                  <a:pt x="76" y="623"/>
                </a:lnTo>
                <a:cubicBezTo>
                  <a:pt x="25" y="623"/>
                  <a:pt x="0" y="620"/>
                  <a:pt x="0" y="613"/>
                </a:cubicBezTo>
                <a:cubicBezTo>
                  <a:pt x="0" y="609"/>
                  <a:pt x="0" y="605"/>
                  <a:pt x="2" y="601"/>
                </a:cubicBezTo>
                <a:cubicBezTo>
                  <a:pt x="5" y="589"/>
                  <a:pt x="8" y="583"/>
                  <a:pt x="11" y="582"/>
                </a:cubicBezTo>
                <a:cubicBezTo>
                  <a:pt x="13" y="581"/>
                  <a:pt x="18" y="581"/>
                  <a:pt x="24" y="581"/>
                </a:cubicBezTo>
                <a:lnTo>
                  <a:pt x="30" y="581"/>
                </a:lnTo>
                <a:cubicBezTo>
                  <a:pt x="46" y="581"/>
                  <a:pt x="64" y="580"/>
                  <a:pt x="84" y="578"/>
                </a:cubicBezTo>
                <a:cubicBezTo>
                  <a:pt x="93" y="576"/>
                  <a:pt x="99" y="573"/>
                  <a:pt x="102" y="567"/>
                </a:cubicBezTo>
                <a:cubicBezTo>
                  <a:pt x="103" y="565"/>
                  <a:pt x="125" y="480"/>
                  <a:pt x="167" y="314"/>
                </a:cubicBezTo>
                <a:cubicBezTo>
                  <a:pt x="209" y="147"/>
                  <a:pt x="230" y="59"/>
                  <a:pt x="230" y="50"/>
                </a:cubicBezTo>
                <a:cubicBezTo>
                  <a:pt x="230" y="46"/>
                  <a:pt x="213" y="43"/>
                  <a:pt x="178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70" name=""/>
          <p:cNvSpPr/>
          <p:nvPr/>
        </p:nvSpPr>
        <p:spPr>
          <a:xfrm>
            <a:off x="6049080" y="4257360"/>
            <a:ext cx="86400" cy="100080"/>
          </a:xfrm>
          <a:custGeom>
            <a:avLst/>
            <a:gdLst/>
            <a:ahLst/>
            <a:rect l="0" t="0" r="r" b="b"/>
            <a:pathLst>
              <a:path w="240" h="278">
                <a:moveTo>
                  <a:pt x="106" y="116"/>
                </a:moveTo>
                <a:cubicBezTo>
                  <a:pt x="101" y="58"/>
                  <a:pt x="98" y="26"/>
                  <a:pt x="98" y="19"/>
                </a:cubicBezTo>
                <a:cubicBezTo>
                  <a:pt x="98" y="11"/>
                  <a:pt x="103" y="5"/>
                  <a:pt x="113" y="1"/>
                </a:cubicBezTo>
                <a:cubicBezTo>
                  <a:pt x="114" y="1"/>
                  <a:pt x="115" y="1"/>
                  <a:pt x="117" y="1"/>
                </a:cubicBezTo>
                <a:cubicBezTo>
                  <a:pt x="118" y="1"/>
                  <a:pt x="120" y="1"/>
                  <a:pt x="120" y="0"/>
                </a:cubicBezTo>
                <a:cubicBezTo>
                  <a:pt x="126" y="1"/>
                  <a:pt x="130" y="3"/>
                  <a:pt x="135" y="6"/>
                </a:cubicBezTo>
                <a:cubicBezTo>
                  <a:pt x="139" y="10"/>
                  <a:pt x="141" y="14"/>
                  <a:pt x="141" y="19"/>
                </a:cubicBezTo>
                <a:cubicBezTo>
                  <a:pt x="141" y="26"/>
                  <a:pt x="140" y="43"/>
                  <a:pt x="137" y="71"/>
                </a:cubicBezTo>
                <a:cubicBezTo>
                  <a:pt x="135" y="98"/>
                  <a:pt x="133" y="113"/>
                  <a:pt x="133" y="116"/>
                </a:cubicBezTo>
                <a:lnTo>
                  <a:pt x="170" y="89"/>
                </a:lnTo>
                <a:cubicBezTo>
                  <a:pt x="194" y="71"/>
                  <a:pt x="207" y="62"/>
                  <a:pt x="209" y="60"/>
                </a:cubicBezTo>
                <a:cubicBezTo>
                  <a:pt x="211" y="59"/>
                  <a:pt x="215" y="58"/>
                  <a:pt x="217" y="58"/>
                </a:cubicBezTo>
                <a:cubicBezTo>
                  <a:pt x="222" y="58"/>
                  <a:pt x="227" y="60"/>
                  <a:pt x="232" y="65"/>
                </a:cubicBezTo>
                <a:cubicBezTo>
                  <a:pt x="237" y="69"/>
                  <a:pt x="239" y="75"/>
                  <a:pt x="240" y="82"/>
                </a:cubicBezTo>
                <a:cubicBezTo>
                  <a:pt x="240" y="88"/>
                  <a:pt x="238" y="93"/>
                  <a:pt x="233" y="97"/>
                </a:cubicBezTo>
                <a:cubicBezTo>
                  <a:pt x="231" y="98"/>
                  <a:pt x="217" y="105"/>
                  <a:pt x="189" y="118"/>
                </a:cubicBezTo>
                <a:cubicBezTo>
                  <a:pt x="162" y="131"/>
                  <a:pt x="147" y="138"/>
                  <a:pt x="145" y="139"/>
                </a:cubicBezTo>
                <a:lnTo>
                  <a:pt x="187" y="159"/>
                </a:lnTo>
                <a:lnTo>
                  <a:pt x="233" y="182"/>
                </a:lnTo>
                <a:cubicBezTo>
                  <a:pt x="237" y="186"/>
                  <a:pt x="239" y="191"/>
                  <a:pt x="239" y="197"/>
                </a:cubicBezTo>
                <a:cubicBezTo>
                  <a:pt x="239" y="203"/>
                  <a:pt x="237" y="209"/>
                  <a:pt x="233" y="213"/>
                </a:cubicBezTo>
                <a:cubicBezTo>
                  <a:pt x="230" y="217"/>
                  <a:pt x="224" y="220"/>
                  <a:pt x="218" y="220"/>
                </a:cubicBezTo>
                <a:cubicBezTo>
                  <a:pt x="214" y="220"/>
                  <a:pt x="210" y="219"/>
                  <a:pt x="205" y="216"/>
                </a:cubicBezTo>
                <a:cubicBezTo>
                  <a:pt x="201" y="214"/>
                  <a:pt x="189" y="205"/>
                  <a:pt x="170" y="190"/>
                </a:cubicBezTo>
                <a:lnTo>
                  <a:pt x="133" y="162"/>
                </a:lnTo>
                <a:cubicBezTo>
                  <a:pt x="138" y="221"/>
                  <a:pt x="141" y="253"/>
                  <a:pt x="141" y="260"/>
                </a:cubicBezTo>
                <a:cubicBezTo>
                  <a:pt x="141" y="264"/>
                  <a:pt x="140" y="268"/>
                  <a:pt x="137" y="272"/>
                </a:cubicBezTo>
                <a:cubicBezTo>
                  <a:pt x="134" y="276"/>
                  <a:pt x="128" y="278"/>
                  <a:pt x="120" y="278"/>
                </a:cubicBezTo>
                <a:cubicBezTo>
                  <a:pt x="112" y="278"/>
                  <a:pt x="106" y="276"/>
                  <a:pt x="103" y="272"/>
                </a:cubicBezTo>
                <a:cubicBezTo>
                  <a:pt x="100" y="268"/>
                  <a:pt x="98" y="264"/>
                  <a:pt x="98" y="260"/>
                </a:cubicBezTo>
                <a:cubicBezTo>
                  <a:pt x="98" y="253"/>
                  <a:pt x="99" y="235"/>
                  <a:pt x="102" y="208"/>
                </a:cubicBezTo>
                <a:cubicBezTo>
                  <a:pt x="104" y="181"/>
                  <a:pt x="106" y="165"/>
                  <a:pt x="106" y="162"/>
                </a:cubicBezTo>
                <a:lnTo>
                  <a:pt x="69" y="190"/>
                </a:lnTo>
                <a:cubicBezTo>
                  <a:pt x="45" y="208"/>
                  <a:pt x="32" y="217"/>
                  <a:pt x="30" y="219"/>
                </a:cubicBezTo>
                <a:cubicBezTo>
                  <a:pt x="28" y="220"/>
                  <a:pt x="26" y="221"/>
                  <a:pt x="23" y="221"/>
                </a:cubicBezTo>
                <a:cubicBezTo>
                  <a:pt x="18" y="221"/>
                  <a:pt x="13" y="219"/>
                  <a:pt x="8" y="214"/>
                </a:cubicBezTo>
                <a:cubicBezTo>
                  <a:pt x="3" y="210"/>
                  <a:pt x="1" y="204"/>
                  <a:pt x="0" y="197"/>
                </a:cubicBezTo>
                <a:cubicBezTo>
                  <a:pt x="0" y="195"/>
                  <a:pt x="0" y="193"/>
                  <a:pt x="0" y="192"/>
                </a:cubicBezTo>
                <a:cubicBezTo>
                  <a:pt x="0" y="190"/>
                  <a:pt x="1" y="189"/>
                  <a:pt x="2" y="188"/>
                </a:cubicBezTo>
                <a:cubicBezTo>
                  <a:pt x="3" y="187"/>
                  <a:pt x="5" y="185"/>
                  <a:pt x="5" y="184"/>
                </a:cubicBezTo>
                <a:cubicBezTo>
                  <a:pt x="6" y="183"/>
                  <a:pt x="8" y="181"/>
                  <a:pt x="11" y="179"/>
                </a:cubicBezTo>
                <a:cubicBezTo>
                  <a:pt x="14" y="177"/>
                  <a:pt x="17" y="175"/>
                  <a:pt x="20" y="174"/>
                </a:cubicBezTo>
                <a:cubicBezTo>
                  <a:pt x="22" y="173"/>
                  <a:pt x="26" y="171"/>
                  <a:pt x="32" y="168"/>
                </a:cubicBezTo>
                <a:cubicBezTo>
                  <a:pt x="37" y="166"/>
                  <a:pt x="43" y="163"/>
                  <a:pt x="48" y="161"/>
                </a:cubicBezTo>
                <a:cubicBezTo>
                  <a:pt x="53" y="159"/>
                  <a:pt x="60" y="156"/>
                  <a:pt x="68" y="152"/>
                </a:cubicBezTo>
                <a:cubicBezTo>
                  <a:pt x="77" y="147"/>
                  <a:pt x="86" y="143"/>
                  <a:pt x="94" y="139"/>
                </a:cubicBezTo>
                <a:lnTo>
                  <a:pt x="7" y="97"/>
                </a:lnTo>
                <a:cubicBezTo>
                  <a:pt x="3" y="93"/>
                  <a:pt x="1" y="88"/>
                  <a:pt x="1" y="82"/>
                </a:cubicBezTo>
                <a:cubicBezTo>
                  <a:pt x="1" y="76"/>
                  <a:pt x="3" y="70"/>
                  <a:pt x="7" y="66"/>
                </a:cubicBezTo>
                <a:cubicBezTo>
                  <a:pt x="11" y="62"/>
                  <a:pt x="16" y="59"/>
                  <a:pt x="22" y="59"/>
                </a:cubicBezTo>
                <a:cubicBezTo>
                  <a:pt x="26" y="59"/>
                  <a:pt x="29" y="60"/>
                  <a:pt x="34" y="63"/>
                </a:cubicBezTo>
                <a:cubicBezTo>
                  <a:pt x="38" y="65"/>
                  <a:pt x="50" y="74"/>
                  <a:pt x="69" y="89"/>
                </a:cubicBezTo>
                <a:lnTo>
                  <a:pt x="106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71" name=""/>
          <p:cNvSpPr txBox="1"/>
          <p:nvPr/>
        </p:nvSpPr>
        <p:spPr>
          <a:xfrm>
            <a:off x="5058720" y="4219560"/>
            <a:ext cx="7437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(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最小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72" name=""/>
          <p:cNvSpPr txBox="1"/>
          <p:nvPr/>
        </p:nvSpPr>
        <p:spPr>
          <a:xfrm>
            <a:off x="6167880" y="4219560"/>
            <a:ext cx="22842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による保守判断、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73" name=""/>
          <p:cNvSpPr txBox="1"/>
          <p:nvPr/>
        </p:nvSpPr>
        <p:spPr>
          <a:xfrm>
            <a:off x="1200240" y="4562640"/>
            <a:ext cx="47080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または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totality-of-evidence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アプローチ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74" name=""/>
          <p:cNvSpPr txBox="1"/>
          <p:nvPr/>
        </p:nvSpPr>
        <p:spPr>
          <a:xfrm>
            <a:off x="866880" y="5181480"/>
            <a:ext cx="2469600" cy="329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固定閾値ではなく、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75" name=""/>
          <p:cNvSpPr txBox="1"/>
          <p:nvPr/>
        </p:nvSpPr>
        <p:spPr>
          <a:xfrm>
            <a:off x="3277800" y="5139000"/>
            <a:ext cx="302040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文脈依存の </a:t>
            </a:r>
            <a:r>
              <a:rPr lang="en-US" sz="217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sponsor </a:t>
            </a:r>
            <a:r>
              <a:rPr lang="ja-JP" sz="217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判断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76" name=""/>
          <p:cNvSpPr txBox="1"/>
          <p:nvPr/>
        </p:nvSpPr>
        <p:spPr>
          <a:xfrm>
            <a:off x="6312240" y="5181480"/>
            <a:ext cx="1433880" cy="329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 を支援する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77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78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79" name=""/>
          <p:cNvSpPr txBox="1"/>
          <p:nvPr/>
        </p:nvSpPr>
        <p:spPr>
          <a:xfrm>
            <a:off x="571320" y="155520"/>
            <a:ext cx="274392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実務への推奨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80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81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85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86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87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88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89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90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91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92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93" name=""/>
          <p:cNvSpPr/>
          <p:nvPr/>
        </p:nvSpPr>
        <p:spPr>
          <a:xfrm>
            <a:off x="933120" y="2285640"/>
            <a:ext cx="105120" cy="105480"/>
          </a:xfrm>
          <a:custGeom>
            <a:avLst/>
            <a:gdLst/>
            <a:ahLst/>
            <a:rect l="0" t="0" r="r" b="b"/>
            <a:pathLst>
              <a:path w="292" h="293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3"/>
                </a:cubicBezTo>
                <a:cubicBezTo>
                  <a:pt x="278" y="212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2"/>
                  <a:pt x="155" y="293"/>
                  <a:pt x="146" y="293"/>
                </a:cubicBezTo>
                <a:cubicBezTo>
                  <a:pt x="136" y="293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2"/>
                  <a:pt x="11" y="203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2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2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2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94" name=""/>
          <p:cNvSpPr txBox="1"/>
          <p:nvPr/>
        </p:nvSpPr>
        <p:spPr>
          <a:xfrm>
            <a:off x="571320" y="1624320"/>
            <a:ext cx="45597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Policy: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多様なデータソースとの互換性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95" name=""/>
          <p:cNvSpPr/>
          <p:nvPr/>
        </p:nvSpPr>
        <p:spPr>
          <a:xfrm>
            <a:off x="933120" y="2733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7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96" name=""/>
          <p:cNvSpPr txBox="1"/>
          <p:nvPr/>
        </p:nvSpPr>
        <p:spPr>
          <a:xfrm>
            <a:off x="1200240" y="2171520"/>
            <a:ext cx="97653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nABCD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はベースライン分布のみで計算可能 →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prior trials / registries / EHR / RWE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97" name=""/>
          <p:cNvSpPr/>
          <p:nvPr/>
        </p:nvSpPr>
        <p:spPr>
          <a:xfrm>
            <a:off x="933120" y="31716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8" y="211"/>
                  <a:pt x="273" y="220"/>
                  <a:pt x="268" y="227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8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20" y="74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198" name=""/>
          <p:cNvSpPr txBox="1"/>
          <p:nvPr/>
        </p:nvSpPr>
        <p:spPr>
          <a:xfrm>
            <a:off x="1200240" y="2619360"/>
            <a:ext cx="36457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ICH E6(R3)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の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RWE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推進と整合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199" name=""/>
          <p:cNvSpPr txBox="1"/>
          <p:nvPr/>
        </p:nvSpPr>
        <p:spPr>
          <a:xfrm>
            <a:off x="1200240" y="3057480"/>
            <a:ext cx="99626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PMDA workshop (Matsushima et al. 2024)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で示された地域不均衡の事前評価が可能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00" name=""/>
          <p:cNvSpPr/>
          <p:nvPr/>
        </p:nvSpPr>
        <p:spPr>
          <a:xfrm>
            <a:off x="933120" y="42573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0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0"/>
                  <a:pt x="11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01" name=""/>
          <p:cNvSpPr txBox="1"/>
          <p:nvPr/>
        </p:nvSpPr>
        <p:spPr>
          <a:xfrm>
            <a:off x="571320" y="3596040"/>
            <a:ext cx="10674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主な限界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02" name=""/>
          <p:cNvSpPr/>
          <p:nvPr/>
        </p:nvSpPr>
        <p:spPr>
          <a:xfrm>
            <a:off x="933120" y="4695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2"/>
                  <a:pt x="155" y="292"/>
                  <a:pt x="146" y="292"/>
                </a:cubicBezTo>
                <a:cubicBezTo>
                  <a:pt x="136" y="292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3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2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03" name=""/>
          <p:cNvSpPr txBox="1"/>
          <p:nvPr/>
        </p:nvSpPr>
        <p:spPr>
          <a:xfrm>
            <a:off x="1200240" y="4143240"/>
            <a:ext cx="57553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連続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effect modifier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のみ — 離散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EM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は将来課題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04" name=""/>
          <p:cNvSpPr/>
          <p:nvPr/>
        </p:nvSpPr>
        <p:spPr>
          <a:xfrm>
            <a:off x="933120" y="51339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2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cubicBezTo>
                  <a:pt x="155" y="0"/>
                  <a:pt x="165" y="0"/>
                  <a:pt x="175" y="2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4"/>
                  <a:pt x="220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05" name=""/>
          <p:cNvSpPr txBox="1"/>
          <p:nvPr/>
        </p:nvSpPr>
        <p:spPr>
          <a:xfrm>
            <a:off x="1200240" y="4581360"/>
            <a:ext cx="51472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各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EM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を個別評価 — 多変量拡張は研究課題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06" name=""/>
          <p:cNvSpPr/>
          <p:nvPr/>
        </p:nvSpPr>
        <p:spPr>
          <a:xfrm>
            <a:off x="2751840" y="5047920"/>
            <a:ext cx="218520" cy="315000"/>
          </a:xfrm>
          <a:custGeom>
            <a:avLst/>
            <a:gdLst/>
            <a:ahLst/>
            <a:rect l="0" t="0" r="r" b="b"/>
            <a:pathLst>
              <a:path w="607" h="875">
                <a:moveTo>
                  <a:pt x="563" y="0"/>
                </a:moveTo>
                <a:cubicBezTo>
                  <a:pt x="568" y="0"/>
                  <a:pt x="573" y="2"/>
                  <a:pt x="576" y="6"/>
                </a:cubicBezTo>
                <a:cubicBezTo>
                  <a:pt x="580" y="10"/>
                  <a:pt x="582" y="14"/>
                  <a:pt x="582" y="20"/>
                </a:cubicBezTo>
                <a:cubicBezTo>
                  <a:pt x="582" y="25"/>
                  <a:pt x="580" y="29"/>
                  <a:pt x="575" y="32"/>
                </a:cubicBezTo>
                <a:cubicBezTo>
                  <a:pt x="575" y="33"/>
                  <a:pt x="492" y="72"/>
                  <a:pt x="329" y="150"/>
                </a:cubicBezTo>
                <a:lnTo>
                  <a:pt x="87" y="264"/>
                </a:lnTo>
                <a:lnTo>
                  <a:pt x="312" y="372"/>
                </a:lnTo>
                <a:cubicBezTo>
                  <a:pt x="487" y="455"/>
                  <a:pt x="577" y="498"/>
                  <a:pt x="579" y="501"/>
                </a:cubicBezTo>
                <a:cubicBezTo>
                  <a:pt x="581" y="505"/>
                  <a:pt x="582" y="508"/>
                  <a:pt x="582" y="511"/>
                </a:cubicBezTo>
                <a:cubicBezTo>
                  <a:pt x="582" y="522"/>
                  <a:pt x="576" y="528"/>
                  <a:pt x="565" y="529"/>
                </a:cubicBezTo>
                <a:lnTo>
                  <a:pt x="560" y="529"/>
                </a:lnTo>
                <a:lnTo>
                  <a:pt x="297" y="405"/>
                </a:lnTo>
                <a:cubicBezTo>
                  <a:pt x="121" y="321"/>
                  <a:pt x="32" y="279"/>
                  <a:pt x="31" y="278"/>
                </a:cubicBezTo>
                <a:cubicBezTo>
                  <a:pt x="27" y="275"/>
                  <a:pt x="25" y="270"/>
                  <a:pt x="25" y="262"/>
                </a:cubicBezTo>
                <a:cubicBezTo>
                  <a:pt x="25" y="256"/>
                  <a:pt x="29" y="251"/>
                  <a:pt x="37" y="247"/>
                </a:cubicBezTo>
                <a:cubicBezTo>
                  <a:pt x="41" y="245"/>
                  <a:pt x="128" y="204"/>
                  <a:pt x="297" y="124"/>
                </a:cubicBezTo>
                <a:cubicBezTo>
                  <a:pt x="465" y="45"/>
                  <a:pt x="552" y="4"/>
                  <a:pt x="555" y="2"/>
                </a:cubicBezTo>
                <a:cubicBezTo>
                  <a:pt x="558" y="1"/>
                  <a:pt x="560" y="0"/>
                  <a:pt x="563" y="0"/>
                </a:cubicBezTo>
                <a:moveTo>
                  <a:pt x="0" y="844"/>
                </a:moveTo>
                <a:cubicBezTo>
                  <a:pt x="0" y="791"/>
                  <a:pt x="15" y="748"/>
                  <a:pt x="46" y="714"/>
                </a:cubicBezTo>
                <a:cubicBezTo>
                  <a:pt x="76" y="680"/>
                  <a:pt x="111" y="663"/>
                  <a:pt x="151" y="662"/>
                </a:cubicBezTo>
                <a:cubicBezTo>
                  <a:pt x="174" y="662"/>
                  <a:pt x="197" y="667"/>
                  <a:pt x="219" y="678"/>
                </a:cubicBezTo>
                <a:cubicBezTo>
                  <a:pt x="240" y="689"/>
                  <a:pt x="260" y="703"/>
                  <a:pt x="279" y="718"/>
                </a:cubicBezTo>
                <a:cubicBezTo>
                  <a:pt x="297" y="734"/>
                  <a:pt x="314" y="750"/>
                  <a:pt x="331" y="766"/>
                </a:cubicBezTo>
                <a:cubicBezTo>
                  <a:pt x="348" y="782"/>
                  <a:pt x="367" y="795"/>
                  <a:pt x="389" y="807"/>
                </a:cubicBezTo>
                <a:cubicBezTo>
                  <a:pt x="410" y="818"/>
                  <a:pt x="431" y="824"/>
                  <a:pt x="453" y="823"/>
                </a:cubicBezTo>
                <a:cubicBezTo>
                  <a:pt x="491" y="823"/>
                  <a:pt x="521" y="810"/>
                  <a:pt x="545" y="784"/>
                </a:cubicBezTo>
                <a:cubicBezTo>
                  <a:pt x="568" y="758"/>
                  <a:pt x="580" y="728"/>
                  <a:pt x="582" y="694"/>
                </a:cubicBezTo>
                <a:cubicBezTo>
                  <a:pt x="583" y="673"/>
                  <a:pt x="587" y="662"/>
                  <a:pt x="594" y="662"/>
                </a:cubicBezTo>
                <a:cubicBezTo>
                  <a:pt x="603" y="662"/>
                  <a:pt x="607" y="672"/>
                  <a:pt x="607" y="691"/>
                </a:cubicBezTo>
                <a:cubicBezTo>
                  <a:pt x="607" y="737"/>
                  <a:pt x="593" y="779"/>
                  <a:pt x="565" y="817"/>
                </a:cubicBezTo>
                <a:cubicBezTo>
                  <a:pt x="536" y="854"/>
                  <a:pt x="500" y="873"/>
                  <a:pt x="456" y="874"/>
                </a:cubicBezTo>
                <a:cubicBezTo>
                  <a:pt x="432" y="874"/>
                  <a:pt x="409" y="869"/>
                  <a:pt x="387" y="858"/>
                </a:cubicBezTo>
                <a:cubicBezTo>
                  <a:pt x="364" y="847"/>
                  <a:pt x="344" y="833"/>
                  <a:pt x="327" y="818"/>
                </a:cubicBezTo>
                <a:cubicBezTo>
                  <a:pt x="309" y="802"/>
                  <a:pt x="292" y="786"/>
                  <a:pt x="275" y="770"/>
                </a:cubicBezTo>
                <a:cubicBezTo>
                  <a:pt x="258" y="755"/>
                  <a:pt x="239" y="741"/>
                  <a:pt x="217" y="730"/>
                </a:cubicBezTo>
                <a:cubicBezTo>
                  <a:pt x="195" y="719"/>
                  <a:pt x="173" y="714"/>
                  <a:pt x="152" y="714"/>
                </a:cubicBezTo>
                <a:cubicBezTo>
                  <a:pt x="116" y="714"/>
                  <a:pt x="86" y="727"/>
                  <a:pt x="63" y="752"/>
                </a:cubicBezTo>
                <a:cubicBezTo>
                  <a:pt x="40" y="778"/>
                  <a:pt x="27" y="809"/>
                  <a:pt x="25" y="846"/>
                </a:cubicBezTo>
                <a:cubicBezTo>
                  <a:pt x="23" y="865"/>
                  <a:pt x="19" y="875"/>
                  <a:pt x="12" y="875"/>
                </a:cubicBezTo>
                <a:cubicBezTo>
                  <a:pt x="4" y="875"/>
                  <a:pt x="0" y="867"/>
                  <a:pt x="0" y="851"/>
                </a:cubicBezTo>
                <a:lnTo>
                  <a:pt x="0" y="84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07" name=""/>
          <p:cNvSpPr/>
          <p:nvPr/>
        </p:nvSpPr>
        <p:spPr>
          <a:xfrm>
            <a:off x="3092040" y="5069520"/>
            <a:ext cx="138240" cy="226080"/>
          </a:xfrm>
          <a:custGeom>
            <a:avLst/>
            <a:gdLst/>
            <a:ahLst/>
            <a:rect l="0" t="0" r="r" b="b"/>
            <a:pathLst>
              <a:path w="384" h="628">
                <a:moveTo>
                  <a:pt x="53" y="75"/>
                </a:moveTo>
                <a:cubicBezTo>
                  <a:pt x="87" y="26"/>
                  <a:pt x="134" y="0"/>
                  <a:pt x="192" y="0"/>
                </a:cubicBezTo>
                <a:cubicBezTo>
                  <a:pt x="222" y="0"/>
                  <a:pt x="251" y="9"/>
                  <a:pt x="280" y="25"/>
                </a:cubicBezTo>
                <a:cubicBezTo>
                  <a:pt x="309" y="41"/>
                  <a:pt x="333" y="69"/>
                  <a:pt x="351" y="109"/>
                </a:cubicBezTo>
                <a:cubicBezTo>
                  <a:pt x="373" y="159"/>
                  <a:pt x="384" y="228"/>
                  <a:pt x="384" y="316"/>
                </a:cubicBezTo>
                <a:cubicBezTo>
                  <a:pt x="384" y="410"/>
                  <a:pt x="371" y="482"/>
                  <a:pt x="345" y="532"/>
                </a:cubicBezTo>
                <a:cubicBezTo>
                  <a:pt x="333" y="557"/>
                  <a:pt x="317" y="578"/>
                  <a:pt x="295" y="593"/>
                </a:cubicBezTo>
                <a:cubicBezTo>
                  <a:pt x="274" y="608"/>
                  <a:pt x="256" y="617"/>
                  <a:pt x="240" y="621"/>
                </a:cubicBezTo>
                <a:cubicBezTo>
                  <a:pt x="224" y="625"/>
                  <a:pt x="209" y="627"/>
                  <a:pt x="193" y="628"/>
                </a:cubicBezTo>
                <a:cubicBezTo>
                  <a:pt x="178" y="628"/>
                  <a:pt x="162" y="626"/>
                  <a:pt x="146" y="622"/>
                </a:cubicBezTo>
                <a:cubicBezTo>
                  <a:pt x="130" y="618"/>
                  <a:pt x="112" y="609"/>
                  <a:pt x="91" y="593"/>
                </a:cubicBezTo>
                <a:cubicBezTo>
                  <a:pt x="69" y="577"/>
                  <a:pt x="53" y="557"/>
                  <a:pt x="41" y="532"/>
                </a:cubicBezTo>
                <a:cubicBezTo>
                  <a:pt x="13" y="482"/>
                  <a:pt x="0" y="410"/>
                  <a:pt x="0" y="316"/>
                </a:cubicBezTo>
                <a:cubicBezTo>
                  <a:pt x="0" y="211"/>
                  <a:pt x="18" y="130"/>
                  <a:pt x="53" y="75"/>
                </a:cubicBezTo>
                <a:moveTo>
                  <a:pt x="258" y="64"/>
                </a:moveTo>
                <a:cubicBezTo>
                  <a:pt x="240" y="45"/>
                  <a:pt x="218" y="35"/>
                  <a:pt x="193" y="35"/>
                </a:cubicBezTo>
                <a:cubicBezTo>
                  <a:pt x="168" y="35"/>
                  <a:pt x="146" y="45"/>
                  <a:pt x="128" y="64"/>
                </a:cubicBezTo>
                <a:cubicBezTo>
                  <a:pt x="113" y="80"/>
                  <a:pt x="103" y="102"/>
                  <a:pt x="98" y="130"/>
                </a:cubicBezTo>
                <a:cubicBezTo>
                  <a:pt x="93" y="158"/>
                  <a:pt x="91" y="216"/>
                  <a:pt x="91" y="304"/>
                </a:cubicBezTo>
                <a:cubicBezTo>
                  <a:pt x="91" y="400"/>
                  <a:pt x="93" y="463"/>
                  <a:pt x="98" y="494"/>
                </a:cubicBezTo>
                <a:cubicBezTo>
                  <a:pt x="103" y="524"/>
                  <a:pt x="114" y="548"/>
                  <a:pt x="131" y="566"/>
                </a:cubicBezTo>
                <a:cubicBezTo>
                  <a:pt x="148" y="584"/>
                  <a:pt x="169" y="593"/>
                  <a:pt x="193" y="593"/>
                </a:cubicBezTo>
                <a:cubicBezTo>
                  <a:pt x="218" y="593"/>
                  <a:pt x="238" y="584"/>
                  <a:pt x="255" y="566"/>
                </a:cubicBezTo>
                <a:cubicBezTo>
                  <a:pt x="273" y="547"/>
                  <a:pt x="284" y="522"/>
                  <a:pt x="288" y="489"/>
                </a:cubicBezTo>
                <a:cubicBezTo>
                  <a:pt x="292" y="456"/>
                  <a:pt x="295" y="395"/>
                  <a:pt x="295" y="304"/>
                </a:cubicBezTo>
                <a:cubicBezTo>
                  <a:pt x="295" y="217"/>
                  <a:pt x="293" y="159"/>
                  <a:pt x="288" y="131"/>
                </a:cubicBezTo>
                <a:cubicBezTo>
                  <a:pt x="283" y="103"/>
                  <a:pt x="273" y="81"/>
                  <a:pt x="258" y="6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08" name=""/>
          <p:cNvSpPr/>
          <p:nvPr/>
        </p:nvSpPr>
        <p:spPr>
          <a:xfrm>
            <a:off x="3268800" y="5248440"/>
            <a:ext cx="39960" cy="39600"/>
          </a:xfrm>
          <a:custGeom>
            <a:avLst/>
            <a:gdLst/>
            <a:ahLst/>
            <a:rect l="0" t="0" r="r" b="b"/>
            <a:pathLst>
              <a:path w="111" h="110">
                <a:moveTo>
                  <a:pt x="0" y="55"/>
                </a:moveTo>
                <a:cubicBezTo>
                  <a:pt x="0" y="40"/>
                  <a:pt x="5" y="28"/>
                  <a:pt x="15" y="17"/>
                </a:cubicBezTo>
                <a:cubicBezTo>
                  <a:pt x="26" y="6"/>
                  <a:pt x="39" y="0"/>
                  <a:pt x="54" y="0"/>
                </a:cubicBezTo>
                <a:cubicBezTo>
                  <a:pt x="69" y="0"/>
                  <a:pt x="82" y="5"/>
                  <a:pt x="93" y="15"/>
                </a:cubicBezTo>
                <a:cubicBezTo>
                  <a:pt x="104" y="25"/>
                  <a:pt x="110" y="38"/>
                  <a:pt x="111" y="54"/>
                </a:cubicBezTo>
                <a:cubicBezTo>
                  <a:pt x="111" y="69"/>
                  <a:pt x="106" y="83"/>
                  <a:pt x="94" y="94"/>
                </a:cubicBezTo>
                <a:cubicBezTo>
                  <a:pt x="84" y="105"/>
                  <a:pt x="71" y="110"/>
                  <a:pt x="55" y="110"/>
                </a:cubicBezTo>
                <a:cubicBezTo>
                  <a:pt x="40" y="110"/>
                  <a:pt x="27" y="105"/>
                  <a:pt x="16" y="95"/>
                </a:cubicBezTo>
                <a:cubicBezTo>
                  <a:pt x="6" y="85"/>
                  <a:pt x="0" y="71"/>
                  <a:pt x="0" y="5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09" name=""/>
          <p:cNvSpPr/>
          <p:nvPr/>
        </p:nvSpPr>
        <p:spPr>
          <a:xfrm>
            <a:off x="3361320" y="5069520"/>
            <a:ext cx="113040" cy="218520"/>
          </a:xfrm>
          <a:custGeom>
            <a:avLst/>
            <a:gdLst/>
            <a:ahLst/>
            <a:rect l="0" t="0" r="r" b="b"/>
            <a:pathLst>
              <a:path w="314" h="607">
                <a:moveTo>
                  <a:pt x="119" y="81"/>
                </a:moveTo>
                <a:lnTo>
                  <a:pt x="107" y="85"/>
                </a:lnTo>
                <a:cubicBezTo>
                  <a:pt x="98" y="88"/>
                  <a:pt x="86" y="91"/>
                  <a:pt x="70" y="94"/>
                </a:cubicBezTo>
                <a:cubicBezTo>
                  <a:pt x="55" y="97"/>
                  <a:pt x="37" y="99"/>
                  <a:pt x="18" y="101"/>
                </a:cubicBezTo>
                <a:lnTo>
                  <a:pt x="0" y="101"/>
                </a:lnTo>
                <a:lnTo>
                  <a:pt x="0" y="59"/>
                </a:lnTo>
                <a:lnTo>
                  <a:pt x="18" y="59"/>
                </a:lnTo>
                <a:cubicBezTo>
                  <a:pt x="46" y="57"/>
                  <a:pt x="73" y="53"/>
                  <a:pt x="97" y="45"/>
                </a:cubicBezTo>
                <a:cubicBezTo>
                  <a:pt x="121" y="37"/>
                  <a:pt x="138" y="30"/>
                  <a:pt x="148" y="23"/>
                </a:cubicBezTo>
                <a:cubicBezTo>
                  <a:pt x="157" y="17"/>
                  <a:pt x="166" y="10"/>
                  <a:pt x="173" y="3"/>
                </a:cubicBezTo>
                <a:cubicBezTo>
                  <a:pt x="174" y="1"/>
                  <a:pt x="178" y="0"/>
                  <a:pt x="184" y="0"/>
                </a:cubicBezTo>
                <a:cubicBezTo>
                  <a:pt x="190" y="0"/>
                  <a:pt x="195" y="2"/>
                  <a:pt x="200" y="6"/>
                </a:cubicBezTo>
                <a:lnTo>
                  <a:pt x="200" y="279"/>
                </a:lnTo>
                <a:lnTo>
                  <a:pt x="201" y="552"/>
                </a:lnTo>
                <a:cubicBezTo>
                  <a:pt x="205" y="556"/>
                  <a:pt x="208" y="559"/>
                  <a:pt x="212" y="560"/>
                </a:cubicBezTo>
                <a:cubicBezTo>
                  <a:pt x="215" y="561"/>
                  <a:pt x="223" y="563"/>
                  <a:pt x="234" y="564"/>
                </a:cubicBezTo>
                <a:cubicBezTo>
                  <a:pt x="246" y="565"/>
                  <a:pt x="265" y="566"/>
                  <a:pt x="291" y="566"/>
                </a:cubicBezTo>
                <a:lnTo>
                  <a:pt x="314" y="566"/>
                </a:lnTo>
                <a:lnTo>
                  <a:pt x="314" y="607"/>
                </a:lnTo>
                <a:lnTo>
                  <a:pt x="304" y="607"/>
                </a:lnTo>
                <a:cubicBezTo>
                  <a:pt x="292" y="606"/>
                  <a:pt x="243" y="605"/>
                  <a:pt x="159" y="605"/>
                </a:cubicBezTo>
                <a:cubicBezTo>
                  <a:pt x="76" y="605"/>
                  <a:pt x="29" y="606"/>
                  <a:pt x="16" y="607"/>
                </a:cubicBezTo>
                <a:lnTo>
                  <a:pt x="5" y="607"/>
                </a:lnTo>
                <a:lnTo>
                  <a:pt x="5" y="566"/>
                </a:lnTo>
                <a:lnTo>
                  <a:pt x="29" y="566"/>
                </a:lnTo>
                <a:cubicBezTo>
                  <a:pt x="42" y="566"/>
                  <a:pt x="53" y="566"/>
                  <a:pt x="63" y="566"/>
                </a:cubicBezTo>
                <a:cubicBezTo>
                  <a:pt x="73" y="566"/>
                  <a:pt x="80" y="565"/>
                  <a:pt x="86" y="565"/>
                </a:cubicBezTo>
                <a:cubicBezTo>
                  <a:pt x="91" y="564"/>
                  <a:pt x="96" y="563"/>
                  <a:pt x="100" y="562"/>
                </a:cubicBezTo>
                <a:cubicBezTo>
                  <a:pt x="105" y="561"/>
                  <a:pt x="107" y="560"/>
                  <a:pt x="108" y="560"/>
                </a:cubicBezTo>
                <a:cubicBezTo>
                  <a:pt x="108" y="560"/>
                  <a:pt x="110" y="559"/>
                  <a:pt x="113" y="556"/>
                </a:cubicBezTo>
                <a:cubicBezTo>
                  <a:pt x="116" y="553"/>
                  <a:pt x="118" y="551"/>
                  <a:pt x="119" y="552"/>
                </a:cubicBezTo>
                <a:lnTo>
                  <a:pt x="119" y="8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10" name=""/>
          <p:cNvSpPr/>
          <p:nvPr/>
        </p:nvSpPr>
        <p:spPr>
          <a:xfrm>
            <a:off x="3510720" y="5069520"/>
            <a:ext cx="138240" cy="226080"/>
          </a:xfrm>
          <a:custGeom>
            <a:avLst/>
            <a:gdLst/>
            <a:ahLst/>
            <a:rect l="0" t="0" r="r" b="b"/>
            <a:pathLst>
              <a:path w="384" h="628">
                <a:moveTo>
                  <a:pt x="53" y="75"/>
                </a:moveTo>
                <a:cubicBezTo>
                  <a:pt x="87" y="26"/>
                  <a:pt x="134" y="0"/>
                  <a:pt x="192" y="0"/>
                </a:cubicBezTo>
                <a:cubicBezTo>
                  <a:pt x="221" y="0"/>
                  <a:pt x="251" y="9"/>
                  <a:pt x="280" y="25"/>
                </a:cubicBezTo>
                <a:cubicBezTo>
                  <a:pt x="309" y="41"/>
                  <a:pt x="332" y="69"/>
                  <a:pt x="351" y="109"/>
                </a:cubicBezTo>
                <a:cubicBezTo>
                  <a:pt x="373" y="159"/>
                  <a:pt x="384" y="228"/>
                  <a:pt x="384" y="316"/>
                </a:cubicBezTo>
                <a:cubicBezTo>
                  <a:pt x="384" y="410"/>
                  <a:pt x="371" y="482"/>
                  <a:pt x="345" y="532"/>
                </a:cubicBezTo>
                <a:cubicBezTo>
                  <a:pt x="333" y="557"/>
                  <a:pt x="316" y="578"/>
                  <a:pt x="295" y="593"/>
                </a:cubicBezTo>
                <a:cubicBezTo>
                  <a:pt x="274" y="608"/>
                  <a:pt x="255" y="617"/>
                  <a:pt x="240" y="621"/>
                </a:cubicBezTo>
                <a:cubicBezTo>
                  <a:pt x="224" y="625"/>
                  <a:pt x="208" y="627"/>
                  <a:pt x="193" y="628"/>
                </a:cubicBezTo>
                <a:cubicBezTo>
                  <a:pt x="178" y="628"/>
                  <a:pt x="162" y="626"/>
                  <a:pt x="146" y="622"/>
                </a:cubicBezTo>
                <a:cubicBezTo>
                  <a:pt x="130" y="618"/>
                  <a:pt x="112" y="609"/>
                  <a:pt x="90" y="593"/>
                </a:cubicBezTo>
                <a:cubicBezTo>
                  <a:pt x="69" y="577"/>
                  <a:pt x="53" y="557"/>
                  <a:pt x="40" y="532"/>
                </a:cubicBezTo>
                <a:cubicBezTo>
                  <a:pt x="13" y="482"/>
                  <a:pt x="0" y="410"/>
                  <a:pt x="0" y="316"/>
                </a:cubicBezTo>
                <a:cubicBezTo>
                  <a:pt x="0" y="211"/>
                  <a:pt x="19" y="130"/>
                  <a:pt x="53" y="75"/>
                </a:cubicBezTo>
                <a:moveTo>
                  <a:pt x="258" y="64"/>
                </a:moveTo>
                <a:cubicBezTo>
                  <a:pt x="240" y="45"/>
                  <a:pt x="218" y="35"/>
                  <a:pt x="193" y="35"/>
                </a:cubicBezTo>
                <a:cubicBezTo>
                  <a:pt x="168" y="35"/>
                  <a:pt x="146" y="45"/>
                  <a:pt x="128" y="64"/>
                </a:cubicBezTo>
                <a:cubicBezTo>
                  <a:pt x="113" y="80"/>
                  <a:pt x="103" y="102"/>
                  <a:pt x="98" y="130"/>
                </a:cubicBezTo>
                <a:cubicBezTo>
                  <a:pt x="93" y="158"/>
                  <a:pt x="90" y="216"/>
                  <a:pt x="90" y="304"/>
                </a:cubicBezTo>
                <a:cubicBezTo>
                  <a:pt x="90" y="400"/>
                  <a:pt x="93" y="463"/>
                  <a:pt x="98" y="494"/>
                </a:cubicBezTo>
                <a:cubicBezTo>
                  <a:pt x="103" y="524"/>
                  <a:pt x="114" y="548"/>
                  <a:pt x="130" y="566"/>
                </a:cubicBezTo>
                <a:cubicBezTo>
                  <a:pt x="147" y="584"/>
                  <a:pt x="168" y="593"/>
                  <a:pt x="193" y="593"/>
                </a:cubicBezTo>
                <a:cubicBezTo>
                  <a:pt x="218" y="593"/>
                  <a:pt x="238" y="584"/>
                  <a:pt x="255" y="566"/>
                </a:cubicBezTo>
                <a:cubicBezTo>
                  <a:pt x="273" y="547"/>
                  <a:pt x="284" y="522"/>
                  <a:pt x="288" y="489"/>
                </a:cubicBezTo>
                <a:cubicBezTo>
                  <a:pt x="292" y="456"/>
                  <a:pt x="295" y="395"/>
                  <a:pt x="295" y="304"/>
                </a:cubicBezTo>
                <a:cubicBezTo>
                  <a:pt x="295" y="217"/>
                  <a:pt x="293" y="159"/>
                  <a:pt x="288" y="131"/>
                </a:cubicBezTo>
                <a:cubicBezTo>
                  <a:pt x="283" y="103"/>
                  <a:pt x="273" y="81"/>
                  <a:pt x="258" y="6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11" name=""/>
          <p:cNvSpPr txBox="1"/>
          <p:nvPr/>
        </p:nvSpPr>
        <p:spPr>
          <a:xfrm>
            <a:off x="1200240" y="5019840"/>
            <a:ext cx="15469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True nABCD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12" name=""/>
          <p:cNvSpPr/>
          <p:nvPr/>
        </p:nvSpPr>
        <p:spPr>
          <a:xfrm>
            <a:off x="933120" y="55720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2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8" y="99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2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4"/>
                  <a:pt x="220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13" name=""/>
          <p:cNvSpPr/>
          <p:nvPr/>
        </p:nvSpPr>
        <p:spPr>
          <a:xfrm>
            <a:off x="1210320" y="5505120"/>
            <a:ext cx="201960" cy="224640"/>
          </a:xfrm>
          <a:custGeom>
            <a:avLst/>
            <a:gdLst/>
            <a:ahLst/>
            <a:rect l="0" t="0" r="r" b="b"/>
            <a:pathLst>
              <a:path w="561" h="624">
                <a:moveTo>
                  <a:pt x="179" y="42"/>
                </a:moveTo>
                <a:cubicBezTo>
                  <a:pt x="158" y="42"/>
                  <a:pt x="147" y="41"/>
                  <a:pt x="146" y="39"/>
                </a:cubicBezTo>
                <a:cubicBezTo>
                  <a:pt x="145" y="37"/>
                  <a:pt x="145" y="35"/>
                  <a:pt x="145" y="31"/>
                </a:cubicBezTo>
                <a:cubicBezTo>
                  <a:pt x="145" y="17"/>
                  <a:pt x="148" y="7"/>
                  <a:pt x="155" y="1"/>
                </a:cubicBezTo>
                <a:cubicBezTo>
                  <a:pt x="156" y="1"/>
                  <a:pt x="161" y="0"/>
                  <a:pt x="169" y="0"/>
                </a:cubicBezTo>
                <a:cubicBezTo>
                  <a:pt x="201" y="2"/>
                  <a:pt x="240" y="3"/>
                  <a:pt x="285" y="3"/>
                </a:cubicBezTo>
                <a:cubicBezTo>
                  <a:pt x="371" y="3"/>
                  <a:pt x="420" y="2"/>
                  <a:pt x="433" y="0"/>
                </a:cubicBezTo>
                <a:lnTo>
                  <a:pt x="444" y="0"/>
                </a:lnTo>
                <a:cubicBezTo>
                  <a:pt x="447" y="4"/>
                  <a:pt x="449" y="7"/>
                  <a:pt x="449" y="9"/>
                </a:cubicBezTo>
                <a:cubicBezTo>
                  <a:pt x="449" y="10"/>
                  <a:pt x="448" y="16"/>
                  <a:pt x="447" y="25"/>
                </a:cubicBezTo>
                <a:cubicBezTo>
                  <a:pt x="444" y="34"/>
                  <a:pt x="441" y="40"/>
                  <a:pt x="439" y="42"/>
                </a:cubicBezTo>
                <a:lnTo>
                  <a:pt x="404" y="42"/>
                </a:lnTo>
                <a:cubicBezTo>
                  <a:pt x="363" y="43"/>
                  <a:pt x="338" y="46"/>
                  <a:pt x="331" y="50"/>
                </a:cubicBezTo>
                <a:cubicBezTo>
                  <a:pt x="327" y="53"/>
                  <a:pt x="322" y="61"/>
                  <a:pt x="318" y="76"/>
                </a:cubicBezTo>
                <a:cubicBezTo>
                  <a:pt x="314" y="90"/>
                  <a:pt x="293" y="171"/>
                  <a:pt x="256" y="316"/>
                </a:cubicBezTo>
                <a:cubicBezTo>
                  <a:pt x="246" y="356"/>
                  <a:pt x="236" y="397"/>
                  <a:pt x="225" y="442"/>
                </a:cubicBezTo>
                <a:cubicBezTo>
                  <a:pt x="214" y="486"/>
                  <a:pt x="206" y="519"/>
                  <a:pt x="201" y="542"/>
                </a:cubicBezTo>
                <a:lnTo>
                  <a:pt x="192" y="575"/>
                </a:lnTo>
                <a:cubicBezTo>
                  <a:pt x="192" y="578"/>
                  <a:pt x="195" y="579"/>
                  <a:pt x="201" y="579"/>
                </a:cubicBezTo>
                <a:cubicBezTo>
                  <a:pt x="206" y="579"/>
                  <a:pt x="224" y="580"/>
                  <a:pt x="254" y="581"/>
                </a:cubicBezTo>
                <a:lnTo>
                  <a:pt x="270" y="581"/>
                </a:lnTo>
                <a:cubicBezTo>
                  <a:pt x="290" y="581"/>
                  <a:pt x="306" y="581"/>
                  <a:pt x="317" y="580"/>
                </a:cubicBezTo>
                <a:cubicBezTo>
                  <a:pt x="329" y="579"/>
                  <a:pt x="344" y="577"/>
                  <a:pt x="362" y="574"/>
                </a:cubicBezTo>
                <a:cubicBezTo>
                  <a:pt x="380" y="570"/>
                  <a:pt x="395" y="564"/>
                  <a:pt x="407" y="556"/>
                </a:cubicBezTo>
                <a:cubicBezTo>
                  <a:pt x="419" y="549"/>
                  <a:pt x="433" y="539"/>
                  <a:pt x="447" y="525"/>
                </a:cubicBezTo>
                <a:cubicBezTo>
                  <a:pt x="462" y="512"/>
                  <a:pt x="475" y="495"/>
                  <a:pt x="485" y="475"/>
                </a:cubicBezTo>
                <a:cubicBezTo>
                  <a:pt x="495" y="457"/>
                  <a:pt x="504" y="437"/>
                  <a:pt x="513" y="414"/>
                </a:cubicBezTo>
                <a:cubicBezTo>
                  <a:pt x="521" y="392"/>
                  <a:pt x="526" y="379"/>
                  <a:pt x="528" y="376"/>
                </a:cubicBezTo>
                <a:cubicBezTo>
                  <a:pt x="531" y="374"/>
                  <a:pt x="536" y="373"/>
                  <a:pt x="544" y="373"/>
                </a:cubicBezTo>
                <a:lnTo>
                  <a:pt x="555" y="373"/>
                </a:lnTo>
                <a:cubicBezTo>
                  <a:pt x="559" y="379"/>
                  <a:pt x="561" y="382"/>
                  <a:pt x="561" y="383"/>
                </a:cubicBezTo>
                <a:cubicBezTo>
                  <a:pt x="561" y="385"/>
                  <a:pt x="555" y="403"/>
                  <a:pt x="543" y="437"/>
                </a:cubicBezTo>
                <a:cubicBezTo>
                  <a:pt x="531" y="472"/>
                  <a:pt x="517" y="508"/>
                  <a:pt x="503" y="546"/>
                </a:cubicBezTo>
                <a:cubicBezTo>
                  <a:pt x="488" y="585"/>
                  <a:pt x="480" y="608"/>
                  <a:pt x="479" y="615"/>
                </a:cubicBezTo>
                <a:cubicBezTo>
                  <a:pt x="478" y="618"/>
                  <a:pt x="477" y="619"/>
                  <a:pt x="475" y="620"/>
                </a:cubicBezTo>
                <a:cubicBezTo>
                  <a:pt x="474" y="621"/>
                  <a:pt x="469" y="622"/>
                  <a:pt x="461" y="623"/>
                </a:cubicBezTo>
                <a:cubicBezTo>
                  <a:pt x="452" y="624"/>
                  <a:pt x="439" y="624"/>
                  <a:pt x="422" y="624"/>
                </a:cubicBezTo>
                <a:cubicBezTo>
                  <a:pt x="415" y="624"/>
                  <a:pt x="392" y="624"/>
                  <a:pt x="353" y="624"/>
                </a:cubicBezTo>
                <a:cubicBezTo>
                  <a:pt x="313" y="624"/>
                  <a:pt x="276" y="623"/>
                  <a:pt x="239" y="623"/>
                </a:cubicBezTo>
                <a:lnTo>
                  <a:pt x="77" y="623"/>
                </a:lnTo>
                <a:cubicBezTo>
                  <a:pt x="26" y="623"/>
                  <a:pt x="0" y="620"/>
                  <a:pt x="0" y="614"/>
                </a:cubicBezTo>
                <a:cubicBezTo>
                  <a:pt x="0" y="609"/>
                  <a:pt x="1" y="605"/>
                  <a:pt x="2" y="601"/>
                </a:cubicBezTo>
                <a:cubicBezTo>
                  <a:pt x="5" y="589"/>
                  <a:pt x="8" y="583"/>
                  <a:pt x="11" y="582"/>
                </a:cubicBezTo>
                <a:cubicBezTo>
                  <a:pt x="14" y="581"/>
                  <a:pt x="18" y="581"/>
                  <a:pt x="25" y="581"/>
                </a:cubicBezTo>
                <a:lnTo>
                  <a:pt x="30" y="581"/>
                </a:lnTo>
                <a:cubicBezTo>
                  <a:pt x="47" y="581"/>
                  <a:pt x="65" y="580"/>
                  <a:pt x="85" y="578"/>
                </a:cubicBezTo>
                <a:cubicBezTo>
                  <a:pt x="94" y="576"/>
                  <a:pt x="99" y="573"/>
                  <a:pt x="102" y="566"/>
                </a:cubicBezTo>
                <a:cubicBezTo>
                  <a:pt x="104" y="564"/>
                  <a:pt x="126" y="480"/>
                  <a:pt x="168" y="313"/>
                </a:cubicBezTo>
                <a:cubicBezTo>
                  <a:pt x="210" y="147"/>
                  <a:pt x="231" y="60"/>
                  <a:pt x="231" y="50"/>
                </a:cubicBezTo>
                <a:cubicBezTo>
                  <a:pt x="231" y="46"/>
                  <a:pt x="213" y="43"/>
                  <a:pt x="179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14" name=""/>
          <p:cNvSpPr txBox="1"/>
          <p:nvPr/>
        </p:nvSpPr>
        <p:spPr>
          <a:xfrm>
            <a:off x="3660120" y="5019840"/>
            <a:ext cx="40608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の境界域では正バイアス‧低被覆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15" name=""/>
          <p:cNvSpPr txBox="1"/>
          <p:nvPr/>
        </p:nvSpPr>
        <p:spPr>
          <a:xfrm>
            <a:off x="1423080" y="5457960"/>
            <a:ext cx="74246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の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transfer assumption (clinical judgment +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感度分析が必要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16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17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18" name=""/>
          <p:cNvSpPr txBox="1"/>
          <p:nvPr/>
        </p:nvSpPr>
        <p:spPr>
          <a:xfrm>
            <a:off x="571320" y="155520"/>
            <a:ext cx="228672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政策と限界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19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20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24" name=""/>
          <p:cNvSpPr/>
          <p:nvPr/>
        </p:nvSpPr>
        <p:spPr>
          <a:xfrm>
            <a:off x="0" y="653400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25" name=""/>
          <p:cNvSpPr/>
          <p:nvPr/>
        </p:nvSpPr>
        <p:spPr>
          <a:xfrm>
            <a:off x="0" y="6581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26" name=""/>
          <p:cNvSpPr/>
          <p:nvPr/>
        </p:nvSpPr>
        <p:spPr>
          <a:xfrm>
            <a:off x="1209672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27" name=""/>
          <p:cNvSpPr/>
          <p:nvPr/>
        </p:nvSpPr>
        <p:spPr>
          <a:xfrm>
            <a:off x="1209672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28" name=""/>
          <p:cNvSpPr/>
          <p:nvPr/>
        </p:nvSpPr>
        <p:spPr>
          <a:xfrm>
            <a:off x="0" y="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29" name=""/>
          <p:cNvSpPr/>
          <p:nvPr/>
        </p:nvSpPr>
        <p:spPr>
          <a:xfrm>
            <a:off x="0" y="3314520"/>
            <a:ext cx="95400" cy="3314880"/>
          </a:xfrm>
          <a:custGeom>
            <a:avLst/>
            <a:gdLst/>
            <a:ahLst/>
            <a:rect l="0" t="0" r="r" b="b"/>
            <a:pathLst>
              <a:path w="265" h="9208">
                <a:moveTo>
                  <a:pt x="0" y="0"/>
                </a:moveTo>
                <a:lnTo>
                  <a:pt x="265" y="0"/>
                </a:lnTo>
                <a:lnTo>
                  <a:pt x="265" y="9208"/>
                </a:lnTo>
                <a:lnTo>
                  <a:pt x="0" y="9208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30" name=""/>
          <p:cNvSpPr/>
          <p:nvPr/>
        </p:nvSpPr>
        <p:spPr>
          <a:xfrm>
            <a:off x="0" y="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31" name=""/>
          <p:cNvSpPr/>
          <p:nvPr/>
        </p:nvSpPr>
        <p:spPr>
          <a:xfrm>
            <a:off x="0" y="47520"/>
            <a:ext cx="12192120" cy="47880"/>
          </a:xfrm>
          <a:custGeom>
            <a:avLst/>
            <a:gdLst/>
            <a:ahLst/>
            <a:rect l="0" t="0" r="r" b="b"/>
            <a:pathLst>
              <a:path w="33867" h="133">
                <a:moveTo>
                  <a:pt x="0" y="0"/>
                </a:moveTo>
                <a:lnTo>
                  <a:pt x="33867" y="0"/>
                </a:lnTo>
                <a:lnTo>
                  <a:pt x="33867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32" name=""/>
          <p:cNvSpPr/>
          <p:nvPr/>
        </p:nvSpPr>
        <p:spPr>
          <a:xfrm>
            <a:off x="933120" y="19713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4"/>
                  <a:pt x="285" y="193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20" y="273"/>
                  <a:pt x="211" y="278"/>
                  <a:pt x="203" y="281"/>
                </a:cubicBezTo>
                <a:cubicBezTo>
                  <a:pt x="194" y="285"/>
                  <a:pt x="185" y="288"/>
                  <a:pt x="175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3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8"/>
                  <a:pt x="203" y="11"/>
                </a:cubicBezTo>
                <a:cubicBezTo>
                  <a:pt x="211" y="15"/>
                  <a:pt x="220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33" name=""/>
          <p:cNvSpPr txBox="1"/>
          <p:nvPr/>
        </p:nvSpPr>
        <p:spPr>
          <a:xfrm>
            <a:off x="571320" y="1310040"/>
            <a:ext cx="14295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Future Work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34" name=""/>
          <p:cNvSpPr txBox="1"/>
          <p:nvPr/>
        </p:nvSpPr>
        <p:spPr>
          <a:xfrm>
            <a:off x="1200240" y="1814760"/>
            <a:ext cx="321444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Categorical effect modifiers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35" name=""/>
          <p:cNvSpPr/>
          <p:nvPr/>
        </p:nvSpPr>
        <p:spPr>
          <a:xfrm>
            <a:off x="933120" y="2419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5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7"/>
                  <a:pt x="203" y="11"/>
                </a:cubicBezTo>
                <a:cubicBezTo>
                  <a:pt x="211" y="15"/>
                  <a:pt x="220" y="19"/>
                  <a:pt x="228" y="24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36" name=""/>
          <p:cNvSpPr txBox="1"/>
          <p:nvPr/>
        </p:nvSpPr>
        <p:spPr>
          <a:xfrm>
            <a:off x="4797360" y="1857240"/>
            <a:ext cx="11271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への拡張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37" name=""/>
          <p:cNvSpPr txBox="1"/>
          <p:nvPr/>
        </p:nvSpPr>
        <p:spPr>
          <a:xfrm>
            <a:off x="1200240" y="2305080"/>
            <a:ext cx="43178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関連する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baseline characteristic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を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38" name=""/>
          <p:cNvSpPr txBox="1"/>
          <p:nvPr/>
        </p:nvSpPr>
        <p:spPr>
          <a:xfrm>
            <a:off x="5489280" y="2262240"/>
            <a:ext cx="448992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どう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effect modifier </a:t>
            </a:r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として同定するか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39" name=""/>
          <p:cNvSpPr txBox="1"/>
          <p:nvPr/>
        </p:nvSpPr>
        <p:spPr>
          <a:xfrm>
            <a:off x="10200960" y="2305080"/>
            <a:ext cx="13939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という上流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40" name=""/>
          <p:cNvSpPr/>
          <p:nvPr/>
        </p:nvSpPr>
        <p:spPr>
          <a:xfrm>
            <a:off x="933120" y="3228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5"/>
                  <a:pt x="194" y="7"/>
                  <a:pt x="203" y="11"/>
                </a:cubicBezTo>
                <a:cubicBezTo>
                  <a:pt x="211" y="15"/>
                  <a:pt x="220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41" name=""/>
          <p:cNvSpPr txBox="1"/>
          <p:nvPr/>
        </p:nvSpPr>
        <p:spPr>
          <a:xfrm>
            <a:off x="1200240" y="2676600"/>
            <a:ext cx="5342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課題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42" name=""/>
          <p:cNvSpPr txBox="1"/>
          <p:nvPr/>
        </p:nvSpPr>
        <p:spPr>
          <a:xfrm>
            <a:off x="1200240" y="3114720"/>
            <a:ext cx="51969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多変量拡張、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small-sample bias correction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43" name=""/>
          <p:cNvSpPr/>
          <p:nvPr/>
        </p:nvSpPr>
        <p:spPr>
          <a:xfrm>
            <a:off x="3768120" y="4259160"/>
            <a:ext cx="13680" cy="327600"/>
          </a:xfrm>
          <a:custGeom>
            <a:avLst/>
            <a:gdLst/>
            <a:ahLst/>
            <a:rect l="0" t="0" r="r" b="b"/>
            <a:pathLst>
              <a:path w="38" h="910">
                <a:moveTo>
                  <a:pt x="19" y="910"/>
                </a:moveTo>
                <a:lnTo>
                  <a:pt x="17" y="910"/>
                </a:lnTo>
                <a:cubicBezTo>
                  <a:pt x="9" y="910"/>
                  <a:pt x="4" y="906"/>
                  <a:pt x="0" y="898"/>
                </a:cubicBezTo>
                <a:lnTo>
                  <a:pt x="0" y="455"/>
                </a:lnTo>
                <a:lnTo>
                  <a:pt x="1" y="12"/>
                </a:lnTo>
                <a:cubicBezTo>
                  <a:pt x="7" y="4"/>
                  <a:pt x="13" y="0"/>
                  <a:pt x="19" y="0"/>
                </a:cubicBezTo>
                <a:cubicBezTo>
                  <a:pt x="26" y="0"/>
                  <a:pt x="34" y="5"/>
                  <a:pt x="38" y="14"/>
                </a:cubicBezTo>
                <a:lnTo>
                  <a:pt x="38" y="898"/>
                </a:lnTo>
                <a:cubicBezTo>
                  <a:pt x="33" y="906"/>
                  <a:pt x="26" y="910"/>
                  <a:pt x="20" y="910"/>
                </a:cubicBezTo>
                <a:lnTo>
                  <a:pt x="19" y="9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44" name=""/>
          <p:cNvSpPr/>
          <p:nvPr/>
        </p:nvSpPr>
        <p:spPr>
          <a:xfrm>
            <a:off x="3826080" y="4363560"/>
            <a:ext cx="164160" cy="145800"/>
          </a:xfrm>
          <a:custGeom>
            <a:avLst/>
            <a:gdLst/>
            <a:ahLst/>
            <a:rect l="0" t="0" r="r" b="b"/>
            <a:pathLst>
              <a:path w="456" h="405">
                <a:moveTo>
                  <a:pt x="20" y="134"/>
                </a:moveTo>
                <a:cubicBezTo>
                  <a:pt x="7" y="134"/>
                  <a:pt x="0" y="131"/>
                  <a:pt x="0" y="125"/>
                </a:cubicBezTo>
                <a:cubicBezTo>
                  <a:pt x="0" y="121"/>
                  <a:pt x="9" y="107"/>
                  <a:pt x="25" y="85"/>
                </a:cubicBezTo>
                <a:cubicBezTo>
                  <a:pt x="42" y="62"/>
                  <a:pt x="59" y="44"/>
                  <a:pt x="75" y="30"/>
                </a:cubicBezTo>
                <a:cubicBezTo>
                  <a:pt x="96" y="14"/>
                  <a:pt x="116" y="4"/>
                  <a:pt x="134" y="2"/>
                </a:cubicBezTo>
                <a:cubicBezTo>
                  <a:pt x="138" y="1"/>
                  <a:pt x="189" y="0"/>
                  <a:pt x="287" y="0"/>
                </a:cubicBezTo>
                <a:cubicBezTo>
                  <a:pt x="384" y="0"/>
                  <a:pt x="434" y="1"/>
                  <a:pt x="437" y="2"/>
                </a:cubicBezTo>
                <a:cubicBezTo>
                  <a:pt x="450" y="5"/>
                  <a:pt x="456" y="13"/>
                  <a:pt x="456" y="26"/>
                </a:cubicBezTo>
                <a:cubicBezTo>
                  <a:pt x="456" y="35"/>
                  <a:pt x="453" y="43"/>
                  <a:pt x="447" y="50"/>
                </a:cubicBezTo>
                <a:cubicBezTo>
                  <a:pt x="442" y="57"/>
                  <a:pt x="435" y="62"/>
                  <a:pt x="426" y="65"/>
                </a:cubicBezTo>
                <a:cubicBezTo>
                  <a:pt x="423" y="66"/>
                  <a:pt x="394" y="67"/>
                  <a:pt x="339" y="67"/>
                </a:cubicBezTo>
                <a:cubicBezTo>
                  <a:pt x="284" y="67"/>
                  <a:pt x="257" y="67"/>
                  <a:pt x="257" y="68"/>
                </a:cubicBezTo>
                <a:cubicBezTo>
                  <a:pt x="257" y="69"/>
                  <a:pt x="252" y="94"/>
                  <a:pt x="243" y="143"/>
                </a:cubicBezTo>
                <a:cubicBezTo>
                  <a:pt x="234" y="192"/>
                  <a:pt x="224" y="243"/>
                  <a:pt x="214" y="294"/>
                </a:cubicBezTo>
                <a:cubicBezTo>
                  <a:pt x="203" y="345"/>
                  <a:pt x="198" y="372"/>
                  <a:pt x="197" y="375"/>
                </a:cubicBezTo>
                <a:cubicBezTo>
                  <a:pt x="194" y="384"/>
                  <a:pt x="189" y="392"/>
                  <a:pt x="181" y="397"/>
                </a:cubicBezTo>
                <a:cubicBezTo>
                  <a:pt x="173" y="402"/>
                  <a:pt x="164" y="405"/>
                  <a:pt x="154" y="405"/>
                </a:cubicBezTo>
                <a:cubicBezTo>
                  <a:pt x="134" y="405"/>
                  <a:pt x="124" y="395"/>
                  <a:pt x="124" y="375"/>
                </a:cubicBezTo>
                <a:lnTo>
                  <a:pt x="124" y="366"/>
                </a:lnTo>
                <a:lnTo>
                  <a:pt x="170" y="219"/>
                </a:lnTo>
                <a:cubicBezTo>
                  <a:pt x="176" y="196"/>
                  <a:pt x="184" y="171"/>
                  <a:pt x="192" y="145"/>
                </a:cubicBezTo>
                <a:cubicBezTo>
                  <a:pt x="200" y="118"/>
                  <a:pt x="206" y="99"/>
                  <a:pt x="211" y="87"/>
                </a:cubicBezTo>
                <a:lnTo>
                  <a:pt x="216" y="67"/>
                </a:lnTo>
                <a:cubicBezTo>
                  <a:pt x="216" y="67"/>
                  <a:pt x="202" y="67"/>
                  <a:pt x="174" y="67"/>
                </a:cubicBezTo>
                <a:cubicBezTo>
                  <a:pt x="173" y="67"/>
                  <a:pt x="170" y="67"/>
                  <a:pt x="164" y="67"/>
                </a:cubicBezTo>
                <a:cubicBezTo>
                  <a:pt x="159" y="67"/>
                  <a:pt x="155" y="66"/>
                  <a:pt x="152" y="66"/>
                </a:cubicBezTo>
                <a:cubicBezTo>
                  <a:pt x="104" y="66"/>
                  <a:pt x="67" y="85"/>
                  <a:pt x="40" y="124"/>
                </a:cubicBezTo>
                <a:cubicBezTo>
                  <a:pt x="37" y="129"/>
                  <a:pt x="34" y="131"/>
                  <a:pt x="32" y="132"/>
                </a:cubicBezTo>
                <a:cubicBezTo>
                  <a:pt x="30" y="133"/>
                  <a:pt x="26" y="133"/>
                  <a:pt x="20" y="13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45" name=""/>
          <p:cNvSpPr/>
          <p:nvPr/>
        </p:nvSpPr>
        <p:spPr>
          <a:xfrm>
            <a:off x="3861360" y="4310640"/>
            <a:ext cx="118800" cy="15480"/>
          </a:xfrm>
          <a:custGeom>
            <a:avLst/>
            <a:gdLst/>
            <a:ahLst/>
            <a:rect l="0" t="0" r="r" b="b"/>
            <a:pathLst>
              <a:path w="330" h="43">
                <a:moveTo>
                  <a:pt x="0" y="0"/>
                </a:moveTo>
                <a:lnTo>
                  <a:pt x="330" y="0"/>
                </a:lnTo>
                <a:lnTo>
                  <a:pt x="330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46" name=""/>
          <p:cNvSpPr/>
          <p:nvPr/>
        </p:nvSpPr>
        <p:spPr>
          <a:xfrm>
            <a:off x="3993480" y="4399560"/>
            <a:ext cx="80280" cy="154800"/>
          </a:xfrm>
          <a:custGeom>
            <a:avLst/>
            <a:gdLst/>
            <a:ahLst/>
            <a:rect l="0" t="0" r="r" b="b"/>
            <a:pathLst>
              <a:path w="223" h="430">
                <a:moveTo>
                  <a:pt x="85" y="57"/>
                </a:moveTo>
                <a:lnTo>
                  <a:pt x="76" y="60"/>
                </a:lnTo>
                <a:cubicBezTo>
                  <a:pt x="70" y="62"/>
                  <a:pt x="61" y="64"/>
                  <a:pt x="50" y="67"/>
                </a:cubicBezTo>
                <a:cubicBezTo>
                  <a:pt x="39" y="69"/>
                  <a:pt x="26" y="70"/>
                  <a:pt x="12" y="71"/>
                </a:cubicBezTo>
                <a:lnTo>
                  <a:pt x="0" y="71"/>
                </a:lnTo>
                <a:lnTo>
                  <a:pt x="0" y="41"/>
                </a:lnTo>
                <a:lnTo>
                  <a:pt x="12" y="41"/>
                </a:lnTo>
                <a:cubicBezTo>
                  <a:pt x="33" y="41"/>
                  <a:pt x="51" y="37"/>
                  <a:pt x="69" y="32"/>
                </a:cubicBezTo>
                <a:cubicBezTo>
                  <a:pt x="87" y="26"/>
                  <a:pt x="99" y="21"/>
                  <a:pt x="105" y="16"/>
                </a:cubicBezTo>
                <a:cubicBezTo>
                  <a:pt x="112" y="12"/>
                  <a:pt x="118" y="7"/>
                  <a:pt x="123" y="2"/>
                </a:cubicBezTo>
                <a:cubicBezTo>
                  <a:pt x="124" y="1"/>
                  <a:pt x="127" y="0"/>
                  <a:pt x="131" y="0"/>
                </a:cubicBezTo>
                <a:cubicBezTo>
                  <a:pt x="135" y="0"/>
                  <a:pt x="139" y="2"/>
                  <a:pt x="142" y="4"/>
                </a:cubicBezTo>
                <a:lnTo>
                  <a:pt x="142" y="197"/>
                </a:lnTo>
                <a:lnTo>
                  <a:pt x="143" y="390"/>
                </a:lnTo>
                <a:cubicBezTo>
                  <a:pt x="146" y="393"/>
                  <a:pt x="148" y="395"/>
                  <a:pt x="150" y="395"/>
                </a:cubicBezTo>
                <a:cubicBezTo>
                  <a:pt x="153" y="396"/>
                  <a:pt x="158" y="397"/>
                  <a:pt x="166" y="398"/>
                </a:cubicBezTo>
                <a:cubicBezTo>
                  <a:pt x="174" y="399"/>
                  <a:pt x="187" y="399"/>
                  <a:pt x="206" y="399"/>
                </a:cubicBezTo>
                <a:lnTo>
                  <a:pt x="223" y="399"/>
                </a:lnTo>
                <a:lnTo>
                  <a:pt x="223" y="430"/>
                </a:lnTo>
                <a:lnTo>
                  <a:pt x="215" y="430"/>
                </a:lnTo>
                <a:cubicBezTo>
                  <a:pt x="206" y="429"/>
                  <a:pt x="172" y="428"/>
                  <a:pt x="113" y="428"/>
                </a:cubicBezTo>
                <a:cubicBezTo>
                  <a:pt x="54" y="428"/>
                  <a:pt x="20" y="429"/>
                  <a:pt x="11" y="430"/>
                </a:cubicBezTo>
                <a:lnTo>
                  <a:pt x="3" y="430"/>
                </a:lnTo>
                <a:lnTo>
                  <a:pt x="3" y="399"/>
                </a:lnTo>
                <a:lnTo>
                  <a:pt x="20" y="399"/>
                </a:lnTo>
                <a:cubicBezTo>
                  <a:pt x="30" y="399"/>
                  <a:pt x="38" y="399"/>
                  <a:pt x="45" y="399"/>
                </a:cubicBezTo>
                <a:cubicBezTo>
                  <a:pt x="51" y="399"/>
                  <a:pt x="57" y="399"/>
                  <a:pt x="61" y="399"/>
                </a:cubicBezTo>
                <a:cubicBezTo>
                  <a:pt x="65" y="398"/>
                  <a:pt x="69" y="398"/>
                  <a:pt x="72" y="397"/>
                </a:cubicBezTo>
                <a:cubicBezTo>
                  <a:pt x="75" y="396"/>
                  <a:pt x="77" y="395"/>
                  <a:pt x="77" y="395"/>
                </a:cubicBezTo>
                <a:cubicBezTo>
                  <a:pt x="78" y="395"/>
                  <a:pt x="79" y="394"/>
                  <a:pt x="81" y="392"/>
                </a:cubicBezTo>
                <a:cubicBezTo>
                  <a:pt x="83" y="390"/>
                  <a:pt x="84" y="389"/>
                  <a:pt x="85" y="390"/>
                </a:cubicBezTo>
                <a:lnTo>
                  <a:pt x="85" y="5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47" name=""/>
          <p:cNvSpPr/>
          <p:nvPr/>
        </p:nvSpPr>
        <p:spPr>
          <a:xfrm>
            <a:off x="4206960" y="4416480"/>
            <a:ext cx="200160" cy="13320"/>
          </a:xfrm>
          <a:custGeom>
            <a:avLst/>
            <a:gdLst/>
            <a:ahLst/>
            <a:rect l="0" t="0" r="r" b="b"/>
            <a:pathLst>
              <a:path w="556" h="37">
                <a:moveTo>
                  <a:pt x="13" y="0"/>
                </a:moveTo>
                <a:lnTo>
                  <a:pt x="542" y="0"/>
                </a:lnTo>
                <a:cubicBezTo>
                  <a:pt x="551" y="4"/>
                  <a:pt x="556" y="11"/>
                  <a:pt x="556" y="18"/>
                </a:cubicBezTo>
                <a:cubicBezTo>
                  <a:pt x="556" y="25"/>
                  <a:pt x="551" y="32"/>
                  <a:pt x="542" y="37"/>
                </a:cubicBezTo>
                <a:lnTo>
                  <a:pt x="13" y="37"/>
                </a:lnTo>
                <a:cubicBezTo>
                  <a:pt x="4" y="33"/>
                  <a:pt x="0" y="27"/>
                  <a:pt x="0" y="18"/>
                </a:cubicBezTo>
                <a:cubicBezTo>
                  <a:pt x="0" y="10"/>
                  <a:pt x="4" y="4"/>
                  <a:pt x="13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48" name=""/>
          <p:cNvSpPr/>
          <p:nvPr/>
        </p:nvSpPr>
        <p:spPr>
          <a:xfrm>
            <a:off x="4512960" y="4363560"/>
            <a:ext cx="163800" cy="145800"/>
          </a:xfrm>
          <a:custGeom>
            <a:avLst/>
            <a:gdLst/>
            <a:ahLst/>
            <a:rect l="0" t="0" r="r" b="b"/>
            <a:pathLst>
              <a:path w="455" h="405">
                <a:moveTo>
                  <a:pt x="19" y="134"/>
                </a:moveTo>
                <a:cubicBezTo>
                  <a:pt x="6" y="134"/>
                  <a:pt x="0" y="131"/>
                  <a:pt x="0" y="125"/>
                </a:cubicBezTo>
                <a:cubicBezTo>
                  <a:pt x="0" y="121"/>
                  <a:pt x="8" y="107"/>
                  <a:pt x="25" y="85"/>
                </a:cubicBezTo>
                <a:cubicBezTo>
                  <a:pt x="41" y="62"/>
                  <a:pt x="57" y="44"/>
                  <a:pt x="74" y="30"/>
                </a:cubicBezTo>
                <a:cubicBezTo>
                  <a:pt x="95" y="14"/>
                  <a:pt x="115" y="4"/>
                  <a:pt x="133" y="2"/>
                </a:cubicBezTo>
                <a:cubicBezTo>
                  <a:pt x="136" y="1"/>
                  <a:pt x="187" y="0"/>
                  <a:pt x="286" y="0"/>
                </a:cubicBezTo>
                <a:cubicBezTo>
                  <a:pt x="383" y="0"/>
                  <a:pt x="434" y="1"/>
                  <a:pt x="437" y="2"/>
                </a:cubicBezTo>
                <a:cubicBezTo>
                  <a:pt x="449" y="5"/>
                  <a:pt x="455" y="13"/>
                  <a:pt x="455" y="26"/>
                </a:cubicBezTo>
                <a:cubicBezTo>
                  <a:pt x="455" y="35"/>
                  <a:pt x="452" y="43"/>
                  <a:pt x="447" y="50"/>
                </a:cubicBezTo>
                <a:cubicBezTo>
                  <a:pt x="441" y="57"/>
                  <a:pt x="434" y="62"/>
                  <a:pt x="426" y="65"/>
                </a:cubicBezTo>
                <a:cubicBezTo>
                  <a:pt x="422" y="66"/>
                  <a:pt x="392" y="67"/>
                  <a:pt x="338" y="67"/>
                </a:cubicBezTo>
                <a:cubicBezTo>
                  <a:pt x="283" y="67"/>
                  <a:pt x="256" y="67"/>
                  <a:pt x="256" y="68"/>
                </a:cubicBezTo>
                <a:cubicBezTo>
                  <a:pt x="255" y="69"/>
                  <a:pt x="250" y="94"/>
                  <a:pt x="241" y="143"/>
                </a:cubicBezTo>
                <a:cubicBezTo>
                  <a:pt x="232" y="192"/>
                  <a:pt x="222" y="243"/>
                  <a:pt x="212" y="294"/>
                </a:cubicBezTo>
                <a:cubicBezTo>
                  <a:pt x="202" y="345"/>
                  <a:pt x="196" y="372"/>
                  <a:pt x="196" y="375"/>
                </a:cubicBezTo>
                <a:cubicBezTo>
                  <a:pt x="193" y="384"/>
                  <a:pt x="187" y="392"/>
                  <a:pt x="179" y="397"/>
                </a:cubicBezTo>
                <a:cubicBezTo>
                  <a:pt x="171" y="402"/>
                  <a:pt x="163" y="405"/>
                  <a:pt x="153" y="405"/>
                </a:cubicBezTo>
                <a:cubicBezTo>
                  <a:pt x="133" y="405"/>
                  <a:pt x="123" y="395"/>
                  <a:pt x="123" y="375"/>
                </a:cubicBezTo>
                <a:lnTo>
                  <a:pt x="123" y="366"/>
                </a:lnTo>
                <a:lnTo>
                  <a:pt x="168" y="219"/>
                </a:lnTo>
                <a:cubicBezTo>
                  <a:pt x="175" y="196"/>
                  <a:pt x="182" y="171"/>
                  <a:pt x="190" y="145"/>
                </a:cubicBezTo>
                <a:cubicBezTo>
                  <a:pt x="198" y="118"/>
                  <a:pt x="204" y="99"/>
                  <a:pt x="209" y="87"/>
                </a:cubicBezTo>
                <a:lnTo>
                  <a:pt x="215" y="67"/>
                </a:lnTo>
                <a:cubicBezTo>
                  <a:pt x="215" y="67"/>
                  <a:pt x="201" y="67"/>
                  <a:pt x="173" y="67"/>
                </a:cubicBezTo>
                <a:cubicBezTo>
                  <a:pt x="172" y="67"/>
                  <a:pt x="168" y="67"/>
                  <a:pt x="163" y="67"/>
                </a:cubicBezTo>
                <a:cubicBezTo>
                  <a:pt x="157" y="67"/>
                  <a:pt x="153" y="66"/>
                  <a:pt x="150" y="66"/>
                </a:cubicBezTo>
                <a:cubicBezTo>
                  <a:pt x="103" y="66"/>
                  <a:pt x="66" y="85"/>
                  <a:pt x="39" y="124"/>
                </a:cubicBezTo>
                <a:cubicBezTo>
                  <a:pt x="36" y="129"/>
                  <a:pt x="34" y="131"/>
                  <a:pt x="32" y="132"/>
                </a:cubicBezTo>
                <a:cubicBezTo>
                  <a:pt x="30" y="133"/>
                  <a:pt x="26" y="133"/>
                  <a:pt x="19" y="13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49" name=""/>
          <p:cNvSpPr/>
          <p:nvPr/>
        </p:nvSpPr>
        <p:spPr>
          <a:xfrm>
            <a:off x="4548240" y="4310640"/>
            <a:ext cx="118440" cy="15480"/>
          </a:xfrm>
          <a:custGeom>
            <a:avLst/>
            <a:gdLst/>
            <a:ahLst/>
            <a:rect l="0" t="0" r="r" b="b"/>
            <a:pathLst>
              <a:path w="329" h="43">
                <a:moveTo>
                  <a:pt x="0" y="0"/>
                </a:moveTo>
                <a:lnTo>
                  <a:pt x="329" y="0"/>
                </a:lnTo>
                <a:lnTo>
                  <a:pt x="329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50" name=""/>
          <p:cNvSpPr/>
          <p:nvPr/>
        </p:nvSpPr>
        <p:spPr>
          <a:xfrm>
            <a:off x="4672440" y="4399560"/>
            <a:ext cx="92880" cy="154800"/>
          </a:xfrm>
          <a:custGeom>
            <a:avLst/>
            <a:gdLst/>
            <a:ahLst/>
            <a:rect l="0" t="0" r="r" b="b"/>
            <a:pathLst>
              <a:path w="258" h="430">
                <a:moveTo>
                  <a:pt x="38" y="153"/>
                </a:moveTo>
                <a:cubicBezTo>
                  <a:pt x="27" y="153"/>
                  <a:pt x="18" y="149"/>
                  <a:pt x="11" y="141"/>
                </a:cubicBezTo>
                <a:cubicBezTo>
                  <a:pt x="4" y="134"/>
                  <a:pt x="0" y="124"/>
                  <a:pt x="0" y="113"/>
                </a:cubicBezTo>
                <a:cubicBezTo>
                  <a:pt x="0" y="82"/>
                  <a:pt x="12" y="56"/>
                  <a:pt x="35" y="34"/>
                </a:cubicBezTo>
                <a:cubicBezTo>
                  <a:pt x="57" y="11"/>
                  <a:pt x="86" y="0"/>
                  <a:pt x="119" y="0"/>
                </a:cubicBezTo>
                <a:cubicBezTo>
                  <a:pt x="159" y="0"/>
                  <a:pt x="191" y="12"/>
                  <a:pt x="218" y="36"/>
                </a:cubicBezTo>
                <a:cubicBezTo>
                  <a:pt x="244" y="60"/>
                  <a:pt x="258" y="91"/>
                  <a:pt x="258" y="130"/>
                </a:cubicBezTo>
                <a:cubicBezTo>
                  <a:pt x="258" y="148"/>
                  <a:pt x="254" y="166"/>
                  <a:pt x="245" y="182"/>
                </a:cubicBezTo>
                <a:cubicBezTo>
                  <a:pt x="237" y="199"/>
                  <a:pt x="226" y="214"/>
                  <a:pt x="214" y="226"/>
                </a:cubicBezTo>
                <a:cubicBezTo>
                  <a:pt x="201" y="239"/>
                  <a:pt x="184" y="254"/>
                  <a:pt x="162" y="274"/>
                </a:cubicBezTo>
                <a:cubicBezTo>
                  <a:pt x="147" y="287"/>
                  <a:pt x="125" y="307"/>
                  <a:pt x="98" y="333"/>
                </a:cubicBezTo>
                <a:lnTo>
                  <a:pt x="60" y="369"/>
                </a:lnTo>
                <a:lnTo>
                  <a:pt x="109" y="370"/>
                </a:lnTo>
                <a:cubicBezTo>
                  <a:pt x="176" y="370"/>
                  <a:pt x="213" y="369"/>
                  <a:pt x="217" y="366"/>
                </a:cubicBezTo>
                <a:cubicBezTo>
                  <a:pt x="220" y="366"/>
                  <a:pt x="225" y="346"/>
                  <a:pt x="232" y="309"/>
                </a:cubicBezTo>
                <a:lnTo>
                  <a:pt x="232" y="307"/>
                </a:lnTo>
                <a:lnTo>
                  <a:pt x="258" y="307"/>
                </a:lnTo>
                <a:lnTo>
                  <a:pt x="258" y="309"/>
                </a:lnTo>
                <a:cubicBezTo>
                  <a:pt x="258" y="310"/>
                  <a:pt x="255" y="330"/>
                  <a:pt x="250" y="368"/>
                </a:cubicBezTo>
                <a:cubicBezTo>
                  <a:pt x="245" y="406"/>
                  <a:pt x="241" y="426"/>
                  <a:pt x="240" y="428"/>
                </a:cubicBezTo>
                <a:lnTo>
                  <a:pt x="240" y="430"/>
                </a:lnTo>
                <a:lnTo>
                  <a:pt x="0" y="430"/>
                </a:lnTo>
                <a:lnTo>
                  <a:pt x="0" y="418"/>
                </a:lnTo>
                <a:lnTo>
                  <a:pt x="0" y="410"/>
                </a:lnTo>
                <a:cubicBezTo>
                  <a:pt x="0" y="407"/>
                  <a:pt x="2" y="403"/>
                  <a:pt x="4" y="399"/>
                </a:cubicBezTo>
                <a:cubicBezTo>
                  <a:pt x="7" y="396"/>
                  <a:pt x="13" y="388"/>
                  <a:pt x="24" y="377"/>
                </a:cubicBezTo>
                <a:cubicBezTo>
                  <a:pt x="36" y="363"/>
                  <a:pt x="47" y="351"/>
                  <a:pt x="56" y="341"/>
                </a:cubicBezTo>
                <a:cubicBezTo>
                  <a:pt x="60" y="336"/>
                  <a:pt x="67" y="328"/>
                  <a:pt x="78" y="317"/>
                </a:cubicBezTo>
                <a:cubicBezTo>
                  <a:pt x="88" y="305"/>
                  <a:pt x="96" y="297"/>
                  <a:pt x="100" y="293"/>
                </a:cubicBezTo>
                <a:cubicBezTo>
                  <a:pt x="103" y="289"/>
                  <a:pt x="110" y="282"/>
                  <a:pt x="118" y="272"/>
                </a:cubicBezTo>
                <a:cubicBezTo>
                  <a:pt x="127" y="262"/>
                  <a:pt x="133" y="255"/>
                  <a:pt x="136" y="250"/>
                </a:cubicBezTo>
                <a:cubicBezTo>
                  <a:pt x="140" y="245"/>
                  <a:pt x="145" y="239"/>
                  <a:pt x="151" y="231"/>
                </a:cubicBezTo>
                <a:cubicBezTo>
                  <a:pt x="157" y="223"/>
                  <a:pt x="162" y="216"/>
                  <a:pt x="165" y="210"/>
                </a:cubicBezTo>
                <a:cubicBezTo>
                  <a:pt x="167" y="204"/>
                  <a:pt x="170" y="198"/>
                  <a:pt x="174" y="191"/>
                </a:cubicBezTo>
                <a:cubicBezTo>
                  <a:pt x="178" y="185"/>
                  <a:pt x="181" y="178"/>
                  <a:pt x="183" y="171"/>
                </a:cubicBezTo>
                <a:cubicBezTo>
                  <a:pt x="184" y="164"/>
                  <a:pt x="186" y="158"/>
                  <a:pt x="187" y="152"/>
                </a:cubicBezTo>
                <a:cubicBezTo>
                  <a:pt x="188" y="146"/>
                  <a:pt x="189" y="138"/>
                  <a:pt x="189" y="130"/>
                </a:cubicBezTo>
                <a:cubicBezTo>
                  <a:pt x="189" y="103"/>
                  <a:pt x="182" y="80"/>
                  <a:pt x="167" y="60"/>
                </a:cubicBezTo>
                <a:cubicBezTo>
                  <a:pt x="153" y="40"/>
                  <a:pt x="132" y="31"/>
                  <a:pt x="105" y="31"/>
                </a:cubicBezTo>
                <a:cubicBezTo>
                  <a:pt x="91" y="31"/>
                  <a:pt x="78" y="34"/>
                  <a:pt x="67" y="41"/>
                </a:cubicBezTo>
                <a:cubicBezTo>
                  <a:pt x="57" y="49"/>
                  <a:pt x="49" y="56"/>
                  <a:pt x="45" y="63"/>
                </a:cubicBezTo>
                <a:cubicBezTo>
                  <a:pt x="41" y="70"/>
                  <a:pt x="38" y="74"/>
                  <a:pt x="38" y="75"/>
                </a:cubicBezTo>
                <a:cubicBezTo>
                  <a:pt x="38" y="75"/>
                  <a:pt x="39" y="76"/>
                  <a:pt x="42" y="76"/>
                </a:cubicBezTo>
                <a:cubicBezTo>
                  <a:pt x="49" y="76"/>
                  <a:pt x="57" y="79"/>
                  <a:pt x="65" y="85"/>
                </a:cubicBezTo>
                <a:cubicBezTo>
                  <a:pt x="74" y="91"/>
                  <a:pt x="78" y="100"/>
                  <a:pt x="78" y="114"/>
                </a:cubicBezTo>
                <a:cubicBezTo>
                  <a:pt x="78" y="125"/>
                  <a:pt x="74" y="134"/>
                  <a:pt x="67" y="141"/>
                </a:cubicBezTo>
                <a:cubicBezTo>
                  <a:pt x="61" y="149"/>
                  <a:pt x="51" y="152"/>
                  <a:pt x="38" y="15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51" name=""/>
          <p:cNvSpPr/>
          <p:nvPr/>
        </p:nvSpPr>
        <p:spPr>
          <a:xfrm>
            <a:off x="4832280" y="4259160"/>
            <a:ext cx="13320" cy="327600"/>
          </a:xfrm>
          <a:custGeom>
            <a:avLst/>
            <a:gdLst/>
            <a:ahLst/>
            <a:rect l="0" t="0" r="r" b="b"/>
            <a:pathLst>
              <a:path w="37" h="910">
                <a:moveTo>
                  <a:pt x="18" y="910"/>
                </a:moveTo>
                <a:lnTo>
                  <a:pt x="16" y="910"/>
                </a:lnTo>
                <a:cubicBezTo>
                  <a:pt x="9" y="910"/>
                  <a:pt x="4" y="906"/>
                  <a:pt x="0" y="898"/>
                </a:cubicBezTo>
                <a:lnTo>
                  <a:pt x="0" y="455"/>
                </a:lnTo>
                <a:lnTo>
                  <a:pt x="1" y="12"/>
                </a:lnTo>
                <a:cubicBezTo>
                  <a:pt x="7" y="4"/>
                  <a:pt x="13" y="0"/>
                  <a:pt x="18" y="0"/>
                </a:cubicBezTo>
                <a:cubicBezTo>
                  <a:pt x="27" y="0"/>
                  <a:pt x="33" y="5"/>
                  <a:pt x="37" y="14"/>
                </a:cubicBezTo>
                <a:lnTo>
                  <a:pt x="37" y="898"/>
                </a:lnTo>
                <a:cubicBezTo>
                  <a:pt x="32" y="906"/>
                  <a:pt x="27" y="910"/>
                  <a:pt x="20" y="910"/>
                </a:cubicBezTo>
                <a:lnTo>
                  <a:pt x="18" y="9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52" name=""/>
          <p:cNvSpPr/>
          <p:nvPr/>
        </p:nvSpPr>
        <p:spPr>
          <a:xfrm>
            <a:off x="5002560" y="4296600"/>
            <a:ext cx="200520" cy="253800"/>
          </a:xfrm>
          <a:custGeom>
            <a:avLst/>
            <a:gdLst/>
            <a:ahLst/>
            <a:rect l="0" t="0" r="r" b="b"/>
            <a:pathLst>
              <a:path w="557" h="705">
                <a:moveTo>
                  <a:pt x="539" y="0"/>
                </a:moveTo>
                <a:cubicBezTo>
                  <a:pt x="544" y="0"/>
                  <a:pt x="548" y="1"/>
                  <a:pt x="551" y="5"/>
                </a:cubicBezTo>
                <a:cubicBezTo>
                  <a:pt x="555" y="9"/>
                  <a:pt x="557" y="13"/>
                  <a:pt x="557" y="19"/>
                </a:cubicBezTo>
                <a:cubicBezTo>
                  <a:pt x="557" y="24"/>
                  <a:pt x="555" y="28"/>
                  <a:pt x="551" y="31"/>
                </a:cubicBezTo>
                <a:cubicBezTo>
                  <a:pt x="550" y="32"/>
                  <a:pt x="468" y="71"/>
                  <a:pt x="305" y="149"/>
                </a:cubicBezTo>
                <a:lnTo>
                  <a:pt x="62" y="263"/>
                </a:lnTo>
                <a:lnTo>
                  <a:pt x="288" y="371"/>
                </a:lnTo>
                <a:cubicBezTo>
                  <a:pt x="463" y="454"/>
                  <a:pt x="552" y="497"/>
                  <a:pt x="554" y="500"/>
                </a:cubicBezTo>
                <a:cubicBezTo>
                  <a:pt x="556" y="504"/>
                  <a:pt x="557" y="507"/>
                  <a:pt x="557" y="510"/>
                </a:cubicBezTo>
                <a:cubicBezTo>
                  <a:pt x="557" y="521"/>
                  <a:pt x="551" y="527"/>
                  <a:pt x="540" y="528"/>
                </a:cubicBezTo>
                <a:lnTo>
                  <a:pt x="535" y="528"/>
                </a:lnTo>
                <a:lnTo>
                  <a:pt x="272" y="405"/>
                </a:lnTo>
                <a:cubicBezTo>
                  <a:pt x="96" y="320"/>
                  <a:pt x="7" y="278"/>
                  <a:pt x="6" y="277"/>
                </a:cubicBezTo>
                <a:cubicBezTo>
                  <a:pt x="2" y="274"/>
                  <a:pt x="0" y="269"/>
                  <a:pt x="0" y="262"/>
                </a:cubicBezTo>
                <a:cubicBezTo>
                  <a:pt x="0" y="255"/>
                  <a:pt x="4" y="250"/>
                  <a:pt x="12" y="246"/>
                </a:cubicBezTo>
                <a:cubicBezTo>
                  <a:pt x="17" y="244"/>
                  <a:pt x="103" y="203"/>
                  <a:pt x="272" y="123"/>
                </a:cubicBezTo>
                <a:cubicBezTo>
                  <a:pt x="442" y="44"/>
                  <a:pt x="527" y="3"/>
                  <a:pt x="530" y="1"/>
                </a:cubicBezTo>
                <a:cubicBezTo>
                  <a:pt x="533" y="0"/>
                  <a:pt x="536" y="0"/>
                  <a:pt x="539" y="0"/>
                </a:cubicBezTo>
                <a:moveTo>
                  <a:pt x="1" y="687"/>
                </a:moveTo>
                <a:cubicBezTo>
                  <a:pt x="1" y="681"/>
                  <a:pt x="5" y="675"/>
                  <a:pt x="14" y="669"/>
                </a:cubicBezTo>
                <a:lnTo>
                  <a:pt x="542" y="669"/>
                </a:lnTo>
                <a:cubicBezTo>
                  <a:pt x="552" y="672"/>
                  <a:pt x="557" y="678"/>
                  <a:pt x="557" y="687"/>
                </a:cubicBezTo>
                <a:cubicBezTo>
                  <a:pt x="557" y="694"/>
                  <a:pt x="552" y="700"/>
                  <a:pt x="543" y="705"/>
                </a:cubicBezTo>
                <a:lnTo>
                  <a:pt x="13" y="705"/>
                </a:lnTo>
                <a:cubicBezTo>
                  <a:pt x="5" y="701"/>
                  <a:pt x="1" y="695"/>
                  <a:pt x="1" y="6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53" name=""/>
          <p:cNvSpPr/>
          <p:nvPr/>
        </p:nvSpPr>
        <p:spPr>
          <a:xfrm>
            <a:off x="5331600" y="4281120"/>
            <a:ext cx="201960" cy="224640"/>
          </a:xfrm>
          <a:custGeom>
            <a:avLst/>
            <a:gdLst/>
            <a:ahLst/>
            <a:rect l="0" t="0" r="r" b="b"/>
            <a:pathLst>
              <a:path w="561" h="624">
                <a:moveTo>
                  <a:pt x="180" y="42"/>
                </a:moveTo>
                <a:cubicBezTo>
                  <a:pt x="159" y="42"/>
                  <a:pt x="148" y="40"/>
                  <a:pt x="147" y="38"/>
                </a:cubicBezTo>
                <a:cubicBezTo>
                  <a:pt x="146" y="37"/>
                  <a:pt x="146" y="34"/>
                  <a:pt x="146" y="31"/>
                </a:cubicBezTo>
                <a:cubicBezTo>
                  <a:pt x="146" y="16"/>
                  <a:pt x="149" y="6"/>
                  <a:pt x="156" y="1"/>
                </a:cubicBezTo>
                <a:cubicBezTo>
                  <a:pt x="157" y="0"/>
                  <a:pt x="162" y="0"/>
                  <a:pt x="170" y="0"/>
                </a:cubicBezTo>
                <a:cubicBezTo>
                  <a:pt x="202" y="2"/>
                  <a:pt x="241" y="2"/>
                  <a:pt x="285" y="2"/>
                </a:cubicBezTo>
                <a:cubicBezTo>
                  <a:pt x="371" y="2"/>
                  <a:pt x="420" y="2"/>
                  <a:pt x="433" y="0"/>
                </a:cubicBezTo>
                <a:lnTo>
                  <a:pt x="444" y="0"/>
                </a:lnTo>
                <a:cubicBezTo>
                  <a:pt x="447" y="3"/>
                  <a:pt x="449" y="6"/>
                  <a:pt x="449" y="8"/>
                </a:cubicBezTo>
                <a:cubicBezTo>
                  <a:pt x="449" y="10"/>
                  <a:pt x="448" y="15"/>
                  <a:pt x="447" y="24"/>
                </a:cubicBezTo>
                <a:cubicBezTo>
                  <a:pt x="444" y="33"/>
                  <a:pt x="441" y="39"/>
                  <a:pt x="439" y="42"/>
                </a:cubicBezTo>
                <a:lnTo>
                  <a:pt x="404" y="42"/>
                </a:lnTo>
                <a:cubicBezTo>
                  <a:pt x="363" y="42"/>
                  <a:pt x="338" y="45"/>
                  <a:pt x="331" y="50"/>
                </a:cubicBezTo>
                <a:cubicBezTo>
                  <a:pt x="326" y="52"/>
                  <a:pt x="322" y="61"/>
                  <a:pt x="318" y="75"/>
                </a:cubicBezTo>
                <a:cubicBezTo>
                  <a:pt x="314" y="90"/>
                  <a:pt x="293" y="170"/>
                  <a:pt x="257" y="317"/>
                </a:cubicBezTo>
                <a:cubicBezTo>
                  <a:pt x="247" y="356"/>
                  <a:pt x="237" y="398"/>
                  <a:pt x="226" y="442"/>
                </a:cubicBezTo>
                <a:cubicBezTo>
                  <a:pt x="215" y="486"/>
                  <a:pt x="207" y="520"/>
                  <a:pt x="201" y="542"/>
                </a:cubicBezTo>
                <a:lnTo>
                  <a:pt x="193" y="575"/>
                </a:lnTo>
                <a:cubicBezTo>
                  <a:pt x="193" y="577"/>
                  <a:pt x="196" y="579"/>
                  <a:pt x="201" y="579"/>
                </a:cubicBezTo>
                <a:cubicBezTo>
                  <a:pt x="207" y="579"/>
                  <a:pt x="225" y="579"/>
                  <a:pt x="255" y="580"/>
                </a:cubicBezTo>
                <a:lnTo>
                  <a:pt x="271" y="580"/>
                </a:lnTo>
                <a:cubicBezTo>
                  <a:pt x="290" y="580"/>
                  <a:pt x="306" y="580"/>
                  <a:pt x="317" y="580"/>
                </a:cubicBezTo>
                <a:cubicBezTo>
                  <a:pt x="329" y="579"/>
                  <a:pt x="343" y="577"/>
                  <a:pt x="362" y="573"/>
                </a:cubicBezTo>
                <a:cubicBezTo>
                  <a:pt x="380" y="570"/>
                  <a:pt x="395" y="564"/>
                  <a:pt x="407" y="557"/>
                </a:cubicBezTo>
                <a:cubicBezTo>
                  <a:pt x="419" y="550"/>
                  <a:pt x="433" y="539"/>
                  <a:pt x="447" y="526"/>
                </a:cubicBezTo>
                <a:cubicBezTo>
                  <a:pt x="462" y="513"/>
                  <a:pt x="474" y="496"/>
                  <a:pt x="485" y="476"/>
                </a:cubicBezTo>
                <a:cubicBezTo>
                  <a:pt x="495" y="458"/>
                  <a:pt x="504" y="437"/>
                  <a:pt x="513" y="415"/>
                </a:cubicBezTo>
                <a:cubicBezTo>
                  <a:pt x="521" y="392"/>
                  <a:pt x="526" y="380"/>
                  <a:pt x="528" y="377"/>
                </a:cubicBezTo>
                <a:cubicBezTo>
                  <a:pt x="531" y="375"/>
                  <a:pt x="536" y="374"/>
                  <a:pt x="544" y="374"/>
                </a:cubicBezTo>
                <a:lnTo>
                  <a:pt x="555" y="374"/>
                </a:lnTo>
                <a:cubicBezTo>
                  <a:pt x="559" y="379"/>
                  <a:pt x="561" y="383"/>
                  <a:pt x="561" y="384"/>
                </a:cubicBezTo>
                <a:cubicBezTo>
                  <a:pt x="561" y="385"/>
                  <a:pt x="555" y="403"/>
                  <a:pt x="543" y="438"/>
                </a:cubicBezTo>
                <a:cubicBezTo>
                  <a:pt x="531" y="472"/>
                  <a:pt x="517" y="509"/>
                  <a:pt x="503" y="547"/>
                </a:cubicBezTo>
                <a:cubicBezTo>
                  <a:pt x="488" y="585"/>
                  <a:pt x="480" y="607"/>
                  <a:pt x="479" y="614"/>
                </a:cubicBezTo>
                <a:cubicBezTo>
                  <a:pt x="478" y="617"/>
                  <a:pt x="477" y="619"/>
                  <a:pt x="475" y="620"/>
                </a:cubicBezTo>
                <a:cubicBezTo>
                  <a:pt x="474" y="620"/>
                  <a:pt x="469" y="621"/>
                  <a:pt x="461" y="622"/>
                </a:cubicBezTo>
                <a:cubicBezTo>
                  <a:pt x="452" y="624"/>
                  <a:pt x="439" y="624"/>
                  <a:pt x="422" y="623"/>
                </a:cubicBezTo>
                <a:cubicBezTo>
                  <a:pt x="415" y="623"/>
                  <a:pt x="392" y="623"/>
                  <a:pt x="353" y="623"/>
                </a:cubicBezTo>
                <a:cubicBezTo>
                  <a:pt x="313" y="623"/>
                  <a:pt x="275" y="623"/>
                  <a:pt x="240" y="622"/>
                </a:cubicBezTo>
                <a:lnTo>
                  <a:pt x="78" y="622"/>
                </a:lnTo>
                <a:cubicBezTo>
                  <a:pt x="27" y="622"/>
                  <a:pt x="0" y="619"/>
                  <a:pt x="0" y="613"/>
                </a:cubicBezTo>
                <a:cubicBezTo>
                  <a:pt x="0" y="609"/>
                  <a:pt x="1" y="605"/>
                  <a:pt x="2" y="600"/>
                </a:cubicBezTo>
                <a:cubicBezTo>
                  <a:pt x="6" y="589"/>
                  <a:pt x="9" y="583"/>
                  <a:pt x="12" y="581"/>
                </a:cubicBezTo>
                <a:cubicBezTo>
                  <a:pt x="15" y="581"/>
                  <a:pt x="19" y="580"/>
                  <a:pt x="26" y="580"/>
                </a:cubicBezTo>
                <a:lnTo>
                  <a:pt x="31" y="580"/>
                </a:lnTo>
                <a:cubicBezTo>
                  <a:pt x="48" y="580"/>
                  <a:pt x="66" y="580"/>
                  <a:pt x="86" y="578"/>
                </a:cubicBezTo>
                <a:cubicBezTo>
                  <a:pt x="94" y="576"/>
                  <a:pt x="100" y="572"/>
                  <a:pt x="103" y="567"/>
                </a:cubicBezTo>
                <a:cubicBezTo>
                  <a:pt x="105" y="564"/>
                  <a:pt x="127" y="480"/>
                  <a:pt x="169" y="314"/>
                </a:cubicBezTo>
                <a:cubicBezTo>
                  <a:pt x="211" y="147"/>
                  <a:pt x="232" y="59"/>
                  <a:pt x="232" y="50"/>
                </a:cubicBezTo>
                <a:cubicBezTo>
                  <a:pt x="232" y="46"/>
                  <a:pt x="214" y="43"/>
                  <a:pt x="180" y="4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54" name=""/>
          <p:cNvSpPr/>
          <p:nvPr/>
        </p:nvSpPr>
        <p:spPr>
          <a:xfrm>
            <a:off x="5642640" y="4403160"/>
            <a:ext cx="39960" cy="39600"/>
          </a:xfrm>
          <a:custGeom>
            <a:avLst/>
            <a:gdLst/>
            <a:ahLst/>
            <a:rect l="0" t="0" r="r" b="b"/>
            <a:pathLst>
              <a:path w="111" h="110">
                <a:moveTo>
                  <a:pt x="0" y="56"/>
                </a:moveTo>
                <a:cubicBezTo>
                  <a:pt x="0" y="41"/>
                  <a:pt x="6" y="28"/>
                  <a:pt x="17" y="17"/>
                </a:cubicBezTo>
                <a:cubicBezTo>
                  <a:pt x="27" y="6"/>
                  <a:pt x="40" y="0"/>
                  <a:pt x="56" y="0"/>
                </a:cubicBezTo>
                <a:cubicBezTo>
                  <a:pt x="70" y="0"/>
                  <a:pt x="83" y="5"/>
                  <a:pt x="94" y="15"/>
                </a:cubicBezTo>
                <a:cubicBezTo>
                  <a:pt x="105" y="24"/>
                  <a:pt x="111" y="39"/>
                  <a:pt x="111" y="55"/>
                </a:cubicBezTo>
                <a:cubicBezTo>
                  <a:pt x="111" y="70"/>
                  <a:pt x="106" y="83"/>
                  <a:pt x="96" y="94"/>
                </a:cubicBezTo>
                <a:cubicBezTo>
                  <a:pt x="85" y="105"/>
                  <a:pt x="72" y="110"/>
                  <a:pt x="57" y="110"/>
                </a:cubicBezTo>
                <a:cubicBezTo>
                  <a:pt x="41" y="110"/>
                  <a:pt x="28" y="105"/>
                  <a:pt x="17" y="95"/>
                </a:cubicBezTo>
                <a:cubicBezTo>
                  <a:pt x="7" y="85"/>
                  <a:pt x="1" y="72"/>
                  <a:pt x="0" y="5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55" name=""/>
          <p:cNvSpPr/>
          <p:nvPr/>
        </p:nvSpPr>
        <p:spPr>
          <a:xfrm>
            <a:off x="5788080" y="4281120"/>
            <a:ext cx="104400" cy="223920"/>
          </a:xfrm>
          <a:custGeom>
            <a:avLst/>
            <a:gdLst/>
            <a:ahLst/>
            <a:rect l="0" t="0" r="r" b="b"/>
            <a:pathLst>
              <a:path w="290" h="622">
                <a:moveTo>
                  <a:pt x="280" y="622"/>
                </a:moveTo>
                <a:cubicBezTo>
                  <a:pt x="267" y="621"/>
                  <a:pt x="221" y="620"/>
                  <a:pt x="144" y="620"/>
                </a:cubicBezTo>
                <a:cubicBezTo>
                  <a:pt x="67" y="620"/>
                  <a:pt x="22" y="621"/>
                  <a:pt x="10" y="622"/>
                </a:cubicBezTo>
                <a:lnTo>
                  <a:pt x="0" y="622"/>
                </a:lnTo>
                <a:lnTo>
                  <a:pt x="0" y="580"/>
                </a:lnTo>
                <a:lnTo>
                  <a:pt x="20" y="580"/>
                </a:lnTo>
                <a:cubicBezTo>
                  <a:pt x="49" y="580"/>
                  <a:pt x="68" y="580"/>
                  <a:pt x="77" y="578"/>
                </a:cubicBezTo>
                <a:cubicBezTo>
                  <a:pt x="85" y="576"/>
                  <a:pt x="91" y="573"/>
                  <a:pt x="95" y="568"/>
                </a:cubicBezTo>
                <a:cubicBezTo>
                  <a:pt x="96" y="566"/>
                  <a:pt x="97" y="480"/>
                  <a:pt x="97" y="311"/>
                </a:cubicBezTo>
                <a:cubicBezTo>
                  <a:pt x="97" y="141"/>
                  <a:pt x="96" y="56"/>
                  <a:pt x="95" y="54"/>
                </a:cubicBezTo>
                <a:cubicBezTo>
                  <a:pt x="93" y="51"/>
                  <a:pt x="90" y="49"/>
                  <a:pt x="88" y="48"/>
                </a:cubicBezTo>
                <a:cubicBezTo>
                  <a:pt x="85" y="47"/>
                  <a:pt x="79" y="45"/>
                  <a:pt x="68" y="43"/>
                </a:cubicBezTo>
                <a:cubicBezTo>
                  <a:pt x="57" y="42"/>
                  <a:pt x="41" y="41"/>
                  <a:pt x="20" y="42"/>
                </a:cubicBezTo>
                <a:lnTo>
                  <a:pt x="0" y="42"/>
                </a:lnTo>
                <a:lnTo>
                  <a:pt x="0" y="0"/>
                </a:lnTo>
                <a:lnTo>
                  <a:pt x="10" y="0"/>
                </a:lnTo>
                <a:cubicBezTo>
                  <a:pt x="22" y="2"/>
                  <a:pt x="67" y="2"/>
                  <a:pt x="144" y="2"/>
                </a:cubicBezTo>
                <a:cubicBezTo>
                  <a:pt x="221" y="2"/>
                  <a:pt x="267" y="2"/>
                  <a:pt x="280" y="0"/>
                </a:cubicBezTo>
                <a:lnTo>
                  <a:pt x="290" y="0"/>
                </a:lnTo>
                <a:lnTo>
                  <a:pt x="290" y="42"/>
                </a:lnTo>
                <a:lnTo>
                  <a:pt x="270" y="42"/>
                </a:lnTo>
                <a:cubicBezTo>
                  <a:pt x="239" y="42"/>
                  <a:pt x="220" y="43"/>
                  <a:pt x="212" y="44"/>
                </a:cubicBezTo>
                <a:cubicBezTo>
                  <a:pt x="203" y="46"/>
                  <a:pt x="197" y="50"/>
                  <a:pt x="193" y="54"/>
                </a:cubicBezTo>
                <a:cubicBezTo>
                  <a:pt x="192" y="56"/>
                  <a:pt x="192" y="141"/>
                  <a:pt x="192" y="311"/>
                </a:cubicBezTo>
                <a:cubicBezTo>
                  <a:pt x="192" y="480"/>
                  <a:pt x="192" y="566"/>
                  <a:pt x="193" y="568"/>
                </a:cubicBezTo>
                <a:cubicBezTo>
                  <a:pt x="196" y="571"/>
                  <a:pt x="198" y="573"/>
                  <a:pt x="201" y="574"/>
                </a:cubicBezTo>
                <a:cubicBezTo>
                  <a:pt x="203" y="575"/>
                  <a:pt x="210" y="577"/>
                  <a:pt x="221" y="579"/>
                </a:cubicBezTo>
                <a:cubicBezTo>
                  <a:pt x="232" y="580"/>
                  <a:pt x="248" y="581"/>
                  <a:pt x="270" y="580"/>
                </a:cubicBezTo>
                <a:lnTo>
                  <a:pt x="290" y="580"/>
                </a:lnTo>
                <a:lnTo>
                  <a:pt x="290" y="622"/>
                </a:lnTo>
                <a:lnTo>
                  <a:pt x="280" y="62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56" name=""/>
          <p:cNvSpPr/>
          <p:nvPr/>
        </p:nvSpPr>
        <p:spPr>
          <a:xfrm>
            <a:off x="5917680" y="4273920"/>
            <a:ext cx="220320" cy="294480"/>
          </a:xfrm>
          <a:custGeom>
            <a:avLst/>
            <a:gdLst/>
            <a:ahLst/>
            <a:rect l="0" t="0" r="r" b="b"/>
            <a:pathLst>
              <a:path w="612" h="818">
                <a:moveTo>
                  <a:pt x="0" y="331"/>
                </a:moveTo>
                <a:cubicBezTo>
                  <a:pt x="0" y="235"/>
                  <a:pt x="31" y="156"/>
                  <a:pt x="92" y="93"/>
                </a:cubicBezTo>
                <a:cubicBezTo>
                  <a:pt x="153" y="31"/>
                  <a:pt x="223" y="0"/>
                  <a:pt x="302" y="0"/>
                </a:cubicBezTo>
                <a:cubicBezTo>
                  <a:pt x="384" y="0"/>
                  <a:pt x="454" y="31"/>
                  <a:pt x="515" y="94"/>
                </a:cubicBezTo>
                <a:cubicBezTo>
                  <a:pt x="576" y="157"/>
                  <a:pt x="606" y="236"/>
                  <a:pt x="607" y="331"/>
                </a:cubicBezTo>
                <a:cubicBezTo>
                  <a:pt x="607" y="371"/>
                  <a:pt x="601" y="408"/>
                  <a:pt x="590" y="443"/>
                </a:cubicBezTo>
                <a:cubicBezTo>
                  <a:pt x="578" y="478"/>
                  <a:pt x="565" y="505"/>
                  <a:pt x="551" y="526"/>
                </a:cubicBezTo>
                <a:cubicBezTo>
                  <a:pt x="536" y="546"/>
                  <a:pt x="519" y="566"/>
                  <a:pt x="499" y="584"/>
                </a:cubicBezTo>
                <a:cubicBezTo>
                  <a:pt x="479" y="602"/>
                  <a:pt x="464" y="614"/>
                  <a:pt x="455" y="619"/>
                </a:cubicBezTo>
                <a:cubicBezTo>
                  <a:pt x="446" y="623"/>
                  <a:pt x="437" y="628"/>
                  <a:pt x="428" y="633"/>
                </a:cubicBezTo>
                <a:cubicBezTo>
                  <a:pt x="427" y="634"/>
                  <a:pt x="427" y="634"/>
                  <a:pt x="427" y="634"/>
                </a:cubicBezTo>
                <a:lnTo>
                  <a:pt x="426" y="634"/>
                </a:lnTo>
                <a:cubicBezTo>
                  <a:pt x="427" y="636"/>
                  <a:pt x="427" y="639"/>
                  <a:pt x="429" y="642"/>
                </a:cubicBezTo>
                <a:cubicBezTo>
                  <a:pt x="430" y="646"/>
                  <a:pt x="433" y="652"/>
                  <a:pt x="439" y="660"/>
                </a:cubicBezTo>
                <a:cubicBezTo>
                  <a:pt x="444" y="669"/>
                  <a:pt x="450" y="677"/>
                  <a:pt x="455" y="684"/>
                </a:cubicBezTo>
                <a:cubicBezTo>
                  <a:pt x="460" y="691"/>
                  <a:pt x="468" y="697"/>
                  <a:pt x="479" y="702"/>
                </a:cubicBezTo>
                <a:cubicBezTo>
                  <a:pt x="489" y="707"/>
                  <a:pt x="499" y="710"/>
                  <a:pt x="510" y="710"/>
                </a:cubicBezTo>
                <a:cubicBezTo>
                  <a:pt x="533" y="710"/>
                  <a:pt x="552" y="704"/>
                  <a:pt x="567" y="692"/>
                </a:cubicBezTo>
                <a:cubicBezTo>
                  <a:pt x="582" y="680"/>
                  <a:pt x="591" y="664"/>
                  <a:pt x="592" y="644"/>
                </a:cubicBezTo>
                <a:cubicBezTo>
                  <a:pt x="593" y="636"/>
                  <a:pt x="596" y="632"/>
                  <a:pt x="602" y="632"/>
                </a:cubicBezTo>
                <a:cubicBezTo>
                  <a:pt x="605" y="632"/>
                  <a:pt x="608" y="634"/>
                  <a:pt x="612" y="637"/>
                </a:cubicBezTo>
                <a:lnTo>
                  <a:pt x="612" y="653"/>
                </a:lnTo>
                <a:cubicBezTo>
                  <a:pt x="612" y="699"/>
                  <a:pt x="602" y="737"/>
                  <a:pt x="584" y="769"/>
                </a:cubicBezTo>
                <a:cubicBezTo>
                  <a:pt x="566" y="801"/>
                  <a:pt x="538" y="817"/>
                  <a:pt x="501" y="818"/>
                </a:cubicBezTo>
                <a:cubicBezTo>
                  <a:pt x="475" y="818"/>
                  <a:pt x="455" y="810"/>
                  <a:pt x="440" y="793"/>
                </a:cubicBezTo>
                <a:cubicBezTo>
                  <a:pt x="424" y="776"/>
                  <a:pt x="412" y="751"/>
                  <a:pt x="403" y="717"/>
                </a:cubicBezTo>
                <a:cubicBezTo>
                  <a:pt x="394" y="680"/>
                  <a:pt x="389" y="658"/>
                  <a:pt x="389" y="649"/>
                </a:cubicBezTo>
                <a:lnTo>
                  <a:pt x="379" y="651"/>
                </a:lnTo>
                <a:cubicBezTo>
                  <a:pt x="371" y="653"/>
                  <a:pt x="359" y="655"/>
                  <a:pt x="345" y="658"/>
                </a:cubicBezTo>
                <a:cubicBezTo>
                  <a:pt x="330" y="660"/>
                  <a:pt x="316" y="661"/>
                  <a:pt x="302" y="661"/>
                </a:cubicBezTo>
                <a:cubicBezTo>
                  <a:pt x="221" y="661"/>
                  <a:pt x="150" y="630"/>
                  <a:pt x="90" y="568"/>
                </a:cubicBezTo>
                <a:cubicBezTo>
                  <a:pt x="30" y="505"/>
                  <a:pt x="0" y="426"/>
                  <a:pt x="0" y="331"/>
                </a:cubicBezTo>
                <a:moveTo>
                  <a:pt x="502" y="333"/>
                </a:moveTo>
                <a:cubicBezTo>
                  <a:pt x="502" y="278"/>
                  <a:pt x="496" y="231"/>
                  <a:pt x="483" y="190"/>
                </a:cubicBezTo>
                <a:cubicBezTo>
                  <a:pt x="470" y="149"/>
                  <a:pt x="454" y="118"/>
                  <a:pt x="433" y="97"/>
                </a:cubicBezTo>
                <a:cubicBezTo>
                  <a:pt x="413" y="76"/>
                  <a:pt x="391" y="60"/>
                  <a:pt x="369" y="51"/>
                </a:cubicBezTo>
                <a:cubicBezTo>
                  <a:pt x="347" y="41"/>
                  <a:pt x="325" y="36"/>
                  <a:pt x="304" y="36"/>
                </a:cubicBezTo>
                <a:cubicBezTo>
                  <a:pt x="283" y="36"/>
                  <a:pt x="261" y="41"/>
                  <a:pt x="238" y="51"/>
                </a:cubicBezTo>
                <a:cubicBezTo>
                  <a:pt x="216" y="60"/>
                  <a:pt x="195" y="76"/>
                  <a:pt x="175" y="97"/>
                </a:cubicBezTo>
                <a:cubicBezTo>
                  <a:pt x="155" y="118"/>
                  <a:pt x="138" y="149"/>
                  <a:pt x="124" y="190"/>
                </a:cubicBezTo>
                <a:cubicBezTo>
                  <a:pt x="110" y="231"/>
                  <a:pt x="103" y="278"/>
                  <a:pt x="104" y="333"/>
                </a:cubicBezTo>
                <a:cubicBezTo>
                  <a:pt x="104" y="452"/>
                  <a:pt x="136" y="537"/>
                  <a:pt x="201" y="589"/>
                </a:cubicBezTo>
                <a:cubicBezTo>
                  <a:pt x="216" y="600"/>
                  <a:pt x="224" y="606"/>
                  <a:pt x="227" y="606"/>
                </a:cubicBezTo>
                <a:lnTo>
                  <a:pt x="226" y="603"/>
                </a:lnTo>
                <a:cubicBezTo>
                  <a:pt x="226" y="602"/>
                  <a:pt x="226" y="601"/>
                  <a:pt x="226" y="599"/>
                </a:cubicBezTo>
                <a:cubicBezTo>
                  <a:pt x="224" y="595"/>
                  <a:pt x="223" y="589"/>
                  <a:pt x="223" y="579"/>
                </a:cubicBezTo>
                <a:cubicBezTo>
                  <a:pt x="223" y="559"/>
                  <a:pt x="230" y="541"/>
                  <a:pt x="245" y="525"/>
                </a:cubicBezTo>
                <a:cubicBezTo>
                  <a:pt x="259" y="508"/>
                  <a:pt x="279" y="500"/>
                  <a:pt x="305" y="500"/>
                </a:cubicBezTo>
                <a:cubicBezTo>
                  <a:pt x="343" y="500"/>
                  <a:pt x="376" y="526"/>
                  <a:pt x="400" y="578"/>
                </a:cubicBezTo>
                <a:lnTo>
                  <a:pt x="406" y="589"/>
                </a:lnTo>
                <a:cubicBezTo>
                  <a:pt x="435" y="569"/>
                  <a:pt x="458" y="536"/>
                  <a:pt x="476" y="492"/>
                </a:cubicBezTo>
                <a:cubicBezTo>
                  <a:pt x="494" y="450"/>
                  <a:pt x="502" y="397"/>
                  <a:pt x="502" y="333"/>
                </a:cubicBezTo>
                <a:moveTo>
                  <a:pt x="299" y="625"/>
                </a:moveTo>
                <a:cubicBezTo>
                  <a:pt x="311" y="625"/>
                  <a:pt x="323" y="623"/>
                  <a:pt x="336" y="620"/>
                </a:cubicBezTo>
                <a:cubicBezTo>
                  <a:pt x="348" y="617"/>
                  <a:pt x="359" y="614"/>
                  <a:pt x="368" y="611"/>
                </a:cubicBezTo>
                <a:cubicBezTo>
                  <a:pt x="376" y="608"/>
                  <a:pt x="379" y="606"/>
                  <a:pt x="379" y="605"/>
                </a:cubicBezTo>
                <a:cubicBezTo>
                  <a:pt x="379" y="601"/>
                  <a:pt x="378" y="596"/>
                  <a:pt x="376" y="589"/>
                </a:cubicBezTo>
                <a:cubicBezTo>
                  <a:pt x="374" y="583"/>
                  <a:pt x="368" y="574"/>
                  <a:pt x="358" y="561"/>
                </a:cubicBezTo>
                <a:cubicBezTo>
                  <a:pt x="348" y="548"/>
                  <a:pt x="337" y="540"/>
                  <a:pt x="324" y="537"/>
                </a:cubicBezTo>
                <a:cubicBezTo>
                  <a:pt x="315" y="535"/>
                  <a:pt x="307" y="535"/>
                  <a:pt x="300" y="535"/>
                </a:cubicBezTo>
                <a:cubicBezTo>
                  <a:pt x="289" y="535"/>
                  <a:pt x="279" y="539"/>
                  <a:pt x="270" y="548"/>
                </a:cubicBezTo>
                <a:cubicBezTo>
                  <a:pt x="262" y="558"/>
                  <a:pt x="257" y="568"/>
                  <a:pt x="257" y="580"/>
                </a:cubicBezTo>
                <a:cubicBezTo>
                  <a:pt x="257" y="592"/>
                  <a:pt x="260" y="602"/>
                  <a:pt x="268" y="611"/>
                </a:cubicBezTo>
                <a:cubicBezTo>
                  <a:pt x="276" y="620"/>
                  <a:pt x="287" y="625"/>
                  <a:pt x="299" y="62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57" name=""/>
          <p:cNvSpPr/>
          <p:nvPr/>
        </p:nvSpPr>
        <p:spPr>
          <a:xfrm>
            <a:off x="6163200" y="4281120"/>
            <a:ext cx="231120" cy="231120"/>
          </a:xfrm>
          <a:custGeom>
            <a:avLst/>
            <a:gdLst/>
            <a:ahLst/>
            <a:rect l="0" t="0" r="r" b="b"/>
            <a:pathLst>
              <a:path w="642" h="642">
                <a:moveTo>
                  <a:pt x="93" y="55"/>
                </a:moveTo>
                <a:cubicBezTo>
                  <a:pt x="89" y="51"/>
                  <a:pt x="86" y="48"/>
                  <a:pt x="83" y="47"/>
                </a:cubicBezTo>
                <a:cubicBezTo>
                  <a:pt x="81" y="46"/>
                  <a:pt x="76" y="45"/>
                  <a:pt x="69" y="44"/>
                </a:cubicBezTo>
                <a:cubicBezTo>
                  <a:pt x="61" y="44"/>
                  <a:pt x="48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159" y="0"/>
                </a:lnTo>
                <a:lnTo>
                  <a:pt x="190" y="0"/>
                </a:lnTo>
                <a:lnTo>
                  <a:pt x="248" y="0"/>
                </a:lnTo>
                <a:cubicBezTo>
                  <a:pt x="294" y="0"/>
                  <a:pt x="330" y="2"/>
                  <a:pt x="354" y="5"/>
                </a:cubicBezTo>
                <a:cubicBezTo>
                  <a:pt x="379" y="9"/>
                  <a:pt x="405" y="18"/>
                  <a:pt x="430" y="32"/>
                </a:cubicBezTo>
                <a:cubicBezTo>
                  <a:pt x="488" y="61"/>
                  <a:pt x="522" y="100"/>
                  <a:pt x="530" y="151"/>
                </a:cubicBezTo>
                <a:cubicBezTo>
                  <a:pt x="531" y="154"/>
                  <a:pt x="531" y="159"/>
                  <a:pt x="531" y="165"/>
                </a:cubicBezTo>
                <a:cubicBezTo>
                  <a:pt x="531" y="185"/>
                  <a:pt x="526" y="204"/>
                  <a:pt x="517" y="222"/>
                </a:cubicBezTo>
                <a:cubicBezTo>
                  <a:pt x="506" y="239"/>
                  <a:pt x="494" y="254"/>
                  <a:pt x="481" y="265"/>
                </a:cubicBezTo>
                <a:cubicBezTo>
                  <a:pt x="468" y="276"/>
                  <a:pt x="454" y="285"/>
                  <a:pt x="440" y="293"/>
                </a:cubicBezTo>
                <a:cubicBezTo>
                  <a:pt x="426" y="301"/>
                  <a:pt x="414" y="306"/>
                  <a:pt x="405" y="309"/>
                </a:cubicBezTo>
                <a:lnTo>
                  <a:pt x="390" y="314"/>
                </a:lnTo>
                <a:cubicBezTo>
                  <a:pt x="392" y="316"/>
                  <a:pt x="395" y="317"/>
                  <a:pt x="400" y="319"/>
                </a:cubicBezTo>
                <a:cubicBezTo>
                  <a:pt x="418" y="329"/>
                  <a:pt x="433" y="339"/>
                  <a:pt x="445" y="350"/>
                </a:cubicBezTo>
                <a:cubicBezTo>
                  <a:pt x="456" y="361"/>
                  <a:pt x="465" y="374"/>
                  <a:pt x="471" y="390"/>
                </a:cubicBezTo>
                <a:cubicBezTo>
                  <a:pt x="477" y="406"/>
                  <a:pt x="481" y="419"/>
                  <a:pt x="484" y="429"/>
                </a:cubicBezTo>
                <a:cubicBezTo>
                  <a:pt x="486" y="440"/>
                  <a:pt x="489" y="457"/>
                  <a:pt x="492" y="480"/>
                </a:cubicBezTo>
                <a:cubicBezTo>
                  <a:pt x="495" y="504"/>
                  <a:pt x="498" y="522"/>
                  <a:pt x="501" y="536"/>
                </a:cubicBezTo>
                <a:cubicBezTo>
                  <a:pt x="507" y="565"/>
                  <a:pt x="515" y="584"/>
                  <a:pt x="524" y="593"/>
                </a:cubicBezTo>
                <a:cubicBezTo>
                  <a:pt x="532" y="602"/>
                  <a:pt x="544" y="607"/>
                  <a:pt x="558" y="607"/>
                </a:cubicBezTo>
                <a:lnTo>
                  <a:pt x="563" y="607"/>
                </a:lnTo>
                <a:cubicBezTo>
                  <a:pt x="572" y="607"/>
                  <a:pt x="581" y="602"/>
                  <a:pt x="589" y="592"/>
                </a:cubicBezTo>
                <a:cubicBezTo>
                  <a:pt x="598" y="582"/>
                  <a:pt x="603" y="566"/>
                  <a:pt x="606" y="542"/>
                </a:cubicBezTo>
                <a:cubicBezTo>
                  <a:pt x="606" y="535"/>
                  <a:pt x="607" y="531"/>
                  <a:pt x="609" y="529"/>
                </a:cubicBezTo>
                <a:cubicBezTo>
                  <a:pt x="612" y="528"/>
                  <a:pt x="617" y="526"/>
                  <a:pt x="624" y="526"/>
                </a:cubicBezTo>
                <a:cubicBezTo>
                  <a:pt x="631" y="525"/>
                  <a:pt x="636" y="526"/>
                  <a:pt x="638" y="528"/>
                </a:cubicBezTo>
                <a:cubicBezTo>
                  <a:pt x="641" y="529"/>
                  <a:pt x="642" y="533"/>
                  <a:pt x="642" y="539"/>
                </a:cubicBezTo>
                <a:cubicBezTo>
                  <a:pt x="642" y="558"/>
                  <a:pt x="637" y="577"/>
                  <a:pt x="628" y="597"/>
                </a:cubicBezTo>
                <a:cubicBezTo>
                  <a:pt x="618" y="617"/>
                  <a:pt x="605" y="630"/>
                  <a:pt x="588" y="637"/>
                </a:cubicBezTo>
                <a:cubicBezTo>
                  <a:pt x="578" y="641"/>
                  <a:pt x="565" y="642"/>
                  <a:pt x="549" y="642"/>
                </a:cubicBezTo>
                <a:cubicBezTo>
                  <a:pt x="458" y="639"/>
                  <a:pt x="406" y="604"/>
                  <a:pt x="392" y="539"/>
                </a:cubicBezTo>
                <a:cubicBezTo>
                  <a:pt x="391" y="533"/>
                  <a:pt x="390" y="511"/>
                  <a:pt x="390" y="473"/>
                </a:cubicBezTo>
                <a:cubicBezTo>
                  <a:pt x="390" y="435"/>
                  <a:pt x="388" y="410"/>
                  <a:pt x="384" y="397"/>
                </a:cubicBezTo>
                <a:cubicBezTo>
                  <a:pt x="372" y="362"/>
                  <a:pt x="349" y="340"/>
                  <a:pt x="314" y="330"/>
                </a:cubicBezTo>
                <a:lnTo>
                  <a:pt x="305" y="328"/>
                </a:lnTo>
                <a:lnTo>
                  <a:pt x="245" y="327"/>
                </a:lnTo>
                <a:lnTo>
                  <a:pt x="185" y="327"/>
                </a:lnTo>
                <a:lnTo>
                  <a:pt x="185" y="447"/>
                </a:lnTo>
                <a:lnTo>
                  <a:pt x="186" y="566"/>
                </a:lnTo>
                <a:cubicBezTo>
                  <a:pt x="190" y="572"/>
                  <a:pt x="195" y="576"/>
                  <a:pt x="202" y="577"/>
                </a:cubicBezTo>
                <a:cubicBezTo>
                  <a:pt x="208" y="578"/>
                  <a:pt x="224" y="579"/>
                  <a:pt x="249" y="579"/>
                </a:cubicBezTo>
                <a:lnTo>
                  <a:pt x="279" y="579"/>
                </a:lnTo>
                <a:lnTo>
                  <a:pt x="279" y="622"/>
                </a:lnTo>
                <a:lnTo>
                  <a:pt x="269" y="622"/>
                </a:lnTo>
                <a:cubicBezTo>
                  <a:pt x="256" y="621"/>
                  <a:pt x="213" y="620"/>
                  <a:pt x="140" y="620"/>
                </a:cubicBezTo>
                <a:cubicBezTo>
                  <a:pt x="66" y="620"/>
                  <a:pt x="22" y="621"/>
                  <a:pt x="10" y="622"/>
                </a:cubicBezTo>
                <a:lnTo>
                  <a:pt x="0" y="622"/>
                </a:lnTo>
                <a:lnTo>
                  <a:pt x="0" y="579"/>
                </a:lnTo>
                <a:lnTo>
                  <a:pt x="30" y="579"/>
                </a:lnTo>
                <a:cubicBezTo>
                  <a:pt x="55" y="579"/>
                  <a:pt x="71" y="578"/>
                  <a:pt x="76" y="577"/>
                </a:cubicBezTo>
                <a:cubicBezTo>
                  <a:pt x="81" y="576"/>
                  <a:pt x="87" y="572"/>
                  <a:pt x="93" y="566"/>
                </a:cubicBezTo>
                <a:lnTo>
                  <a:pt x="93" y="55"/>
                </a:lnTo>
                <a:moveTo>
                  <a:pt x="422" y="167"/>
                </a:moveTo>
                <a:lnTo>
                  <a:pt x="422" y="158"/>
                </a:lnTo>
                <a:cubicBezTo>
                  <a:pt x="422" y="147"/>
                  <a:pt x="421" y="138"/>
                  <a:pt x="421" y="131"/>
                </a:cubicBezTo>
                <a:cubicBezTo>
                  <a:pt x="420" y="124"/>
                  <a:pt x="418" y="114"/>
                  <a:pt x="413" y="103"/>
                </a:cubicBezTo>
                <a:cubicBezTo>
                  <a:pt x="408" y="91"/>
                  <a:pt x="402" y="82"/>
                  <a:pt x="395" y="74"/>
                </a:cubicBezTo>
                <a:cubicBezTo>
                  <a:pt x="389" y="67"/>
                  <a:pt x="377" y="60"/>
                  <a:pt x="361" y="54"/>
                </a:cubicBezTo>
                <a:cubicBezTo>
                  <a:pt x="344" y="48"/>
                  <a:pt x="326" y="44"/>
                  <a:pt x="304" y="43"/>
                </a:cubicBezTo>
                <a:cubicBezTo>
                  <a:pt x="303" y="43"/>
                  <a:pt x="297" y="43"/>
                  <a:pt x="284" y="43"/>
                </a:cubicBezTo>
                <a:cubicBezTo>
                  <a:pt x="272" y="43"/>
                  <a:pt x="261" y="42"/>
                  <a:pt x="252" y="42"/>
                </a:cubicBezTo>
                <a:lnTo>
                  <a:pt x="233" y="42"/>
                </a:lnTo>
                <a:cubicBezTo>
                  <a:pt x="205" y="42"/>
                  <a:pt x="190" y="44"/>
                  <a:pt x="188" y="50"/>
                </a:cubicBezTo>
                <a:cubicBezTo>
                  <a:pt x="186" y="52"/>
                  <a:pt x="185" y="93"/>
                  <a:pt x="185" y="174"/>
                </a:cubicBezTo>
                <a:lnTo>
                  <a:pt x="185" y="294"/>
                </a:lnTo>
                <a:lnTo>
                  <a:pt x="238" y="294"/>
                </a:lnTo>
                <a:cubicBezTo>
                  <a:pt x="299" y="294"/>
                  <a:pt x="343" y="288"/>
                  <a:pt x="370" y="277"/>
                </a:cubicBezTo>
                <a:cubicBezTo>
                  <a:pt x="397" y="266"/>
                  <a:pt x="413" y="243"/>
                  <a:pt x="420" y="206"/>
                </a:cubicBezTo>
                <a:cubicBezTo>
                  <a:pt x="421" y="200"/>
                  <a:pt x="422" y="187"/>
                  <a:pt x="422" y="16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58" name=""/>
          <p:cNvSpPr/>
          <p:nvPr/>
        </p:nvSpPr>
        <p:spPr>
          <a:xfrm>
            <a:off x="6410880" y="4477320"/>
            <a:ext cx="116640" cy="147600"/>
          </a:xfrm>
          <a:custGeom>
            <a:avLst/>
            <a:gdLst/>
            <a:ahLst/>
            <a:rect l="0" t="0" r="r" b="b"/>
            <a:pathLst>
              <a:path w="324" h="410">
                <a:moveTo>
                  <a:pt x="10" y="380"/>
                </a:moveTo>
                <a:lnTo>
                  <a:pt x="19" y="380"/>
                </a:lnTo>
                <a:cubicBezTo>
                  <a:pt x="36" y="380"/>
                  <a:pt x="46" y="377"/>
                  <a:pt x="49" y="371"/>
                </a:cubicBezTo>
                <a:lnTo>
                  <a:pt x="49" y="366"/>
                </a:lnTo>
                <a:cubicBezTo>
                  <a:pt x="49" y="363"/>
                  <a:pt x="49" y="359"/>
                  <a:pt x="49" y="354"/>
                </a:cubicBezTo>
                <a:cubicBezTo>
                  <a:pt x="49" y="349"/>
                  <a:pt x="49" y="342"/>
                  <a:pt x="49" y="335"/>
                </a:cubicBezTo>
                <a:cubicBezTo>
                  <a:pt x="49" y="327"/>
                  <a:pt x="49" y="319"/>
                  <a:pt x="50" y="310"/>
                </a:cubicBezTo>
                <a:cubicBezTo>
                  <a:pt x="50" y="301"/>
                  <a:pt x="50" y="291"/>
                  <a:pt x="50" y="281"/>
                </a:cubicBezTo>
                <a:cubicBezTo>
                  <a:pt x="49" y="271"/>
                  <a:pt x="49" y="261"/>
                  <a:pt x="50" y="250"/>
                </a:cubicBezTo>
                <a:cubicBezTo>
                  <a:pt x="50" y="239"/>
                  <a:pt x="50" y="228"/>
                  <a:pt x="50" y="217"/>
                </a:cubicBezTo>
                <a:cubicBezTo>
                  <a:pt x="50" y="202"/>
                  <a:pt x="50" y="187"/>
                  <a:pt x="50" y="171"/>
                </a:cubicBezTo>
                <a:cubicBezTo>
                  <a:pt x="50" y="155"/>
                  <a:pt x="50" y="141"/>
                  <a:pt x="50" y="129"/>
                </a:cubicBezTo>
                <a:cubicBezTo>
                  <a:pt x="50" y="116"/>
                  <a:pt x="50" y="105"/>
                  <a:pt x="50" y="95"/>
                </a:cubicBezTo>
                <a:cubicBezTo>
                  <a:pt x="50" y="84"/>
                  <a:pt x="50" y="76"/>
                  <a:pt x="49" y="70"/>
                </a:cubicBezTo>
                <a:cubicBezTo>
                  <a:pt x="49" y="63"/>
                  <a:pt x="49" y="60"/>
                  <a:pt x="49" y="59"/>
                </a:cubicBezTo>
                <a:cubicBezTo>
                  <a:pt x="48" y="51"/>
                  <a:pt x="45" y="46"/>
                  <a:pt x="40" y="43"/>
                </a:cubicBezTo>
                <a:cubicBezTo>
                  <a:pt x="35" y="41"/>
                  <a:pt x="26" y="39"/>
                  <a:pt x="11" y="36"/>
                </a:cubicBezTo>
                <a:lnTo>
                  <a:pt x="0" y="36"/>
                </a:lnTo>
                <a:lnTo>
                  <a:pt x="0" y="22"/>
                </a:lnTo>
                <a:cubicBezTo>
                  <a:pt x="0" y="12"/>
                  <a:pt x="0" y="7"/>
                  <a:pt x="1" y="7"/>
                </a:cubicBezTo>
                <a:lnTo>
                  <a:pt x="7" y="6"/>
                </a:lnTo>
                <a:cubicBezTo>
                  <a:pt x="12" y="6"/>
                  <a:pt x="18" y="5"/>
                  <a:pt x="26" y="5"/>
                </a:cubicBezTo>
                <a:cubicBezTo>
                  <a:pt x="34" y="5"/>
                  <a:pt x="42" y="4"/>
                  <a:pt x="50" y="4"/>
                </a:cubicBezTo>
                <a:cubicBezTo>
                  <a:pt x="57" y="3"/>
                  <a:pt x="66" y="3"/>
                  <a:pt x="75" y="2"/>
                </a:cubicBezTo>
                <a:cubicBezTo>
                  <a:pt x="83" y="2"/>
                  <a:pt x="90" y="1"/>
                  <a:pt x="94" y="0"/>
                </a:cubicBezTo>
                <a:cubicBezTo>
                  <a:pt x="98" y="0"/>
                  <a:pt x="101" y="-1"/>
                  <a:pt x="101" y="0"/>
                </a:cubicBezTo>
                <a:lnTo>
                  <a:pt x="103" y="0"/>
                </a:lnTo>
                <a:lnTo>
                  <a:pt x="103" y="17"/>
                </a:lnTo>
                <a:lnTo>
                  <a:pt x="104" y="33"/>
                </a:lnTo>
                <a:lnTo>
                  <a:pt x="109" y="29"/>
                </a:lnTo>
                <a:cubicBezTo>
                  <a:pt x="134" y="10"/>
                  <a:pt x="164" y="0"/>
                  <a:pt x="198" y="0"/>
                </a:cubicBezTo>
                <a:cubicBezTo>
                  <a:pt x="232" y="0"/>
                  <a:pt x="262" y="14"/>
                  <a:pt x="286" y="43"/>
                </a:cubicBezTo>
                <a:cubicBezTo>
                  <a:pt x="311" y="70"/>
                  <a:pt x="323" y="105"/>
                  <a:pt x="324" y="146"/>
                </a:cubicBezTo>
                <a:cubicBezTo>
                  <a:pt x="324" y="190"/>
                  <a:pt x="310" y="225"/>
                  <a:pt x="282" y="252"/>
                </a:cubicBezTo>
                <a:cubicBezTo>
                  <a:pt x="254" y="279"/>
                  <a:pt x="222" y="292"/>
                  <a:pt x="187" y="292"/>
                </a:cubicBezTo>
                <a:cubicBezTo>
                  <a:pt x="158" y="292"/>
                  <a:pt x="132" y="283"/>
                  <a:pt x="110" y="264"/>
                </a:cubicBezTo>
                <a:lnTo>
                  <a:pt x="105" y="259"/>
                </a:lnTo>
                <a:lnTo>
                  <a:pt x="105" y="314"/>
                </a:lnTo>
                <a:lnTo>
                  <a:pt x="105" y="350"/>
                </a:lnTo>
                <a:cubicBezTo>
                  <a:pt x="105" y="362"/>
                  <a:pt x="105" y="369"/>
                  <a:pt x="106" y="371"/>
                </a:cubicBezTo>
                <a:cubicBezTo>
                  <a:pt x="107" y="374"/>
                  <a:pt x="109" y="376"/>
                  <a:pt x="113" y="378"/>
                </a:cubicBezTo>
                <a:cubicBezTo>
                  <a:pt x="122" y="380"/>
                  <a:pt x="133" y="380"/>
                  <a:pt x="145" y="380"/>
                </a:cubicBezTo>
                <a:lnTo>
                  <a:pt x="155" y="380"/>
                </a:lnTo>
                <a:lnTo>
                  <a:pt x="155" y="410"/>
                </a:lnTo>
                <a:lnTo>
                  <a:pt x="150" y="410"/>
                </a:lnTo>
                <a:lnTo>
                  <a:pt x="134" y="409"/>
                </a:lnTo>
                <a:cubicBezTo>
                  <a:pt x="125" y="409"/>
                  <a:pt x="114" y="409"/>
                  <a:pt x="102" y="409"/>
                </a:cubicBezTo>
                <a:cubicBezTo>
                  <a:pt x="91" y="409"/>
                  <a:pt x="83" y="409"/>
                  <a:pt x="78" y="408"/>
                </a:cubicBezTo>
                <a:cubicBezTo>
                  <a:pt x="33" y="408"/>
                  <a:pt x="9" y="409"/>
                  <a:pt x="5" y="410"/>
                </a:cubicBezTo>
                <a:lnTo>
                  <a:pt x="0" y="410"/>
                </a:lnTo>
                <a:lnTo>
                  <a:pt x="0" y="380"/>
                </a:lnTo>
                <a:lnTo>
                  <a:pt x="10" y="380"/>
                </a:lnTo>
                <a:moveTo>
                  <a:pt x="261" y="145"/>
                </a:moveTo>
                <a:cubicBezTo>
                  <a:pt x="261" y="113"/>
                  <a:pt x="253" y="86"/>
                  <a:pt x="239" y="62"/>
                </a:cubicBezTo>
                <a:cubicBezTo>
                  <a:pt x="224" y="37"/>
                  <a:pt x="206" y="26"/>
                  <a:pt x="184" y="26"/>
                </a:cubicBezTo>
                <a:cubicBezTo>
                  <a:pt x="154" y="26"/>
                  <a:pt x="127" y="40"/>
                  <a:pt x="105" y="68"/>
                </a:cubicBezTo>
                <a:lnTo>
                  <a:pt x="105" y="222"/>
                </a:lnTo>
                <a:cubicBezTo>
                  <a:pt x="122" y="253"/>
                  <a:pt x="146" y="268"/>
                  <a:pt x="177" y="268"/>
                </a:cubicBezTo>
                <a:cubicBezTo>
                  <a:pt x="199" y="268"/>
                  <a:pt x="218" y="257"/>
                  <a:pt x="235" y="234"/>
                </a:cubicBezTo>
                <a:cubicBezTo>
                  <a:pt x="252" y="211"/>
                  <a:pt x="260" y="181"/>
                  <a:pt x="261" y="14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59" name=""/>
          <p:cNvSpPr/>
          <p:nvPr/>
        </p:nvSpPr>
        <p:spPr>
          <a:xfrm>
            <a:off x="6541560" y="4475880"/>
            <a:ext cx="102960" cy="106560"/>
          </a:xfrm>
          <a:custGeom>
            <a:avLst/>
            <a:gdLst/>
            <a:ahLst/>
            <a:rect l="0" t="0" r="r" b="b"/>
            <a:pathLst>
              <a:path w="286" h="296">
                <a:moveTo>
                  <a:pt x="0" y="151"/>
                </a:moveTo>
                <a:cubicBezTo>
                  <a:pt x="0" y="111"/>
                  <a:pt x="13" y="76"/>
                  <a:pt x="41" y="45"/>
                </a:cubicBezTo>
                <a:cubicBezTo>
                  <a:pt x="69" y="15"/>
                  <a:pt x="103" y="0"/>
                  <a:pt x="142" y="0"/>
                </a:cubicBezTo>
                <a:cubicBezTo>
                  <a:pt x="181" y="0"/>
                  <a:pt x="215" y="15"/>
                  <a:pt x="243" y="44"/>
                </a:cubicBezTo>
                <a:cubicBezTo>
                  <a:pt x="271" y="74"/>
                  <a:pt x="285" y="109"/>
                  <a:pt x="286" y="151"/>
                </a:cubicBezTo>
                <a:cubicBezTo>
                  <a:pt x="286" y="192"/>
                  <a:pt x="272" y="226"/>
                  <a:pt x="244" y="254"/>
                </a:cubicBezTo>
                <a:cubicBezTo>
                  <a:pt x="217" y="282"/>
                  <a:pt x="182" y="296"/>
                  <a:pt x="142" y="296"/>
                </a:cubicBezTo>
                <a:cubicBezTo>
                  <a:pt x="101" y="296"/>
                  <a:pt x="67" y="281"/>
                  <a:pt x="40" y="253"/>
                </a:cubicBezTo>
                <a:cubicBezTo>
                  <a:pt x="13" y="224"/>
                  <a:pt x="0" y="190"/>
                  <a:pt x="0" y="151"/>
                </a:cubicBezTo>
                <a:moveTo>
                  <a:pt x="142" y="270"/>
                </a:moveTo>
                <a:cubicBezTo>
                  <a:pt x="195" y="270"/>
                  <a:pt x="222" y="235"/>
                  <a:pt x="222" y="165"/>
                </a:cubicBezTo>
                <a:lnTo>
                  <a:pt x="222" y="144"/>
                </a:lnTo>
                <a:lnTo>
                  <a:pt x="222" y="128"/>
                </a:lnTo>
                <a:cubicBezTo>
                  <a:pt x="222" y="119"/>
                  <a:pt x="222" y="111"/>
                  <a:pt x="221" y="104"/>
                </a:cubicBezTo>
                <a:cubicBezTo>
                  <a:pt x="221" y="97"/>
                  <a:pt x="219" y="89"/>
                  <a:pt x="217" y="79"/>
                </a:cubicBezTo>
                <a:cubicBezTo>
                  <a:pt x="214" y="70"/>
                  <a:pt x="210" y="61"/>
                  <a:pt x="205" y="55"/>
                </a:cubicBezTo>
                <a:cubicBezTo>
                  <a:pt x="201" y="49"/>
                  <a:pt x="194" y="43"/>
                  <a:pt x="185" y="37"/>
                </a:cubicBezTo>
                <a:cubicBezTo>
                  <a:pt x="176" y="31"/>
                  <a:pt x="166" y="27"/>
                  <a:pt x="154" y="24"/>
                </a:cubicBezTo>
                <a:cubicBezTo>
                  <a:pt x="152" y="24"/>
                  <a:pt x="148" y="24"/>
                  <a:pt x="144" y="24"/>
                </a:cubicBezTo>
                <a:cubicBezTo>
                  <a:pt x="131" y="24"/>
                  <a:pt x="119" y="26"/>
                  <a:pt x="107" y="31"/>
                </a:cubicBezTo>
                <a:cubicBezTo>
                  <a:pt x="89" y="41"/>
                  <a:pt x="77" y="54"/>
                  <a:pt x="71" y="72"/>
                </a:cubicBezTo>
                <a:cubicBezTo>
                  <a:pt x="65" y="88"/>
                  <a:pt x="63" y="108"/>
                  <a:pt x="63" y="131"/>
                </a:cubicBezTo>
                <a:lnTo>
                  <a:pt x="63" y="144"/>
                </a:lnTo>
                <a:cubicBezTo>
                  <a:pt x="63" y="185"/>
                  <a:pt x="67" y="214"/>
                  <a:pt x="75" y="231"/>
                </a:cubicBezTo>
                <a:cubicBezTo>
                  <a:pt x="89" y="257"/>
                  <a:pt x="111" y="270"/>
                  <a:pt x="142" y="27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60" name=""/>
          <p:cNvSpPr/>
          <p:nvPr/>
        </p:nvSpPr>
        <p:spPr>
          <a:xfrm>
            <a:off x="6657120" y="4475880"/>
            <a:ext cx="102960" cy="106560"/>
          </a:xfrm>
          <a:custGeom>
            <a:avLst/>
            <a:gdLst/>
            <a:ahLst/>
            <a:rect l="0" t="0" r="r" b="b"/>
            <a:pathLst>
              <a:path w="286" h="296">
                <a:moveTo>
                  <a:pt x="0" y="151"/>
                </a:moveTo>
                <a:cubicBezTo>
                  <a:pt x="0" y="111"/>
                  <a:pt x="14" y="76"/>
                  <a:pt x="42" y="45"/>
                </a:cubicBezTo>
                <a:cubicBezTo>
                  <a:pt x="70" y="15"/>
                  <a:pt x="104" y="0"/>
                  <a:pt x="143" y="0"/>
                </a:cubicBezTo>
                <a:cubicBezTo>
                  <a:pt x="183" y="0"/>
                  <a:pt x="216" y="15"/>
                  <a:pt x="244" y="44"/>
                </a:cubicBezTo>
                <a:cubicBezTo>
                  <a:pt x="272" y="74"/>
                  <a:pt x="286" y="109"/>
                  <a:pt x="286" y="151"/>
                </a:cubicBezTo>
                <a:cubicBezTo>
                  <a:pt x="286" y="192"/>
                  <a:pt x="273" y="226"/>
                  <a:pt x="245" y="254"/>
                </a:cubicBezTo>
                <a:cubicBezTo>
                  <a:pt x="218" y="282"/>
                  <a:pt x="184" y="296"/>
                  <a:pt x="143" y="296"/>
                </a:cubicBezTo>
                <a:cubicBezTo>
                  <a:pt x="101" y="296"/>
                  <a:pt x="67" y="281"/>
                  <a:pt x="41" y="253"/>
                </a:cubicBezTo>
                <a:cubicBezTo>
                  <a:pt x="14" y="224"/>
                  <a:pt x="1" y="190"/>
                  <a:pt x="0" y="151"/>
                </a:cubicBezTo>
                <a:moveTo>
                  <a:pt x="143" y="270"/>
                </a:moveTo>
                <a:cubicBezTo>
                  <a:pt x="196" y="270"/>
                  <a:pt x="223" y="235"/>
                  <a:pt x="223" y="165"/>
                </a:cubicBezTo>
                <a:lnTo>
                  <a:pt x="223" y="144"/>
                </a:lnTo>
                <a:lnTo>
                  <a:pt x="223" y="128"/>
                </a:lnTo>
                <a:cubicBezTo>
                  <a:pt x="223" y="119"/>
                  <a:pt x="222" y="111"/>
                  <a:pt x="222" y="104"/>
                </a:cubicBezTo>
                <a:cubicBezTo>
                  <a:pt x="222" y="97"/>
                  <a:pt x="220" y="89"/>
                  <a:pt x="217" y="79"/>
                </a:cubicBezTo>
                <a:cubicBezTo>
                  <a:pt x="215" y="70"/>
                  <a:pt x="211" y="61"/>
                  <a:pt x="207" y="55"/>
                </a:cubicBezTo>
                <a:cubicBezTo>
                  <a:pt x="203" y="49"/>
                  <a:pt x="196" y="43"/>
                  <a:pt x="187" y="37"/>
                </a:cubicBezTo>
                <a:cubicBezTo>
                  <a:pt x="178" y="31"/>
                  <a:pt x="167" y="27"/>
                  <a:pt x="155" y="24"/>
                </a:cubicBezTo>
                <a:cubicBezTo>
                  <a:pt x="153" y="24"/>
                  <a:pt x="149" y="24"/>
                  <a:pt x="144" y="24"/>
                </a:cubicBezTo>
                <a:cubicBezTo>
                  <a:pt x="132" y="24"/>
                  <a:pt x="119" y="26"/>
                  <a:pt x="108" y="31"/>
                </a:cubicBezTo>
                <a:cubicBezTo>
                  <a:pt x="89" y="41"/>
                  <a:pt x="77" y="54"/>
                  <a:pt x="72" y="72"/>
                </a:cubicBezTo>
                <a:cubicBezTo>
                  <a:pt x="66" y="88"/>
                  <a:pt x="63" y="108"/>
                  <a:pt x="63" y="131"/>
                </a:cubicBezTo>
                <a:lnTo>
                  <a:pt x="63" y="144"/>
                </a:lnTo>
                <a:cubicBezTo>
                  <a:pt x="63" y="185"/>
                  <a:pt x="67" y="214"/>
                  <a:pt x="76" y="231"/>
                </a:cubicBezTo>
                <a:cubicBezTo>
                  <a:pt x="89" y="257"/>
                  <a:pt x="112" y="270"/>
                  <a:pt x="143" y="27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61" name=""/>
          <p:cNvSpPr/>
          <p:nvPr/>
        </p:nvSpPr>
        <p:spPr>
          <a:xfrm>
            <a:off x="6772680" y="4418640"/>
            <a:ext cx="55080" cy="161280"/>
          </a:xfrm>
          <a:custGeom>
            <a:avLst/>
            <a:gdLst/>
            <a:ahLst/>
            <a:rect l="0" t="0" r="r" b="b"/>
            <a:pathLst>
              <a:path w="153" h="448">
                <a:moveTo>
                  <a:pt x="10" y="418"/>
                </a:moveTo>
                <a:lnTo>
                  <a:pt x="19" y="418"/>
                </a:lnTo>
                <a:cubicBezTo>
                  <a:pt x="36" y="418"/>
                  <a:pt x="46" y="415"/>
                  <a:pt x="49" y="409"/>
                </a:cubicBezTo>
                <a:lnTo>
                  <a:pt x="49" y="403"/>
                </a:lnTo>
                <a:cubicBezTo>
                  <a:pt x="49" y="400"/>
                  <a:pt x="49" y="395"/>
                  <a:pt x="49" y="389"/>
                </a:cubicBezTo>
                <a:cubicBezTo>
                  <a:pt x="49" y="383"/>
                  <a:pt x="49" y="376"/>
                  <a:pt x="49" y="367"/>
                </a:cubicBezTo>
                <a:cubicBezTo>
                  <a:pt x="49" y="359"/>
                  <a:pt x="49" y="350"/>
                  <a:pt x="50" y="340"/>
                </a:cubicBezTo>
                <a:cubicBezTo>
                  <a:pt x="50" y="329"/>
                  <a:pt x="50" y="319"/>
                  <a:pt x="50" y="308"/>
                </a:cubicBezTo>
                <a:cubicBezTo>
                  <a:pt x="49" y="296"/>
                  <a:pt x="49" y="285"/>
                  <a:pt x="50" y="272"/>
                </a:cubicBezTo>
                <a:cubicBezTo>
                  <a:pt x="50" y="260"/>
                  <a:pt x="50" y="248"/>
                  <a:pt x="50" y="235"/>
                </a:cubicBezTo>
                <a:cubicBezTo>
                  <a:pt x="50" y="220"/>
                  <a:pt x="50" y="203"/>
                  <a:pt x="50" y="185"/>
                </a:cubicBezTo>
                <a:cubicBezTo>
                  <a:pt x="50" y="168"/>
                  <a:pt x="50" y="152"/>
                  <a:pt x="50" y="137"/>
                </a:cubicBezTo>
                <a:cubicBezTo>
                  <a:pt x="50" y="122"/>
                  <a:pt x="50" y="110"/>
                  <a:pt x="50" y="98"/>
                </a:cubicBezTo>
                <a:cubicBezTo>
                  <a:pt x="50" y="87"/>
                  <a:pt x="50" y="78"/>
                  <a:pt x="49" y="70"/>
                </a:cubicBezTo>
                <a:cubicBezTo>
                  <a:pt x="49" y="62"/>
                  <a:pt x="49" y="59"/>
                  <a:pt x="49" y="59"/>
                </a:cubicBezTo>
                <a:cubicBezTo>
                  <a:pt x="48" y="51"/>
                  <a:pt x="45" y="46"/>
                  <a:pt x="40" y="43"/>
                </a:cubicBezTo>
                <a:cubicBezTo>
                  <a:pt x="35" y="41"/>
                  <a:pt x="26" y="39"/>
                  <a:pt x="11" y="37"/>
                </a:cubicBezTo>
                <a:lnTo>
                  <a:pt x="0" y="37"/>
                </a:lnTo>
                <a:lnTo>
                  <a:pt x="0" y="23"/>
                </a:lnTo>
                <a:cubicBezTo>
                  <a:pt x="0" y="13"/>
                  <a:pt x="0" y="8"/>
                  <a:pt x="1" y="8"/>
                </a:cubicBezTo>
                <a:lnTo>
                  <a:pt x="7" y="7"/>
                </a:lnTo>
                <a:cubicBezTo>
                  <a:pt x="12" y="7"/>
                  <a:pt x="18" y="6"/>
                  <a:pt x="26" y="6"/>
                </a:cubicBezTo>
                <a:cubicBezTo>
                  <a:pt x="34" y="5"/>
                  <a:pt x="42" y="5"/>
                  <a:pt x="50" y="5"/>
                </a:cubicBezTo>
                <a:cubicBezTo>
                  <a:pt x="57" y="4"/>
                  <a:pt x="65" y="4"/>
                  <a:pt x="74" y="3"/>
                </a:cubicBezTo>
                <a:cubicBezTo>
                  <a:pt x="82" y="3"/>
                  <a:pt x="89" y="2"/>
                  <a:pt x="93" y="1"/>
                </a:cubicBezTo>
                <a:cubicBezTo>
                  <a:pt x="97" y="0"/>
                  <a:pt x="100" y="0"/>
                  <a:pt x="100" y="1"/>
                </a:cubicBezTo>
                <a:lnTo>
                  <a:pt x="102" y="1"/>
                </a:lnTo>
                <a:lnTo>
                  <a:pt x="102" y="203"/>
                </a:lnTo>
                <a:cubicBezTo>
                  <a:pt x="102" y="339"/>
                  <a:pt x="102" y="408"/>
                  <a:pt x="103" y="409"/>
                </a:cubicBezTo>
                <a:cubicBezTo>
                  <a:pt x="104" y="412"/>
                  <a:pt x="107" y="414"/>
                  <a:pt x="110" y="416"/>
                </a:cubicBezTo>
                <a:cubicBezTo>
                  <a:pt x="120" y="417"/>
                  <a:pt x="131" y="418"/>
                  <a:pt x="143" y="418"/>
                </a:cubicBezTo>
                <a:lnTo>
                  <a:pt x="153" y="418"/>
                </a:lnTo>
                <a:lnTo>
                  <a:pt x="153" y="448"/>
                </a:lnTo>
                <a:lnTo>
                  <a:pt x="148" y="448"/>
                </a:lnTo>
                <a:lnTo>
                  <a:pt x="133" y="448"/>
                </a:lnTo>
                <a:cubicBezTo>
                  <a:pt x="123" y="447"/>
                  <a:pt x="113" y="447"/>
                  <a:pt x="101" y="447"/>
                </a:cubicBezTo>
                <a:cubicBezTo>
                  <a:pt x="90" y="447"/>
                  <a:pt x="81" y="447"/>
                  <a:pt x="76" y="446"/>
                </a:cubicBezTo>
                <a:cubicBezTo>
                  <a:pt x="71" y="446"/>
                  <a:pt x="63" y="446"/>
                  <a:pt x="52" y="446"/>
                </a:cubicBezTo>
                <a:cubicBezTo>
                  <a:pt x="41" y="447"/>
                  <a:pt x="30" y="447"/>
                  <a:pt x="20" y="448"/>
                </a:cubicBezTo>
                <a:lnTo>
                  <a:pt x="5" y="448"/>
                </a:lnTo>
                <a:lnTo>
                  <a:pt x="0" y="448"/>
                </a:lnTo>
                <a:lnTo>
                  <a:pt x="0" y="418"/>
                </a:lnTo>
                <a:lnTo>
                  <a:pt x="10" y="41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62" name=""/>
          <p:cNvSpPr/>
          <p:nvPr/>
        </p:nvSpPr>
        <p:spPr>
          <a:xfrm>
            <a:off x="6837480" y="4475880"/>
            <a:ext cx="90000" cy="106560"/>
          </a:xfrm>
          <a:custGeom>
            <a:avLst/>
            <a:gdLst/>
            <a:ahLst/>
            <a:rect l="0" t="0" r="r" b="b"/>
            <a:pathLst>
              <a:path w="250" h="296">
                <a:moveTo>
                  <a:pt x="0" y="149"/>
                </a:moveTo>
                <a:cubicBezTo>
                  <a:pt x="0" y="125"/>
                  <a:pt x="4" y="103"/>
                  <a:pt x="13" y="84"/>
                </a:cubicBezTo>
                <a:cubicBezTo>
                  <a:pt x="21" y="64"/>
                  <a:pt x="32" y="49"/>
                  <a:pt x="45" y="37"/>
                </a:cubicBezTo>
                <a:cubicBezTo>
                  <a:pt x="58" y="25"/>
                  <a:pt x="72" y="16"/>
                  <a:pt x="87" y="10"/>
                </a:cubicBezTo>
                <a:cubicBezTo>
                  <a:pt x="102" y="4"/>
                  <a:pt x="116" y="0"/>
                  <a:pt x="129" y="0"/>
                </a:cubicBezTo>
                <a:cubicBezTo>
                  <a:pt x="152" y="0"/>
                  <a:pt x="171" y="4"/>
                  <a:pt x="188" y="12"/>
                </a:cubicBezTo>
                <a:cubicBezTo>
                  <a:pt x="204" y="19"/>
                  <a:pt x="216" y="30"/>
                  <a:pt x="225" y="44"/>
                </a:cubicBezTo>
                <a:cubicBezTo>
                  <a:pt x="235" y="57"/>
                  <a:pt x="241" y="71"/>
                  <a:pt x="244" y="85"/>
                </a:cubicBezTo>
                <a:cubicBezTo>
                  <a:pt x="247" y="99"/>
                  <a:pt x="249" y="115"/>
                  <a:pt x="250" y="132"/>
                </a:cubicBezTo>
                <a:cubicBezTo>
                  <a:pt x="250" y="135"/>
                  <a:pt x="248" y="138"/>
                  <a:pt x="245" y="141"/>
                </a:cubicBezTo>
                <a:lnTo>
                  <a:pt x="63" y="141"/>
                </a:lnTo>
                <a:lnTo>
                  <a:pt x="63" y="150"/>
                </a:lnTo>
                <a:cubicBezTo>
                  <a:pt x="63" y="214"/>
                  <a:pt x="84" y="252"/>
                  <a:pt x="127" y="266"/>
                </a:cubicBezTo>
                <a:cubicBezTo>
                  <a:pt x="136" y="269"/>
                  <a:pt x="145" y="270"/>
                  <a:pt x="156" y="270"/>
                </a:cubicBezTo>
                <a:cubicBezTo>
                  <a:pt x="174" y="270"/>
                  <a:pt x="189" y="263"/>
                  <a:pt x="202" y="249"/>
                </a:cubicBezTo>
                <a:cubicBezTo>
                  <a:pt x="209" y="242"/>
                  <a:pt x="215" y="233"/>
                  <a:pt x="219" y="222"/>
                </a:cubicBezTo>
                <a:lnTo>
                  <a:pt x="226" y="207"/>
                </a:lnTo>
                <a:cubicBezTo>
                  <a:pt x="228" y="206"/>
                  <a:pt x="231" y="205"/>
                  <a:pt x="237" y="205"/>
                </a:cubicBezTo>
                <a:lnTo>
                  <a:pt x="239" y="205"/>
                </a:lnTo>
                <a:cubicBezTo>
                  <a:pt x="246" y="205"/>
                  <a:pt x="250" y="207"/>
                  <a:pt x="250" y="211"/>
                </a:cubicBezTo>
                <a:cubicBezTo>
                  <a:pt x="250" y="213"/>
                  <a:pt x="249" y="216"/>
                  <a:pt x="248" y="220"/>
                </a:cubicBezTo>
                <a:cubicBezTo>
                  <a:pt x="240" y="243"/>
                  <a:pt x="225" y="262"/>
                  <a:pt x="206" y="276"/>
                </a:cubicBezTo>
                <a:cubicBezTo>
                  <a:pt x="187" y="289"/>
                  <a:pt x="166" y="296"/>
                  <a:pt x="143" y="296"/>
                </a:cubicBezTo>
                <a:cubicBezTo>
                  <a:pt x="102" y="296"/>
                  <a:pt x="68" y="281"/>
                  <a:pt x="41" y="252"/>
                </a:cubicBezTo>
                <a:cubicBezTo>
                  <a:pt x="14" y="222"/>
                  <a:pt x="0" y="188"/>
                  <a:pt x="0" y="149"/>
                </a:cubicBezTo>
                <a:moveTo>
                  <a:pt x="196" y="112"/>
                </a:moveTo>
                <a:cubicBezTo>
                  <a:pt x="191" y="56"/>
                  <a:pt x="171" y="27"/>
                  <a:pt x="135" y="24"/>
                </a:cubicBezTo>
                <a:lnTo>
                  <a:pt x="134" y="24"/>
                </a:lnTo>
                <a:cubicBezTo>
                  <a:pt x="130" y="24"/>
                  <a:pt x="127" y="24"/>
                  <a:pt x="123" y="24"/>
                </a:cubicBezTo>
                <a:cubicBezTo>
                  <a:pt x="120" y="25"/>
                  <a:pt x="115" y="27"/>
                  <a:pt x="107" y="30"/>
                </a:cubicBezTo>
                <a:cubicBezTo>
                  <a:pt x="100" y="33"/>
                  <a:pt x="94" y="37"/>
                  <a:pt x="89" y="43"/>
                </a:cubicBezTo>
                <a:cubicBezTo>
                  <a:pt x="83" y="49"/>
                  <a:pt x="79" y="58"/>
                  <a:pt x="74" y="69"/>
                </a:cubicBezTo>
                <a:cubicBezTo>
                  <a:pt x="69" y="81"/>
                  <a:pt x="66" y="95"/>
                  <a:pt x="64" y="113"/>
                </a:cubicBezTo>
                <a:lnTo>
                  <a:pt x="64" y="117"/>
                </a:lnTo>
                <a:lnTo>
                  <a:pt x="196" y="117"/>
                </a:lnTo>
                <a:lnTo>
                  <a:pt x="196" y="11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63" name=""/>
          <p:cNvSpPr/>
          <p:nvPr/>
        </p:nvSpPr>
        <p:spPr>
          <a:xfrm>
            <a:off x="6941520" y="4418640"/>
            <a:ext cx="116640" cy="163800"/>
          </a:xfrm>
          <a:custGeom>
            <a:avLst/>
            <a:gdLst/>
            <a:ahLst/>
            <a:rect l="0" t="0" r="r" b="b"/>
            <a:pathLst>
              <a:path w="324" h="455">
                <a:moveTo>
                  <a:pt x="221" y="129"/>
                </a:moveTo>
                <a:cubicBezTo>
                  <a:pt x="221" y="122"/>
                  <a:pt x="221" y="113"/>
                  <a:pt x="221" y="103"/>
                </a:cubicBezTo>
                <a:cubicBezTo>
                  <a:pt x="221" y="93"/>
                  <a:pt x="222" y="86"/>
                  <a:pt x="222" y="82"/>
                </a:cubicBezTo>
                <a:cubicBezTo>
                  <a:pt x="222" y="62"/>
                  <a:pt x="220" y="50"/>
                  <a:pt x="216" y="46"/>
                </a:cubicBezTo>
                <a:cubicBezTo>
                  <a:pt x="211" y="41"/>
                  <a:pt x="200" y="38"/>
                  <a:pt x="182" y="37"/>
                </a:cubicBezTo>
                <a:lnTo>
                  <a:pt x="170" y="37"/>
                </a:lnTo>
                <a:lnTo>
                  <a:pt x="170" y="23"/>
                </a:lnTo>
                <a:cubicBezTo>
                  <a:pt x="170" y="13"/>
                  <a:pt x="171" y="8"/>
                  <a:pt x="172" y="8"/>
                </a:cubicBezTo>
                <a:lnTo>
                  <a:pt x="178" y="7"/>
                </a:lnTo>
                <a:cubicBezTo>
                  <a:pt x="182" y="7"/>
                  <a:pt x="188" y="6"/>
                  <a:pt x="197" y="6"/>
                </a:cubicBezTo>
                <a:cubicBezTo>
                  <a:pt x="206" y="5"/>
                  <a:pt x="214" y="5"/>
                  <a:pt x="221" y="5"/>
                </a:cubicBezTo>
                <a:cubicBezTo>
                  <a:pt x="229" y="4"/>
                  <a:pt x="237" y="4"/>
                  <a:pt x="245" y="3"/>
                </a:cubicBezTo>
                <a:cubicBezTo>
                  <a:pt x="254" y="3"/>
                  <a:pt x="260" y="2"/>
                  <a:pt x="265" y="1"/>
                </a:cubicBezTo>
                <a:cubicBezTo>
                  <a:pt x="269" y="0"/>
                  <a:pt x="271" y="0"/>
                  <a:pt x="272" y="1"/>
                </a:cubicBezTo>
                <a:lnTo>
                  <a:pt x="274" y="1"/>
                </a:lnTo>
                <a:lnTo>
                  <a:pt x="274" y="197"/>
                </a:lnTo>
                <a:cubicBezTo>
                  <a:pt x="274" y="329"/>
                  <a:pt x="274" y="395"/>
                  <a:pt x="274" y="396"/>
                </a:cubicBezTo>
                <a:cubicBezTo>
                  <a:pt x="275" y="405"/>
                  <a:pt x="278" y="410"/>
                  <a:pt x="283" y="413"/>
                </a:cubicBezTo>
                <a:cubicBezTo>
                  <a:pt x="288" y="415"/>
                  <a:pt x="298" y="417"/>
                  <a:pt x="312" y="419"/>
                </a:cubicBezTo>
                <a:lnTo>
                  <a:pt x="324" y="419"/>
                </a:lnTo>
                <a:lnTo>
                  <a:pt x="324" y="448"/>
                </a:lnTo>
                <a:cubicBezTo>
                  <a:pt x="323" y="448"/>
                  <a:pt x="307" y="449"/>
                  <a:pt x="275" y="451"/>
                </a:cubicBezTo>
                <a:cubicBezTo>
                  <a:pt x="243" y="454"/>
                  <a:pt x="226" y="455"/>
                  <a:pt x="224" y="455"/>
                </a:cubicBezTo>
                <a:lnTo>
                  <a:pt x="219" y="455"/>
                </a:lnTo>
                <a:lnTo>
                  <a:pt x="219" y="420"/>
                </a:lnTo>
                <a:lnTo>
                  <a:pt x="214" y="424"/>
                </a:lnTo>
                <a:cubicBezTo>
                  <a:pt x="188" y="445"/>
                  <a:pt x="161" y="455"/>
                  <a:pt x="130" y="455"/>
                </a:cubicBezTo>
                <a:cubicBezTo>
                  <a:pt x="97" y="455"/>
                  <a:pt x="67" y="442"/>
                  <a:pt x="40" y="416"/>
                </a:cubicBezTo>
                <a:cubicBezTo>
                  <a:pt x="14" y="390"/>
                  <a:pt x="0" y="354"/>
                  <a:pt x="0" y="310"/>
                </a:cubicBezTo>
                <a:cubicBezTo>
                  <a:pt x="0" y="267"/>
                  <a:pt x="14" y="232"/>
                  <a:pt x="41" y="205"/>
                </a:cubicBezTo>
                <a:cubicBezTo>
                  <a:pt x="68" y="177"/>
                  <a:pt x="99" y="163"/>
                  <a:pt x="135" y="163"/>
                </a:cubicBezTo>
                <a:cubicBezTo>
                  <a:pt x="168" y="163"/>
                  <a:pt x="196" y="173"/>
                  <a:pt x="221" y="195"/>
                </a:cubicBezTo>
                <a:lnTo>
                  <a:pt x="221" y="129"/>
                </a:lnTo>
                <a:moveTo>
                  <a:pt x="219" y="228"/>
                </a:moveTo>
                <a:cubicBezTo>
                  <a:pt x="200" y="201"/>
                  <a:pt x="175" y="188"/>
                  <a:pt x="146" y="188"/>
                </a:cubicBezTo>
                <a:cubicBezTo>
                  <a:pt x="125" y="188"/>
                  <a:pt x="106" y="195"/>
                  <a:pt x="90" y="211"/>
                </a:cubicBezTo>
                <a:cubicBezTo>
                  <a:pt x="78" y="223"/>
                  <a:pt x="71" y="236"/>
                  <a:pt x="68" y="252"/>
                </a:cubicBezTo>
                <a:cubicBezTo>
                  <a:pt x="65" y="267"/>
                  <a:pt x="63" y="288"/>
                  <a:pt x="63" y="312"/>
                </a:cubicBezTo>
                <a:cubicBezTo>
                  <a:pt x="63" y="336"/>
                  <a:pt x="64" y="356"/>
                  <a:pt x="67" y="371"/>
                </a:cubicBezTo>
                <a:cubicBezTo>
                  <a:pt x="70" y="386"/>
                  <a:pt x="78" y="399"/>
                  <a:pt x="90" y="410"/>
                </a:cubicBezTo>
                <a:cubicBezTo>
                  <a:pt x="103" y="424"/>
                  <a:pt x="119" y="431"/>
                  <a:pt x="140" y="431"/>
                </a:cubicBezTo>
                <a:cubicBezTo>
                  <a:pt x="170" y="431"/>
                  <a:pt x="197" y="415"/>
                  <a:pt x="219" y="382"/>
                </a:cubicBezTo>
                <a:lnTo>
                  <a:pt x="219" y="2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64" name=""/>
          <p:cNvSpPr/>
          <p:nvPr/>
        </p:nvSpPr>
        <p:spPr>
          <a:xfrm>
            <a:off x="7177320" y="4403160"/>
            <a:ext cx="39960" cy="39600"/>
          </a:xfrm>
          <a:custGeom>
            <a:avLst/>
            <a:gdLst/>
            <a:ahLst/>
            <a:rect l="0" t="0" r="r" b="b"/>
            <a:pathLst>
              <a:path w="111" h="110">
                <a:moveTo>
                  <a:pt x="0" y="56"/>
                </a:moveTo>
                <a:cubicBezTo>
                  <a:pt x="0" y="41"/>
                  <a:pt x="5" y="28"/>
                  <a:pt x="16" y="17"/>
                </a:cubicBezTo>
                <a:cubicBezTo>
                  <a:pt x="26" y="6"/>
                  <a:pt x="40" y="0"/>
                  <a:pt x="56" y="0"/>
                </a:cubicBezTo>
                <a:cubicBezTo>
                  <a:pt x="70" y="0"/>
                  <a:pt x="83" y="5"/>
                  <a:pt x="94" y="15"/>
                </a:cubicBezTo>
                <a:cubicBezTo>
                  <a:pt x="105" y="24"/>
                  <a:pt x="111" y="39"/>
                  <a:pt x="111" y="55"/>
                </a:cubicBezTo>
                <a:cubicBezTo>
                  <a:pt x="111" y="70"/>
                  <a:pt x="106" y="83"/>
                  <a:pt x="96" y="94"/>
                </a:cubicBezTo>
                <a:cubicBezTo>
                  <a:pt x="85" y="105"/>
                  <a:pt x="72" y="110"/>
                  <a:pt x="57" y="110"/>
                </a:cubicBezTo>
                <a:cubicBezTo>
                  <a:pt x="41" y="110"/>
                  <a:pt x="27" y="105"/>
                  <a:pt x="17" y="95"/>
                </a:cubicBezTo>
                <a:cubicBezTo>
                  <a:pt x="6" y="85"/>
                  <a:pt x="1" y="72"/>
                  <a:pt x="0" y="5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65" name=""/>
          <p:cNvSpPr/>
          <p:nvPr/>
        </p:nvSpPr>
        <p:spPr>
          <a:xfrm>
            <a:off x="7323840" y="4359960"/>
            <a:ext cx="169920" cy="145080"/>
          </a:xfrm>
          <a:custGeom>
            <a:avLst/>
            <a:gdLst/>
            <a:ahLst/>
            <a:rect l="0" t="0" r="r" b="b"/>
            <a:pathLst>
              <a:path w="472" h="403">
                <a:moveTo>
                  <a:pt x="15" y="361"/>
                </a:moveTo>
                <a:lnTo>
                  <a:pt x="27" y="361"/>
                </a:lnTo>
                <a:cubicBezTo>
                  <a:pt x="51" y="361"/>
                  <a:pt x="65" y="357"/>
                  <a:pt x="70" y="349"/>
                </a:cubicBezTo>
                <a:lnTo>
                  <a:pt x="70" y="341"/>
                </a:lnTo>
                <a:cubicBezTo>
                  <a:pt x="70" y="336"/>
                  <a:pt x="70" y="329"/>
                  <a:pt x="70" y="321"/>
                </a:cubicBezTo>
                <a:cubicBezTo>
                  <a:pt x="70" y="312"/>
                  <a:pt x="70" y="303"/>
                  <a:pt x="70" y="292"/>
                </a:cubicBezTo>
                <a:cubicBezTo>
                  <a:pt x="70" y="282"/>
                  <a:pt x="71" y="270"/>
                  <a:pt x="71" y="257"/>
                </a:cubicBezTo>
                <a:cubicBezTo>
                  <a:pt x="72" y="243"/>
                  <a:pt x="72" y="231"/>
                  <a:pt x="71" y="219"/>
                </a:cubicBezTo>
                <a:cubicBezTo>
                  <a:pt x="71" y="200"/>
                  <a:pt x="71" y="180"/>
                  <a:pt x="71" y="159"/>
                </a:cubicBezTo>
                <a:cubicBezTo>
                  <a:pt x="71" y="136"/>
                  <a:pt x="71" y="118"/>
                  <a:pt x="70" y="104"/>
                </a:cubicBezTo>
                <a:lnTo>
                  <a:pt x="70" y="83"/>
                </a:lnTo>
                <a:cubicBezTo>
                  <a:pt x="68" y="71"/>
                  <a:pt x="64" y="64"/>
                  <a:pt x="57" y="60"/>
                </a:cubicBezTo>
                <a:cubicBezTo>
                  <a:pt x="51" y="57"/>
                  <a:pt x="37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6" y="8"/>
                  <a:pt x="37" y="7"/>
                </a:cubicBezTo>
                <a:cubicBezTo>
                  <a:pt x="47" y="7"/>
                  <a:pt x="59" y="6"/>
                  <a:pt x="70" y="6"/>
                </a:cubicBezTo>
                <a:cubicBezTo>
                  <a:pt x="81" y="5"/>
                  <a:pt x="91" y="4"/>
                  <a:pt x="104" y="4"/>
                </a:cubicBezTo>
                <a:cubicBezTo>
                  <a:pt x="115" y="3"/>
                  <a:pt x="124" y="2"/>
                  <a:pt x="130" y="1"/>
                </a:cubicBezTo>
                <a:cubicBezTo>
                  <a:pt x="136" y="0"/>
                  <a:pt x="140" y="-1"/>
                  <a:pt x="140" y="0"/>
                </a:cubicBezTo>
                <a:lnTo>
                  <a:pt x="143" y="0"/>
                </a:lnTo>
                <a:lnTo>
                  <a:pt x="143" y="36"/>
                </a:lnTo>
                <a:cubicBezTo>
                  <a:pt x="143" y="60"/>
                  <a:pt x="143" y="71"/>
                  <a:pt x="144" y="71"/>
                </a:cubicBezTo>
                <a:cubicBezTo>
                  <a:pt x="145" y="71"/>
                  <a:pt x="146" y="70"/>
                  <a:pt x="149" y="67"/>
                </a:cubicBezTo>
                <a:cubicBezTo>
                  <a:pt x="151" y="63"/>
                  <a:pt x="155" y="59"/>
                  <a:pt x="159" y="53"/>
                </a:cubicBezTo>
                <a:cubicBezTo>
                  <a:pt x="164" y="47"/>
                  <a:pt x="170" y="41"/>
                  <a:pt x="177" y="36"/>
                </a:cubicBezTo>
                <a:cubicBezTo>
                  <a:pt x="183" y="32"/>
                  <a:pt x="192" y="26"/>
                  <a:pt x="203" y="19"/>
                </a:cubicBezTo>
                <a:cubicBezTo>
                  <a:pt x="214" y="13"/>
                  <a:pt x="226" y="8"/>
                  <a:pt x="238" y="5"/>
                </a:cubicBezTo>
                <a:cubicBezTo>
                  <a:pt x="250" y="2"/>
                  <a:pt x="265" y="0"/>
                  <a:pt x="284" y="0"/>
                </a:cubicBezTo>
                <a:cubicBezTo>
                  <a:pt x="353" y="3"/>
                  <a:pt x="392" y="37"/>
                  <a:pt x="400" y="103"/>
                </a:cubicBezTo>
                <a:cubicBezTo>
                  <a:pt x="400" y="107"/>
                  <a:pt x="401" y="149"/>
                  <a:pt x="401" y="230"/>
                </a:cubicBezTo>
                <a:lnTo>
                  <a:pt x="401" y="309"/>
                </a:lnTo>
                <a:cubicBezTo>
                  <a:pt x="401" y="332"/>
                  <a:pt x="401" y="345"/>
                  <a:pt x="402" y="350"/>
                </a:cubicBezTo>
                <a:cubicBezTo>
                  <a:pt x="404" y="354"/>
                  <a:pt x="407" y="357"/>
                  <a:pt x="412" y="359"/>
                </a:cubicBezTo>
                <a:cubicBezTo>
                  <a:pt x="425" y="361"/>
                  <a:pt x="440" y="361"/>
                  <a:pt x="457" y="361"/>
                </a:cubicBezTo>
                <a:lnTo>
                  <a:pt x="472" y="361"/>
                </a:lnTo>
                <a:lnTo>
                  <a:pt x="472" y="403"/>
                </a:lnTo>
                <a:lnTo>
                  <a:pt x="464" y="403"/>
                </a:lnTo>
                <a:lnTo>
                  <a:pt x="443" y="402"/>
                </a:lnTo>
                <a:cubicBezTo>
                  <a:pt x="429" y="402"/>
                  <a:pt x="413" y="402"/>
                  <a:pt x="397" y="402"/>
                </a:cubicBezTo>
                <a:cubicBezTo>
                  <a:pt x="381" y="402"/>
                  <a:pt x="369" y="401"/>
                  <a:pt x="362" y="401"/>
                </a:cubicBezTo>
                <a:cubicBezTo>
                  <a:pt x="300" y="401"/>
                  <a:pt x="266" y="402"/>
                  <a:pt x="261" y="403"/>
                </a:cubicBezTo>
                <a:lnTo>
                  <a:pt x="253" y="403"/>
                </a:lnTo>
                <a:lnTo>
                  <a:pt x="253" y="361"/>
                </a:lnTo>
                <a:lnTo>
                  <a:pt x="268" y="361"/>
                </a:lnTo>
                <a:cubicBezTo>
                  <a:pt x="305" y="361"/>
                  <a:pt x="323" y="357"/>
                  <a:pt x="323" y="347"/>
                </a:cubicBezTo>
                <a:cubicBezTo>
                  <a:pt x="324" y="346"/>
                  <a:pt x="324" y="304"/>
                  <a:pt x="324" y="221"/>
                </a:cubicBezTo>
                <a:cubicBezTo>
                  <a:pt x="324" y="138"/>
                  <a:pt x="323" y="95"/>
                  <a:pt x="322" y="90"/>
                </a:cubicBezTo>
                <a:cubicBezTo>
                  <a:pt x="319" y="73"/>
                  <a:pt x="313" y="60"/>
                  <a:pt x="304" y="52"/>
                </a:cubicBezTo>
                <a:cubicBezTo>
                  <a:pt x="296" y="43"/>
                  <a:pt x="288" y="38"/>
                  <a:pt x="282" y="36"/>
                </a:cubicBezTo>
                <a:cubicBezTo>
                  <a:pt x="276" y="35"/>
                  <a:pt x="268" y="34"/>
                  <a:pt x="259" y="35"/>
                </a:cubicBezTo>
                <a:cubicBezTo>
                  <a:pt x="231" y="35"/>
                  <a:pt x="207" y="45"/>
                  <a:pt x="187" y="66"/>
                </a:cubicBezTo>
                <a:cubicBezTo>
                  <a:pt x="170" y="82"/>
                  <a:pt x="160" y="99"/>
                  <a:pt x="156" y="116"/>
                </a:cubicBezTo>
                <a:cubicBezTo>
                  <a:pt x="152" y="133"/>
                  <a:pt x="149" y="159"/>
                  <a:pt x="149" y="192"/>
                </a:cubicBezTo>
                <a:lnTo>
                  <a:pt x="149" y="250"/>
                </a:lnTo>
                <a:lnTo>
                  <a:pt x="149" y="305"/>
                </a:lnTo>
                <a:cubicBezTo>
                  <a:pt x="149" y="323"/>
                  <a:pt x="149" y="335"/>
                  <a:pt x="149" y="341"/>
                </a:cubicBezTo>
                <a:cubicBezTo>
                  <a:pt x="150" y="348"/>
                  <a:pt x="151" y="351"/>
                  <a:pt x="152" y="353"/>
                </a:cubicBezTo>
                <a:cubicBezTo>
                  <a:pt x="153" y="355"/>
                  <a:pt x="156" y="357"/>
                  <a:pt x="160" y="359"/>
                </a:cubicBezTo>
                <a:cubicBezTo>
                  <a:pt x="173" y="361"/>
                  <a:pt x="188" y="361"/>
                  <a:pt x="205" y="361"/>
                </a:cubicBezTo>
                <a:lnTo>
                  <a:pt x="220" y="361"/>
                </a:lnTo>
                <a:lnTo>
                  <a:pt x="220" y="403"/>
                </a:lnTo>
                <a:lnTo>
                  <a:pt x="212" y="403"/>
                </a:lnTo>
                <a:lnTo>
                  <a:pt x="191" y="402"/>
                </a:lnTo>
                <a:cubicBezTo>
                  <a:pt x="177" y="402"/>
                  <a:pt x="161" y="402"/>
                  <a:pt x="145" y="402"/>
                </a:cubicBezTo>
                <a:cubicBezTo>
                  <a:pt x="129" y="402"/>
                  <a:pt x="117" y="401"/>
                  <a:pt x="110" y="401"/>
                </a:cubicBezTo>
                <a:cubicBezTo>
                  <a:pt x="47" y="401"/>
                  <a:pt x="13" y="402"/>
                  <a:pt x="7" y="403"/>
                </a:cubicBezTo>
                <a:lnTo>
                  <a:pt x="0" y="403"/>
                </a:lnTo>
                <a:lnTo>
                  <a:pt x="0" y="361"/>
                </a:lnTo>
                <a:lnTo>
                  <a:pt x="15" y="36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66" name=""/>
          <p:cNvSpPr/>
          <p:nvPr/>
        </p:nvSpPr>
        <p:spPr>
          <a:xfrm>
            <a:off x="7508160" y="4270320"/>
            <a:ext cx="225000" cy="234720"/>
          </a:xfrm>
          <a:custGeom>
            <a:avLst/>
            <a:gdLst/>
            <a:ahLst/>
            <a:rect l="0" t="0" r="r" b="b"/>
            <a:pathLst>
              <a:path w="625" h="652">
                <a:moveTo>
                  <a:pt x="204" y="652"/>
                </a:moveTo>
                <a:cubicBezTo>
                  <a:pt x="195" y="651"/>
                  <a:pt x="160" y="650"/>
                  <a:pt x="100" y="650"/>
                </a:cubicBezTo>
                <a:cubicBezTo>
                  <a:pt x="44" y="650"/>
                  <a:pt x="12" y="651"/>
                  <a:pt x="7" y="652"/>
                </a:cubicBezTo>
                <a:lnTo>
                  <a:pt x="0" y="652"/>
                </a:lnTo>
                <a:lnTo>
                  <a:pt x="0" y="610"/>
                </a:lnTo>
                <a:lnTo>
                  <a:pt x="14" y="610"/>
                </a:lnTo>
                <a:cubicBezTo>
                  <a:pt x="59" y="609"/>
                  <a:pt x="87" y="596"/>
                  <a:pt x="99" y="572"/>
                </a:cubicBezTo>
                <a:cubicBezTo>
                  <a:pt x="99" y="570"/>
                  <a:pt x="116" y="523"/>
                  <a:pt x="147" y="429"/>
                </a:cubicBezTo>
                <a:cubicBezTo>
                  <a:pt x="179" y="336"/>
                  <a:pt x="210" y="242"/>
                  <a:pt x="241" y="148"/>
                </a:cubicBezTo>
                <a:cubicBezTo>
                  <a:pt x="272" y="55"/>
                  <a:pt x="288" y="8"/>
                  <a:pt x="289" y="7"/>
                </a:cubicBezTo>
                <a:cubicBezTo>
                  <a:pt x="291" y="2"/>
                  <a:pt x="296" y="0"/>
                  <a:pt x="305" y="0"/>
                </a:cubicBezTo>
                <a:lnTo>
                  <a:pt x="315" y="0"/>
                </a:lnTo>
                <a:cubicBezTo>
                  <a:pt x="327" y="0"/>
                  <a:pt x="334" y="2"/>
                  <a:pt x="336" y="6"/>
                </a:cubicBezTo>
                <a:cubicBezTo>
                  <a:pt x="338" y="7"/>
                  <a:pt x="370" y="104"/>
                  <a:pt x="435" y="297"/>
                </a:cubicBezTo>
                <a:lnTo>
                  <a:pt x="534" y="591"/>
                </a:lnTo>
                <a:cubicBezTo>
                  <a:pt x="538" y="599"/>
                  <a:pt x="544" y="604"/>
                  <a:pt x="551" y="606"/>
                </a:cubicBezTo>
                <a:cubicBezTo>
                  <a:pt x="558" y="608"/>
                  <a:pt x="574" y="609"/>
                  <a:pt x="598" y="610"/>
                </a:cubicBezTo>
                <a:lnTo>
                  <a:pt x="625" y="610"/>
                </a:lnTo>
                <a:lnTo>
                  <a:pt x="625" y="652"/>
                </a:lnTo>
                <a:lnTo>
                  <a:pt x="617" y="652"/>
                </a:lnTo>
                <a:cubicBezTo>
                  <a:pt x="611" y="651"/>
                  <a:pt x="573" y="650"/>
                  <a:pt x="501" y="650"/>
                </a:cubicBezTo>
                <a:cubicBezTo>
                  <a:pt x="426" y="650"/>
                  <a:pt x="383" y="651"/>
                  <a:pt x="370" y="652"/>
                </a:cubicBezTo>
                <a:lnTo>
                  <a:pt x="361" y="652"/>
                </a:lnTo>
                <a:lnTo>
                  <a:pt x="361" y="610"/>
                </a:lnTo>
                <a:lnTo>
                  <a:pt x="373" y="610"/>
                </a:lnTo>
                <a:cubicBezTo>
                  <a:pt x="415" y="610"/>
                  <a:pt x="437" y="605"/>
                  <a:pt x="437" y="594"/>
                </a:cubicBezTo>
                <a:cubicBezTo>
                  <a:pt x="437" y="593"/>
                  <a:pt x="429" y="570"/>
                  <a:pt x="415" y="527"/>
                </a:cubicBezTo>
                <a:lnTo>
                  <a:pt x="393" y="462"/>
                </a:lnTo>
                <a:lnTo>
                  <a:pt x="181" y="462"/>
                </a:lnTo>
                <a:lnTo>
                  <a:pt x="163" y="516"/>
                </a:lnTo>
                <a:cubicBezTo>
                  <a:pt x="150" y="552"/>
                  <a:pt x="144" y="571"/>
                  <a:pt x="144" y="575"/>
                </a:cubicBezTo>
                <a:cubicBezTo>
                  <a:pt x="144" y="583"/>
                  <a:pt x="150" y="591"/>
                  <a:pt x="163" y="599"/>
                </a:cubicBezTo>
                <a:cubicBezTo>
                  <a:pt x="175" y="607"/>
                  <a:pt x="190" y="610"/>
                  <a:pt x="208" y="610"/>
                </a:cubicBezTo>
                <a:lnTo>
                  <a:pt x="213" y="610"/>
                </a:lnTo>
                <a:lnTo>
                  <a:pt x="213" y="652"/>
                </a:lnTo>
                <a:lnTo>
                  <a:pt x="204" y="652"/>
                </a:lnTo>
                <a:moveTo>
                  <a:pt x="379" y="420"/>
                </a:moveTo>
                <a:lnTo>
                  <a:pt x="286" y="144"/>
                </a:lnTo>
                <a:lnTo>
                  <a:pt x="194" y="419"/>
                </a:lnTo>
                <a:cubicBezTo>
                  <a:pt x="194" y="420"/>
                  <a:pt x="225" y="420"/>
                  <a:pt x="286" y="420"/>
                </a:cubicBezTo>
                <a:lnTo>
                  <a:pt x="379" y="42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67" name=""/>
          <p:cNvSpPr/>
          <p:nvPr/>
        </p:nvSpPr>
        <p:spPr>
          <a:xfrm>
            <a:off x="7752600" y="4281120"/>
            <a:ext cx="204480" cy="223920"/>
          </a:xfrm>
          <a:custGeom>
            <a:avLst/>
            <a:gdLst/>
            <a:ahLst/>
            <a:rect l="0" t="0" r="r" b="b"/>
            <a:pathLst>
              <a:path w="568" h="622">
                <a:moveTo>
                  <a:pt x="94" y="55"/>
                </a:moveTo>
                <a:cubicBezTo>
                  <a:pt x="90" y="51"/>
                  <a:pt x="87" y="48"/>
                  <a:pt x="84" y="47"/>
                </a:cubicBezTo>
                <a:cubicBezTo>
                  <a:pt x="82" y="46"/>
                  <a:pt x="77" y="45"/>
                  <a:pt x="70" y="44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183" y="0"/>
                </a:lnTo>
                <a:lnTo>
                  <a:pt x="218" y="0"/>
                </a:lnTo>
                <a:lnTo>
                  <a:pt x="291" y="0"/>
                </a:lnTo>
                <a:cubicBezTo>
                  <a:pt x="338" y="0"/>
                  <a:pt x="372" y="1"/>
                  <a:pt x="394" y="4"/>
                </a:cubicBezTo>
                <a:cubicBezTo>
                  <a:pt x="415" y="7"/>
                  <a:pt x="437" y="16"/>
                  <a:pt x="459" y="29"/>
                </a:cubicBezTo>
                <a:cubicBezTo>
                  <a:pt x="485" y="43"/>
                  <a:pt x="506" y="62"/>
                  <a:pt x="521" y="84"/>
                </a:cubicBezTo>
                <a:cubicBezTo>
                  <a:pt x="536" y="107"/>
                  <a:pt x="544" y="130"/>
                  <a:pt x="544" y="155"/>
                </a:cubicBezTo>
                <a:cubicBezTo>
                  <a:pt x="544" y="186"/>
                  <a:pt x="531" y="215"/>
                  <a:pt x="506" y="241"/>
                </a:cubicBezTo>
                <a:cubicBezTo>
                  <a:pt x="482" y="266"/>
                  <a:pt x="449" y="284"/>
                  <a:pt x="409" y="295"/>
                </a:cubicBezTo>
                <a:lnTo>
                  <a:pt x="400" y="297"/>
                </a:lnTo>
                <a:cubicBezTo>
                  <a:pt x="444" y="303"/>
                  <a:pt x="483" y="320"/>
                  <a:pt x="517" y="347"/>
                </a:cubicBezTo>
                <a:cubicBezTo>
                  <a:pt x="551" y="375"/>
                  <a:pt x="568" y="410"/>
                  <a:pt x="568" y="452"/>
                </a:cubicBezTo>
                <a:cubicBezTo>
                  <a:pt x="568" y="493"/>
                  <a:pt x="553" y="530"/>
                  <a:pt x="522" y="561"/>
                </a:cubicBezTo>
                <a:cubicBezTo>
                  <a:pt x="491" y="593"/>
                  <a:pt x="451" y="612"/>
                  <a:pt x="403" y="620"/>
                </a:cubicBezTo>
                <a:cubicBezTo>
                  <a:pt x="395" y="621"/>
                  <a:pt x="326" y="622"/>
                  <a:pt x="195" y="622"/>
                </a:cubicBezTo>
                <a:lnTo>
                  <a:pt x="0" y="622"/>
                </a:lnTo>
                <a:lnTo>
                  <a:pt x="0" y="580"/>
                </a:lnTo>
                <a:lnTo>
                  <a:pt x="30" y="580"/>
                </a:lnTo>
                <a:cubicBezTo>
                  <a:pt x="56" y="580"/>
                  <a:pt x="71" y="579"/>
                  <a:pt x="77" y="578"/>
                </a:cubicBezTo>
                <a:cubicBezTo>
                  <a:pt x="82" y="577"/>
                  <a:pt x="88" y="573"/>
                  <a:pt x="94" y="567"/>
                </a:cubicBezTo>
                <a:lnTo>
                  <a:pt x="94" y="55"/>
                </a:lnTo>
                <a:moveTo>
                  <a:pt x="441" y="154"/>
                </a:moveTo>
                <a:cubicBezTo>
                  <a:pt x="441" y="126"/>
                  <a:pt x="433" y="101"/>
                  <a:pt x="417" y="81"/>
                </a:cubicBezTo>
                <a:cubicBezTo>
                  <a:pt x="402" y="60"/>
                  <a:pt x="381" y="47"/>
                  <a:pt x="355" y="43"/>
                </a:cubicBezTo>
                <a:cubicBezTo>
                  <a:pt x="354" y="43"/>
                  <a:pt x="350" y="43"/>
                  <a:pt x="343" y="43"/>
                </a:cubicBezTo>
                <a:cubicBezTo>
                  <a:pt x="335" y="43"/>
                  <a:pt x="326" y="43"/>
                  <a:pt x="314" y="43"/>
                </a:cubicBezTo>
                <a:cubicBezTo>
                  <a:pt x="301" y="43"/>
                  <a:pt x="290" y="42"/>
                  <a:pt x="279" y="42"/>
                </a:cubicBezTo>
                <a:cubicBezTo>
                  <a:pt x="237" y="42"/>
                  <a:pt x="212" y="42"/>
                  <a:pt x="203" y="43"/>
                </a:cubicBezTo>
                <a:cubicBezTo>
                  <a:pt x="194" y="43"/>
                  <a:pt x="188" y="46"/>
                  <a:pt x="186" y="50"/>
                </a:cubicBezTo>
                <a:cubicBezTo>
                  <a:pt x="184" y="52"/>
                  <a:pt x="183" y="91"/>
                  <a:pt x="183" y="167"/>
                </a:cubicBezTo>
                <a:lnTo>
                  <a:pt x="183" y="282"/>
                </a:lnTo>
                <a:lnTo>
                  <a:pt x="260" y="282"/>
                </a:lnTo>
                <a:lnTo>
                  <a:pt x="336" y="281"/>
                </a:lnTo>
                <a:lnTo>
                  <a:pt x="345" y="279"/>
                </a:lnTo>
                <a:cubicBezTo>
                  <a:pt x="348" y="279"/>
                  <a:pt x="351" y="278"/>
                  <a:pt x="355" y="277"/>
                </a:cubicBezTo>
                <a:cubicBezTo>
                  <a:pt x="360" y="275"/>
                  <a:pt x="367" y="271"/>
                  <a:pt x="378" y="265"/>
                </a:cubicBezTo>
                <a:cubicBezTo>
                  <a:pt x="389" y="258"/>
                  <a:pt x="399" y="251"/>
                  <a:pt x="407" y="243"/>
                </a:cubicBezTo>
                <a:cubicBezTo>
                  <a:pt x="416" y="235"/>
                  <a:pt x="423" y="223"/>
                  <a:pt x="430" y="206"/>
                </a:cubicBezTo>
                <a:cubicBezTo>
                  <a:pt x="437" y="191"/>
                  <a:pt x="440" y="173"/>
                  <a:pt x="441" y="154"/>
                </a:cubicBezTo>
                <a:moveTo>
                  <a:pt x="465" y="451"/>
                </a:moveTo>
                <a:cubicBezTo>
                  <a:pt x="465" y="420"/>
                  <a:pt x="456" y="392"/>
                  <a:pt x="439" y="366"/>
                </a:cubicBezTo>
                <a:cubicBezTo>
                  <a:pt x="422" y="340"/>
                  <a:pt x="398" y="323"/>
                  <a:pt x="367" y="317"/>
                </a:cubicBezTo>
                <a:lnTo>
                  <a:pt x="275" y="316"/>
                </a:lnTo>
                <a:lnTo>
                  <a:pt x="183" y="316"/>
                </a:lnTo>
                <a:lnTo>
                  <a:pt x="183" y="440"/>
                </a:lnTo>
                <a:lnTo>
                  <a:pt x="183" y="517"/>
                </a:lnTo>
                <a:cubicBezTo>
                  <a:pt x="183" y="553"/>
                  <a:pt x="185" y="572"/>
                  <a:pt x="188" y="575"/>
                </a:cubicBezTo>
                <a:cubicBezTo>
                  <a:pt x="192" y="578"/>
                  <a:pt x="222" y="580"/>
                  <a:pt x="280" y="580"/>
                </a:cubicBezTo>
                <a:lnTo>
                  <a:pt x="324" y="580"/>
                </a:lnTo>
                <a:cubicBezTo>
                  <a:pt x="350" y="580"/>
                  <a:pt x="368" y="578"/>
                  <a:pt x="379" y="574"/>
                </a:cubicBezTo>
                <a:cubicBezTo>
                  <a:pt x="405" y="566"/>
                  <a:pt x="426" y="550"/>
                  <a:pt x="441" y="528"/>
                </a:cubicBezTo>
                <a:cubicBezTo>
                  <a:pt x="456" y="505"/>
                  <a:pt x="464" y="480"/>
                  <a:pt x="465" y="45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68" name=""/>
          <p:cNvSpPr/>
          <p:nvPr/>
        </p:nvSpPr>
        <p:spPr>
          <a:xfrm>
            <a:off x="7993800" y="4273920"/>
            <a:ext cx="200160" cy="237960"/>
          </a:xfrm>
          <a:custGeom>
            <a:avLst/>
            <a:gdLst/>
            <a:ahLst/>
            <a:rect l="0" t="0" r="r" b="b"/>
            <a:pathLst>
              <a:path w="556" h="661">
                <a:moveTo>
                  <a:pt x="0" y="330"/>
                </a:moveTo>
                <a:cubicBezTo>
                  <a:pt x="0" y="278"/>
                  <a:pt x="10" y="230"/>
                  <a:pt x="30" y="186"/>
                </a:cubicBezTo>
                <a:cubicBezTo>
                  <a:pt x="50" y="143"/>
                  <a:pt x="76" y="108"/>
                  <a:pt x="108" y="82"/>
                </a:cubicBezTo>
                <a:cubicBezTo>
                  <a:pt x="139" y="56"/>
                  <a:pt x="172" y="36"/>
                  <a:pt x="207" y="22"/>
                </a:cubicBezTo>
                <a:cubicBezTo>
                  <a:pt x="241" y="8"/>
                  <a:pt x="275" y="0"/>
                  <a:pt x="306" y="0"/>
                </a:cubicBezTo>
                <a:cubicBezTo>
                  <a:pt x="308" y="0"/>
                  <a:pt x="311" y="0"/>
                  <a:pt x="314" y="0"/>
                </a:cubicBezTo>
                <a:cubicBezTo>
                  <a:pt x="318" y="0"/>
                  <a:pt x="320" y="0"/>
                  <a:pt x="322" y="1"/>
                </a:cubicBezTo>
                <a:cubicBezTo>
                  <a:pt x="377" y="1"/>
                  <a:pt x="426" y="21"/>
                  <a:pt x="468" y="63"/>
                </a:cubicBezTo>
                <a:lnTo>
                  <a:pt x="480" y="73"/>
                </a:lnTo>
                <a:lnTo>
                  <a:pt x="507" y="38"/>
                </a:lnTo>
                <a:cubicBezTo>
                  <a:pt x="524" y="16"/>
                  <a:pt x="533" y="3"/>
                  <a:pt x="535" y="1"/>
                </a:cubicBezTo>
                <a:cubicBezTo>
                  <a:pt x="536" y="1"/>
                  <a:pt x="537" y="1"/>
                  <a:pt x="539" y="1"/>
                </a:cubicBezTo>
                <a:cubicBezTo>
                  <a:pt x="541" y="1"/>
                  <a:pt x="543" y="0"/>
                  <a:pt x="545" y="0"/>
                </a:cubicBezTo>
                <a:lnTo>
                  <a:pt x="548" y="0"/>
                </a:lnTo>
                <a:cubicBezTo>
                  <a:pt x="550" y="0"/>
                  <a:pt x="553" y="2"/>
                  <a:pt x="556" y="5"/>
                </a:cubicBezTo>
                <a:lnTo>
                  <a:pt x="556" y="260"/>
                </a:lnTo>
                <a:lnTo>
                  <a:pt x="551" y="265"/>
                </a:lnTo>
                <a:lnTo>
                  <a:pt x="520" y="265"/>
                </a:lnTo>
                <a:cubicBezTo>
                  <a:pt x="516" y="262"/>
                  <a:pt x="514" y="257"/>
                  <a:pt x="514" y="250"/>
                </a:cubicBezTo>
                <a:cubicBezTo>
                  <a:pt x="508" y="200"/>
                  <a:pt x="494" y="157"/>
                  <a:pt x="470" y="121"/>
                </a:cubicBezTo>
                <a:cubicBezTo>
                  <a:pt x="446" y="84"/>
                  <a:pt x="417" y="60"/>
                  <a:pt x="383" y="49"/>
                </a:cubicBezTo>
                <a:cubicBezTo>
                  <a:pt x="372" y="45"/>
                  <a:pt x="357" y="43"/>
                  <a:pt x="338" y="43"/>
                </a:cubicBezTo>
                <a:cubicBezTo>
                  <a:pt x="275" y="43"/>
                  <a:pt x="221" y="64"/>
                  <a:pt x="179" y="106"/>
                </a:cubicBezTo>
                <a:cubicBezTo>
                  <a:pt x="131" y="154"/>
                  <a:pt x="107" y="229"/>
                  <a:pt x="107" y="330"/>
                </a:cubicBezTo>
                <a:cubicBezTo>
                  <a:pt x="107" y="404"/>
                  <a:pt x="118" y="462"/>
                  <a:pt x="141" y="505"/>
                </a:cubicBezTo>
                <a:cubicBezTo>
                  <a:pt x="154" y="529"/>
                  <a:pt x="170" y="549"/>
                  <a:pt x="189" y="566"/>
                </a:cubicBezTo>
                <a:cubicBezTo>
                  <a:pt x="207" y="582"/>
                  <a:pt x="227" y="594"/>
                  <a:pt x="248" y="601"/>
                </a:cubicBezTo>
                <a:cubicBezTo>
                  <a:pt x="268" y="609"/>
                  <a:pt x="286" y="614"/>
                  <a:pt x="300" y="616"/>
                </a:cubicBezTo>
                <a:cubicBezTo>
                  <a:pt x="313" y="618"/>
                  <a:pt x="326" y="620"/>
                  <a:pt x="340" y="620"/>
                </a:cubicBezTo>
                <a:cubicBezTo>
                  <a:pt x="394" y="620"/>
                  <a:pt x="437" y="600"/>
                  <a:pt x="470" y="558"/>
                </a:cubicBezTo>
                <a:cubicBezTo>
                  <a:pt x="503" y="516"/>
                  <a:pt x="519" y="470"/>
                  <a:pt x="520" y="420"/>
                </a:cubicBezTo>
                <a:cubicBezTo>
                  <a:pt x="520" y="416"/>
                  <a:pt x="522" y="412"/>
                  <a:pt x="525" y="408"/>
                </a:cubicBezTo>
                <a:lnTo>
                  <a:pt x="551" y="408"/>
                </a:lnTo>
                <a:lnTo>
                  <a:pt x="556" y="414"/>
                </a:lnTo>
                <a:lnTo>
                  <a:pt x="556" y="428"/>
                </a:lnTo>
                <a:cubicBezTo>
                  <a:pt x="553" y="490"/>
                  <a:pt x="530" y="545"/>
                  <a:pt x="487" y="591"/>
                </a:cubicBezTo>
                <a:cubicBezTo>
                  <a:pt x="444" y="638"/>
                  <a:pt x="387" y="661"/>
                  <a:pt x="317" y="661"/>
                </a:cubicBezTo>
                <a:cubicBezTo>
                  <a:pt x="230" y="661"/>
                  <a:pt x="156" y="630"/>
                  <a:pt x="94" y="567"/>
                </a:cubicBezTo>
                <a:cubicBezTo>
                  <a:pt x="31" y="504"/>
                  <a:pt x="0" y="425"/>
                  <a:pt x="0" y="3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69" name=""/>
          <p:cNvSpPr/>
          <p:nvPr/>
        </p:nvSpPr>
        <p:spPr>
          <a:xfrm>
            <a:off x="8220960" y="4281120"/>
            <a:ext cx="223560" cy="223920"/>
          </a:xfrm>
          <a:custGeom>
            <a:avLst/>
            <a:gdLst/>
            <a:ahLst/>
            <a:rect l="0" t="0" r="r" b="b"/>
            <a:pathLst>
              <a:path w="621" h="622">
                <a:moveTo>
                  <a:pt x="94" y="55"/>
                </a:moveTo>
                <a:cubicBezTo>
                  <a:pt x="89" y="51"/>
                  <a:pt x="86" y="48"/>
                  <a:pt x="84" y="47"/>
                </a:cubicBezTo>
                <a:cubicBezTo>
                  <a:pt x="81" y="46"/>
                  <a:pt x="76" y="45"/>
                  <a:pt x="69" y="44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183" y="0"/>
                </a:lnTo>
                <a:cubicBezTo>
                  <a:pt x="287" y="0"/>
                  <a:pt x="344" y="1"/>
                  <a:pt x="357" y="1"/>
                </a:cubicBezTo>
                <a:cubicBezTo>
                  <a:pt x="369" y="1"/>
                  <a:pt x="382" y="2"/>
                  <a:pt x="396" y="6"/>
                </a:cubicBezTo>
                <a:cubicBezTo>
                  <a:pt x="422" y="12"/>
                  <a:pt x="448" y="22"/>
                  <a:pt x="473" y="38"/>
                </a:cubicBezTo>
                <a:cubicBezTo>
                  <a:pt x="499" y="54"/>
                  <a:pt x="523" y="74"/>
                  <a:pt x="546" y="100"/>
                </a:cubicBezTo>
                <a:cubicBezTo>
                  <a:pt x="569" y="125"/>
                  <a:pt x="587" y="157"/>
                  <a:pt x="600" y="194"/>
                </a:cubicBezTo>
                <a:cubicBezTo>
                  <a:pt x="612" y="232"/>
                  <a:pt x="619" y="272"/>
                  <a:pt x="621" y="317"/>
                </a:cubicBezTo>
                <a:cubicBezTo>
                  <a:pt x="621" y="393"/>
                  <a:pt x="598" y="460"/>
                  <a:pt x="553" y="517"/>
                </a:cubicBezTo>
                <a:cubicBezTo>
                  <a:pt x="508" y="574"/>
                  <a:pt x="450" y="608"/>
                  <a:pt x="379" y="620"/>
                </a:cubicBezTo>
                <a:cubicBezTo>
                  <a:pt x="370" y="621"/>
                  <a:pt x="305" y="622"/>
                  <a:pt x="183" y="622"/>
                </a:cubicBezTo>
                <a:lnTo>
                  <a:pt x="0" y="622"/>
                </a:lnTo>
                <a:lnTo>
                  <a:pt x="0" y="580"/>
                </a:lnTo>
                <a:lnTo>
                  <a:pt x="30" y="580"/>
                </a:lnTo>
                <a:cubicBezTo>
                  <a:pt x="55" y="580"/>
                  <a:pt x="71" y="579"/>
                  <a:pt x="76" y="578"/>
                </a:cubicBezTo>
                <a:cubicBezTo>
                  <a:pt x="82" y="577"/>
                  <a:pt x="88" y="573"/>
                  <a:pt x="94" y="567"/>
                </a:cubicBezTo>
                <a:lnTo>
                  <a:pt x="94" y="55"/>
                </a:lnTo>
                <a:moveTo>
                  <a:pt x="516" y="315"/>
                </a:moveTo>
                <a:cubicBezTo>
                  <a:pt x="516" y="253"/>
                  <a:pt x="509" y="203"/>
                  <a:pt x="496" y="165"/>
                </a:cubicBezTo>
                <a:cubicBezTo>
                  <a:pt x="483" y="128"/>
                  <a:pt x="459" y="97"/>
                  <a:pt x="425" y="73"/>
                </a:cubicBezTo>
                <a:cubicBezTo>
                  <a:pt x="392" y="52"/>
                  <a:pt x="349" y="42"/>
                  <a:pt x="298" y="42"/>
                </a:cubicBezTo>
                <a:lnTo>
                  <a:pt x="268" y="42"/>
                </a:lnTo>
                <a:lnTo>
                  <a:pt x="243" y="42"/>
                </a:lnTo>
                <a:cubicBezTo>
                  <a:pt x="209" y="42"/>
                  <a:pt x="191" y="44"/>
                  <a:pt x="188" y="50"/>
                </a:cubicBezTo>
                <a:cubicBezTo>
                  <a:pt x="186" y="52"/>
                  <a:pt x="186" y="138"/>
                  <a:pt x="186" y="309"/>
                </a:cubicBezTo>
                <a:cubicBezTo>
                  <a:pt x="186" y="480"/>
                  <a:pt x="186" y="567"/>
                  <a:pt x="186" y="569"/>
                </a:cubicBezTo>
                <a:cubicBezTo>
                  <a:pt x="187" y="575"/>
                  <a:pt x="192" y="578"/>
                  <a:pt x="201" y="579"/>
                </a:cubicBezTo>
                <a:cubicBezTo>
                  <a:pt x="210" y="579"/>
                  <a:pt x="238" y="580"/>
                  <a:pt x="284" y="580"/>
                </a:cubicBezTo>
                <a:lnTo>
                  <a:pt x="294" y="580"/>
                </a:lnTo>
                <a:cubicBezTo>
                  <a:pt x="358" y="580"/>
                  <a:pt x="409" y="566"/>
                  <a:pt x="445" y="536"/>
                </a:cubicBezTo>
                <a:cubicBezTo>
                  <a:pt x="473" y="513"/>
                  <a:pt x="492" y="484"/>
                  <a:pt x="501" y="449"/>
                </a:cubicBezTo>
                <a:cubicBezTo>
                  <a:pt x="511" y="413"/>
                  <a:pt x="516" y="369"/>
                  <a:pt x="516" y="31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70" name=""/>
          <p:cNvSpPr/>
          <p:nvPr/>
        </p:nvSpPr>
        <p:spPr>
          <a:xfrm>
            <a:off x="3652920" y="4182840"/>
            <a:ext cx="4886280" cy="518400"/>
          </a:xfrm>
          <a:custGeom>
            <a:avLst/>
            <a:gdLst/>
            <a:ahLst/>
            <a:rect l="0" t="0" r="r" b="b"/>
            <a:pathLst>
              <a:path w="13573" h="1440">
                <a:moveTo>
                  <a:pt x="0" y="0"/>
                </a:moveTo>
                <a:lnTo>
                  <a:pt x="13573" y="0"/>
                </a:lnTo>
                <a:lnTo>
                  <a:pt x="13573" y="1440"/>
                </a:lnTo>
                <a:lnTo>
                  <a:pt x="0" y="1440"/>
                </a:lnTo>
                <a:lnTo>
                  <a:pt x="0" y="0"/>
                </a:lnTo>
                <a:close/>
              </a:path>
            </a:pathLst>
          </a:custGeom>
          <a:noFill/>
          <a:ln w="21600">
            <a:solidFill>
              <a:srgbClr val="000000"/>
            </a:solidFill>
            <a:miter/>
          </a:ln>
        </p:spPr>
        <p:txBody>
          <a:bodyPr lIns="10800" tIns="10800" rIns="10800" bIns="10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71" name=""/>
          <p:cNvSpPr/>
          <p:nvPr/>
        </p:nvSpPr>
        <p:spPr>
          <a:xfrm>
            <a:off x="933120" y="5010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3"/>
                </a:cubicBezTo>
                <a:cubicBezTo>
                  <a:pt x="288" y="183"/>
                  <a:pt x="285" y="192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2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2"/>
                  <a:pt x="5" y="183"/>
                  <a:pt x="3" y="173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2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4"/>
                  <a:pt x="220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72" name=""/>
          <p:cNvSpPr txBox="1"/>
          <p:nvPr/>
        </p:nvSpPr>
        <p:spPr>
          <a:xfrm>
            <a:off x="571320" y="3652920"/>
            <a:ext cx="240120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本研究の本質的貢献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73" name=""/>
          <p:cNvSpPr txBox="1"/>
          <p:nvPr/>
        </p:nvSpPr>
        <p:spPr>
          <a:xfrm>
            <a:off x="1200240" y="4896000"/>
            <a:ext cx="11271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これまで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74" name=""/>
          <p:cNvSpPr txBox="1"/>
          <p:nvPr/>
        </p:nvSpPr>
        <p:spPr>
          <a:xfrm>
            <a:off x="2326680" y="4853160"/>
            <a:ext cx="24400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qualitative judgment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75" name=""/>
          <p:cNvSpPr/>
          <p:nvPr/>
        </p:nvSpPr>
        <p:spPr>
          <a:xfrm>
            <a:off x="933120" y="54482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2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2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4"/>
                  <a:pt x="220" y="19"/>
                  <a:pt x="228" y="24"/>
                </a:cubicBezTo>
                <a:cubicBezTo>
                  <a:pt x="236" y="29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76" name=""/>
          <p:cNvSpPr txBox="1"/>
          <p:nvPr/>
        </p:nvSpPr>
        <p:spPr>
          <a:xfrm>
            <a:off x="5083200" y="4896000"/>
            <a:ext cx="46872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に留まっていた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"similar enough"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を、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77" name=""/>
          <p:cNvSpPr txBox="1"/>
          <p:nvPr/>
        </p:nvSpPr>
        <p:spPr>
          <a:xfrm>
            <a:off x="1200240" y="5291280"/>
            <a:ext cx="346896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再現可能な </a:t>
            </a:r>
            <a:r>
              <a:rPr lang="en-US" sz="2100" b="1" u="none" strike="noStrike">
                <a:solidFill>
                  <a:srgbClr val="199BE6"/>
                </a:solidFill>
                <a:effectLst/>
                <a:uFillTx/>
                <a:latin typeface="NotoSansJPThin"/>
                <a:ea typeface="NotoSansJPThin"/>
              </a:rPr>
              <a:t>quantitative basis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78" name=""/>
          <p:cNvSpPr/>
          <p:nvPr/>
        </p:nvSpPr>
        <p:spPr>
          <a:xfrm>
            <a:off x="933120" y="58863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20" y="273"/>
                  <a:pt x="211" y="277"/>
                  <a:pt x="203" y="281"/>
                </a:cubicBezTo>
                <a:cubicBezTo>
                  <a:pt x="194" y="284"/>
                  <a:pt x="185" y="287"/>
                  <a:pt x="175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99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5" y="3"/>
                </a:cubicBezTo>
                <a:cubicBezTo>
                  <a:pt x="185" y="4"/>
                  <a:pt x="194" y="7"/>
                  <a:pt x="203" y="11"/>
                </a:cubicBezTo>
                <a:cubicBezTo>
                  <a:pt x="211" y="14"/>
                  <a:pt x="220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9"/>
                  <a:pt x="288" y="109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79" name=""/>
          <p:cNvSpPr txBox="1"/>
          <p:nvPr/>
        </p:nvSpPr>
        <p:spPr>
          <a:xfrm>
            <a:off x="4941000" y="5334120"/>
            <a:ext cx="8604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に変換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80" name=""/>
          <p:cNvSpPr txBox="1"/>
          <p:nvPr/>
        </p:nvSpPr>
        <p:spPr>
          <a:xfrm>
            <a:off x="1200240" y="5772240"/>
            <a:ext cx="80514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ICH E17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実装ギャップを埋め、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evidence-based pooling </a:t>
            </a:r>
            <a:r>
              <a:rPr lang="ja-JP" sz="2100" b="0" u="none" strike="noStrik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判断を支援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81" name=""/>
          <p:cNvSpPr/>
          <p:nvPr/>
        </p:nvSpPr>
        <p:spPr>
          <a:xfrm>
            <a:off x="0" y="0"/>
            <a:ext cx="12192120" cy="943200"/>
          </a:xfrm>
          <a:custGeom>
            <a:avLst/>
            <a:gdLst/>
            <a:ahLst/>
            <a:rect l="0" t="0" r="r" b="b"/>
            <a:pathLst>
              <a:path w="33867" h="2620">
                <a:moveTo>
                  <a:pt x="0" y="0"/>
                </a:moveTo>
                <a:lnTo>
                  <a:pt x="33867" y="0"/>
                </a:lnTo>
                <a:lnTo>
                  <a:pt x="33867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82" name=""/>
          <p:cNvSpPr txBox="1"/>
          <p:nvPr/>
        </p:nvSpPr>
        <p:spPr>
          <a:xfrm>
            <a:off x="190440" y="6657840"/>
            <a:ext cx="2952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83" name=""/>
          <p:cNvSpPr txBox="1"/>
          <p:nvPr/>
        </p:nvSpPr>
        <p:spPr>
          <a:xfrm>
            <a:off x="571320" y="155520"/>
            <a:ext cx="392256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Future Work </a:t>
            </a:r>
            <a:r>
              <a:rPr lang="ja-JP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と結語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84" name=""/>
          <p:cNvSpPr txBox="1"/>
          <p:nvPr/>
        </p:nvSpPr>
        <p:spPr>
          <a:xfrm>
            <a:off x="4708440" y="6657840"/>
            <a:ext cx="26629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nABCD: Effect Modifier Similarity for MRCTs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85" name=""/>
          <p:cNvSpPr txBox="1"/>
          <p:nvPr/>
        </p:nvSpPr>
        <p:spPr>
          <a:xfrm>
            <a:off x="11853360" y="6657840"/>
            <a:ext cx="14796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03030"/>
                </a:solidFill>
                <a:effectLst/>
                <a:uFillTx/>
                <a:latin typeface="NotoSansJP"/>
                <a:ea typeface="NotoSansJP"/>
              </a:rPr>
              <a:t>30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CJK JP"/>
            </a:endParaRPr>
          </a:p>
        </p:txBody>
      </p:sp>
      <p:sp>
        <p:nvSpPr>
          <p:cNvPr id="2289" name=""/>
          <p:cNvSpPr txBox="1"/>
          <p:nvPr/>
        </p:nvSpPr>
        <p:spPr>
          <a:xfrm>
            <a:off x="4857840" y="3581280"/>
            <a:ext cx="2484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ご質問をお願いします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90" name=""/>
          <p:cNvSpPr txBox="1"/>
          <p:nvPr/>
        </p:nvSpPr>
        <p:spPr>
          <a:xfrm>
            <a:off x="5277240" y="4057560"/>
            <a:ext cx="1673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Tak Nagakubo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291" name=""/>
          <p:cNvSpPr txBox="1"/>
          <p:nvPr/>
        </p:nvSpPr>
        <p:spPr>
          <a:xfrm>
            <a:off x="4928400" y="2908080"/>
            <a:ext cx="211680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SansJPThin"/>
                <a:ea typeface="NotoSansJPThin"/>
              </a:rPr>
              <a:t>Thank You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ja-JP</dc:language>
  <cp:lastModifiedBy/>
  <cp:revision>0</cp:revision>
  <dc:subject/>
  <dc:title/>
</cp:coreProperties>
</file>